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4e1306bd074942" /><Relationship Type="http://schemas.openxmlformats.org/officeDocument/2006/relationships/extended-properties" Target="/docProps/app.xml" Id="Rdae71b492bca499f" /><Relationship Type="http://schemas.openxmlformats.org/officeDocument/2006/relationships/officeDocument" Target="/ppt/presentation.xml" Id="Rd03d281a60dc48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cad970db764186"/>
  </p:sldMasterIdLst>
  <p:notesMasterIdLst>
    <p:notesMasterId xmlns:r="http://schemas.openxmlformats.org/officeDocument/2006/relationships" r:id="Re5e1915e1094472a"/>
  </p:notesMasterIdLst>
  <p:sldIdLst>
    <p:sldId xmlns:r="http://schemas.openxmlformats.org/officeDocument/2006/relationships" id="256" r:id="R4838948d0de94d91"/>
  </p:sldIdLst>
  <p:sldSz cx="13030200" cy="5829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2a409244a04f84" /><Relationship Type="http://schemas.openxmlformats.org/officeDocument/2006/relationships/slideMaster" Target="/ppt/slideMasters/slideMaster1.xml" Id="R99cad970db764186" /><Relationship Type="http://schemas.openxmlformats.org/officeDocument/2006/relationships/notesMaster" Target="/ppt/notesMasters/notesMaster1.xml" Id="Re5e1915e1094472a" /><Relationship Type="http://schemas.openxmlformats.org/officeDocument/2006/relationships/presProps" Target="/ppt/presProps.xml" Id="Rf190646bf04343ce" /><Relationship Type="http://schemas.openxmlformats.org/officeDocument/2006/relationships/tableStyles" Target="/ppt/tableStyles.xml" Id="R71c99e55a3cb4f31" /><Relationship Type="http://schemas.openxmlformats.org/officeDocument/2006/relationships/slide" Target="/ppt/slides/slide1.xml" Id="R4838948d0de94d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c006bc8c4a44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7e93ac32364559" /><Relationship Type="http://schemas.openxmlformats.org/officeDocument/2006/relationships/notesMaster" Target="/ppt/notesMasters/notesMaster1.xml" Id="Rcb8f68e439c14bb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素材ID：AI-054</ns1:t>
            </ns1:r>
          </ns1:p>
          <ns1:p>
            <ns1:r>
              <ns1:t>论文：ImplicitMemBench: Measuring Unconscious Behavioral Adaptation in Large Language Models</ns1:t>
            </ns1:r>
          </ns1:p>
          <ns1:p>
            <ns1:r>
              <ns1:t>会议：ACL 2026</ns1:t>
            </ns1:r>
          </ns1:p>
          <ns1:p>
            <ns1:r>
              <ns1:t>奖项：Best Resource Paper</ns1:t>
            </ns1:r>
          </ns1:p>
          <ns1:p>
            <ns1:r>
              <ns1:t>图号：Figure 1，PDF第3页</ns1:t>
            </ns1:r>
          </ns1:p>
          <ns1:p>
            <ns1:r>
              <ns1:t>类型：研究流程</ns1:t>
            </ns1:r>
          </ns1:p>
          <ns1:p>
            <ns1:r>
              <ns1:t>借鉴点：上半呈现三种心理范式的数据构建，下半将对应指标和混合自动人工验证反向展开。</ns1:t>
            </ns1:r>
          </ns1:p>
          <ns1:p>
            <ns1:r>
              <ns1:t>论文URL：https://aclanthology.org/2026.acl-long.1301/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d62b1c69d43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1240fa20a743ec" /><Relationship Type="http://schemas.openxmlformats.org/officeDocument/2006/relationships/slideLayout" Target="/ppt/slideLayouts/slideLayout1.xml" Id="R9b9cdf14281e4c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9cdf14281e4c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570cc6bed473a" /><Relationship Type="http://schemas.openxmlformats.org/officeDocument/2006/relationships/image" Target="/ppt/media/image.png" Id="Ra7b0d18fa367413c" /><Relationship Type="http://schemas.openxmlformats.org/officeDocument/2006/relationships/image" Target="/ppt/media/image2.png" Id="R800c9c3085554020" /><Relationship Type="http://schemas.openxmlformats.org/officeDocument/2006/relationships/image" Target="/ppt/media/image3.png" Id="R74dcef0194f64a39" /><Relationship Type="http://schemas.openxmlformats.org/officeDocument/2006/relationships/image" Target="/ppt/media/image4.png" Id="R639814d03b134665" /><Relationship Type="http://schemas.openxmlformats.org/officeDocument/2006/relationships/image" Target="/ppt/media/image5.png" Id="R6d7103c488c84ad8" /><Relationship Type="http://schemas.openxmlformats.org/officeDocument/2006/relationships/image" Target="/ppt/media/image6.png" Id="R37d66f6134f04868" /><Relationship Type="http://schemas.openxmlformats.org/officeDocument/2006/relationships/image" Target="/ppt/media/image7.png" Id="Rc6e562e818a34cc8" /><Relationship Type="http://schemas.openxmlformats.org/officeDocument/2006/relationships/image" Target="/ppt/media/image8.png" Id="Rdd3949aecf94452a" /><Relationship Type="http://schemas.openxmlformats.org/officeDocument/2006/relationships/notesSlide" Target="/ppt/notesSlides/notesSlide1.xml" Id="R408abc0767cb4f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CA904-0A9C-4140-A5F2-E2F85C2A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2"/>
            <a:ext cx="12946494" cy="5741620"/>
          </a:xfrm>
          <a:custGeom xmlns:a="http://schemas.openxmlformats.org/drawingml/2006/main">
            <a:pathLst>
              <a:path w="12946494" h="5741620">
                <a:moveTo>
                  <a:pt x="12946494" y="0"/>
                </a:moveTo>
                <a:lnTo>
                  <a:pt x="0" y="0"/>
                </a:lnTo>
                <a:lnTo>
                  <a:pt x="0" y="5741620"/>
                </a:lnTo>
                <a:lnTo>
                  <a:pt x="12946494" y="5741620"/>
                </a:lnTo>
                <a:lnTo>
                  <a:pt x="1294649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508CD-774E-4D0B-8733-1263030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2"/>
            <a:ext cx="12946494" cy="5741620"/>
          </a:xfrm>
          <a:custGeom xmlns:a="http://schemas.openxmlformats.org/drawingml/2006/main">
            <a:pathLst>
              <a:path w="12946494" h="5741620">
                <a:moveTo>
                  <a:pt x="12946494" y="5741620"/>
                </a:moveTo>
                <a:lnTo>
                  <a:pt x="12946494" y="0"/>
                </a:lnTo>
                <a:lnTo>
                  <a:pt x="0" y="0"/>
                </a:lnTo>
                <a:lnTo>
                  <a:pt x="0" y="5741620"/>
                </a:lnTo>
                <a:lnTo>
                  <a:pt x="12946494" y="57416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31968-7224-4B77-8FB9-EB6549F3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459" y="325230"/>
            <a:ext cx="1572194" cy="2367175"/>
          </a:xfrm>
          <a:custGeom xmlns:a="http://schemas.openxmlformats.org/drawingml/2006/main">
            <a:pathLst>
              <a:path w="1572194" h="2367175">
                <a:moveTo>
                  <a:pt x="0" y="262038"/>
                </a:moveTo>
                <a:cubicBezTo>
                  <a:pt x="0" y="117319"/>
                  <a:pt x="117319" y="0"/>
                  <a:pt x="262038" y="0"/>
                </a:cubicBezTo>
                <a:lnTo>
                  <a:pt x="1310156" y="0"/>
                </a:lnTo>
                <a:cubicBezTo>
                  <a:pt x="1454875" y="0"/>
                  <a:pt x="1572194" y="117319"/>
                  <a:pt x="1572194" y="262038"/>
                </a:cubicBezTo>
                <a:lnTo>
                  <a:pt x="1572194" y="2105136"/>
                </a:lnTo>
                <a:cubicBezTo>
                  <a:pt x="1572194" y="2249855"/>
                  <a:pt x="1454875" y="2367175"/>
                  <a:pt x="1310156" y="2367175"/>
                </a:cubicBezTo>
                <a:lnTo>
                  <a:pt x="262038" y="2367175"/>
                </a:lnTo>
                <a:cubicBezTo>
                  <a:pt x="117319" y="2367175"/>
                  <a:pt x="0" y="2249855"/>
                  <a:pt x="0" y="2105136"/>
                </a:cubicBezTo>
                <a:lnTo>
                  <a:pt x="0" y="262038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25838-5278-4F8A-ABA7-013B6257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" y="182823"/>
            <a:ext cx="12853711" cy="2651990"/>
          </a:xfrm>
          <a:custGeom xmlns:a="http://schemas.openxmlformats.org/drawingml/2006/main">
            <a:pathLst>
              <a:path w="12853711" h="2651990" fill="none">
                <a:moveTo>
                  <a:pt x="0" y="442010"/>
                </a:moveTo>
                <a:cubicBezTo>
                  <a:pt x="0" y="197895"/>
                  <a:pt x="197894" y="0"/>
                  <a:pt x="442008" y="0"/>
                </a:cubicBezTo>
                <a:lnTo>
                  <a:pt x="12411702" y="0"/>
                </a:lnTo>
                <a:cubicBezTo>
                  <a:pt x="12655817" y="0"/>
                  <a:pt x="12853711" y="197895"/>
                  <a:pt x="12853711" y="442010"/>
                </a:cubicBezTo>
                <a:lnTo>
                  <a:pt x="12853711" y="2209980"/>
                </a:lnTo>
                <a:cubicBezTo>
                  <a:pt x="12853711" y="2454096"/>
                  <a:pt x="12655817" y="2651990"/>
                  <a:pt x="12411702" y="2651990"/>
                </a:cubicBezTo>
                <a:lnTo>
                  <a:pt x="442008" y="2651990"/>
                </a:lnTo>
                <a:cubicBezTo>
                  <a:pt x="197894" y="2651990"/>
                  <a:pt x="0" y="2454096"/>
                  <a:pt x="0" y="2209980"/>
                </a:cubicBezTo>
                <a:lnTo>
                  <a:pt x="0" y="4420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498" cap="flat">
            <a:solidFill>
              <a:srgbClr val="D0CECE">
                <a:alpha val="70200"/>
              </a:srgbClr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4E455-F2EA-4DDF-9924-A43F93CE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44" y="24192"/>
            <a:ext cx="2277150" cy="324129"/>
          </a:xfrm>
          <a:custGeom xmlns:a="http://schemas.openxmlformats.org/drawingml/2006/main">
            <a:pathLst>
              <a:path w="2277150" h="324129">
                <a:moveTo>
                  <a:pt x="2277150" y="324129"/>
                </a:moveTo>
                <a:lnTo>
                  <a:pt x="2277150" y="0"/>
                </a:lnTo>
                <a:lnTo>
                  <a:pt x="0" y="0"/>
                </a:lnTo>
                <a:lnTo>
                  <a:pt x="0" y="324129"/>
                </a:lnTo>
                <a:lnTo>
                  <a:pt x="2277150" y="3241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DatasetGeneration">
            <a:extLst xmlns:a="http://schemas.openxmlformats.org/drawingml/2006/main">
              <a:ext uri="{FF2B5EF4-FFF2-40B4-BE49-F238E27FC236}">
                <a16:creationId xmlns:a16="http://schemas.microsoft.com/office/drawing/2014/main" id="{CC671C37-28DD-42E9-9E8A-0E58DF9B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23" y="72498"/>
            <a:ext cx="1878995" cy="170736"/>
          </a:xfrm>
          <a:custGeom xmlns:a="http://schemas.openxmlformats.org/drawingml/2006/main">
            <a:pathLst>
              <a:path w="1878995" h="170736">
                <a:moveTo>
                  <a:pt x="91189" y="159906"/>
                </a:moveTo>
                <a:cubicBezTo>
                  <a:pt x="80637" y="167126"/>
                  <a:pt x="65490" y="170736"/>
                  <a:pt x="45748" y="170736"/>
                </a:cubicBezTo>
                <a:cubicBezTo>
                  <a:pt x="40778" y="170736"/>
                  <a:pt x="35094" y="169953"/>
                  <a:pt x="28694" y="168388"/>
                </a:cubicBezTo>
                <a:cubicBezTo>
                  <a:pt x="21002" y="166547"/>
                  <a:pt x="15215" y="164163"/>
                  <a:pt x="11335" y="161233"/>
                </a:cubicBezTo>
                <a:lnTo>
                  <a:pt x="10314" y="161233"/>
                </a:lnTo>
                <a:cubicBezTo>
                  <a:pt x="7386" y="161233"/>
                  <a:pt x="4936" y="160212"/>
                  <a:pt x="2961" y="158170"/>
                </a:cubicBezTo>
                <a:cubicBezTo>
                  <a:pt x="987" y="156125"/>
                  <a:pt x="0" y="153638"/>
                  <a:pt x="0" y="150709"/>
                </a:cubicBezTo>
                <a:cubicBezTo>
                  <a:pt x="0" y="143557"/>
                  <a:pt x="323" y="132845"/>
                  <a:pt x="970" y="118575"/>
                </a:cubicBezTo>
                <a:cubicBezTo>
                  <a:pt x="1617" y="104304"/>
                  <a:pt x="1940" y="93593"/>
                  <a:pt x="1940" y="86440"/>
                </a:cubicBezTo>
                <a:cubicBezTo>
                  <a:pt x="1940" y="78471"/>
                  <a:pt x="1787" y="66568"/>
                  <a:pt x="1481" y="50732"/>
                </a:cubicBezTo>
                <a:cubicBezTo>
                  <a:pt x="1174" y="34894"/>
                  <a:pt x="1021" y="22990"/>
                  <a:pt x="1021" y="15020"/>
                </a:cubicBezTo>
                <a:cubicBezTo>
                  <a:pt x="1021" y="12227"/>
                  <a:pt x="2451" y="9298"/>
                  <a:pt x="5310" y="6232"/>
                </a:cubicBezTo>
                <a:cubicBezTo>
                  <a:pt x="8169" y="3167"/>
                  <a:pt x="11028" y="1634"/>
                  <a:pt x="13888" y="1634"/>
                </a:cubicBezTo>
                <a:cubicBezTo>
                  <a:pt x="15521" y="1634"/>
                  <a:pt x="20968" y="3915"/>
                  <a:pt x="30226" y="8479"/>
                </a:cubicBezTo>
                <a:cubicBezTo>
                  <a:pt x="40710" y="13589"/>
                  <a:pt x="46769" y="16416"/>
                  <a:pt x="48402" y="16961"/>
                </a:cubicBezTo>
                <a:cubicBezTo>
                  <a:pt x="67736" y="23568"/>
                  <a:pt x="84211" y="33718"/>
                  <a:pt x="97826" y="47410"/>
                </a:cubicBezTo>
                <a:cubicBezTo>
                  <a:pt x="113824" y="63553"/>
                  <a:pt x="121823" y="81297"/>
                  <a:pt x="121823" y="100644"/>
                </a:cubicBezTo>
                <a:cubicBezTo>
                  <a:pt x="121823" y="112291"/>
                  <a:pt x="119083" y="123462"/>
                  <a:pt x="113603" y="134157"/>
                </a:cubicBezTo>
                <a:cubicBezTo>
                  <a:pt x="108123" y="144851"/>
                  <a:pt x="100651" y="153434"/>
                  <a:pt x="91189" y="159906"/>
                </a:cubicBezTo>
                <a:moveTo>
                  <a:pt x="69745" y="51855"/>
                </a:moveTo>
                <a:cubicBezTo>
                  <a:pt x="62801" y="47298"/>
                  <a:pt x="46769" y="39476"/>
                  <a:pt x="21648" y="28388"/>
                </a:cubicBezTo>
                <a:lnTo>
                  <a:pt x="22159" y="57772"/>
                </a:lnTo>
                <a:lnTo>
                  <a:pt x="22465" y="87056"/>
                </a:lnTo>
                <a:lnTo>
                  <a:pt x="20831" y="142763"/>
                </a:lnTo>
                <a:cubicBezTo>
                  <a:pt x="21308" y="142967"/>
                  <a:pt x="22023" y="143410"/>
                  <a:pt x="22976" y="144091"/>
                </a:cubicBezTo>
                <a:cubicBezTo>
                  <a:pt x="28967" y="148103"/>
                  <a:pt x="36523" y="150109"/>
                  <a:pt x="45645" y="150109"/>
                </a:cubicBezTo>
                <a:cubicBezTo>
                  <a:pt x="61167" y="150109"/>
                  <a:pt x="72468" y="147728"/>
                  <a:pt x="79548" y="142967"/>
                </a:cubicBezTo>
                <a:cubicBezTo>
                  <a:pt x="86151" y="138479"/>
                  <a:pt x="91410" y="132442"/>
                  <a:pt x="95324" y="124858"/>
                </a:cubicBezTo>
                <a:cubicBezTo>
                  <a:pt x="99239" y="117274"/>
                  <a:pt x="101196" y="109366"/>
                  <a:pt x="101196" y="101135"/>
                </a:cubicBezTo>
                <a:cubicBezTo>
                  <a:pt x="101196" y="81953"/>
                  <a:pt x="90712" y="65526"/>
                  <a:pt x="69745" y="51855"/>
                </a:cubicBezTo>
                <a:close/>
                <a:moveTo>
                  <a:pt x="225562" y="167264"/>
                </a:moveTo>
                <a:cubicBezTo>
                  <a:pt x="224268" y="167264"/>
                  <a:pt x="221919" y="165754"/>
                  <a:pt x="218516" y="162733"/>
                </a:cubicBezTo>
                <a:cubicBezTo>
                  <a:pt x="215452" y="159918"/>
                  <a:pt x="213172" y="157412"/>
                  <a:pt x="211674" y="155215"/>
                </a:cubicBezTo>
                <a:cubicBezTo>
                  <a:pt x="205139" y="158789"/>
                  <a:pt x="199386" y="161486"/>
                  <a:pt x="194416" y="163307"/>
                </a:cubicBezTo>
                <a:cubicBezTo>
                  <a:pt x="189447" y="165128"/>
                  <a:pt x="185294" y="166039"/>
                  <a:pt x="181958" y="166039"/>
                </a:cubicBezTo>
                <a:cubicBezTo>
                  <a:pt x="166028" y="166039"/>
                  <a:pt x="154421" y="161546"/>
                  <a:pt x="147137" y="152560"/>
                </a:cubicBezTo>
                <a:cubicBezTo>
                  <a:pt x="140261" y="144118"/>
                  <a:pt x="136824" y="131184"/>
                  <a:pt x="136824" y="113756"/>
                </a:cubicBezTo>
                <a:cubicBezTo>
                  <a:pt x="136824" y="97282"/>
                  <a:pt x="142491" y="83190"/>
                  <a:pt x="153826" y="71480"/>
                </a:cubicBezTo>
                <a:cubicBezTo>
                  <a:pt x="165161" y="59771"/>
                  <a:pt x="178691" y="53917"/>
                  <a:pt x="194416" y="53917"/>
                </a:cubicBezTo>
                <a:cubicBezTo>
                  <a:pt x="200339" y="53917"/>
                  <a:pt x="206977" y="55448"/>
                  <a:pt x="214329" y="58512"/>
                </a:cubicBezTo>
                <a:cubicBezTo>
                  <a:pt x="223587" y="62324"/>
                  <a:pt x="228216" y="66919"/>
                  <a:pt x="228216" y="72297"/>
                </a:cubicBezTo>
                <a:cubicBezTo>
                  <a:pt x="228216" y="74135"/>
                  <a:pt x="227536" y="75769"/>
                  <a:pt x="226174" y="77199"/>
                </a:cubicBezTo>
                <a:cubicBezTo>
                  <a:pt x="225493" y="79786"/>
                  <a:pt x="224966" y="84041"/>
                  <a:pt x="224591" y="89963"/>
                </a:cubicBezTo>
                <a:cubicBezTo>
                  <a:pt x="224217" y="95886"/>
                  <a:pt x="223996" y="103476"/>
                  <a:pt x="223928" y="112735"/>
                </a:cubicBezTo>
                <a:cubicBezTo>
                  <a:pt x="223860" y="121176"/>
                  <a:pt x="224438" y="127848"/>
                  <a:pt x="225664" y="132749"/>
                </a:cubicBezTo>
                <a:cubicBezTo>
                  <a:pt x="226344" y="135745"/>
                  <a:pt x="228489" y="141736"/>
                  <a:pt x="232097" y="150722"/>
                </a:cubicBezTo>
                <a:cubicBezTo>
                  <a:pt x="232573" y="151947"/>
                  <a:pt x="233356" y="153751"/>
                  <a:pt x="234446" y="156134"/>
                </a:cubicBezTo>
                <a:lnTo>
                  <a:pt x="235058" y="157870"/>
                </a:lnTo>
                <a:cubicBezTo>
                  <a:pt x="235058" y="160593"/>
                  <a:pt x="234105" y="162839"/>
                  <a:pt x="232199" y="164609"/>
                </a:cubicBezTo>
                <a:cubicBezTo>
                  <a:pt x="230293" y="166379"/>
                  <a:pt x="228080" y="167264"/>
                  <a:pt x="225562" y="167264"/>
                </a:cubicBezTo>
                <a:moveTo>
                  <a:pt x="204322" y="96333"/>
                </a:moveTo>
                <a:cubicBezTo>
                  <a:pt x="204322" y="93412"/>
                  <a:pt x="204509" y="90238"/>
                  <a:pt x="204883" y="86810"/>
                </a:cubicBezTo>
                <a:cubicBezTo>
                  <a:pt x="205258" y="83381"/>
                  <a:pt x="205819" y="79732"/>
                  <a:pt x="206568" y="75862"/>
                </a:cubicBezTo>
                <a:cubicBezTo>
                  <a:pt x="204049" y="74571"/>
                  <a:pt x="201888" y="73620"/>
                  <a:pt x="200084" y="73009"/>
                </a:cubicBezTo>
                <a:cubicBezTo>
                  <a:pt x="198280" y="72398"/>
                  <a:pt x="196833" y="72093"/>
                  <a:pt x="195744" y="72093"/>
                </a:cubicBezTo>
                <a:cubicBezTo>
                  <a:pt x="185192" y="72093"/>
                  <a:pt x="176087" y="76387"/>
                  <a:pt x="168428" y="84976"/>
                </a:cubicBezTo>
                <a:cubicBezTo>
                  <a:pt x="160770" y="93564"/>
                  <a:pt x="156940" y="103459"/>
                  <a:pt x="156940" y="114662"/>
                </a:cubicBezTo>
                <a:cubicBezTo>
                  <a:pt x="156940" y="125797"/>
                  <a:pt x="158914" y="134148"/>
                  <a:pt x="162863" y="139716"/>
                </a:cubicBezTo>
                <a:cubicBezTo>
                  <a:pt x="166811" y="145283"/>
                  <a:pt x="172734" y="148067"/>
                  <a:pt x="180631" y="148067"/>
                </a:cubicBezTo>
                <a:cubicBezTo>
                  <a:pt x="187166" y="148067"/>
                  <a:pt x="192715" y="146879"/>
                  <a:pt x="197276" y="144502"/>
                </a:cubicBezTo>
                <a:cubicBezTo>
                  <a:pt x="199726" y="143213"/>
                  <a:pt x="203164" y="140634"/>
                  <a:pt x="207589" y="136764"/>
                </a:cubicBezTo>
                <a:cubicBezTo>
                  <a:pt x="205411" y="118770"/>
                  <a:pt x="204322" y="105293"/>
                  <a:pt x="204322" y="96333"/>
                </a:cubicBezTo>
                <a:close/>
                <a:moveTo>
                  <a:pt x="320928" y="73612"/>
                </a:moveTo>
                <a:cubicBezTo>
                  <a:pt x="319498" y="73612"/>
                  <a:pt x="317814" y="73544"/>
                  <a:pt x="315873" y="73408"/>
                </a:cubicBezTo>
                <a:cubicBezTo>
                  <a:pt x="313933" y="73270"/>
                  <a:pt x="312248" y="73200"/>
                  <a:pt x="310819" y="73200"/>
                </a:cubicBezTo>
                <a:cubicBezTo>
                  <a:pt x="309253" y="73200"/>
                  <a:pt x="304624" y="73716"/>
                  <a:pt x="296931" y="74748"/>
                </a:cubicBezTo>
                <a:lnTo>
                  <a:pt x="298871" y="135031"/>
                </a:lnTo>
                <a:lnTo>
                  <a:pt x="298973" y="139521"/>
                </a:lnTo>
                <a:lnTo>
                  <a:pt x="299075" y="144722"/>
                </a:lnTo>
                <a:cubicBezTo>
                  <a:pt x="299348" y="159614"/>
                  <a:pt x="295774" y="167060"/>
                  <a:pt x="288353" y="167060"/>
                </a:cubicBezTo>
                <a:cubicBezTo>
                  <a:pt x="285630" y="167060"/>
                  <a:pt x="283265" y="166176"/>
                  <a:pt x="281256" y="164408"/>
                </a:cubicBezTo>
                <a:cubicBezTo>
                  <a:pt x="279248" y="162640"/>
                  <a:pt x="278244" y="160430"/>
                  <a:pt x="278244" y="157777"/>
                </a:cubicBezTo>
                <a:cubicBezTo>
                  <a:pt x="278244" y="155195"/>
                  <a:pt x="278346" y="151319"/>
                  <a:pt x="278550" y="146152"/>
                </a:cubicBezTo>
                <a:cubicBezTo>
                  <a:pt x="278755" y="140982"/>
                  <a:pt x="278857" y="137105"/>
                  <a:pt x="278857" y="134520"/>
                </a:cubicBezTo>
                <a:lnTo>
                  <a:pt x="276814" y="74952"/>
                </a:lnTo>
                <a:cubicBezTo>
                  <a:pt x="271845" y="74748"/>
                  <a:pt x="264288" y="74166"/>
                  <a:pt x="254145" y="73207"/>
                </a:cubicBezTo>
                <a:cubicBezTo>
                  <a:pt x="248086" y="72386"/>
                  <a:pt x="245057" y="69000"/>
                  <a:pt x="245057" y="63050"/>
                </a:cubicBezTo>
                <a:cubicBezTo>
                  <a:pt x="245057" y="60039"/>
                  <a:pt x="245976" y="57544"/>
                  <a:pt x="247814" y="55563"/>
                </a:cubicBezTo>
                <a:cubicBezTo>
                  <a:pt x="249652" y="53581"/>
                  <a:pt x="252001" y="52589"/>
                  <a:pt x="254860" y="52589"/>
                </a:cubicBezTo>
                <a:lnTo>
                  <a:pt x="276304" y="54325"/>
                </a:lnTo>
                <a:cubicBezTo>
                  <a:pt x="276304" y="50843"/>
                  <a:pt x="276151" y="46184"/>
                  <a:pt x="275844" y="40348"/>
                </a:cubicBezTo>
                <a:cubicBezTo>
                  <a:pt x="275538" y="34511"/>
                  <a:pt x="275385" y="30295"/>
                  <a:pt x="275385" y="27702"/>
                </a:cubicBezTo>
                <a:cubicBezTo>
                  <a:pt x="275385" y="24834"/>
                  <a:pt x="276372" y="22462"/>
                  <a:pt x="278346" y="20586"/>
                </a:cubicBezTo>
                <a:cubicBezTo>
                  <a:pt x="280320" y="18707"/>
                  <a:pt x="282737" y="17768"/>
                  <a:pt x="285596" y="17768"/>
                </a:cubicBezTo>
                <a:cubicBezTo>
                  <a:pt x="291723" y="17768"/>
                  <a:pt x="295297" y="22772"/>
                  <a:pt x="296318" y="32779"/>
                </a:cubicBezTo>
                <a:cubicBezTo>
                  <a:pt x="296523" y="35298"/>
                  <a:pt x="296625" y="38327"/>
                  <a:pt x="296625" y="41867"/>
                </a:cubicBezTo>
                <a:lnTo>
                  <a:pt x="296421" y="47790"/>
                </a:lnTo>
                <a:lnTo>
                  <a:pt x="296318" y="54121"/>
                </a:lnTo>
                <a:cubicBezTo>
                  <a:pt x="304760" y="53032"/>
                  <a:pt x="309593" y="52487"/>
                  <a:pt x="310819" y="52487"/>
                </a:cubicBezTo>
                <a:cubicBezTo>
                  <a:pt x="317899" y="52487"/>
                  <a:pt x="322528" y="52827"/>
                  <a:pt x="324706" y="53508"/>
                </a:cubicBezTo>
                <a:cubicBezTo>
                  <a:pt x="328859" y="54878"/>
                  <a:pt x="330935" y="58108"/>
                  <a:pt x="330935" y="63196"/>
                </a:cubicBezTo>
                <a:cubicBezTo>
                  <a:pt x="330935" y="66222"/>
                  <a:pt x="329999" y="68714"/>
                  <a:pt x="328127" y="70673"/>
                </a:cubicBezTo>
                <a:cubicBezTo>
                  <a:pt x="326255" y="72632"/>
                  <a:pt x="323855" y="73612"/>
                  <a:pt x="320928" y="73612"/>
                </a:cubicBezTo>
                <a:close/>
                <a:moveTo>
                  <a:pt x="430385" y="167264"/>
                </a:moveTo>
                <a:cubicBezTo>
                  <a:pt x="429091" y="167264"/>
                  <a:pt x="426743" y="165754"/>
                  <a:pt x="423339" y="162733"/>
                </a:cubicBezTo>
                <a:cubicBezTo>
                  <a:pt x="420275" y="159918"/>
                  <a:pt x="417995" y="157412"/>
                  <a:pt x="416497" y="155215"/>
                </a:cubicBezTo>
                <a:cubicBezTo>
                  <a:pt x="409962" y="158789"/>
                  <a:pt x="404209" y="161486"/>
                  <a:pt x="399240" y="163307"/>
                </a:cubicBezTo>
                <a:cubicBezTo>
                  <a:pt x="394270" y="165128"/>
                  <a:pt x="390117" y="166039"/>
                  <a:pt x="386782" y="166039"/>
                </a:cubicBezTo>
                <a:cubicBezTo>
                  <a:pt x="370852" y="166039"/>
                  <a:pt x="359245" y="161546"/>
                  <a:pt x="351961" y="152560"/>
                </a:cubicBezTo>
                <a:cubicBezTo>
                  <a:pt x="345085" y="144118"/>
                  <a:pt x="341647" y="131184"/>
                  <a:pt x="341647" y="113756"/>
                </a:cubicBezTo>
                <a:cubicBezTo>
                  <a:pt x="341647" y="97282"/>
                  <a:pt x="347314" y="83190"/>
                  <a:pt x="358649" y="71480"/>
                </a:cubicBezTo>
                <a:cubicBezTo>
                  <a:pt x="369984" y="59771"/>
                  <a:pt x="383514" y="53917"/>
                  <a:pt x="399240" y="53917"/>
                </a:cubicBezTo>
                <a:cubicBezTo>
                  <a:pt x="405162" y="53917"/>
                  <a:pt x="411800" y="55448"/>
                  <a:pt x="419152" y="58512"/>
                </a:cubicBezTo>
                <a:cubicBezTo>
                  <a:pt x="428411" y="62324"/>
                  <a:pt x="433040" y="66919"/>
                  <a:pt x="433040" y="72297"/>
                </a:cubicBezTo>
                <a:cubicBezTo>
                  <a:pt x="433040" y="74135"/>
                  <a:pt x="432359" y="75769"/>
                  <a:pt x="430998" y="77199"/>
                </a:cubicBezTo>
                <a:cubicBezTo>
                  <a:pt x="430317" y="79786"/>
                  <a:pt x="429789" y="84041"/>
                  <a:pt x="429415" y="89963"/>
                </a:cubicBezTo>
                <a:cubicBezTo>
                  <a:pt x="429040" y="95886"/>
                  <a:pt x="428819" y="103476"/>
                  <a:pt x="428751" y="112735"/>
                </a:cubicBezTo>
                <a:cubicBezTo>
                  <a:pt x="428683" y="121176"/>
                  <a:pt x="429262" y="127848"/>
                  <a:pt x="430487" y="132749"/>
                </a:cubicBezTo>
                <a:cubicBezTo>
                  <a:pt x="431168" y="135745"/>
                  <a:pt x="433312" y="141736"/>
                  <a:pt x="436920" y="150722"/>
                </a:cubicBezTo>
                <a:cubicBezTo>
                  <a:pt x="437397" y="151947"/>
                  <a:pt x="438180" y="153751"/>
                  <a:pt x="439269" y="156134"/>
                </a:cubicBezTo>
                <a:lnTo>
                  <a:pt x="439882" y="157870"/>
                </a:lnTo>
                <a:cubicBezTo>
                  <a:pt x="439882" y="160593"/>
                  <a:pt x="438928" y="162839"/>
                  <a:pt x="437022" y="164609"/>
                </a:cubicBezTo>
                <a:cubicBezTo>
                  <a:pt x="435116" y="166379"/>
                  <a:pt x="432904" y="167264"/>
                  <a:pt x="430385" y="167264"/>
                </a:cubicBezTo>
                <a:moveTo>
                  <a:pt x="409145" y="96333"/>
                </a:moveTo>
                <a:cubicBezTo>
                  <a:pt x="409145" y="93412"/>
                  <a:pt x="409332" y="90238"/>
                  <a:pt x="409707" y="86810"/>
                </a:cubicBezTo>
                <a:cubicBezTo>
                  <a:pt x="410081" y="83381"/>
                  <a:pt x="410643" y="79732"/>
                  <a:pt x="411391" y="75862"/>
                </a:cubicBezTo>
                <a:cubicBezTo>
                  <a:pt x="408873" y="74571"/>
                  <a:pt x="406711" y="73620"/>
                  <a:pt x="404907" y="73009"/>
                </a:cubicBezTo>
                <a:cubicBezTo>
                  <a:pt x="403103" y="72398"/>
                  <a:pt x="401656" y="72093"/>
                  <a:pt x="400567" y="72093"/>
                </a:cubicBezTo>
                <a:cubicBezTo>
                  <a:pt x="390015" y="72093"/>
                  <a:pt x="380910" y="76387"/>
                  <a:pt x="373252" y="84976"/>
                </a:cubicBezTo>
                <a:cubicBezTo>
                  <a:pt x="365593" y="93564"/>
                  <a:pt x="361764" y="103459"/>
                  <a:pt x="361764" y="114662"/>
                </a:cubicBezTo>
                <a:cubicBezTo>
                  <a:pt x="361764" y="125797"/>
                  <a:pt x="363738" y="134148"/>
                  <a:pt x="367686" y="139716"/>
                </a:cubicBezTo>
                <a:cubicBezTo>
                  <a:pt x="371635" y="145283"/>
                  <a:pt x="377557" y="148067"/>
                  <a:pt x="385454" y="148067"/>
                </a:cubicBezTo>
                <a:cubicBezTo>
                  <a:pt x="391990" y="148067"/>
                  <a:pt x="397538" y="146879"/>
                  <a:pt x="402099" y="144502"/>
                </a:cubicBezTo>
                <a:cubicBezTo>
                  <a:pt x="404550" y="143213"/>
                  <a:pt x="407988" y="140634"/>
                  <a:pt x="412413" y="136764"/>
                </a:cubicBezTo>
                <a:cubicBezTo>
                  <a:pt x="410234" y="118770"/>
                  <a:pt x="409145" y="105293"/>
                  <a:pt x="409145" y="96333"/>
                </a:cubicBezTo>
                <a:close/>
                <a:moveTo>
                  <a:pt x="526364" y="81896"/>
                </a:moveTo>
                <a:cubicBezTo>
                  <a:pt x="522620" y="81896"/>
                  <a:pt x="519999" y="80645"/>
                  <a:pt x="518501" y="78143"/>
                </a:cubicBezTo>
                <a:cubicBezTo>
                  <a:pt x="517480" y="76386"/>
                  <a:pt x="516595" y="72736"/>
                  <a:pt x="515846" y="67192"/>
                </a:cubicBezTo>
                <a:cubicBezTo>
                  <a:pt x="510741" y="68483"/>
                  <a:pt x="502878" y="70862"/>
                  <a:pt x="492258" y="74330"/>
                </a:cubicBezTo>
                <a:cubicBezTo>
                  <a:pt x="481297" y="78683"/>
                  <a:pt x="475783" y="84054"/>
                  <a:pt x="475715" y="90445"/>
                </a:cubicBezTo>
                <a:cubicBezTo>
                  <a:pt x="477757" y="91194"/>
                  <a:pt x="479766" y="91739"/>
                  <a:pt x="481740" y="92079"/>
                </a:cubicBezTo>
                <a:cubicBezTo>
                  <a:pt x="497397" y="94866"/>
                  <a:pt x="509039" y="98708"/>
                  <a:pt x="516663" y="103605"/>
                </a:cubicBezTo>
                <a:cubicBezTo>
                  <a:pt x="527760" y="110747"/>
                  <a:pt x="533308" y="121085"/>
                  <a:pt x="533308" y="134619"/>
                </a:cubicBezTo>
                <a:cubicBezTo>
                  <a:pt x="533308" y="145705"/>
                  <a:pt x="528509" y="154070"/>
                  <a:pt x="518910" y="159714"/>
                </a:cubicBezTo>
                <a:cubicBezTo>
                  <a:pt x="510945" y="164339"/>
                  <a:pt x="500869" y="166652"/>
                  <a:pt x="488684" y="166652"/>
                </a:cubicBezTo>
                <a:cubicBezTo>
                  <a:pt x="479766" y="166652"/>
                  <a:pt x="471256" y="165154"/>
                  <a:pt x="463155" y="162159"/>
                </a:cubicBezTo>
                <a:cubicBezTo>
                  <a:pt x="452671" y="158346"/>
                  <a:pt x="447429" y="153036"/>
                  <a:pt x="447429" y="146229"/>
                </a:cubicBezTo>
                <a:cubicBezTo>
                  <a:pt x="447429" y="143506"/>
                  <a:pt x="448501" y="141123"/>
                  <a:pt x="450646" y="139081"/>
                </a:cubicBezTo>
                <a:cubicBezTo>
                  <a:pt x="452790" y="137038"/>
                  <a:pt x="455224" y="136017"/>
                  <a:pt x="457947" y="136017"/>
                </a:cubicBezTo>
                <a:cubicBezTo>
                  <a:pt x="460057" y="136017"/>
                  <a:pt x="462781" y="137651"/>
                  <a:pt x="466116" y="140919"/>
                </a:cubicBezTo>
                <a:cubicBezTo>
                  <a:pt x="467750" y="142484"/>
                  <a:pt x="471426" y="143778"/>
                  <a:pt x="477145" y="144799"/>
                </a:cubicBezTo>
                <a:cubicBezTo>
                  <a:pt x="481706" y="145616"/>
                  <a:pt x="485552" y="146024"/>
                  <a:pt x="488684" y="146024"/>
                </a:cubicBezTo>
                <a:cubicBezTo>
                  <a:pt x="494402" y="146024"/>
                  <a:pt x="499440" y="145345"/>
                  <a:pt x="503797" y="143985"/>
                </a:cubicBezTo>
                <a:cubicBezTo>
                  <a:pt x="510128" y="142013"/>
                  <a:pt x="513293" y="138886"/>
                  <a:pt x="513293" y="134603"/>
                </a:cubicBezTo>
                <a:cubicBezTo>
                  <a:pt x="513293" y="125356"/>
                  <a:pt x="506826" y="119100"/>
                  <a:pt x="493892" y="115837"/>
                </a:cubicBezTo>
                <a:lnTo>
                  <a:pt x="483272" y="113488"/>
                </a:lnTo>
                <a:cubicBezTo>
                  <a:pt x="474217" y="111512"/>
                  <a:pt x="467784" y="109195"/>
                  <a:pt x="463972" y="106538"/>
                </a:cubicBezTo>
                <a:cubicBezTo>
                  <a:pt x="458458" y="102723"/>
                  <a:pt x="455701" y="96969"/>
                  <a:pt x="455701" y="89274"/>
                </a:cubicBezTo>
                <a:cubicBezTo>
                  <a:pt x="455701" y="75037"/>
                  <a:pt x="462406" y="64888"/>
                  <a:pt x="475817" y="58825"/>
                </a:cubicBezTo>
                <a:cubicBezTo>
                  <a:pt x="479902" y="56987"/>
                  <a:pt x="486437" y="54791"/>
                  <a:pt x="495423" y="52238"/>
                </a:cubicBezTo>
                <a:cubicBezTo>
                  <a:pt x="504409" y="49683"/>
                  <a:pt x="510843" y="47520"/>
                  <a:pt x="514723" y="45747"/>
                </a:cubicBezTo>
                <a:cubicBezTo>
                  <a:pt x="517514" y="44522"/>
                  <a:pt x="520544" y="43909"/>
                  <a:pt x="523811" y="43909"/>
                </a:cubicBezTo>
                <a:cubicBezTo>
                  <a:pt x="526739" y="43909"/>
                  <a:pt x="529138" y="44862"/>
                  <a:pt x="531010" y="46769"/>
                </a:cubicBezTo>
                <a:cubicBezTo>
                  <a:pt x="532882" y="48675"/>
                  <a:pt x="533818" y="51160"/>
                  <a:pt x="533818" y="54223"/>
                </a:cubicBezTo>
                <a:cubicBezTo>
                  <a:pt x="533818" y="56197"/>
                  <a:pt x="534244" y="59091"/>
                  <a:pt x="535095" y="62903"/>
                </a:cubicBezTo>
                <a:cubicBezTo>
                  <a:pt x="535946" y="66715"/>
                  <a:pt x="536371" y="69608"/>
                  <a:pt x="536371" y="71583"/>
                </a:cubicBezTo>
                <a:cubicBezTo>
                  <a:pt x="536371" y="74646"/>
                  <a:pt x="535435" y="77131"/>
                  <a:pt x="533563" y="79037"/>
                </a:cubicBezTo>
                <a:cubicBezTo>
                  <a:pt x="531691" y="80943"/>
                  <a:pt x="529291" y="81896"/>
                  <a:pt x="526364" y="81896"/>
                </a:cubicBezTo>
                <a:close/>
                <a:moveTo>
                  <a:pt x="607536" y="165222"/>
                </a:moveTo>
                <a:cubicBezTo>
                  <a:pt x="592151" y="165222"/>
                  <a:pt x="579693" y="161372"/>
                  <a:pt x="570162" y="153673"/>
                </a:cubicBezTo>
                <a:cubicBezTo>
                  <a:pt x="559746" y="145155"/>
                  <a:pt x="554538" y="133230"/>
                  <a:pt x="554538" y="117898"/>
                </a:cubicBezTo>
                <a:cubicBezTo>
                  <a:pt x="554538" y="100183"/>
                  <a:pt x="558827" y="85330"/>
                  <a:pt x="567405" y="73338"/>
                </a:cubicBezTo>
                <a:cubicBezTo>
                  <a:pt x="576731" y="60254"/>
                  <a:pt x="589189" y="53712"/>
                  <a:pt x="604779" y="53712"/>
                </a:cubicBezTo>
                <a:cubicBezTo>
                  <a:pt x="616080" y="53712"/>
                  <a:pt x="625304" y="55619"/>
                  <a:pt x="632452" y="59431"/>
                </a:cubicBezTo>
                <a:cubicBezTo>
                  <a:pt x="641234" y="64128"/>
                  <a:pt x="645625" y="71344"/>
                  <a:pt x="645625" y="81079"/>
                </a:cubicBezTo>
                <a:cubicBezTo>
                  <a:pt x="645625" y="87887"/>
                  <a:pt x="641778" y="94082"/>
                  <a:pt x="634086" y="99664"/>
                </a:cubicBezTo>
                <a:cubicBezTo>
                  <a:pt x="630682" y="102115"/>
                  <a:pt x="623466" y="105927"/>
                  <a:pt x="612437" y="111101"/>
                </a:cubicBezTo>
                <a:lnTo>
                  <a:pt x="573430" y="129584"/>
                </a:lnTo>
                <a:cubicBezTo>
                  <a:pt x="577242" y="135234"/>
                  <a:pt x="581990" y="139489"/>
                  <a:pt x="587675" y="142348"/>
                </a:cubicBezTo>
                <a:cubicBezTo>
                  <a:pt x="593359" y="145207"/>
                  <a:pt x="599979" y="146637"/>
                  <a:pt x="607536" y="146637"/>
                </a:cubicBezTo>
                <a:cubicBezTo>
                  <a:pt x="612233" y="146637"/>
                  <a:pt x="617747" y="145752"/>
                  <a:pt x="624079" y="143982"/>
                </a:cubicBezTo>
                <a:cubicBezTo>
                  <a:pt x="632112" y="141736"/>
                  <a:pt x="637285" y="138791"/>
                  <a:pt x="639600" y="135149"/>
                </a:cubicBezTo>
                <a:cubicBezTo>
                  <a:pt x="641915" y="131507"/>
                  <a:pt x="644399" y="129686"/>
                  <a:pt x="647054" y="129686"/>
                </a:cubicBezTo>
                <a:cubicBezTo>
                  <a:pt x="649437" y="129686"/>
                  <a:pt x="651564" y="130591"/>
                  <a:pt x="653437" y="132402"/>
                </a:cubicBezTo>
                <a:cubicBezTo>
                  <a:pt x="655309" y="134210"/>
                  <a:pt x="656245" y="136309"/>
                  <a:pt x="656245" y="138698"/>
                </a:cubicBezTo>
                <a:cubicBezTo>
                  <a:pt x="656245" y="146275"/>
                  <a:pt x="650152" y="152796"/>
                  <a:pt x="637966" y="158259"/>
                </a:cubicBezTo>
                <a:cubicBezTo>
                  <a:pt x="627550" y="162901"/>
                  <a:pt x="617407" y="165222"/>
                  <a:pt x="607536" y="165222"/>
                </a:cubicBezTo>
                <a:moveTo>
                  <a:pt x="604779" y="72093"/>
                </a:moveTo>
                <a:cubicBezTo>
                  <a:pt x="596473" y="72093"/>
                  <a:pt x="589564" y="75310"/>
                  <a:pt x="584049" y="81743"/>
                </a:cubicBezTo>
                <a:cubicBezTo>
                  <a:pt x="578535" y="88176"/>
                  <a:pt x="574417" y="97860"/>
                  <a:pt x="571694" y="110795"/>
                </a:cubicBezTo>
                <a:lnTo>
                  <a:pt x="603043" y="95886"/>
                </a:lnTo>
                <a:cubicBezTo>
                  <a:pt x="615365" y="89895"/>
                  <a:pt x="624147" y="84687"/>
                  <a:pt x="629389" y="80262"/>
                </a:cubicBezTo>
                <a:cubicBezTo>
                  <a:pt x="623534" y="74816"/>
                  <a:pt x="615331" y="72093"/>
                  <a:pt x="604779" y="72093"/>
                </a:cubicBezTo>
                <a:close/>
                <a:moveTo>
                  <a:pt x="743541" y="73612"/>
                </a:moveTo>
                <a:cubicBezTo>
                  <a:pt x="742111" y="73612"/>
                  <a:pt x="740426" y="73544"/>
                  <a:pt x="738486" y="73408"/>
                </a:cubicBezTo>
                <a:cubicBezTo>
                  <a:pt x="736546" y="73270"/>
                  <a:pt x="734861" y="73200"/>
                  <a:pt x="733432" y="73200"/>
                </a:cubicBezTo>
                <a:cubicBezTo>
                  <a:pt x="731866" y="73200"/>
                  <a:pt x="727237" y="73716"/>
                  <a:pt x="719544" y="74748"/>
                </a:cubicBezTo>
                <a:lnTo>
                  <a:pt x="721484" y="135031"/>
                </a:lnTo>
                <a:lnTo>
                  <a:pt x="721586" y="139521"/>
                </a:lnTo>
                <a:lnTo>
                  <a:pt x="721688" y="144722"/>
                </a:lnTo>
                <a:cubicBezTo>
                  <a:pt x="721961" y="159614"/>
                  <a:pt x="718387" y="167060"/>
                  <a:pt x="710966" y="167060"/>
                </a:cubicBezTo>
                <a:cubicBezTo>
                  <a:pt x="708243" y="167060"/>
                  <a:pt x="705878" y="166176"/>
                  <a:pt x="703869" y="164408"/>
                </a:cubicBezTo>
                <a:cubicBezTo>
                  <a:pt x="701861" y="162640"/>
                  <a:pt x="700857" y="160430"/>
                  <a:pt x="700857" y="157777"/>
                </a:cubicBezTo>
                <a:cubicBezTo>
                  <a:pt x="700857" y="155195"/>
                  <a:pt x="700959" y="151319"/>
                  <a:pt x="701163" y="146152"/>
                </a:cubicBezTo>
                <a:cubicBezTo>
                  <a:pt x="701367" y="140982"/>
                  <a:pt x="701470" y="137105"/>
                  <a:pt x="701470" y="134520"/>
                </a:cubicBezTo>
                <a:lnTo>
                  <a:pt x="699427" y="74952"/>
                </a:lnTo>
                <a:cubicBezTo>
                  <a:pt x="694458" y="74748"/>
                  <a:pt x="686901" y="74166"/>
                  <a:pt x="676758" y="73207"/>
                </a:cubicBezTo>
                <a:cubicBezTo>
                  <a:pt x="670699" y="72386"/>
                  <a:pt x="667670" y="69000"/>
                  <a:pt x="667670" y="63050"/>
                </a:cubicBezTo>
                <a:cubicBezTo>
                  <a:pt x="667670" y="60039"/>
                  <a:pt x="668589" y="57544"/>
                  <a:pt x="670427" y="55563"/>
                </a:cubicBezTo>
                <a:cubicBezTo>
                  <a:pt x="672265" y="53581"/>
                  <a:pt x="674613" y="52589"/>
                  <a:pt x="677473" y="52589"/>
                </a:cubicBezTo>
                <a:lnTo>
                  <a:pt x="698917" y="54325"/>
                </a:lnTo>
                <a:cubicBezTo>
                  <a:pt x="698917" y="50843"/>
                  <a:pt x="698764" y="46184"/>
                  <a:pt x="698457" y="40348"/>
                </a:cubicBezTo>
                <a:cubicBezTo>
                  <a:pt x="698151" y="34511"/>
                  <a:pt x="697998" y="30295"/>
                  <a:pt x="697998" y="27702"/>
                </a:cubicBezTo>
                <a:cubicBezTo>
                  <a:pt x="697998" y="24834"/>
                  <a:pt x="698985" y="22462"/>
                  <a:pt x="700959" y="20586"/>
                </a:cubicBezTo>
                <a:cubicBezTo>
                  <a:pt x="702933" y="18707"/>
                  <a:pt x="705350" y="17768"/>
                  <a:pt x="708209" y="17768"/>
                </a:cubicBezTo>
                <a:cubicBezTo>
                  <a:pt x="714336" y="17768"/>
                  <a:pt x="717910" y="22772"/>
                  <a:pt x="718931" y="32779"/>
                </a:cubicBezTo>
                <a:cubicBezTo>
                  <a:pt x="719135" y="35298"/>
                  <a:pt x="719238" y="38327"/>
                  <a:pt x="719238" y="41867"/>
                </a:cubicBezTo>
                <a:lnTo>
                  <a:pt x="719033" y="47790"/>
                </a:lnTo>
                <a:lnTo>
                  <a:pt x="718931" y="54121"/>
                </a:lnTo>
                <a:cubicBezTo>
                  <a:pt x="727373" y="53032"/>
                  <a:pt x="732206" y="52487"/>
                  <a:pt x="733432" y="52487"/>
                </a:cubicBezTo>
                <a:cubicBezTo>
                  <a:pt x="740512" y="52487"/>
                  <a:pt x="745141" y="52827"/>
                  <a:pt x="747319" y="53508"/>
                </a:cubicBezTo>
                <a:cubicBezTo>
                  <a:pt x="751472" y="54878"/>
                  <a:pt x="753548" y="58108"/>
                  <a:pt x="753548" y="63196"/>
                </a:cubicBezTo>
                <a:cubicBezTo>
                  <a:pt x="753548" y="66222"/>
                  <a:pt x="752612" y="68714"/>
                  <a:pt x="750740" y="70673"/>
                </a:cubicBezTo>
                <a:cubicBezTo>
                  <a:pt x="748868" y="72632"/>
                  <a:pt x="746468" y="73612"/>
                  <a:pt x="743541" y="73612"/>
                </a:cubicBezTo>
                <a:close/>
                <a:moveTo>
                  <a:pt x="954896" y="98767"/>
                </a:moveTo>
                <a:cubicBezTo>
                  <a:pt x="950676" y="119690"/>
                  <a:pt x="941809" y="136405"/>
                  <a:pt x="928295" y="148912"/>
                </a:cubicBezTo>
                <a:cubicBezTo>
                  <a:pt x="914782" y="161419"/>
                  <a:pt x="898835" y="167673"/>
                  <a:pt x="880455" y="167673"/>
                </a:cubicBezTo>
                <a:cubicBezTo>
                  <a:pt x="863708" y="167673"/>
                  <a:pt x="851148" y="162987"/>
                  <a:pt x="842774" y="153616"/>
                </a:cubicBezTo>
                <a:cubicBezTo>
                  <a:pt x="834401" y="144243"/>
                  <a:pt x="830214" y="130185"/>
                  <a:pt x="830214" y="111443"/>
                </a:cubicBezTo>
                <a:cubicBezTo>
                  <a:pt x="830214" y="93787"/>
                  <a:pt x="834384" y="75605"/>
                  <a:pt x="842723" y="56897"/>
                </a:cubicBezTo>
                <a:cubicBezTo>
                  <a:pt x="851062" y="38187"/>
                  <a:pt x="861768" y="23072"/>
                  <a:pt x="874838" y="11552"/>
                </a:cubicBezTo>
                <a:cubicBezTo>
                  <a:pt x="883552" y="3851"/>
                  <a:pt x="892776" y="0"/>
                  <a:pt x="902511" y="0"/>
                </a:cubicBezTo>
                <a:cubicBezTo>
                  <a:pt x="908706" y="0"/>
                  <a:pt x="916876" y="2042"/>
                  <a:pt x="927019" y="6127"/>
                </a:cubicBezTo>
                <a:cubicBezTo>
                  <a:pt x="939409" y="11028"/>
                  <a:pt x="945604" y="16440"/>
                  <a:pt x="945604" y="22363"/>
                </a:cubicBezTo>
                <a:cubicBezTo>
                  <a:pt x="945604" y="25154"/>
                  <a:pt x="944583" y="27639"/>
                  <a:pt x="942540" y="29818"/>
                </a:cubicBezTo>
                <a:cubicBezTo>
                  <a:pt x="940498" y="31996"/>
                  <a:pt x="938047" y="33085"/>
                  <a:pt x="935188" y="33085"/>
                </a:cubicBezTo>
                <a:cubicBezTo>
                  <a:pt x="933690" y="33085"/>
                  <a:pt x="931580" y="32234"/>
                  <a:pt x="928857" y="30532"/>
                </a:cubicBezTo>
                <a:cubicBezTo>
                  <a:pt x="918441" y="24201"/>
                  <a:pt x="909659" y="21036"/>
                  <a:pt x="902511" y="21036"/>
                </a:cubicBezTo>
                <a:cubicBezTo>
                  <a:pt x="897406" y="21036"/>
                  <a:pt x="892062" y="23693"/>
                  <a:pt x="886479" y="29007"/>
                </a:cubicBezTo>
                <a:cubicBezTo>
                  <a:pt x="883688" y="31664"/>
                  <a:pt x="879672" y="36502"/>
                  <a:pt x="874430" y="43520"/>
                </a:cubicBezTo>
                <a:cubicBezTo>
                  <a:pt x="858704" y="64369"/>
                  <a:pt x="850841" y="86988"/>
                  <a:pt x="850841" y="111379"/>
                </a:cubicBezTo>
                <a:cubicBezTo>
                  <a:pt x="850841" y="124188"/>
                  <a:pt x="852815" y="133147"/>
                  <a:pt x="856764" y="138257"/>
                </a:cubicBezTo>
                <a:cubicBezTo>
                  <a:pt x="861053" y="143844"/>
                  <a:pt x="868950" y="146637"/>
                  <a:pt x="880455" y="146637"/>
                </a:cubicBezTo>
                <a:cubicBezTo>
                  <a:pt x="892640" y="146637"/>
                  <a:pt x="903226" y="142791"/>
                  <a:pt x="912212" y="135098"/>
                </a:cubicBezTo>
                <a:cubicBezTo>
                  <a:pt x="921675" y="126929"/>
                  <a:pt x="928278" y="115254"/>
                  <a:pt x="932023" y="100073"/>
                </a:cubicBezTo>
                <a:cubicBezTo>
                  <a:pt x="913165" y="101026"/>
                  <a:pt x="896997" y="104668"/>
                  <a:pt x="883518" y="110999"/>
                </a:cubicBezTo>
                <a:cubicBezTo>
                  <a:pt x="881952" y="111748"/>
                  <a:pt x="880421" y="112122"/>
                  <a:pt x="878923" y="112122"/>
                </a:cubicBezTo>
                <a:cubicBezTo>
                  <a:pt x="875927" y="112122"/>
                  <a:pt x="873443" y="110965"/>
                  <a:pt x="871468" y="108650"/>
                </a:cubicBezTo>
                <a:cubicBezTo>
                  <a:pt x="869630" y="106540"/>
                  <a:pt x="868711" y="104089"/>
                  <a:pt x="868711" y="101298"/>
                </a:cubicBezTo>
                <a:cubicBezTo>
                  <a:pt x="868711" y="97554"/>
                  <a:pt x="870515" y="94558"/>
                  <a:pt x="874123" y="92312"/>
                </a:cubicBezTo>
                <a:cubicBezTo>
                  <a:pt x="888828" y="83326"/>
                  <a:pt x="914187" y="78833"/>
                  <a:pt x="950199" y="78833"/>
                </a:cubicBezTo>
                <a:cubicBezTo>
                  <a:pt x="953126" y="78833"/>
                  <a:pt x="955577" y="79821"/>
                  <a:pt x="957551" y="81797"/>
                </a:cubicBezTo>
                <a:cubicBezTo>
                  <a:pt x="959526" y="83774"/>
                  <a:pt x="960513" y="86262"/>
                  <a:pt x="960513" y="89261"/>
                </a:cubicBezTo>
                <a:cubicBezTo>
                  <a:pt x="960513" y="93690"/>
                  <a:pt x="958641" y="96859"/>
                  <a:pt x="954896" y="98767"/>
                </a:cubicBezTo>
                <a:close/>
                <a:moveTo>
                  <a:pt x="1025548" y="165222"/>
                </a:moveTo>
                <a:cubicBezTo>
                  <a:pt x="1010163" y="165222"/>
                  <a:pt x="997704" y="161372"/>
                  <a:pt x="988174" y="153673"/>
                </a:cubicBezTo>
                <a:cubicBezTo>
                  <a:pt x="977758" y="145155"/>
                  <a:pt x="972550" y="133230"/>
                  <a:pt x="972550" y="117898"/>
                </a:cubicBezTo>
                <a:cubicBezTo>
                  <a:pt x="972550" y="100183"/>
                  <a:pt x="976839" y="85330"/>
                  <a:pt x="985417" y="73338"/>
                </a:cubicBezTo>
                <a:cubicBezTo>
                  <a:pt x="994743" y="60254"/>
                  <a:pt x="1007201" y="53712"/>
                  <a:pt x="1022791" y="53712"/>
                </a:cubicBezTo>
                <a:cubicBezTo>
                  <a:pt x="1034091" y="53712"/>
                  <a:pt x="1043316" y="55619"/>
                  <a:pt x="1050464" y="59431"/>
                </a:cubicBezTo>
                <a:cubicBezTo>
                  <a:pt x="1059246" y="64128"/>
                  <a:pt x="1063637" y="71344"/>
                  <a:pt x="1063637" y="81079"/>
                </a:cubicBezTo>
                <a:cubicBezTo>
                  <a:pt x="1063637" y="87887"/>
                  <a:pt x="1059790" y="94082"/>
                  <a:pt x="1052098" y="99664"/>
                </a:cubicBezTo>
                <a:cubicBezTo>
                  <a:pt x="1048694" y="102115"/>
                  <a:pt x="1041478" y="105927"/>
                  <a:pt x="1030449" y="111101"/>
                </a:cubicBezTo>
                <a:lnTo>
                  <a:pt x="991441" y="129584"/>
                </a:lnTo>
                <a:cubicBezTo>
                  <a:pt x="995254" y="135234"/>
                  <a:pt x="1000002" y="139489"/>
                  <a:pt x="1005686" y="142348"/>
                </a:cubicBezTo>
                <a:cubicBezTo>
                  <a:pt x="1011371" y="145207"/>
                  <a:pt x="1017991" y="146637"/>
                  <a:pt x="1025548" y="146637"/>
                </a:cubicBezTo>
                <a:cubicBezTo>
                  <a:pt x="1030245" y="146637"/>
                  <a:pt x="1035759" y="145752"/>
                  <a:pt x="1042090" y="143982"/>
                </a:cubicBezTo>
                <a:cubicBezTo>
                  <a:pt x="1050124" y="141736"/>
                  <a:pt x="1055297" y="138791"/>
                  <a:pt x="1057612" y="135149"/>
                </a:cubicBezTo>
                <a:cubicBezTo>
                  <a:pt x="1059927" y="131507"/>
                  <a:pt x="1062411" y="129686"/>
                  <a:pt x="1065066" y="129686"/>
                </a:cubicBezTo>
                <a:cubicBezTo>
                  <a:pt x="1067449" y="129686"/>
                  <a:pt x="1069576" y="130591"/>
                  <a:pt x="1071449" y="132402"/>
                </a:cubicBezTo>
                <a:cubicBezTo>
                  <a:pt x="1073321" y="134210"/>
                  <a:pt x="1074257" y="136309"/>
                  <a:pt x="1074257" y="138698"/>
                </a:cubicBezTo>
                <a:cubicBezTo>
                  <a:pt x="1074257" y="146275"/>
                  <a:pt x="1068164" y="152796"/>
                  <a:pt x="1055978" y="158259"/>
                </a:cubicBezTo>
                <a:cubicBezTo>
                  <a:pt x="1045562" y="162901"/>
                  <a:pt x="1035419" y="165222"/>
                  <a:pt x="1025548" y="165222"/>
                </a:cubicBezTo>
                <a:moveTo>
                  <a:pt x="1022791" y="72093"/>
                </a:moveTo>
                <a:cubicBezTo>
                  <a:pt x="1014485" y="72093"/>
                  <a:pt x="1007576" y="75310"/>
                  <a:pt x="1002061" y="81743"/>
                </a:cubicBezTo>
                <a:cubicBezTo>
                  <a:pt x="996547" y="88176"/>
                  <a:pt x="992429" y="97860"/>
                  <a:pt x="989705" y="110795"/>
                </a:cubicBezTo>
                <a:lnTo>
                  <a:pt x="1021055" y="95886"/>
                </a:lnTo>
                <a:cubicBezTo>
                  <a:pt x="1033377" y="89895"/>
                  <a:pt x="1042159" y="84687"/>
                  <a:pt x="1047400" y="80262"/>
                </a:cubicBezTo>
                <a:cubicBezTo>
                  <a:pt x="1041546" y="74816"/>
                  <a:pt x="1033343" y="72093"/>
                  <a:pt x="1022791" y="72093"/>
                </a:cubicBezTo>
                <a:close/>
                <a:moveTo>
                  <a:pt x="1171560" y="167877"/>
                </a:moveTo>
                <a:cubicBezTo>
                  <a:pt x="1165706" y="167877"/>
                  <a:pt x="1162404" y="164671"/>
                  <a:pt x="1161655" y="158259"/>
                </a:cubicBezTo>
                <a:lnTo>
                  <a:pt x="1158796" y="135848"/>
                </a:lnTo>
                <a:cubicBezTo>
                  <a:pt x="1157843" y="127866"/>
                  <a:pt x="1157366" y="120396"/>
                  <a:pt x="1157366" y="113437"/>
                </a:cubicBezTo>
                <a:cubicBezTo>
                  <a:pt x="1157366" y="111527"/>
                  <a:pt x="1157485" y="108287"/>
                  <a:pt x="1157724" y="103717"/>
                </a:cubicBezTo>
                <a:cubicBezTo>
                  <a:pt x="1157962" y="99145"/>
                  <a:pt x="1158081" y="95904"/>
                  <a:pt x="1158081" y="93994"/>
                </a:cubicBezTo>
                <a:cubicBezTo>
                  <a:pt x="1158081" y="79257"/>
                  <a:pt x="1155358" y="71889"/>
                  <a:pt x="1149912" y="71889"/>
                </a:cubicBezTo>
                <a:cubicBezTo>
                  <a:pt x="1142287" y="71889"/>
                  <a:pt x="1135003" y="76421"/>
                  <a:pt x="1128059" y="85486"/>
                </a:cubicBezTo>
                <a:cubicBezTo>
                  <a:pt x="1121796" y="93732"/>
                  <a:pt x="1116895" y="104158"/>
                  <a:pt x="1113355" y="116765"/>
                </a:cubicBezTo>
                <a:cubicBezTo>
                  <a:pt x="1113219" y="119424"/>
                  <a:pt x="1112912" y="122765"/>
                  <a:pt x="1112436" y="126785"/>
                </a:cubicBezTo>
                <a:cubicBezTo>
                  <a:pt x="1112027" y="130193"/>
                  <a:pt x="1111823" y="133498"/>
                  <a:pt x="1111823" y="136700"/>
                </a:cubicBezTo>
                <a:cubicBezTo>
                  <a:pt x="1111823" y="138744"/>
                  <a:pt x="1112027" y="141811"/>
                  <a:pt x="1112436" y="145900"/>
                </a:cubicBezTo>
                <a:cubicBezTo>
                  <a:pt x="1112844" y="149989"/>
                  <a:pt x="1113048" y="153055"/>
                  <a:pt x="1113048" y="155100"/>
                </a:cubicBezTo>
                <a:cubicBezTo>
                  <a:pt x="1113048" y="158168"/>
                  <a:pt x="1112112" y="160656"/>
                  <a:pt x="1110240" y="162564"/>
                </a:cubicBezTo>
                <a:cubicBezTo>
                  <a:pt x="1108368" y="164472"/>
                  <a:pt x="1105968" y="165426"/>
                  <a:pt x="1103041" y="165426"/>
                </a:cubicBezTo>
                <a:cubicBezTo>
                  <a:pt x="1100046" y="165426"/>
                  <a:pt x="1097629" y="164471"/>
                  <a:pt x="1095791" y="162561"/>
                </a:cubicBezTo>
                <a:cubicBezTo>
                  <a:pt x="1093953" y="160652"/>
                  <a:pt x="1093034" y="158163"/>
                  <a:pt x="1093034" y="155093"/>
                </a:cubicBezTo>
                <a:cubicBezTo>
                  <a:pt x="1093034" y="153049"/>
                  <a:pt x="1092813" y="149981"/>
                  <a:pt x="1092370" y="145890"/>
                </a:cubicBezTo>
                <a:cubicBezTo>
                  <a:pt x="1091928" y="141797"/>
                  <a:pt x="1091706" y="138727"/>
                  <a:pt x="1091706" y="136681"/>
                </a:cubicBezTo>
                <a:cubicBezTo>
                  <a:pt x="1091706" y="129656"/>
                  <a:pt x="1092200" y="119921"/>
                  <a:pt x="1093187" y="107476"/>
                </a:cubicBezTo>
                <a:cubicBezTo>
                  <a:pt x="1094174" y="95031"/>
                  <a:pt x="1094668" y="85296"/>
                  <a:pt x="1094668" y="78271"/>
                </a:cubicBezTo>
                <a:cubicBezTo>
                  <a:pt x="1094668" y="76088"/>
                  <a:pt x="1094549" y="72849"/>
                  <a:pt x="1094310" y="68554"/>
                </a:cubicBezTo>
                <a:cubicBezTo>
                  <a:pt x="1094072" y="64257"/>
                  <a:pt x="1093953" y="61018"/>
                  <a:pt x="1093953" y="58837"/>
                </a:cubicBezTo>
                <a:cubicBezTo>
                  <a:pt x="1093953" y="55904"/>
                  <a:pt x="1094923" y="53500"/>
                  <a:pt x="1096863" y="51625"/>
                </a:cubicBezTo>
                <a:cubicBezTo>
                  <a:pt x="1098803" y="49749"/>
                  <a:pt x="1101203" y="48811"/>
                  <a:pt x="1104062" y="48811"/>
                </a:cubicBezTo>
                <a:cubicBezTo>
                  <a:pt x="1110325" y="48811"/>
                  <a:pt x="1113763" y="53254"/>
                  <a:pt x="1114376" y="62140"/>
                </a:cubicBezTo>
                <a:lnTo>
                  <a:pt x="1114682" y="74135"/>
                </a:lnTo>
                <a:cubicBezTo>
                  <a:pt x="1126119" y="58886"/>
                  <a:pt x="1137862" y="51262"/>
                  <a:pt x="1149912" y="51262"/>
                </a:cubicBezTo>
                <a:cubicBezTo>
                  <a:pt x="1160804" y="51262"/>
                  <a:pt x="1168395" y="56070"/>
                  <a:pt x="1172684" y="65685"/>
                </a:cubicBezTo>
                <a:cubicBezTo>
                  <a:pt x="1175611" y="72095"/>
                  <a:pt x="1177211" y="81575"/>
                  <a:pt x="1177483" y="94124"/>
                </a:cubicBezTo>
                <a:lnTo>
                  <a:pt x="1177483" y="104454"/>
                </a:lnTo>
                <a:lnTo>
                  <a:pt x="1177381" y="113967"/>
                </a:lnTo>
                <a:cubicBezTo>
                  <a:pt x="1177381" y="119628"/>
                  <a:pt x="1178113" y="126943"/>
                  <a:pt x="1179576" y="135912"/>
                </a:cubicBezTo>
                <a:cubicBezTo>
                  <a:pt x="1181040" y="144879"/>
                  <a:pt x="1181772" y="152158"/>
                  <a:pt x="1181772" y="157748"/>
                </a:cubicBezTo>
                <a:cubicBezTo>
                  <a:pt x="1181772" y="160750"/>
                  <a:pt x="1180802" y="163188"/>
                  <a:pt x="1178862" y="165062"/>
                </a:cubicBezTo>
                <a:cubicBezTo>
                  <a:pt x="1176921" y="166939"/>
                  <a:pt x="1174488" y="167877"/>
                  <a:pt x="1171560" y="167877"/>
                </a:cubicBezTo>
                <a:close/>
                <a:moveTo>
                  <a:pt x="1249821" y="165222"/>
                </a:moveTo>
                <a:cubicBezTo>
                  <a:pt x="1234435" y="165222"/>
                  <a:pt x="1221977" y="161372"/>
                  <a:pt x="1212446" y="153673"/>
                </a:cubicBezTo>
                <a:cubicBezTo>
                  <a:pt x="1202031" y="145155"/>
                  <a:pt x="1196823" y="133230"/>
                  <a:pt x="1196823" y="117898"/>
                </a:cubicBezTo>
                <a:cubicBezTo>
                  <a:pt x="1196823" y="100183"/>
                  <a:pt x="1201112" y="85330"/>
                  <a:pt x="1209689" y="73338"/>
                </a:cubicBezTo>
                <a:cubicBezTo>
                  <a:pt x="1219016" y="60254"/>
                  <a:pt x="1231474" y="53712"/>
                  <a:pt x="1247063" y="53712"/>
                </a:cubicBezTo>
                <a:cubicBezTo>
                  <a:pt x="1258364" y="53712"/>
                  <a:pt x="1267589" y="55619"/>
                  <a:pt x="1274737" y="59431"/>
                </a:cubicBezTo>
                <a:cubicBezTo>
                  <a:pt x="1283518" y="64128"/>
                  <a:pt x="1287909" y="71344"/>
                  <a:pt x="1287909" y="81079"/>
                </a:cubicBezTo>
                <a:cubicBezTo>
                  <a:pt x="1287909" y="87887"/>
                  <a:pt x="1284063" y="94082"/>
                  <a:pt x="1276370" y="99664"/>
                </a:cubicBezTo>
                <a:cubicBezTo>
                  <a:pt x="1272967" y="102115"/>
                  <a:pt x="1265750" y="105927"/>
                  <a:pt x="1254722" y="111101"/>
                </a:cubicBezTo>
                <a:lnTo>
                  <a:pt x="1215714" y="129584"/>
                </a:lnTo>
                <a:cubicBezTo>
                  <a:pt x="1219526" y="135234"/>
                  <a:pt x="1224275" y="139489"/>
                  <a:pt x="1229959" y="142348"/>
                </a:cubicBezTo>
                <a:cubicBezTo>
                  <a:pt x="1235644" y="145207"/>
                  <a:pt x="1242264" y="146637"/>
                  <a:pt x="1249821" y="146637"/>
                </a:cubicBezTo>
                <a:cubicBezTo>
                  <a:pt x="1254518" y="146637"/>
                  <a:pt x="1260032" y="145752"/>
                  <a:pt x="1266363" y="143982"/>
                </a:cubicBezTo>
                <a:cubicBezTo>
                  <a:pt x="1274396" y="141736"/>
                  <a:pt x="1279570" y="138791"/>
                  <a:pt x="1281885" y="135149"/>
                </a:cubicBezTo>
                <a:cubicBezTo>
                  <a:pt x="1284199" y="131507"/>
                  <a:pt x="1286684" y="129686"/>
                  <a:pt x="1289339" y="129686"/>
                </a:cubicBezTo>
                <a:cubicBezTo>
                  <a:pt x="1291722" y="129686"/>
                  <a:pt x="1293849" y="130591"/>
                  <a:pt x="1295721" y="132402"/>
                </a:cubicBezTo>
                <a:cubicBezTo>
                  <a:pt x="1297593" y="134210"/>
                  <a:pt x="1298529" y="136309"/>
                  <a:pt x="1298529" y="138698"/>
                </a:cubicBezTo>
                <a:cubicBezTo>
                  <a:pt x="1298529" y="146275"/>
                  <a:pt x="1292436" y="152796"/>
                  <a:pt x="1280251" y="158259"/>
                </a:cubicBezTo>
                <a:cubicBezTo>
                  <a:pt x="1269835" y="162901"/>
                  <a:pt x="1259692" y="165222"/>
                  <a:pt x="1249821" y="165222"/>
                </a:cubicBezTo>
                <a:moveTo>
                  <a:pt x="1247063" y="72093"/>
                </a:moveTo>
                <a:cubicBezTo>
                  <a:pt x="1238758" y="72093"/>
                  <a:pt x="1231848" y="75310"/>
                  <a:pt x="1226334" y="81743"/>
                </a:cubicBezTo>
                <a:cubicBezTo>
                  <a:pt x="1220820" y="88176"/>
                  <a:pt x="1216701" y="97860"/>
                  <a:pt x="1213978" y="110795"/>
                </a:cubicBezTo>
                <a:lnTo>
                  <a:pt x="1245327" y="95886"/>
                </a:lnTo>
                <a:cubicBezTo>
                  <a:pt x="1257649" y="89895"/>
                  <a:pt x="1266431" y="84687"/>
                  <a:pt x="1271673" y="80262"/>
                </a:cubicBezTo>
                <a:cubicBezTo>
                  <a:pt x="1265819" y="74816"/>
                  <a:pt x="1257615" y="72093"/>
                  <a:pt x="1247063" y="72093"/>
                </a:cubicBezTo>
                <a:close/>
                <a:moveTo>
                  <a:pt x="1396956" y="84858"/>
                </a:moveTo>
                <a:cubicBezTo>
                  <a:pt x="1396480" y="93367"/>
                  <a:pt x="1393076" y="97622"/>
                  <a:pt x="1386745" y="97622"/>
                </a:cubicBezTo>
                <a:cubicBezTo>
                  <a:pt x="1380890" y="97622"/>
                  <a:pt x="1377963" y="94266"/>
                  <a:pt x="1377963" y="87554"/>
                </a:cubicBezTo>
                <a:cubicBezTo>
                  <a:pt x="1377963" y="86265"/>
                  <a:pt x="1377861" y="83891"/>
                  <a:pt x="1377656" y="80431"/>
                </a:cubicBezTo>
                <a:lnTo>
                  <a:pt x="1377350" y="71889"/>
                </a:lnTo>
                <a:cubicBezTo>
                  <a:pt x="1366594" y="73185"/>
                  <a:pt x="1357982" y="76220"/>
                  <a:pt x="1351515" y="80996"/>
                </a:cubicBezTo>
                <a:cubicBezTo>
                  <a:pt x="1345456" y="85432"/>
                  <a:pt x="1340418" y="92118"/>
                  <a:pt x="1336402" y="101056"/>
                </a:cubicBezTo>
                <a:lnTo>
                  <a:pt x="1336606" y="157133"/>
                </a:lnTo>
                <a:cubicBezTo>
                  <a:pt x="1336606" y="164023"/>
                  <a:pt x="1333236" y="167469"/>
                  <a:pt x="1326497" y="167469"/>
                </a:cubicBezTo>
                <a:cubicBezTo>
                  <a:pt x="1320506" y="167469"/>
                  <a:pt x="1317511" y="164024"/>
                  <a:pt x="1317511" y="157136"/>
                </a:cubicBezTo>
                <a:lnTo>
                  <a:pt x="1317511" y="85320"/>
                </a:lnTo>
                <a:cubicBezTo>
                  <a:pt x="1317511" y="83069"/>
                  <a:pt x="1317596" y="79694"/>
                  <a:pt x="1317766" y="75195"/>
                </a:cubicBezTo>
                <a:cubicBezTo>
                  <a:pt x="1317936" y="70693"/>
                  <a:pt x="1318021" y="67317"/>
                  <a:pt x="1318021" y="65066"/>
                </a:cubicBezTo>
                <a:cubicBezTo>
                  <a:pt x="1318021" y="58178"/>
                  <a:pt x="1321017" y="54734"/>
                  <a:pt x="1327007" y="54734"/>
                </a:cubicBezTo>
                <a:cubicBezTo>
                  <a:pt x="1333679" y="54734"/>
                  <a:pt x="1337049" y="60384"/>
                  <a:pt x="1337117" y="71685"/>
                </a:cubicBezTo>
                <a:cubicBezTo>
                  <a:pt x="1350187" y="59022"/>
                  <a:pt x="1364688" y="52691"/>
                  <a:pt x="1380618" y="52691"/>
                </a:cubicBezTo>
                <a:cubicBezTo>
                  <a:pt x="1386132" y="52691"/>
                  <a:pt x="1390251" y="54768"/>
                  <a:pt x="1392974" y="58920"/>
                </a:cubicBezTo>
                <a:cubicBezTo>
                  <a:pt x="1395697" y="63073"/>
                  <a:pt x="1397058" y="69336"/>
                  <a:pt x="1397058" y="77709"/>
                </a:cubicBezTo>
                <a:cubicBezTo>
                  <a:pt x="1397058" y="81249"/>
                  <a:pt x="1397024" y="83632"/>
                  <a:pt x="1396956" y="84858"/>
                </a:cubicBezTo>
                <a:close/>
                <a:moveTo>
                  <a:pt x="1497583" y="167264"/>
                </a:moveTo>
                <a:cubicBezTo>
                  <a:pt x="1496289" y="167264"/>
                  <a:pt x="1493941" y="165754"/>
                  <a:pt x="1490537" y="162733"/>
                </a:cubicBezTo>
                <a:cubicBezTo>
                  <a:pt x="1487473" y="159918"/>
                  <a:pt x="1485193" y="157412"/>
                  <a:pt x="1483695" y="155215"/>
                </a:cubicBezTo>
                <a:cubicBezTo>
                  <a:pt x="1477160" y="158789"/>
                  <a:pt x="1471407" y="161486"/>
                  <a:pt x="1466438" y="163307"/>
                </a:cubicBezTo>
                <a:cubicBezTo>
                  <a:pt x="1461468" y="165128"/>
                  <a:pt x="1457315" y="166039"/>
                  <a:pt x="1453980" y="166039"/>
                </a:cubicBezTo>
                <a:cubicBezTo>
                  <a:pt x="1438050" y="166039"/>
                  <a:pt x="1426443" y="161546"/>
                  <a:pt x="1419158" y="152560"/>
                </a:cubicBezTo>
                <a:cubicBezTo>
                  <a:pt x="1412283" y="144118"/>
                  <a:pt x="1408845" y="131184"/>
                  <a:pt x="1408845" y="113756"/>
                </a:cubicBezTo>
                <a:cubicBezTo>
                  <a:pt x="1408845" y="97282"/>
                  <a:pt x="1414512" y="83190"/>
                  <a:pt x="1425847" y="71480"/>
                </a:cubicBezTo>
                <a:cubicBezTo>
                  <a:pt x="1437182" y="59771"/>
                  <a:pt x="1450712" y="53917"/>
                  <a:pt x="1466438" y="53917"/>
                </a:cubicBezTo>
                <a:cubicBezTo>
                  <a:pt x="1472360" y="53917"/>
                  <a:pt x="1478998" y="55448"/>
                  <a:pt x="1486350" y="58512"/>
                </a:cubicBezTo>
                <a:cubicBezTo>
                  <a:pt x="1495609" y="62324"/>
                  <a:pt x="1500238" y="66919"/>
                  <a:pt x="1500238" y="72297"/>
                </a:cubicBezTo>
                <a:cubicBezTo>
                  <a:pt x="1500238" y="74135"/>
                  <a:pt x="1499557" y="75769"/>
                  <a:pt x="1498195" y="77199"/>
                </a:cubicBezTo>
                <a:cubicBezTo>
                  <a:pt x="1497515" y="79786"/>
                  <a:pt x="1496987" y="84041"/>
                  <a:pt x="1496613" y="89963"/>
                </a:cubicBezTo>
                <a:cubicBezTo>
                  <a:pt x="1496238" y="95886"/>
                  <a:pt x="1496017" y="103476"/>
                  <a:pt x="1495949" y="112735"/>
                </a:cubicBezTo>
                <a:cubicBezTo>
                  <a:pt x="1495881" y="121176"/>
                  <a:pt x="1496460" y="127848"/>
                  <a:pt x="1497685" y="132749"/>
                </a:cubicBezTo>
                <a:cubicBezTo>
                  <a:pt x="1498366" y="135745"/>
                  <a:pt x="1500510" y="141736"/>
                  <a:pt x="1504118" y="150722"/>
                </a:cubicBezTo>
                <a:cubicBezTo>
                  <a:pt x="1504595" y="151947"/>
                  <a:pt x="1505378" y="153751"/>
                  <a:pt x="1506467" y="156134"/>
                </a:cubicBezTo>
                <a:lnTo>
                  <a:pt x="1507079" y="157870"/>
                </a:lnTo>
                <a:cubicBezTo>
                  <a:pt x="1507079" y="160593"/>
                  <a:pt x="1506126" y="162839"/>
                  <a:pt x="1504220" y="164609"/>
                </a:cubicBezTo>
                <a:cubicBezTo>
                  <a:pt x="1502314" y="166379"/>
                  <a:pt x="1500102" y="167264"/>
                  <a:pt x="1497583" y="167264"/>
                </a:cubicBezTo>
                <a:moveTo>
                  <a:pt x="1476343" y="96333"/>
                </a:moveTo>
                <a:cubicBezTo>
                  <a:pt x="1476343" y="93412"/>
                  <a:pt x="1476530" y="90238"/>
                  <a:pt x="1476904" y="86810"/>
                </a:cubicBezTo>
                <a:cubicBezTo>
                  <a:pt x="1477279" y="83381"/>
                  <a:pt x="1477841" y="79732"/>
                  <a:pt x="1478589" y="75862"/>
                </a:cubicBezTo>
                <a:cubicBezTo>
                  <a:pt x="1476071" y="74571"/>
                  <a:pt x="1473909" y="73620"/>
                  <a:pt x="1472105" y="73009"/>
                </a:cubicBezTo>
                <a:cubicBezTo>
                  <a:pt x="1470301" y="72398"/>
                  <a:pt x="1468854" y="72093"/>
                  <a:pt x="1467765" y="72093"/>
                </a:cubicBezTo>
                <a:cubicBezTo>
                  <a:pt x="1457213" y="72093"/>
                  <a:pt x="1448108" y="76387"/>
                  <a:pt x="1440449" y="84976"/>
                </a:cubicBezTo>
                <a:cubicBezTo>
                  <a:pt x="1432791" y="93564"/>
                  <a:pt x="1428962" y="103459"/>
                  <a:pt x="1428962" y="114662"/>
                </a:cubicBezTo>
                <a:cubicBezTo>
                  <a:pt x="1428962" y="125797"/>
                  <a:pt x="1430936" y="134148"/>
                  <a:pt x="1434884" y="139716"/>
                </a:cubicBezTo>
                <a:cubicBezTo>
                  <a:pt x="1438833" y="145283"/>
                  <a:pt x="1444755" y="148067"/>
                  <a:pt x="1452652" y="148067"/>
                </a:cubicBezTo>
                <a:cubicBezTo>
                  <a:pt x="1459188" y="148067"/>
                  <a:pt x="1464736" y="146879"/>
                  <a:pt x="1469297" y="144502"/>
                </a:cubicBezTo>
                <a:cubicBezTo>
                  <a:pt x="1471748" y="143213"/>
                  <a:pt x="1475186" y="140634"/>
                  <a:pt x="1479611" y="136764"/>
                </a:cubicBezTo>
                <a:cubicBezTo>
                  <a:pt x="1477432" y="118770"/>
                  <a:pt x="1476343" y="105293"/>
                  <a:pt x="1476343" y="96333"/>
                </a:cubicBezTo>
                <a:close/>
                <a:moveTo>
                  <a:pt x="1592949" y="73612"/>
                </a:moveTo>
                <a:cubicBezTo>
                  <a:pt x="1591520" y="73612"/>
                  <a:pt x="1589835" y="73544"/>
                  <a:pt x="1587895" y="73408"/>
                </a:cubicBezTo>
                <a:cubicBezTo>
                  <a:pt x="1585954" y="73270"/>
                  <a:pt x="1584269" y="73200"/>
                  <a:pt x="1582840" y="73200"/>
                </a:cubicBezTo>
                <a:cubicBezTo>
                  <a:pt x="1581274" y="73200"/>
                  <a:pt x="1576645" y="73716"/>
                  <a:pt x="1568952" y="74748"/>
                </a:cubicBezTo>
                <a:lnTo>
                  <a:pt x="1570892" y="135031"/>
                </a:lnTo>
                <a:lnTo>
                  <a:pt x="1570995" y="139521"/>
                </a:lnTo>
                <a:lnTo>
                  <a:pt x="1571097" y="144722"/>
                </a:lnTo>
                <a:cubicBezTo>
                  <a:pt x="1571369" y="159614"/>
                  <a:pt x="1567795" y="167060"/>
                  <a:pt x="1560375" y="167060"/>
                </a:cubicBezTo>
                <a:cubicBezTo>
                  <a:pt x="1557652" y="167060"/>
                  <a:pt x="1555286" y="166176"/>
                  <a:pt x="1553278" y="164408"/>
                </a:cubicBezTo>
                <a:cubicBezTo>
                  <a:pt x="1551269" y="162640"/>
                  <a:pt x="1550265" y="160430"/>
                  <a:pt x="1550265" y="157777"/>
                </a:cubicBezTo>
                <a:cubicBezTo>
                  <a:pt x="1550265" y="155195"/>
                  <a:pt x="1550367" y="151319"/>
                  <a:pt x="1550572" y="146152"/>
                </a:cubicBezTo>
                <a:cubicBezTo>
                  <a:pt x="1550776" y="140982"/>
                  <a:pt x="1550878" y="137105"/>
                  <a:pt x="1550878" y="134520"/>
                </a:cubicBezTo>
                <a:lnTo>
                  <a:pt x="1548836" y="74952"/>
                </a:lnTo>
                <a:cubicBezTo>
                  <a:pt x="1543866" y="74748"/>
                  <a:pt x="1536309" y="74166"/>
                  <a:pt x="1526166" y="73207"/>
                </a:cubicBezTo>
                <a:cubicBezTo>
                  <a:pt x="1520107" y="72386"/>
                  <a:pt x="1517078" y="69000"/>
                  <a:pt x="1517078" y="63050"/>
                </a:cubicBezTo>
                <a:cubicBezTo>
                  <a:pt x="1517078" y="60039"/>
                  <a:pt x="1517997" y="57544"/>
                  <a:pt x="1519835" y="55563"/>
                </a:cubicBezTo>
                <a:cubicBezTo>
                  <a:pt x="1521673" y="53581"/>
                  <a:pt x="1524022" y="52589"/>
                  <a:pt x="1526881" y="52589"/>
                </a:cubicBezTo>
                <a:lnTo>
                  <a:pt x="1548325" y="54325"/>
                </a:lnTo>
                <a:cubicBezTo>
                  <a:pt x="1548325" y="50843"/>
                  <a:pt x="1548172" y="46184"/>
                  <a:pt x="1547865" y="40348"/>
                </a:cubicBezTo>
                <a:cubicBezTo>
                  <a:pt x="1547559" y="34511"/>
                  <a:pt x="1547406" y="30295"/>
                  <a:pt x="1547406" y="27702"/>
                </a:cubicBezTo>
                <a:cubicBezTo>
                  <a:pt x="1547406" y="24834"/>
                  <a:pt x="1548393" y="22462"/>
                  <a:pt x="1550367" y="20586"/>
                </a:cubicBezTo>
                <a:cubicBezTo>
                  <a:pt x="1552342" y="18707"/>
                  <a:pt x="1554758" y="17768"/>
                  <a:pt x="1557617" y="17768"/>
                </a:cubicBezTo>
                <a:cubicBezTo>
                  <a:pt x="1563744" y="17768"/>
                  <a:pt x="1567318" y="22772"/>
                  <a:pt x="1568340" y="32779"/>
                </a:cubicBezTo>
                <a:cubicBezTo>
                  <a:pt x="1568544" y="35298"/>
                  <a:pt x="1568646" y="38327"/>
                  <a:pt x="1568646" y="41867"/>
                </a:cubicBezTo>
                <a:lnTo>
                  <a:pt x="1568442" y="47790"/>
                </a:lnTo>
                <a:lnTo>
                  <a:pt x="1568340" y="54121"/>
                </a:lnTo>
                <a:cubicBezTo>
                  <a:pt x="1576781" y="53032"/>
                  <a:pt x="1581614" y="52487"/>
                  <a:pt x="1582840" y="52487"/>
                </a:cubicBezTo>
                <a:cubicBezTo>
                  <a:pt x="1589920" y="52487"/>
                  <a:pt x="1594549" y="52827"/>
                  <a:pt x="1596728" y="53508"/>
                </a:cubicBezTo>
                <a:cubicBezTo>
                  <a:pt x="1600880" y="54878"/>
                  <a:pt x="1602957" y="58108"/>
                  <a:pt x="1602957" y="63196"/>
                </a:cubicBezTo>
                <a:cubicBezTo>
                  <a:pt x="1602957" y="66222"/>
                  <a:pt x="1602020" y="68714"/>
                  <a:pt x="1600148" y="70673"/>
                </a:cubicBezTo>
                <a:cubicBezTo>
                  <a:pt x="1598276" y="72632"/>
                  <a:pt x="1595877" y="73612"/>
                  <a:pt x="1592949" y="73612"/>
                </a:cubicBezTo>
                <a:close/>
                <a:moveTo>
                  <a:pt x="1642158" y="31247"/>
                </a:moveTo>
                <a:cubicBezTo>
                  <a:pt x="1638891" y="31247"/>
                  <a:pt x="1636065" y="30090"/>
                  <a:pt x="1633683" y="27775"/>
                </a:cubicBezTo>
                <a:cubicBezTo>
                  <a:pt x="1631300" y="25461"/>
                  <a:pt x="1630109" y="22670"/>
                  <a:pt x="1630109" y="19402"/>
                </a:cubicBezTo>
                <a:cubicBezTo>
                  <a:pt x="1630109" y="16134"/>
                  <a:pt x="1631300" y="13343"/>
                  <a:pt x="1633683" y="11028"/>
                </a:cubicBezTo>
                <a:cubicBezTo>
                  <a:pt x="1636065" y="8714"/>
                  <a:pt x="1638891" y="7557"/>
                  <a:pt x="1642158" y="7557"/>
                </a:cubicBezTo>
                <a:cubicBezTo>
                  <a:pt x="1645426" y="7557"/>
                  <a:pt x="1648234" y="8714"/>
                  <a:pt x="1650583" y="11028"/>
                </a:cubicBezTo>
                <a:cubicBezTo>
                  <a:pt x="1652931" y="13343"/>
                  <a:pt x="1654106" y="16134"/>
                  <a:pt x="1654106" y="19402"/>
                </a:cubicBezTo>
                <a:cubicBezTo>
                  <a:pt x="1654106" y="22670"/>
                  <a:pt x="1652931" y="25461"/>
                  <a:pt x="1650583" y="27775"/>
                </a:cubicBezTo>
                <a:cubicBezTo>
                  <a:pt x="1648234" y="30090"/>
                  <a:pt x="1645426" y="31247"/>
                  <a:pt x="1642158" y="31247"/>
                </a:cubicBezTo>
                <a:moveTo>
                  <a:pt x="1646753" y="114222"/>
                </a:moveTo>
                <a:cubicBezTo>
                  <a:pt x="1646753" y="118311"/>
                  <a:pt x="1646873" y="124427"/>
                  <a:pt x="1647111" y="132571"/>
                </a:cubicBezTo>
                <a:cubicBezTo>
                  <a:pt x="1647349" y="140712"/>
                  <a:pt x="1647468" y="146827"/>
                  <a:pt x="1647468" y="150916"/>
                </a:cubicBezTo>
                <a:cubicBezTo>
                  <a:pt x="1647468" y="153914"/>
                  <a:pt x="1646549" y="156367"/>
                  <a:pt x="1644711" y="158275"/>
                </a:cubicBezTo>
                <a:cubicBezTo>
                  <a:pt x="1642873" y="160183"/>
                  <a:pt x="1640456" y="161137"/>
                  <a:pt x="1637461" y="161137"/>
                </a:cubicBezTo>
                <a:cubicBezTo>
                  <a:pt x="1634534" y="161137"/>
                  <a:pt x="1632134" y="160183"/>
                  <a:pt x="1630262" y="158275"/>
                </a:cubicBezTo>
                <a:cubicBezTo>
                  <a:pt x="1628390" y="156367"/>
                  <a:pt x="1627454" y="153914"/>
                  <a:pt x="1627454" y="150916"/>
                </a:cubicBezTo>
                <a:cubicBezTo>
                  <a:pt x="1627454" y="146827"/>
                  <a:pt x="1627335" y="140712"/>
                  <a:pt x="1627096" y="132571"/>
                </a:cubicBezTo>
                <a:cubicBezTo>
                  <a:pt x="1626858" y="124427"/>
                  <a:pt x="1626739" y="118311"/>
                  <a:pt x="1626739" y="114222"/>
                </a:cubicBezTo>
                <a:cubicBezTo>
                  <a:pt x="1626739" y="107816"/>
                  <a:pt x="1627079" y="99827"/>
                  <a:pt x="1627760" y="90254"/>
                </a:cubicBezTo>
                <a:cubicBezTo>
                  <a:pt x="1628441" y="80678"/>
                  <a:pt x="1628781" y="72688"/>
                  <a:pt x="1628781" y="66282"/>
                </a:cubicBezTo>
                <a:cubicBezTo>
                  <a:pt x="1628781" y="63217"/>
                  <a:pt x="1629717" y="60730"/>
                  <a:pt x="1631589" y="58821"/>
                </a:cubicBezTo>
                <a:cubicBezTo>
                  <a:pt x="1633461" y="56913"/>
                  <a:pt x="1635861" y="55959"/>
                  <a:pt x="1638788" y="55959"/>
                </a:cubicBezTo>
                <a:cubicBezTo>
                  <a:pt x="1641716" y="55959"/>
                  <a:pt x="1644115" y="56913"/>
                  <a:pt x="1645988" y="58821"/>
                </a:cubicBezTo>
                <a:cubicBezTo>
                  <a:pt x="1647860" y="60730"/>
                  <a:pt x="1648796" y="63217"/>
                  <a:pt x="1648796" y="66282"/>
                </a:cubicBezTo>
                <a:cubicBezTo>
                  <a:pt x="1648796" y="72688"/>
                  <a:pt x="1648455" y="80678"/>
                  <a:pt x="1647775" y="90254"/>
                </a:cubicBezTo>
                <a:cubicBezTo>
                  <a:pt x="1647094" y="99827"/>
                  <a:pt x="1646753" y="107816"/>
                  <a:pt x="1646753" y="114222"/>
                </a:cubicBezTo>
                <a:close/>
                <a:moveTo>
                  <a:pt x="1719860" y="166652"/>
                </a:moveTo>
                <a:cubicBezTo>
                  <a:pt x="1708423" y="166652"/>
                  <a:pt x="1698586" y="162423"/>
                  <a:pt x="1690348" y="153967"/>
                </a:cubicBezTo>
                <a:cubicBezTo>
                  <a:pt x="1681158" y="144555"/>
                  <a:pt x="1676325" y="131904"/>
                  <a:pt x="1675848" y="116012"/>
                </a:cubicBezTo>
                <a:cubicBezTo>
                  <a:pt x="1675440" y="100599"/>
                  <a:pt x="1679320" y="87027"/>
                  <a:pt x="1687489" y="75297"/>
                </a:cubicBezTo>
                <a:cubicBezTo>
                  <a:pt x="1697020" y="61452"/>
                  <a:pt x="1710295" y="54529"/>
                  <a:pt x="1727314" y="54529"/>
                </a:cubicBezTo>
                <a:cubicBezTo>
                  <a:pt x="1740929" y="54529"/>
                  <a:pt x="1751243" y="60770"/>
                  <a:pt x="1758255" y="73252"/>
                </a:cubicBezTo>
                <a:cubicBezTo>
                  <a:pt x="1763837" y="83344"/>
                  <a:pt x="1766526" y="95483"/>
                  <a:pt x="1766322" y="109668"/>
                </a:cubicBezTo>
                <a:cubicBezTo>
                  <a:pt x="1766118" y="124809"/>
                  <a:pt x="1762169" y="137734"/>
                  <a:pt x="1754477" y="148443"/>
                </a:cubicBezTo>
                <a:cubicBezTo>
                  <a:pt x="1745763" y="160582"/>
                  <a:pt x="1734224" y="166652"/>
                  <a:pt x="1719860" y="166652"/>
                </a:cubicBezTo>
                <a:moveTo>
                  <a:pt x="1725987" y="75361"/>
                </a:moveTo>
                <a:cubicBezTo>
                  <a:pt x="1715979" y="75293"/>
                  <a:pt x="1708184" y="80065"/>
                  <a:pt x="1702602" y="89676"/>
                </a:cubicBezTo>
                <a:cubicBezTo>
                  <a:pt x="1698177" y="97381"/>
                  <a:pt x="1695965" y="106176"/>
                  <a:pt x="1695965" y="116060"/>
                </a:cubicBezTo>
                <a:cubicBezTo>
                  <a:pt x="1695965" y="125946"/>
                  <a:pt x="1698654" y="133650"/>
                  <a:pt x="1704032" y="139173"/>
                </a:cubicBezTo>
                <a:cubicBezTo>
                  <a:pt x="1708525" y="143741"/>
                  <a:pt x="1713801" y="146024"/>
                  <a:pt x="1719860" y="146024"/>
                </a:cubicBezTo>
                <a:cubicBezTo>
                  <a:pt x="1726940" y="146024"/>
                  <a:pt x="1733032" y="143433"/>
                  <a:pt x="1738138" y="138251"/>
                </a:cubicBezTo>
                <a:cubicBezTo>
                  <a:pt x="1743925" y="132526"/>
                  <a:pt x="1746988" y="124789"/>
                  <a:pt x="1747329" y="115039"/>
                </a:cubicBezTo>
                <a:cubicBezTo>
                  <a:pt x="1748282" y="88655"/>
                  <a:pt x="1741168" y="75429"/>
                  <a:pt x="1725987" y="75361"/>
                </a:cubicBezTo>
                <a:close/>
                <a:moveTo>
                  <a:pt x="1868783" y="167877"/>
                </a:moveTo>
                <a:cubicBezTo>
                  <a:pt x="1862929" y="167877"/>
                  <a:pt x="1859627" y="164671"/>
                  <a:pt x="1858878" y="158259"/>
                </a:cubicBezTo>
                <a:lnTo>
                  <a:pt x="1856019" y="135848"/>
                </a:lnTo>
                <a:cubicBezTo>
                  <a:pt x="1855066" y="127866"/>
                  <a:pt x="1854589" y="120396"/>
                  <a:pt x="1854589" y="113437"/>
                </a:cubicBezTo>
                <a:cubicBezTo>
                  <a:pt x="1854589" y="111527"/>
                  <a:pt x="1854709" y="108287"/>
                  <a:pt x="1854947" y="103717"/>
                </a:cubicBezTo>
                <a:cubicBezTo>
                  <a:pt x="1855185" y="99145"/>
                  <a:pt x="1855304" y="95904"/>
                  <a:pt x="1855304" y="93994"/>
                </a:cubicBezTo>
                <a:cubicBezTo>
                  <a:pt x="1855304" y="79257"/>
                  <a:pt x="1852581" y="71889"/>
                  <a:pt x="1847135" y="71889"/>
                </a:cubicBezTo>
                <a:cubicBezTo>
                  <a:pt x="1839510" y="71889"/>
                  <a:pt x="1832226" y="76421"/>
                  <a:pt x="1825282" y="85486"/>
                </a:cubicBezTo>
                <a:cubicBezTo>
                  <a:pt x="1819019" y="93732"/>
                  <a:pt x="1814118" y="104158"/>
                  <a:pt x="1810578" y="116765"/>
                </a:cubicBezTo>
                <a:cubicBezTo>
                  <a:pt x="1810442" y="119424"/>
                  <a:pt x="1810135" y="122765"/>
                  <a:pt x="1809659" y="126785"/>
                </a:cubicBezTo>
                <a:cubicBezTo>
                  <a:pt x="1809250" y="130193"/>
                  <a:pt x="1809046" y="133498"/>
                  <a:pt x="1809046" y="136700"/>
                </a:cubicBezTo>
                <a:cubicBezTo>
                  <a:pt x="1809046" y="138744"/>
                  <a:pt x="1809250" y="141811"/>
                  <a:pt x="1809659" y="145900"/>
                </a:cubicBezTo>
                <a:cubicBezTo>
                  <a:pt x="1810067" y="149989"/>
                  <a:pt x="1810272" y="153055"/>
                  <a:pt x="1810272" y="155100"/>
                </a:cubicBezTo>
                <a:cubicBezTo>
                  <a:pt x="1810272" y="158168"/>
                  <a:pt x="1809336" y="160656"/>
                  <a:pt x="1807463" y="162564"/>
                </a:cubicBezTo>
                <a:cubicBezTo>
                  <a:pt x="1805591" y="164472"/>
                  <a:pt x="1803192" y="165426"/>
                  <a:pt x="1800264" y="165426"/>
                </a:cubicBezTo>
                <a:cubicBezTo>
                  <a:pt x="1797269" y="165426"/>
                  <a:pt x="1794852" y="164471"/>
                  <a:pt x="1793014" y="162561"/>
                </a:cubicBezTo>
                <a:cubicBezTo>
                  <a:pt x="1791176" y="160652"/>
                  <a:pt x="1790257" y="158163"/>
                  <a:pt x="1790257" y="155093"/>
                </a:cubicBezTo>
                <a:cubicBezTo>
                  <a:pt x="1790257" y="153049"/>
                  <a:pt x="1790036" y="149981"/>
                  <a:pt x="1789593" y="145890"/>
                </a:cubicBezTo>
                <a:cubicBezTo>
                  <a:pt x="1789151" y="141797"/>
                  <a:pt x="1788930" y="138727"/>
                  <a:pt x="1788930" y="136681"/>
                </a:cubicBezTo>
                <a:cubicBezTo>
                  <a:pt x="1788930" y="129656"/>
                  <a:pt x="1789423" y="119921"/>
                  <a:pt x="1790410" y="107476"/>
                </a:cubicBezTo>
                <a:cubicBezTo>
                  <a:pt x="1791397" y="95031"/>
                  <a:pt x="1791891" y="85296"/>
                  <a:pt x="1791891" y="78271"/>
                </a:cubicBezTo>
                <a:cubicBezTo>
                  <a:pt x="1791891" y="76088"/>
                  <a:pt x="1791772" y="72849"/>
                  <a:pt x="1791533" y="68554"/>
                </a:cubicBezTo>
                <a:cubicBezTo>
                  <a:pt x="1791295" y="64257"/>
                  <a:pt x="1791176" y="61018"/>
                  <a:pt x="1791176" y="58837"/>
                </a:cubicBezTo>
                <a:cubicBezTo>
                  <a:pt x="1791176" y="55904"/>
                  <a:pt x="1792146" y="53500"/>
                  <a:pt x="1794086" y="51625"/>
                </a:cubicBezTo>
                <a:cubicBezTo>
                  <a:pt x="1796027" y="49749"/>
                  <a:pt x="1798426" y="48811"/>
                  <a:pt x="1801285" y="48811"/>
                </a:cubicBezTo>
                <a:cubicBezTo>
                  <a:pt x="1807549" y="48811"/>
                  <a:pt x="1810986" y="53254"/>
                  <a:pt x="1811599" y="62140"/>
                </a:cubicBezTo>
                <a:lnTo>
                  <a:pt x="1811905" y="74135"/>
                </a:lnTo>
                <a:cubicBezTo>
                  <a:pt x="1823342" y="58886"/>
                  <a:pt x="1835086" y="51262"/>
                  <a:pt x="1847135" y="51262"/>
                </a:cubicBezTo>
                <a:cubicBezTo>
                  <a:pt x="1858027" y="51262"/>
                  <a:pt x="1865618" y="56070"/>
                  <a:pt x="1869907" y="65685"/>
                </a:cubicBezTo>
                <a:cubicBezTo>
                  <a:pt x="1872834" y="72095"/>
                  <a:pt x="1874434" y="81575"/>
                  <a:pt x="1874706" y="94124"/>
                </a:cubicBezTo>
                <a:lnTo>
                  <a:pt x="1874706" y="104454"/>
                </a:lnTo>
                <a:lnTo>
                  <a:pt x="1874604" y="113967"/>
                </a:lnTo>
                <a:cubicBezTo>
                  <a:pt x="1874604" y="119628"/>
                  <a:pt x="1875336" y="126943"/>
                  <a:pt x="1876799" y="135912"/>
                </a:cubicBezTo>
                <a:cubicBezTo>
                  <a:pt x="1878263" y="144879"/>
                  <a:pt x="1878995" y="152158"/>
                  <a:pt x="1878995" y="157748"/>
                </a:cubicBezTo>
                <a:cubicBezTo>
                  <a:pt x="1878995" y="160750"/>
                  <a:pt x="1878025" y="163188"/>
                  <a:pt x="1876085" y="165062"/>
                </a:cubicBezTo>
                <a:cubicBezTo>
                  <a:pt x="1874144" y="166939"/>
                  <a:pt x="1871711" y="167877"/>
                  <a:pt x="1868783" y="1678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22539-5570-4A90-A7BA-CA0989A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9" y="3072809"/>
            <a:ext cx="12853711" cy="2651990"/>
          </a:xfrm>
          <a:custGeom xmlns:a="http://schemas.openxmlformats.org/drawingml/2006/main">
            <a:pathLst>
              <a:path w="12853711" h="2651990" fill="none">
                <a:moveTo>
                  <a:pt x="0" y="442010"/>
                </a:moveTo>
                <a:cubicBezTo>
                  <a:pt x="0" y="197895"/>
                  <a:pt x="197894" y="0"/>
                  <a:pt x="442008" y="0"/>
                </a:cubicBezTo>
                <a:lnTo>
                  <a:pt x="12411702" y="0"/>
                </a:lnTo>
                <a:cubicBezTo>
                  <a:pt x="12655817" y="0"/>
                  <a:pt x="12853711" y="197895"/>
                  <a:pt x="12853711" y="442010"/>
                </a:cubicBezTo>
                <a:lnTo>
                  <a:pt x="12853711" y="2209980"/>
                </a:lnTo>
                <a:cubicBezTo>
                  <a:pt x="12853711" y="2454096"/>
                  <a:pt x="12655817" y="2651990"/>
                  <a:pt x="12411702" y="2651990"/>
                </a:cubicBezTo>
                <a:lnTo>
                  <a:pt x="442008" y="2651990"/>
                </a:lnTo>
                <a:cubicBezTo>
                  <a:pt x="197894" y="2651990"/>
                  <a:pt x="0" y="2454096"/>
                  <a:pt x="0" y="2209980"/>
                </a:cubicBezTo>
                <a:lnTo>
                  <a:pt x="0" y="4420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498" cap="flat">
            <a:solidFill>
              <a:srgbClr val="D0CECE">
                <a:alpha val="70200"/>
              </a:srgbClr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DAE5B-A572-43C4-8588-1C86E2E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44" y="2876246"/>
            <a:ext cx="2277150" cy="362062"/>
          </a:xfrm>
          <a:custGeom xmlns:a="http://schemas.openxmlformats.org/drawingml/2006/main">
            <a:pathLst>
              <a:path w="2277150" h="362062">
                <a:moveTo>
                  <a:pt x="0" y="0"/>
                </a:moveTo>
                <a:lnTo>
                  <a:pt x="2277150" y="0"/>
                </a:lnTo>
                <a:lnTo>
                  <a:pt x="2277150" y="362062"/>
                </a:lnTo>
                <a:lnTo>
                  <a:pt x="0" y="362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EvaluationMetrics">
            <a:extLst xmlns:a="http://schemas.openxmlformats.org/drawingml/2006/main">
              <a:ext uri="{FF2B5EF4-FFF2-40B4-BE49-F238E27FC236}">
                <a16:creationId xmlns:a16="http://schemas.microsoft.com/office/drawing/2014/main" id="{DE7D8E7E-0E4A-4B87-AE68-30BDBC48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01" y="2958814"/>
            <a:ext cx="1793250" cy="174617"/>
          </a:xfrm>
          <a:custGeom xmlns:a="http://schemas.openxmlformats.org/drawingml/2006/main">
            <a:pathLst>
              <a:path w="1793250" h="174617">
                <a:moveTo>
                  <a:pt x="99562" y="26754"/>
                </a:moveTo>
                <a:cubicBezTo>
                  <a:pt x="98609" y="26754"/>
                  <a:pt x="97554" y="26587"/>
                  <a:pt x="96397" y="26253"/>
                </a:cubicBezTo>
                <a:cubicBezTo>
                  <a:pt x="84892" y="23047"/>
                  <a:pt x="73795" y="21444"/>
                  <a:pt x="63107" y="21444"/>
                </a:cubicBezTo>
                <a:cubicBezTo>
                  <a:pt x="57525" y="21444"/>
                  <a:pt x="51432" y="21946"/>
                  <a:pt x="44828" y="22950"/>
                </a:cubicBezTo>
                <a:cubicBezTo>
                  <a:pt x="38225" y="23954"/>
                  <a:pt x="31111" y="25495"/>
                  <a:pt x="23486" y="27571"/>
                </a:cubicBezTo>
                <a:cubicBezTo>
                  <a:pt x="24099" y="32015"/>
                  <a:pt x="24405" y="35570"/>
                  <a:pt x="24405" y="38236"/>
                </a:cubicBezTo>
                <a:cubicBezTo>
                  <a:pt x="24405" y="47737"/>
                  <a:pt x="23827" y="60792"/>
                  <a:pt x="22670" y="77403"/>
                </a:cubicBezTo>
                <a:lnTo>
                  <a:pt x="67396" y="73114"/>
                </a:lnTo>
                <a:cubicBezTo>
                  <a:pt x="80535" y="71753"/>
                  <a:pt x="88602" y="71072"/>
                  <a:pt x="91597" y="71072"/>
                </a:cubicBezTo>
                <a:cubicBezTo>
                  <a:pt x="94592" y="71072"/>
                  <a:pt x="97111" y="72030"/>
                  <a:pt x="99154" y="73947"/>
                </a:cubicBezTo>
                <a:cubicBezTo>
                  <a:pt x="101196" y="75862"/>
                  <a:pt x="102217" y="78426"/>
                  <a:pt x="102217" y="81641"/>
                </a:cubicBezTo>
                <a:cubicBezTo>
                  <a:pt x="102217" y="87866"/>
                  <a:pt x="99086" y="91355"/>
                  <a:pt x="92822" y="92108"/>
                </a:cubicBezTo>
                <a:lnTo>
                  <a:pt x="68519" y="94217"/>
                </a:lnTo>
                <a:lnTo>
                  <a:pt x="21342" y="98439"/>
                </a:lnTo>
                <a:cubicBezTo>
                  <a:pt x="21070" y="103281"/>
                  <a:pt x="20848" y="107867"/>
                  <a:pt x="20678" y="112199"/>
                </a:cubicBezTo>
                <a:cubicBezTo>
                  <a:pt x="20508" y="116530"/>
                  <a:pt x="20423" y="120571"/>
                  <a:pt x="20423" y="124322"/>
                </a:cubicBezTo>
                <a:cubicBezTo>
                  <a:pt x="20423" y="139394"/>
                  <a:pt x="21512" y="148260"/>
                  <a:pt x="23691" y="150920"/>
                </a:cubicBezTo>
                <a:cubicBezTo>
                  <a:pt x="25325" y="152830"/>
                  <a:pt x="30669" y="153785"/>
                  <a:pt x="39723" y="153785"/>
                </a:cubicBezTo>
                <a:cubicBezTo>
                  <a:pt x="43943" y="153785"/>
                  <a:pt x="50292" y="153649"/>
                  <a:pt x="58767" y="153377"/>
                </a:cubicBezTo>
                <a:cubicBezTo>
                  <a:pt x="67243" y="153104"/>
                  <a:pt x="73625" y="152968"/>
                  <a:pt x="77914" y="152968"/>
                </a:cubicBezTo>
                <a:cubicBezTo>
                  <a:pt x="79275" y="152968"/>
                  <a:pt x="81284" y="152730"/>
                  <a:pt x="83938" y="152253"/>
                </a:cubicBezTo>
                <a:cubicBezTo>
                  <a:pt x="86593" y="151777"/>
                  <a:pt x="88568" y="151539"/>
                  <a:pt x="89861" y="151539"/>
                </a:cubicBezTo>
                <a:cubicBezTo>
                  <a:pt x="97077" y="151539"/>
                  <a:pt x="100685" y="155110"/>
                  <a:pt x="100685" y="162254"/>
                </a:cubicBezTo>
                <a:cubicBezTo>
                  <a:pt x="100685" y="168024"/>
                  <a:pt x="97792" y="171492"/>
                  <a:pt x="92006" y="172660"/>
                </a:cubicBezTo>
                <a:cubicBezTo>
                  <a:pt x="85606" y="173965"/>
                  <a:pt x="71753" y="174617"/>
                  <a:pt x="50445" y="174617"/>
                </a:cubicBezTo>
                <a:cubicBezTo>
                  <a:pt x="29341" y="174617"/>
                  <a:pt x="15794" y="171823"/>
                  <a:pt x="9803" y="166237"/>
                </a:cubicBezTo>
                <a:cubicBezTo>
                  <a:pt x="3268" y="160176"/>
                  <a:pt x="0" y="146213"/>
                  <a:pt x="0" y="124347"/>
                </a:cubicBezTo>
                <a:cubicBezTo>
                  <a:pt x="0" y="119986"/>
                  <a:pt x="102" y="115218"/>
                  <a:pt x="306" y="110042"/>
                </a:cubicBezTo>
                <a:cubicBezTo>
                  <a:pt x="511" y="104864"/>
                  <a:pt x="783" y="99278"/>
                  <a:pt x="1123" y="93285"/>
                </a:cubicBezTo>
                <a:cubicBezTo>
                  <a:pt x="374" y="91717"/>
                  <a:pt x="0" y="90048"/>
                  <a:pt x="0" y="88278"/>
                </a:cubicBezTo>
                <a:cubicBezTo>
                  <a:pt x="0" y="85962"/>
                  <a:pt x="647" y="83884"/>
                  <a:pt x="1940" y="82046"/>
                </a:cubicBezTo>
                <a:cubicBezTo>
                  <a:pt x="3302" y="62359"/>
                  <a:pt x="3982" y="47815"/>
                  <a:pt x="3982" y="38414"/>
                </a:cubicBezTo>
                <a:cubicBezTo>
                  <a:pt x="3982" y="35896"/>
                  <a:pt x="3642" y="32201"/>
                  <a:pt x="2961" y="27332"/>
                </a:cubicBezTo>
                <a:cubicBezTo>
                  <a:pt x="2281" y="22460"/>
                  <a:pt x="1940" y="18764"/>
                  <a:pt x="1940" y="16243"/>
                </a:cubicBezTo>
                <a:cubicBezTo>
                  <a:pt x="1940" y="8137"/>
                  <a:pt x="5344" y="4085"/>
                  <a:pt x="12152" y="4085"/>
                </a:cubicBezTo>
                <a:cubicBezTo>
                  <a:pt x="15011" y="4085"/>
                  <a:pt x="17462" y="5066"/>
                  <a:pt x="19504" y="7030"/>
                </a:cubicBezTo>
                <a:cubicBezTo>
                  <a:pt x="27673" y="4822"/>
                  <a:pt x="35383" y="3167"/>
                  <a:pt x="42633" y="2065"/>
                </a:cubicBezTo>
                <a:cubicBezTo>
                  <a:pt x="49883" y="961"/>
                  <a:pt x="56708" y="408"/>
                  <a:pt x="63107" y="408"/>
                </a:cubicBezTo>
                <a:cubicBezTo>
                  <a:pt x="79650" y="408"/>
                  <a:pt x="92857" y="2375"/>
                  <a:pt x="102728" y="6309"/>
                </a:cubicBezTo>
                <a:cubicBezTo>
                  <a:pt x="107289" y="8138"/>
                  <a:pt x="109569" y="11393"/>
                  <a:pt x="109569" y="16074"/>
                </a:cubicBezTo>
                <a:cubicBezTo>
                  <a:pt x="109569" y="18786"/>
                  <a:pt x="108684" y="21193"/>
                  <a:pt x="106914" y="23295"/>
                </a:cubicBezTo>
                <a:cubicBezTo>
                  <a:pt x="104940" y="25601"/>
                  <a:pt x="102489" y="26754"/>
                  <a:pt x="99562" y="26754"/>
                </a:cubicBezTo>
                <a:close/>
                <a:moveTo>
                  <a:pt x="177680" y="159095"/>
                </a:moveTo>
                <a:cubicBezTo>
                  <a:pt x="177476" y="165358"/>
                  <a:pt x="174378" y="168490"/>
                  <a:pt x="168388" y="168490"/>
                </a:cubicBezTo>
                <a:cubicBezTo>
                  <a:pt x="163418" y="168490"/>
                  <a:pt x="159810" y="165562"/>
                  <a:pt x="157563" y="159708"/>
                </a:cubicBezTo>
                <a:lnTo>
                  <a:pt x="141940" y="118249"/>
                </a:lnTo>
                <a:lnTo>
                  <a:pt x="123763" y="71378"/>
                </a:lnTo>
                <a:cubicBezTo>
                  <a:pt x="123083" y="69608"/>
                  <a:pt x="122742" y="68043"/>
                  <a:pt x="122742" y="66681"/>
                </a:cubicBezTo>
                <a:cubicBezTo>
                  <a:pt x="122742" y="63890"/>
                  <a:pt x="123797" y="61507"/>
                  <a:pt x="125908" y="59533"/>
                </a:cubicBezTo>
                <a:cubicBezTo>
                  <a:pt x="128018" y="57559"/>
                  <a:pt x="130469" y="56572"/>
                  <a:pt x="133260" y="56572"/>
                </a:cubicBezTo>
                <a:cubicBezTo>
                  <a:pt x="137345" y="56572"/>
                  <a:pt x="140272" y="58648"/>
                  <a:pt x="142042" y="62801"/>
                </a:cubicBezTo>
                <a:lnTo>
                  <a:pt x="167979" y="134179"/>
                </a:lnTo>
                <a:cubicBezTo>
                  <a:pt x="173085" y="123287"/>
                  <a:pt x="179518" y="107493"/>
                  <a:pt x="187279" y="86798"/>
                </a:cubicBezTo>
                <a:cubicBezTo>
                  <a:pt x="189117" y="81352"/>
                  <a:pt x="192010" y="73659"/>
                  <a:pt x="195959" y="63720"/>
                </a:cubicBezTo>
                <a:cubicBezTo>
                  <a:pt x="198069" y="59363"/>
                  <a:pt x="201064" y="57184"/>
                  <a:pt x="204945" y="57184"/>
                </a:cubicBezTo>
                <a:cubicBezTo>
                  <a:pt x="207736" y="57184"/>
                  <a:pt x="210187" y="58171"/>
                  <a:pt x="212297" y="60146"/>
                </a:cubicBezTo>
                <a:cubicBezTo>
                  <a:pt x="214407" y="62120"/>
                  <a:pt x="215463" y="64469"/>
                  <a:pt x="215463" y="67192"/>
                </a:cubicBezTo>
                <a:cubicBezTo>
                  <a:pt x="215463" y="69779"/>
                  <a:pt x="209846" y="84347"/>
                  <a:pt x="198614" y="110897"/>
                </a:cubicBezTo>
                <a:lnTo>
                  <a:pt x="177680" y="159095"/>
                </a:lnTo>
                <a:close/>
                <a:moveTo>
                  <a:pt x="312748" y="171145"/>
                </a:moveTo>
                <a:cubicBezTo>
                  <a:pt x="311454" y="171145"/>
                  <a:pt x="309105" y="169634"/>
                  <a:pt x="305702" y="166613"/>
                </a:cubicBezTo>
                <a:cubicBezTo>
                  <a:pt x="302638" y="163799"/>
                  <a:pt x="300358" y="161293"/>
                  <a:pt x="298860" y="159095"/>
                </a:cubicBezTo>
                <a:cubicBezTo>
                  <a:pt x="292325" y="162669"/>
                  <a:pt x="286572" y="165367"/>
                  <a:pt x="281603" y="167188"/>
                </a:cubicBezTo>
                <a:cubicBezTo>
                  <a:pt x="276633" y="169009"/>
                  <a:pt x="272480" y="169919"/>
                  <a:pt x="269144" y="169919"/>
                </a:cubicBezTo>
                <a:cubicBezTo>
                  <a:pt x="253215" y="169919"/>
                  <a:pt x="241607" y="165426"/>
                  <a:pt x="234323" y="156440"/>
                </a:cubicBezTo>
                <a:cubicBezTo>
                  <a:pt x="227448" y="147999"/>
                  <a:pt x="224010" y="135064"/>
                  <a:pt x="224010" y="117636"/>
                </a:cubicBezTo>
                <a:cubicBezTo>
                  <a:pt x="224010" y="101162"/>
                  <a:pt x="229677" y="87070"/>
                  <a:pt x="241012" y="75361"/>
                </a:cubicBezTo>
                <a:cubicBezTo>
                  <a:pt x="252347" y="63652"/>
                  <a:pt x="265877" y="57797"/>
                  <a:pt x="281603" y="57797"/>
                </a:cubicBezTo>
                <a:cubicBezTo>
                  <a:pt x="287525" y="57797"/>
                  <a:pt x="294163" y="59329"/>
                  <a:pt x="301515" y="62392"/>
                </a:cubicBezTo>
                <a:cubicBezTo>
                  <a:pt x="310773" y="66205"/>
                  <a:pt x="315403" y="70800"/>
                  <a:pt x="315403" y="76178"/>
                </a:cubicBezTo>
                <a:cubicBezTo>
                  <a:pt x="315403" y="78016"/>
                  <a:pt x="314722" y="79650"/>
                  <a:pt x="313360" y="81079"/>
                </a:cubicBezTo>
                <a:cubicBezTo>
                  <a:pt x="312679" y="83666"/>
                  <a:pt x="312152" y="87921"/>
                  <a:pt x="311777" y="93844"/>
                </a:cubicBezTo>
                <a:cubicBezTo>
                  <a:pt x="311403" y="99766"/>
                  <a:pt x="311182" y="107357"/>
                  <a:pt x="311114" y="116615"/>
                </a:cubicBezTo>
                <a:cubicBezTo>
                  <a:pt x="311046" y="125057"/>
                  <a:pt x="311624" y="131728"/>
                  <a:pt x="312850" y="136630"/>
                </a:cubicBezTo>
                <a:cubicBezTo>
                  <a:pt x="313530" y="139625"/>
                  <a:pt x="315675" y="145616"/>
                  <a:pt x="319283" y="154602"/>
                </a:cubicBezTo>
                <a:cubicBezTo>
                  <a:pt x="319759" y="155827"/>
                  <a:pt x="320542" y="157631"/>
                  <a:pt x="321632" y="160014"/>
                </a:cubicBezTo>
                <a:lnTo>
                  <a:pt x="322244" y="161750"/>
                </a:lnTo>
                <a:cubicBezTo>
                  <a:pt x="322244" y="164473"/>
                  <a:pt x="321291" y="166720"/>
                  <a:pt x="319385" y="168490"/>
                </a:cubicBezTo>
                <a:cubicBezTo>
                  <a:pt x="317479" y="170260"/>
                  <a:pt x="315266" y="171145"/>
                  <a:pt x="312748" y="171145"/>
                </a:cubicBezTo>
                <a:moveTo>
                  <a:pt x="291508" y="100213"/>
                </a:moveTo>
                <a:cubicBezTo>
                  <a:pt x="291508" y="97292"/>
                  <a:pt x="291695" y="94118"/>
                  <a:pt x="292069" y="90691"/>
                </a:cubicBezTo>
                <a:cubicBezTo>
                  <a:pt x="292444" y="87261"/>
                  <a:pt x="293005" y="83612"/>
                  <a:pt x="293754" y="79742"/>
                </a:cubicBezTo>
                <a:cubicBezTo>
                  <a:pt x="291235" y="78451"/>
                  <a:pt x="289074" y="77500"/>
                  <a:pt x="287270" y="76889"/>
                </a:cubicBezTo>
                <a:cubicBezTo>
                  <a:pt x="285466" y="76279"/>
                  <a:pt x="284019" y="75974"/>
                  <a:pt x="282930" y="75974"/>
                </a:cubicBezTo>
                <a:cubicBezTo>
                  <a:pt x="272378" y="75974"/>
                  <a:pt x="263273" y="80268"/>
                  <a:pt x="255614" y="88856"/>
                </a:cubicBezTo>
                <a:cubicBezTo>
                  <a:pt x="247956" y="97444"/>
                  <a:pt x="244126" y="107340"/>
                  <a:pt x="244126" y="118543"/>
                </a:cubicBezTo>
                <a:cubicBezTo>
                  <a:pt x="244126" y="129677"/>
                  <a:pt x="246101" y="138029"/>
                  <a:pt x="250049" y="143596"/>
                </a:cubicBezTo>
                <a:cubicBezTo>
                  <a:pt x="253997" y="149163"/>
                  <a:pt x="259920" y="151947"/>
                  <a:pt x="267817" y="151947"/>
                </a:cubicBezTo>
                <a:cubicBezTo>
                  <a:pt x="274352" y="151947"/>
                  <a:pt x="279901" y="150759"/>
                  <a:pt x="284462" y="148383"/>
                </a:cubicBezTo>
                <a:cubicBezTo>
                  <a:pt x="286912" y="147093"/>
                  <a:pt x="290350" y="144514"/>
                  <a:pt x="294775" y="140644"/>
                </a:cubicBezTo>
                <a:cubicBezTo>
                  <a:pt x="292597" y="122651"/>
                  <a:pt x="291508" y="109174"/>
                  <a:pt x="291508" y="100213"/>
                </a:cubicBezTo>
                <a:close/>
                <a:moveTo>
                  <a:pt x="365674" y="84143"/>
                </a:moveTo>
                <a:lnTo>
                  <a:pt x="364142" y="134954"/>
                </a:lnTo>
                <a:cubicBezTo>
                  <a:pt x="364142" y="140339"/>
                  <a:pt x="363870" y="148245"/>
                  <a:pt x="363325" y="158674"/>
                </a:cubicBezTo>
                <a:cubicBezTo>
                  <a:pt x="362644" y="165490"/>
                  <a:pt x="359308" y="168898"/>
                  <a:pt x="353318" y="168898"/>
                </a:cubicBezTo>
                <a:cubicBezTo>
                  <a:pt x="346646" y="168898"/>
                  <a:pt x="343310" y="165422"/>
                  <a:pt x="343310" y="158470"/>
                </a:cubicBezTo>
                <a:cubicBezTo>
                  <a:pt x="343310" y="150222"/>
                  <a:pt x="343685" y="137834"/>
                  <a:pt x="344434" y="121306"/>
                </a:cubicBezTo>
                <a:cubicBezTo>
                  <a:pt x="345183" y="104778"/>
                  <a:pt x="345557" y="92391"/>
                  <a:pt x="345557" y="84143"/>
                </a:cubicBezTo>
                <a:cubicBezTo>
                  <a:pt x="345557" y="73374"/>
                  <a:pt x="345727" y="61054"/>
                  <a:pt x="346068" y="47183"/>
                </a:cubicBezTo>
                <a:cubicBezTo>
                  <a:pt x="346408" y="33313"/>
                  <a:pt x="346578" y="20993"/>
                  <a:pt x="346578" y="10224"/>
                </a:cubicBezTo>
                <a:cubicBezTo>
                  <a:pt x="346578" y="3408"/>
                  <a:pt x="349914" y="0"/>
                  <a:pt x="356585" y="0"/>
                </a:cubicBezTo>
                <a:cubicBezTo>
                  <a:pt x="363325" y="0"/>
                  <a:pt x="366695" y="3408"/>
                  <a:pt x="366695" y="10224"/>
                </a:cubicBezTo>
                <a:cubicBezTo>
                  <a:pt x="366695" y="20993"/>
                  <a:pt x="366525" y="33313"/>
                  <a:pt x="366184" y="47183"/>
                </a:cubicBezTo>
                <a:cubicBezTo>
                  <a:pt x="365844" y="61054"/>
                  <a:pt x="365674" y="73374"/>
                  <a:pt x="365674" y="84143"/>
                </a:cubicBezTo>
                <a:close/>
                <a:moveTo>
                  <a:pt x="479695" y="104770"/>
                </a:moveTo>
                <a:cubicBezTo>
                  <a:pt x="479695" y="109671"/>
                  <a:pt x="479729" y="117024"/>
                  <a:pt x="479797" y="126827"/>
                </a:cubicBezTo>
                <a:cubicBezTo>
                  <a:pt x="479865" y="136630"/>
                  <a:pt x="479899" y="143982"/>
                  <a:pt x="479899" y="148884"/>
                </a:cubicBezTo>
                <a:cubicBezTo>
                  <a:pt x="479899" y="150381"/>
                  <a:pt x="480018" y="152662"/>
                  <a:pt x="480257" y="155725"/>
                </a:cubicBezTo>
                <a:cubicBezTo>
                  <a:pt x="480495" y="158789"/>
                  <a:pt x="480614" y="161069"/>
                  <a:pt x="480614" y="162567"/>
                </a:cubicBezTo>
                <a:cubicBezTo>
                  <a:pt x="480614" y="165494"/>
                  <a:pt x="479627" y="167894"/>
                  <a:pt x="477653" y="169766"/>
                </a:cubicBezTo>
                <a:cubicBezTo>
                  <a:pt x="475678" y="171638"/>
                  <a:pt x="473262" y="172574"/>
                  <a:pt x="470403" y="172574"/>
                </a:cubicBezTo>
                <a:cubicBezTo>
                  <a:pt x="465161" y="172574"/>
                  <a:pt x="461825" y="169341"/>
                  <a:pt x="460395" y="162873"/>
                </a:cubicBezTo>
                <a:cubicBezTo>
                  <a:pt x="451886" y="167298"/>
                  <a:pt x="442083" y="169511"/>
                  <a:pt x="430986" y="169511"/>
                </a:cubicBezTo>
                <a:cubicBezTo>
                  <a:pt x="422068" y="169511"/>
                  <a:pt x="414682" y="167537"/>
                  <a:pt x="408827" y="163588"/>
                </a:cubicBezTo>
                <a:cubicBezTo>
                  <a:pt x="402360" y="159231"/>
                  <a:pt x="398514" y="152866"/>
                  <a:pt x="397288" y="144493"/>
                </a:cubicBezTo>
                <a:cubicBezTo>
                  <a:pt x="394633" y="126452"/>
                  <a:pt x="393306" y="110386"/>
                  <a:pt x="393306" y="96294"/>
                </a:cubicBezTo>
                <a:cubicBezTo>
                  <a:pt x="393306" y="86968"/>
                  <a:pt x="394327" y="76348"/>
                  <a:pt x="396369" y="64435"/>
                </a:cubicBezTo>
                <a:cubicBezTo>
                  <a:pt x="397322" y="58512"/>
                  <a:pt x="400556" y="55551"/>
                  <a:pt x="406070" y="55551"/>
                </a:cubicBezTo>
                <a:cubicBezTo>
                  <a:pt x="408997" y="55551"/>
                  <a:pt x="411448" y="56486"/>
                  <a:pt x="413422" y="58355"/>
                </a:cubicBezTo>
                <a:cubicBezTo>
                  <a:pt x="415397" y="60225"/>
                  <a:pt x="416384" y="62623"/>
                  <a:pt x="416384" y="65548"/>
                </a:cubicBezTo>
                <a:cubicBezTo>
                  <a:pt x="416384" y="68675"/>
                  <a:pt x="415890" y="73674"/>
                  <a:pt x="414903" y="80543"/>
                </a:cubicBezTo>
                <a:cubicBezTo>
                  <a:pt x="413916" y="87410"/>
                  <a:pt x="413422" y="92646"/>
                  <a:pt x="413422" y="96250"/>
                </a:cubicBezTo>
                <a:cubicBezTo>
                  <a:pt x="413422" y="107606"/>
                  <a:pt x="413797" y="117330"/>
                  <a:pt x="414546" y="125423"/>
                </a:cubicBezTo>
                <a:cubicBezTo>
                  <a:pt x="415295" y="133515"/>
                  <a:pt x="416418" y="140009"/>
                  <a:pt x="417915" y="144904"/>
                </a:cubicBezTo>
                <a:cubicBezTo>
                  <a:pt x="420162" y="146130"/>
                  <a:pt x="422374" y="147066"/>
                  <a:pt x="424553" y="147712"/>
                </a:cubicBezTo>
                <a:cubicBezTo>
                  <a:pt x="426731" y="148357"/>
                  <a:pt x="428876" y="148679"/>
                  <a:pt x="430986" y="148679"/>
                </a:cubicBezTo>
                <a:cubicBezTo>
                  <a:pt x="440108" y="148679"/>
                  <a:pt x="449741" y="147218"/>
                  <a:pt x="459885" y="144295"/>
                </a:cubicBezTo>
                <a:lnTo>
                  <a:pt x="459783" y="123588"/>
                </a:lnTo>
                <a:lnTo>
                  <a:pt x="459578" y="103800"/>
                </a:lnTo>
                <a:cubicBezTo>
                  <a:pt x="459578" y="89110"/>
                  <a:pt x="460225" y="76360"/>
                  <a:pt x="461519" y="65548"/>
                </a:cubicBezTo>
                <a:cubicBezTo>
                  <a:pt x="462267" y="59292"/>
                  <a:pt x="465569" y="56163"/>
                  <a:pt x="471424" y="56163"/>
                </a:cubicBezTo>
                <a:cubicBezTo>
                  <a:pt x="474351" y="56163"/>
                  <a:pt x="476802" y="57116"/>
                  <a:pt x="478776" y="59022"/>
                </a:cubicBezTo>
                <a:cubicBezTo>
                  <a:pt x="480750" y="60929"/>
                  <a:pt x="481669" y="63311"/>
                  <a:pt x="481533" y="66170"/>
                </a:cubicBezTo>
                <a:lnTo>
                  <a:pt x="479695" y="104770"/>
                </a:lnTo>
                <a:close/>
                <a:moveTo>
                  <a:pt x="585037" y="171145"/>
                </a:moveTo>
                <a:cubicBezTo>
                  <a:pt x="583743" y="171145"/>
                  <a:pt x="581395" y="169634"/>
                  <a:pt x="577991" y="166613"/>
                </a:cubicBezTo>
                <a:cubicBezTo>
                  <a:pt x="574927" y="163799"/>
                  <a:pt x="572647" y="161293"/>
                  <a:pt x="571149" y="159095"/>
                </a:cubicBezTo>
                <a:cubicBezTo>
                  <a:pt x="564614" y="162669"/>
                  <a:pt x="558861" y="165367"/>
                  <a:pt x="553892" y="167188"/>
                </a:cubicBezTo>
                <a:cubicBezTo>
                  <a:pt x="548922" y="169009"/>
                  <a:pt x="544769" y="169919"/>
                  <a:pt x="541434" y="169919"/>
                </a:cubicBezTo>
                <a:cubicBezTo>
                  <a:pt x="525504" y="169919"/>
                  <a:pt x="513897" y="165426"/>
                  <a:pt x="506612" y="156440"/>
                </a:cubicBezTo>
                <a:cubicBezTo>
                  <a:pt x="499737" y="147999"/>
                  <a:pt x="496299" y="135064"/>
                  <a:pt x="496299" y="117636"/>
                </a:cubicBezTo>
                <a:cubicBezTo>
                  <a:pt x="496299" y="101162"/>
                  <a:pt x="501966" y="87070"/>
                  <a:pt x="513301" y="75361"/>
                </a:cubicBezTo>
                <a:cubicBezTo>
                  <a:pt x="524636" y="63652"/>
                  <a:pt x="538166" y="57797"/>
                  <a:pt x="553892" y="57797"/>
                </a:cubicBezTo>
                <a:cubicBezTo>
                  <a:pt x="559814" y="57797"/>
                  <a:pt x="566452" y="59329"/>
                  <a:pt x="573804" y="62392"/>
                </a:cubicBezTo>
                <a:cubicBezTo>
                  <a:pt x="583062" y="66205"/>
                  <a:pt x="587692" y="70800"/>
                  <a:pt x="587692" y="76178"/>
                </a:cubicBezTo>
                <a:cubicBezTo>
                  <a:pt x="587692" y="78016"/>
                  <a:pt x="587011" y="79650"/>
                  <a:pt x="585649" y="81079"/>
                </a:cubicBezTo>
                <a:cubicBezTo>
                  <a:pt x="584969" y="83666"/>
                  <a:pt x="584441" y="87921"/>
                  <a:pt x="584067" y="93844"/>
                </a:cubicBezTo>
                <a:cubicBezTo>
                  <a:pt x="583692" y="99766"/>
                  <a:pt x="583471" y="107357"/>
                  <a:pt x="583403" y="116615"/>
                </a:cubicBezTo>
                <a:cubicBezTo>
                  <a:pt x="583335" y="125057"/>
                  <a:pt x="583913" y="131728"/>
                  <a:pt x="585139" y="136630"/>
                </a:cubicBezTo>
                <a:cubicBezTo>
                  <a:pt x="585819" y="139625"/>
                  <a:pt x="587964" y="145616"/>
                  <a:pt x="591572" y="154602"/>
                </a:cubicBezTo>
                <a:cubicBezTo>
                  <a:pt x="592048" y="155827"/>
                  <a:pt x="592831" y="157631"/>
                  <a:pt x="593921" y="160014"/>
                </a:cubicBezTo>
                <a:lnTo>
                  <a:pt x="594533" y="161750"/>
                </a:lnTo>
                <a:cubicBezTo>
                  <a:pt x="594533" y="164473"/>
                  <a:pt x="593580" y="166720"/>
                  <a:pt x="591674" y="168490"/>
                </a:cubicBezTo>
                <a:cubicBezTo>
                  <a:pt x="589768" y="170260"/>
                  <a:pt x="587555" y="171145"/>
                  <a:pt x="585037" y="171145"/>
                </a:cubicBezTo>
                <a:moveTo>
                  <a:pt x="563797" y="100213"/>
                </a:moveTo>
                <a:cubicBezTo>
                  <a:pt x="563797" y="97292"/>
                  <a:pt x="563984" y="94118"/>
                  <a:pt x="564358" y="90691"/>
                </a:cubicBezTo>
                <a:cubicBezTo>
                  <a:pt x="564733" y="87261"/>
                  <a:pt x="565294" y="83612"/>
                  <a:pt x="566043" y="79742"/>
                </a:cubicBezTo>
                <a:cubicBezTo>
                  <a:pt x="563524" y="78451"/>
                  <a:pt x="561363" y="77500"/>
                  <a:pt x="559559" y="76889"/>
                </a:cubicBezTo>
                <a:cubicBezTo>
                  <a:pt x="557755" y="76279"/>
                  <a:pt x="556308" y="75974"/>
                  <a:pt x="555219" y="75974"/>
                </a:cubicBezTo>
                <a:cubicBezTo>
                  <a:pt x="544667" y="75974"/>
                  <a:pt x="535562" y="80268"/>
                  <a:pt x="527903" y="88856"/>
                </a:cubicBezTo>
                <a:cubicBezTo>
                  <a:pt x="520245" y="97444"/>
                  <a:pt x="516415" y="107340"/>
                  <a:pt x="516415" y="118543"/>
                </a:cubicBezTo>
                <a:cubicBezTo>
                  <a:pt x="516415" y="129677"/>
                  <a:pt x="518390" y="138029"/>
                  <a:pt x="522338" y="143596"/>
                </a:cubicBezTo>
                <a:cubicBezTo>
                  <a:pt x="526286" y="149163"/>
                  <a:pt x="532209" y="151947"/>
                  <a:pt x="540106" y="151947"/>
                </a:cubicBezTo>
                <a:cubicBezTo>
                  <a:pt x="546641" y="151947"/>
                  <a:pt x="552190" y="150759"/>
                  <a:pt x="556751" y="148383"/>
                </a:cubicBezTo>
                <a:cubicBezTo>
                  <a:pt x="559202" y="147093"/>
                  <a:pt x="562639" y="144514"/>
                  <a:pt x="567064" y="140644"/>
                </a:cubicBezTo>
                <a:cubicBezTo>
                  <a:pt x="564886" y="122651"/>
                  <a:pt x="563797" y="109174"/>
                  <a:pt x="563797" y="100213"/>
                </a:cubicBezTo>
                <a:close/>
                <a:moveTo>
                  <a:pt x="680340" y="77492"/>
                </a:moveTo>
                <a:cubicBezTo>
                  <a:pt x="678911" y="77492"/>
                  <a:pt x="677226" y="77424"/>
                  <a:pt x="675286" y="77288"/>
                </a:cubicBezTo>
                <a:cubicBezTo>
                  <a:pt x="673346" y="77150"/>
                  <a:pt x="671661" y="77081"/>
                  <a:pt x="670231" y="77081"/>
                </a:cubicBezTo>
                <a:cubicBezTo>
                  <a:pt x="668665" y="77081"/>
                  <a:pt x="664036" y="77597"/>
                  <a:pt x="656343" y="78629"/>
                </a:cubicBezTo>
                <a:lnTo>
                  <a:pt x="658284" y="138911"/>
                </a:lnTo>
                <a:lnTo>
                  <a:pt x="658386" y="143401"/>
                </a:lnTo>
                <a:lnTo>
                  <a:pt x="658488" y="148603"/>
                </a:lnTo>
                <a:cubicBezTo>
                  <a:pt x="658760" y="163495"/>
                  <a:pt x="655186" y="170940"/>
                  <a:pt x="647766" y="170940"/>
                </a:cubicBezTo>
                <a:cubicBezTo>
                  <a:pt x="645043" y="170940"/>
                  <a:pt x="642677" y="170056"/>
                  <a:pt x="640669" y="168289"/>
                </a:cubicBezTo>
                <a:cubicBezTo>
                  <a:pt x="638661" y="166521"/>
                  <a:pt x="637656" y="164310"/>
                  <a:pt x="637656" y="161658"/>
                </a:cubicBezTo>
                <a:cubicBezTo>
                  <a:pt x="637656" y="159075"/>
                  <a:pt x="637759" y="155200"/>
                  <a:pt x="637963" y="150032"/>
                </a:cubicBezTo>
                <a:cubicBezTo>
                  <a:pt x="638167" y="144863"/>
                  <a:pt x="638269" y="140986"/>
                  <a:pt x="638269" y="138401"/>
                </a:cubicBezTo>
                <a:lnTo>
                  <a:pt x="636227" y="78833"/>
                </a:lnTo>
                <a:cubicBezTo>
                  <a:pt x="631257" y="78629"/>
                  <a:pt x="623701" y="78047"/>
                  <a:pt x="613557" y="77087"/>
                </a:cubicBezTo>
                <a:cubicBezTo>
                  <a:pt x="607498" y="76266"/>
                  <a:pt x="604469" y="72880"/>
                  <a:pt x="604469" y="66930"/>
                </a:cubicBezTo>
                <a:cubicBezTo>
                  <a:pt x="604469" y="63920"/>
                  <a:pt x="605388" y="61424"/>
                  <a:pt x="607226" y="59444"/>
                </a:cubicBezTo>
                <a:cubicBezTo>
                  <a:pt x="609064" y="57461"/>
                  <a:pt x="611413" y="56470"/>
                  <a:pt x="614272" y="56470"/>
                </a:cubicBezTo>
                <a:lnTo>
                  <a:pt x="635716" y="58206"/>
                </a:lnTo>
                <a:cubicBezTo>
                  <a:pt x="635716" y="54723"/>
                  <a:pt x="635563" y="50064"/>
                  <a:pt x="635257" y="44229"/>
                </a:cubicBezTo>
                <a:cubicBezTo>
                  <a:pt x="634950" y="38391"/>
                  <a:pt x="634797" y="34176"/>
                  <a:pt x="634797" y="31582"/>
                </a:cubicBezTo>
                <a:cubicBezTo>
                  <a:pt x="634797" y="28714"/>
                  <a:pt x="635784" y="26342"/>
                  <a:pt x="637759" y="24466"/>
                </a:cubicBezTo>
                <a:cubicBezTo>
                  <a:pt x="639733" y="22588"/>
                  <a:pt x="642150" y="21648"/>
                  <a:pt x="645009" y="21648"/>
                </a:cubicBezTo>
                <a:cubicBezTo>
                  <a:pt x="651136" y="21648"/>
                  <a:pt x="654710" y="26652"/>
                  <a:pt x="655731" y="36659"/>
                </a:cubicBezTo>
                <a:cubicBezTo>
                  <a:pt x="655935" y="39178"/>
                  <a:pt x="656037" y="42208"/>
                  <a:pt x="656037" y="45747"/>
                </a:cubicBezTo>
                <a:lnTo>
                  <a:pt x="655833" y="51670"/>
                </a:lnTo>
                <a:lnTo>
                  <a:pt x="655731" y="58001"/>
                </a:lnTo>
                <a:cubicBezTo>
                  <a:pt x="664172" y="56912"/>
                  <a:pt x="669006" y="56367"/>
                  <a:pt x="670231" y="56367"/>
                </a:cubicBezTo>
                <a:cubicBezTo>
                  <a:pt x="677311" y="56367"/>
                  <a:pt x="681940" y="56708"/>
                  <a:pt x="684119" y="57389"/>
                </a:cubicBezTo>
                <a:cubicBezTo>
                  <a:pt x="688271" y="58759"/>
                  <a:pt x="690348" y="61988"/>
                  <a:pt x="690348" y="67077"/>
                </a:cubicBezTo>
                <a:cubicBezTo>
                  <a:pt x="690348" y="70102"/>
                  <a:pt x="689412" y="72594"/>
                  <a:pt x="687540" y="74553"/>
                </a:cubicBezTo>
                <a:cubicBezTo>
                  <a:pt x="685667" y="76513"/>
                  <a:pt x="683268" y="77492"/>
                  <a:pt x="680340" y="77492"/>
                </a:cubicBezTo>
                <a:close/>
                <a:moveTo>
                  <a:pt x="729549" y="35128"/>
                </a:moveTo>
                <a:cubicBezTo>
                  <a:pt x="726282" y="35128"/>
                  <a:pt x="723457" y="33970"/>
                  <a:pt x="721074" y="31656"/>
                </a:cubicBezTo>
                <a:cubicBezTo>
                  <a:pt x="718691" y="29341"/>
                  <a:pt x="717500" y="26550"/>
                  <a:pt x="717500" y="23282"/>
                </a:cubicBezTo>
                <a:cubicBezTo>
                  <a:pt x="717500" y="20015"/>
                  <a:pt x="718691" y="17223"/>
                  <a:pt x="721074" y="14909"/>
                </a:cubicBezTo>
                <a:cubicBezTo>
                  <a:pt x="723457" y="12594"/>
                  <a:pt x="726282" y="11437"/>
                  <a:pt x="729549" y="11437"/>
                </a:cubicBezTo>
                <a:cubicBezTo>
                  <a:pt x="732817" y="11437"/>
                  <a:pt x="735625" y="12594"/>
                  <a:pt x="737974" y="14909"/>
                </a:cubicBezTo>
                <a:cubicBezTo>
                  <a:pt x="740323" y="17223"/>
                  <a:pt x="741497" y="20015"/>
                  <a:pt x="741497" y="23282"/>
                </a:cubicBezTo>
                <a:cubicBezTo>
                  <a:pt x="741497" y="26550"/>
                  <a:pt x="740323" y="29341"/>
                  <a:pt x="737974" y="31656"/>
                </a:cubicBezTo>
                <a:cubicBezTo>
                  <a:pt x="735625" y="33970"/>
                  <a:pt x="732817" y="35128"/>
                  <a:pt x="729549" y="35128"/>
                </a:cubicBezTo>
                <a:moveTo>
                  <a:pt x="734145" y="118102"/>
                </a:moveTo>
                <a:cubicBezTo>
                  <a:pt x="734145" y="122191"/>
                  <a:pt x="734264" y="128307"/>
                  <a:pt x="734502" y="136451"/>
                </a:cubicBezTo>
                <a:cubicBezTo>
                  <a:pt x="734740" y="144593"/>
                  <a:pt x="734859" y="150708"/>
                  <a:pt x="734859" y="154797"/>
                </a:cubicBezTo>
                <a:cubicBezTo>
                  <a:pt x="734859" y="157794"/>
                  <a:pt x="733940" y="160247"/>
                  <a:pt x="732102" y="162155"/>
                </a:cubicBezTo>
                <a:cubicBezTo>
                  <a:pt x="730264" y="164064"/>
                  <a:pt x="727848" y="165018"/>
                  <a:pt x="724852" y="165018"/>
                </a:cubicBezTo>
                <a:cubicBezTo>
                  <a:pt x="721925" y="165018"/>
                  <a:pt x="719525" y="164064"/>
                  <a:pt x="717653" y="162155"/>
                </a:cubicBezTo>
                <a:cubicBezTo>
                  <a:pt x="715781" y="160247"/>
                  <a:pt x="714845" y="157794"/>
                  <a:pt x="714845" y="154797"/>
                </a:cubicBezTo>
                <a:cubicBezTo>
                  <a:pt x="714845" y="150708"/>
                  <a:pt x="714726" y="144593"/>
                  <a:pt x="714487" y="136451"/>
                </a:cubicBezTo>
                <a:cubicBezTo>
                  <a:pt x="714249" y="128307"/>
                  <a:pt x="714130" y="122191"/>
                  <a:pt x="714130" y="118102"/>
                </a:cubicBezTo>
                <a:cubicBezTo>
                  <a:pt x="714130" y="111697"/>
                  <a:pt x="714470" y="103707"/>
                  <a:pt x="715151" y="94134"/>
                </a:cubicBezTo>
                <a:cubicBezTo>
                  <a:pt x="715832" y="84559"/>
                  <a:pt x="716172" y="76568"/>
                  <a:pt x="716172" y="70163"/>
                </a:cubicBezTo>
                <a:cubicBezTo>
                  <a:pt x="716172" y="67097"/>
                  <a:pt x="717108" y="64610"/>
                  <a:pt x="718981" y="62702"/>
                </a:cubicBezTo>
                <a:cubicBezTo>
                  <a:pt x="720853" y="60793"/>
                  <a:pt x="723252" y="59839"/>
                  <a:pt x="726180" y="59839"/>
                </a:cubicBezTo>
                <a:cubicBezTo>
                  <a:pt x="729107" y="59839"/>
                  <a:pt x="731507" y="60793"/>
                  <a:pt x="733379" y="62702"/>
                </a:cubicBezTo>
                <a:cubicBezTo>
                  <a:pt x="735251" y="64610"/>
                  <a:pt x="736187" y="67097"/>
                  <a:pt x="736187" y="70163"/>
                </a:cubicBezTo>
                <a:cubicBezTo>
                  <a:pt x="736187" y="76568"/>
                  <a:pt x="735847" y="84559"/>
                  <a:pt x="735166" y="94134"/>
                </a:cubicBezTo>
                <a:cubicBezTo>
                  <a:pt x="734485" y="103707"/>
                  <a:pt x="734145" y="111697"/>
                  <a:pt x="734145" y="118102"/>
                </a:cubicBezTo>
                <a:close/>
                <a:moveTo>
                  <a:pt x="807167" y="170532"/>
                </a:moveTo>
                <a:cubicBezTo>
                  <a:pt x="795730" y="170532"/>
                  <a:pt x="785893" y="166304"/>
                  <a:pt x="777656" y="157847"/>
                </a:cubicBezTo>
                <a:cubicBezTo>
                  <a:pt x="768466" y="148436"/>
                  <a:pt x="763632" y="135784"/>
                  <a:pt x="763156" y="119893"/>
                </a:cubicBezTo>
                <a:cubicBezTo>
                  <a:pt x="762747" y="104480"/>
                  <a:pt x="766628" y="90908"/>
                  <a:pt x="774797" y="79177"/>
                </a:cubicBezTo>
                <a:cubicBezTo>
                  <a:pt x="784328" y="65332"/>
                  <a:pt x="797603" y="58410"/>
                  <a:pt x="814622" y="58410"/>
                </a:cubicBezTo>
                <a:cubicBezTo>
                  <a:pt x="828237" y="58410"/>
                  <a:pt x="838551" y="64650"/>
                  <a:pt x="845562" y="77132"/>
                </a:cubicBezTo>
                <a:cubicBezTo>
                  <a:pt x="851145" y="87224"/>
                  <a:pt x="853834" y="99363"/>
                  <a:pt x="853630" y="113549"/>
                </a:cubicBezTo>
                <a:cubicBezTo>
                  <a:pt x="853425" y="128689"/>
                  <a:pt x="849477" y="141614"/>
                  <a:pt x="841784" y="152324"/>
                </a:cubicBezTo>
                <a:cubicBezTo>
                  <a:pt x="833070" y="164463"/>
                  <a:pt x="821531" y="170532"/>
                  <a:pt x="807167" y="170532"/>
                </a:cubicBezTo>
                <a:moveTo>
                  <a:pt x="813294" y="79241"/>
                </a:moveTo>
                <a:cubicBezTo>
                  <a:pt x="803287" y="79173"/>
                  <a:pt x="795492" y="83945"/>
                  <a:pt x="789910" y="93556"/>
                </a:cubicBezTo>
                <a:cubicBezTo>
                  <a:pt x="785485" y="101262"/>
                  <a:pt x="783272" y="110057"/>
                  <a:pt x="783272" y="119940"/>
                </a:cubicBezTo>
                <a:cubicBezTo>
                  <a:pt x="783272" y="129826"/>
                  <a:pt x="785961" y="137531"/>
                  <a:pt x="791339" y="143053"/>
                </a:cubicBezTo>
                <a:cubicBezTo>
                  <a:pt x="795833" y="147621"/>
                  <a:pt x="801108" y="149905"/>
                  <a:pt x="807167" y="149905"/>
                </a:cubicBezTo>
                <a:cubicBezTo>
                  <a:pt x="814247" y="149905"/>
                  <a:pt x="820340" y="147314"/>
                  <a:pt x="825446" y="142131"/>
                </a:cubicBezTo>
                <a:cubicBezTo>
                  <a:pt x="831232" y="136406"/>
                  <a:pt x="834296" y="128669"/>
                  <a:pt x="834636" y="118919"/>
                </a:cubicBezTo>
                <a:cubicBezTo>
                  <a:pt x="835589" y="92535"/>
                  <a:pt x="828475" y="79309"/>
                  <a:pt x="813294" y="79241"/>
                </a:cubicBezTo>
                <a:close/>
                <a:moveTo>
                  <a:pt x="956112" y="171757"/>
                </a:moveTo>
                <a:cubicBezTo>
                  <a:pt x="950257" y="171757"/>
                  <a:pt x="946956" y="168551"/>
                  <a:pt x="946207" y="162139"/>
                </a:cubicBezTo>
                <a:lnTo>
                  <a:pt x="943347" y="139728"/>
                </a:lnTo>
                <a:cubicBezTo>
                  <a:pt x="942394" y="131746"/>
                  <a:pt x="941918" y="124276"/>
                  <a:pt x="941918" y="117317"/>
                </a:cubicBezTo>
                <a:cubicBezTo>
                  <a:pt x="941918" y="115407"/>
                  <a:pt x="942037" y="112167"/>
                  <a:pt x="942275" y="107597"/>
                </a:cubicBezTo>
                <a:cubicBezTo>
                  <a:pt x="942514" y="103025"/>
                  <a:pt x="942633" y="99784"/>
                  <a:pt x="942633" y="97874"/>
                </a:cubicBezTo>
                <a:cubicBezTo>
                  <a:pt x="942633" y="83138"/>
                  <a:pt x="939910" y="75769"/>
                  <a:pt x="934463" y="75769"/>
                </a:cubicBezTo>
                <a:cubicBezTo>
                  <a:pt x="926839" y="75769"/>
                  <a:pt x="919555" y="80302"/>
                  <a:pt x="912611" y="89367"/>
                </a:cubicBezTo>
                <a:cubicBezTo>
                  <a:pt x="906348" y="97612"/>
                  <a:pt x="901446" y="108039"/>
                  <a:pt x="897906" y="120646"/>
                </a:cubicBezTo>
                <a:cubicBezTo>
                  <a:pt x="897770" y="123305"/>
                  <a:pt x="897464" y="126645"/>
                  <a:pt x="896987" y="130666"/>
                </a:cubicBezTo>
                <a:cubicBezTo>
                  <a:pt x="896579" y="134074"/>
                  <a:pt x="896375" y="137379"/>
                  <a:pt x="896375" y="140580"/>
                </a:cubicBezTo>
                <a:cubicBezTo>
                  <a:pt x="896375" y="142625"/>
                  <a:pt x="896579" y="145691"/>
                  <a:pt x="896987" y="149780"/>
                </a:cubicBezTo>
                <a:cubicBezTo>
                  <a:pt x="897396" y="153869"/>
                  <a:pt x="897600" y="156936"/>
                  <a:pt x="897600" y="158980"/>
                </a:cubicBezTo>
                <a:cubicBezTo>
                  <a:pt x="897600" y="162048"/>
                  <a:pt x="896664" y="164536"/>
                  <a:pt x="894792" y="166444"/>
                </a:cubicBezTo>
                <a:cubicBezTo>
                  <a:pt x="892920" y="168352"/>
                  <a:pt x="890520" y="169307"/>
                  <a:pt x="887593" y="169307"/>
                </a:cubicBezTo>
                <a:cubicBezTo>
                  <a:pt x="884597" y="169307"/>
                  <a:pt x="882181" y="168351"/>
                  <a:pt x="880343" y="166441"/>
                </a:cubicBezTo>
                <a:cubicBezTo>
                  <a:pt x="878504" y="164533"/>
                  <a:pt x="877585" y="162044"/>
                  <a:pt x="877585" y="158974"/>
                </a:cubicBezTo>
                <a:cubicBezTo>
                  <a:pt x="877585" y="156929"/>
                  <a:pt x="877364" y="153862"/>
                  <a:pt x="876922" y="149771"/>
                </a:cubicBezTo>
                <a:cubicBezTo>
                  <a:pt x="876479" y="145678"/>
                  <a:pt x="876258" y="142608"/>
                  <a:pt x="876258" y="140561"/>
                </a:cubicBezTo>
                <a:cubicBezTo>
                  <a:pt x="876258" y="133537"/>
                  <a:pt x="876751" y="123802"/>
                  <a:pt x="877739" y="111356"/>
                </a:cubicBezTo>
                <a:cubicBezTo>
                  <a:pt x="878726" y="98911"/>
                  <a:pt x="879219" y="89176"/>
                  <a:pt x="879219" y="82151"/>
                </a:cubicBezTo>
                <a:cubicBezTo>
                  <a:pt x="879219" y="79969"/>
                  <a:pt x="879100" y="76730"/>
                  <a:pt x="878862" y="72435"/>
                </a:cubicBezTo>
                <a:cubicBezTo>
                  <a:pt x="878624" y="68137"/>
                  <a:pt x="878504" y="64898"/>
                  <a:pt x="878504" y="62718"/>
                </a:cubicBezTo>
                <a:cubicBezTo>
                  <a:pt x="878504" y="59784"/>
                  <a:pt x="879475" y="57380"/>
                  <a:pt x="881415" y="55506"/>
                </a:cubicBezTo>
                <a:cubicBezTo>
                  <a:pt x="883355" y="53629"/>
                  <a:pt x="885755" y="52691"/>
                  <a:pt x="888614" y="52691"/>
                </a:cubicBezTo>
                <a:cubicBezTo>
                  <a:pt x="894877" y="52691"/>
                  <a:pt x="898315" y="57134"/>
                  <a:pt x="898927" y="66021"/>
                </a:cubicBezTo>
                <a:lnTo>
                  <a:pt x="899234" y="78016"/>
                </a:lnTo>
                <a:cubicBezTo>
                  <a:pt x="910671" y="62767"/>
                  <a:pt x="922414" y="55142"/>
                  <a:pt x="934463" y="55142"/>
                </a:cubicBezTo>
                <a:cubicBezTo>
                  <a:pt x="945356" y="55142"/>
                  <a:pt x="952946" y="59950"/>
                  <a:pt x="957235" y="69566"/>
                </a:cubicBezTo>
                <a:cubicBezTo>
                  <a:pt x="960162" y="75976"/>
                  <a:pt x="961762" y="85455"/>
                  <a:pt x="962035" y="98005"/>
                </a:cubicBezTo>
                <a:lnTo>
                  <a:pt x="962035" y="108334"/>
                </a:lnTo>
                <a:lnTo>
                  <a:pt x="961932" y="117847"/>
                </a:lnTo>
                <a:cubicBezTo>
                  <a:pt x="961932" y="123508"/>
                  <a:pt x="962664" y="130823"/>
                  <a:pt x="964128" y="139792"/>
                </a:cubicBezTo>
                <a:cubicBezTo>
                  <a:pt x="965592" y="148759"/>
                  <a:pt x="966323" y="156038"/>
                  <a:pt x="966323" y="161629"/>
                </a:cubicBezTo>
                <a:cubicBezTo>
                  <a:pt x="966323" y="164631"/>
                  <a:pt x="965353" y="167069"/>
                  <a:pt x="963413" y="168943"/>
                </a:cubicBezTo>
                <a:cubicBezTo>
                  <a:pt x="961473" y="170819"/>
                  <a:pt x="959039" y="171757"/>
                  <a:pt x="956112" y="171757"/>
                </a:cubicBezTo>
                <a:close/>
                <a:moveTo>
                  <a:pt x="1201627" y="172778"/>
                </a:moveTo>
                <a:cubicBezTo>
                  <a:pt x="1197951" y="172778"/>
                  <a:pt x="1194921" y="170872"/>
                  <a:pt x="1192539" y="167060"/>
                </a:cubicBezTo>
                <a:cubicBezTo>
                  <a:pt x="1190496" y="163792"/>
                  <a:pt x="1188658" y="158346"/>
                  <a:pt x="1187024" y="150722"/>
                </a:cubicBezTo>
                <a:lnTo>
                  <a:pt x="1183348" y="133158"/>
                </a:lnTo>
                <a:cubicBezTo>
                  <a:pt x="1180557" y="122266"/>
                  <a:pt x="1176132" y="98235"/>
                  <a:pt x="1170073" y="61065"/>
                </a:cubicBezTo>
                <a:lnTo>
                  <a:pt x="1149650" y="122640"/>
                </a:lnTo>
                <a:lnTo>
                  <a:pt x="1143626" y="142042"/>
                </a:lnTo>
                <a:cubicBezTo>
                  <a:pt x="1141175" y="149735"/>
                  <a:pt x="1138622" y="156032"/>
                  <a:pt x="1135967" y="160933"/>
                </a:cubicBezTo>
                <a:cubicBezTo>
                  <a:pt x="1133108" y="166107"/>
                  <a:pt x="1129261" y="168694"/>
                  <a:pt x="1124428" y="168694"/>
                </a:cubicBezTo>
                <a:cubicBezTo>
                  <a:pt x="1120411" y="168694"/>
                  <a:pt x="1117246" y="166515"/>
                  <a:pt x="1114931" y="162159"/>
                </a:cubicBezTo>
                <a:cubicBezTo>
                  <a:pt x="1113434" y="159299"/>
                  <a:pt x="1112072" y="155657"/>
                  <a:pt x="1110847" y="151232"/>
                </a:cubicBezTo>
                <a:lnTo>
                  <a:pt x="1107885" y="139897"/>
                </a:lnTo>
                <a:cubicBezTo>
                  <a:pt x="1101010" y="115866"/>
                  <a:pt x="1094951" y="90133"/>
                  <a:pt x="1089709" y="62699"/>
                </a:cubicBezTo>
                <a:lnTo>
                  <a:pt x="1086033" y="80977"/>
                </a:lnTo>
                <a:lnTo>
                  <a:pt x="1072860" y="134894"/>
                </a:lnTo>
                <a:cubicBezTo>
                  <a:pt x="1072315" y="141225"/>
                  <a:pt x="1070613" y="150586"/>
                  <a:pt x="1067754" y="162975"/>
                </a:cubicBezTo>
                <a:cubicBezTo>
                  <a:pt x="1065712" y="168285"/>
                  <a:pt x="1062342" y="170940"/>
                  <a:pt x="1057645" y="170940"/>
                </a:cubicBezTo>
                <a:cubicBezTo>
                  <a:pt x="1054309" y="170940"/>
                  <a:pt x="1051654" y="169749"/>
                  <a:pt x="1049680" y="167366"/>
                </a:cubicBezTo>
                <a:cubicBezTo>
                  <a:pt x="1047978" y="165324"/>
                  <a:pt x="1047127" y="162805"/>
                  <a:pt x="1047127" y="159810"/>
                </a:cubicBezTo>
                <a:cubicBezTo>
                  <a:pt x="1047127" y="148441"/>
                  <a:pt x="1049476" y="134485"/>
                  <a:pt x="1054173" y="117943"/>
                </a:cubicBezTo>
                <a:lnTo>
                  <a:pt x="1065406" y="76790"/>
                </a:lnTo>
                <a:lnTo>
                  <a:pt x="1071328" y="44624"/>
                </a:lnTo>
                <a:cubicBezTo>
                  <a:pt x="1074324" y="29579"/>
                  <a:pt x="1077489" y="19742"/>
                  <a:pt x="1080825" y="15113"/>
                </a:cubicBezTo>
                <a:cubicBezTo>
                  <a:pt x="1083548" y="11165"/>
                  <a:pt x="1086918" y="9190"/>
                  <a:pt x="1090934" y="9190"/>
                </a:cubicBezTo>
                <a:cubicBezTo>
                  <a:pt x="1095359" y="9190"/>
                  <a:pt x="1098661" y="11709"/>
                  <a:pt x="1100839" y="16747"/>
                </a:cubicBezTo>
                <a:cubicBezTo>
                  <a:pt x="1103494" y="22806"/>
                  <a:pt x="1106354" y="35162"/>
                  <a:pt x="1109417" y="53815"/>
                </a:cubicBezTo>
                <a:cubicBezTo>
                  <a:pt x="1113025" y="76212"/>
                  <a:pt x="1118641" y="100447"/>
                  <a:pt x="1126266" y="126520"/>
                </a:cubicBezTo>
                <a:cubicBezTo>
                  <a:pt x="1136341" y="100311"/>
                  <a:pt x="1145055" y="73012"/>
                  <a:pt x="1152407" y="44624"/>
                </a:cubicBezTo>
                <a:lnTo>
                  <a:pt x="1155471" y="29715"/>
                </a:lnTo>
                <a:cubicBezTo>
                  <a:pt x="1156696" y="23725"/>
                  <a:pt x="1158296" y="18891"/>
                  <a:pt x="1160270" y="15215"/>
                </a:cubicBezTo>
                <a:cubicBezTo>
                  <a:pt x="1162925" y="10246"/>
                  <a:pt x="1166567" y="7761"/>
                  <a:pt x="1171197" y="7761"/>
                </a:cubicBezTo>
                <a:cubicBezTo>
                  <a:pt x="1177051" y="7761"/>
                  <a:pt x="1181510" y="13377"/>
                  <a:pt x="1184574" y="24610"/>
                </a:cubicBezTo>
                <a:cubicBezTo>
                  <a:pt x="1185663" y="28490"/>
                  <a:pt x="1186990" y="36523"/>
                  <a:pt x="1188556" y="48709"/>
                </a:cubicBezTo>
                <a:cubicBezTo>
                  <a:pt x="1192573" y="79479"/>
                  <a:pt x="1197576" y="105757"/>
                  <a:pt x="1203567" y="127542"/>
                </a:cubicBezTo>
                <a:lnTo>
                  <a:pt x="1208571" y="145105"/>
                </a:lnTo>
                <a:cubicBezTo>
                  <a:pt x="1211158" y="154500"/>
                  <a:pt x="1212451" y="160286"/>
                  <a:pt x="1212451" y="162465"/>
                </a:cubicBezTo>
                <a:cubicBezTo>
                  <a:pt x="1212451" y="165392"/>
                  <a:pt x="1211345" y="167843"/>
                  <a:pt x="1209132" y="169817"/>
                </a:cubicBezTo>
                <a:cubicBezTo>
                  <a:pt x="1206920" y="171791"/>
                  <a:pt x="1204418" y="172778"/>
                  <a:pt x="1201627" y="172778"/>
                </a:cubicBezTo>
                <a:close/>
                <a:moveTo>
                  <a:pt x="1282737" y="169102"/>
                </a:moveTo>
                <a:cubicBezTo>
                  <a:pt x="1267351" y="169102"/>
                  <a:pt x="1254893" y="165253"/>
                  <a:pt x="1245362" y="157554"/>
                </a:cubicBezTo>
                <a:cubicBezTo>
                  <a:pt x="1234947" y="149036"/>
                  <a:pt x="1229739" y="137111"/>
                  <a:pt x="1229739" y="121778"/>
                </a:cubicBezTo>
                <a:cubicBezTo>
                  <a:pt x="1229739" y="104064"/>
                  <a:pt x="1234028" y="89210"/>
                  <a:pt x="1242605" y="77218"/>
                </a:cubicBezTo>
                <a:cubicBezTo>
                  <a:pt x="1251932" y="64135"/>
                  <a:pt x="1264390" y="57593"/>
                  <a:pt x="1279979" y="57593"/>
                </a:cubicBezTo>
                <a:cubicBezTo>
                  <a:pt x="1291280" y="57593"/>
                  <a:pt x="1300505" y="59499"/>
                  <a:pt x="1307653" y="63311"/>
                </a:cubicBezTo>
                <a:cubicBezTo>
                  <a:pt x="1316435" y="68009"/>
                  <a:pt x="1320825" y="75225"/>
                  <a:pt x="1320825" y="84960"/>
                </a:cubicBezTo>
                <a:cubicBezTo>
                  <a:pt x="1320825" y="91767"/>
                  <a:pt x="1316979" y="97962"/>
                  <a:pt x="1309286" y="103545"/>
                </a:cubicBezTo>
                <a:cubicBezTo>
                  <a:pt x="1305883" y="105995"/>
                  <a:pt x="1298667" y="109808"/>
                  <a:pt x="1287638" y="114981"/>
                </a:cubicBezTo>
                <a:lnTo>
                  <a:pt x="1248630" y="133464"/>
                </a:lnTo>
                <a:cubicBezTo>
                  <a:pt x="1252442" y="139115"/>
                  <a:pt x="1257191" y="143369"/>
                  <a:pt x="1262875" y="146229"/>
                </a:cubicBezTo>
                <a:cubicBezTo>
                  <a:pt x="1268560" y="149088"/>
                  <a:pt x="1275180" y="150517"/>
                  <a:pt x="1282737" y="150517"/>
                </a:cubicBezTo>
                <a:cubicBezTo>
                  <a:pt x="1287434" y="150517"/>
                  <a:pt x="1292948" y="149632"/>
                  <a:pt x="1299279" y="147862"/>
                </a:cubicBezTo>
                <a:cubicBezTo>
                  <a:pt x="1307312" y="145616"/>
                  <a:pt x="1312486" y="142672"/>
                  <a:pt x="1314801" y="139030"/>
                </a:cubicBezTo>
                <a:cubicBezTo>
                  <a:pt x="1317115" y="135387"/>
                  <a:pt x="1319600" y="133566"/>
                  <a:pt x="1322255" y="133566"/>
                </a:cubicBezTo>
                <a:cubicBezTo>
                  <a:pt x="1324638" y="133566"/>
                  <a:pt x="1326765" y="134472"/>
                  <a:pt x="1328637" y="136282"/>
                </a:cubicBezTo>
                <a:cubicBezTo>
                  <a:pt x="1330509" y="138090"/>
                  <a:pt x="1331445" y="140189"/>
                  <a:pt x="1331445" y="142578"/>
                </a:cubicBezTo>
                <a:cubicBezTo>
                  <a:pt x="1331445" y="150156"/>
                  <a:pt x="1325353" y="156676"/>
                  <a:pt x="1313167" y="162139"/>
                </a:cubicBezTo>
                <a:cubicBezTo>
                  <a:pt x="1302751" y="166781"/>
                  <a:pt x="1292608" y="169102"/>
                  <a:pt x="1282737" y="169102"/>
                </a:cubicBezTo>
                <a:moveTo>
                  <a:pt x="1279979" y="75974"/>
                </a:moveTo>
                <a:cubicBezTo>
                  <a:pt x="1271674" y="75974"/>
                  <a:pt x="1264764" y="79190"/>
                  <a:pt x="1259250" y="85623"/>
                </a:cubicBezTo>
                <a:cubicBezTo>
                  <a:pt x="1253736" y="92057"/>
                  <a:pt x="1249617" y="101741"/>
                  <a:pt x="1246894" y="114675"/>
                </a:cubicBezTo>
                <a:lnTo>
                  <a:pt x="1278244" y="99766"/>
                </a:lnTo>
                <a:cubicBezTo>
                  <a:pt x="1290565" y="93776"/>
                  <a:pt x="1299347" y="88568"/>
                  <a:pt x="1304589" y="84143"/>
                </a:cubicBezTo>
                <a:cubicBezTo>
                  <a:pt x="1298735" y="78697"/>
                  <a:pt x="1290531" y="75974"/>
                  <a:pt x="1279979" y="75974"/>
                </a:cubicBezTo>
                <a:close/>
                <a:moveTo>
                  <a:pt x="1418825" y="77492"/>
                </a:moveTo>
                <a:cubicBezTo>
                  <a:pt x="1417395" y="77492"/>
                  <a:pt x="1415711" y="77424"/>
                  <a:pt x="1413770" y="77288"/>
                </a:cubicBezTo>
                <a:cubicBezTo>
                  <a:pt x="1411830" y="77150"/>
                  <a:pt x="1410145" y="77081"/>
                  <a:pt x="1408716" y="77081"/>
                </a:cubicBezTo>
                <a:cubicBezTo>
                  <a:pt x="1407150" y="77081"/>
                  <a:pt x="1402521" y="77597"/>
                  <a:pt x="1394828" y="78629"/>
                </a:cubicBezTo>
                <a:lnTo>
                  <a:pt x="1396768" y="138911"/>
                </a:lnTo>
                <a:lnTo>
                  <a:pt x="1396870" y="143401"/>
                </a:lnTo>
                <a:lnTo>
                  <a:pt x="1396972" y="148603"/>
                </a:lnTo>
                <a:cubicBezTo>
                  <a:pt x="1397245" y="163495"/>
                  <a:pt x="1393671" y="170940"/>
                  <a:pt x="1386250" y="170940"/>
                </a:cubicBezTo>
                <a:cubicBezTo>
                  <a:pt x="1383527" y="170940"/>
                  <a:pt x="1381162" y="170056"/>
                  <a:pt x="1379153" y="168289"/>
                </a:cubicBezTo>
                <a:cubicBezTo>
                  <a:pt x="1377145" y="166521"/>
                  <a:pt x="1376141" y="164310"/>
                  <a:pt x="1376141" y="161658"/>
                </a:cubicBezTo>
                <a:cubicBezTo>
                  <a:pt x="1376141" y="159075"/>
                  <a:pt x="1376243" y="155200"/>
                  <a:pt x="1376447" y="150032"/>
                </a:cubicBezTo>
                <a:cubicBezTo>
                  <a:pt x="1376652" y="144863"/>
                  <a:pt x="1376754" y="140986"/>
                  <a:pt x="1376754" y="138401"/>
                </a:cubicBezTo>
                <a:lnTo>
                  <a:pt x="1374711" y="78833"/>
                </a:lnTo>
                <a:cubicBezTo>
                  <a:pt x="1369742" y="78629"/>
                  <a:pt x="1362185" y="78047"/>
                  <a:pt x="1352042" y="77087"/>
                </a:cubicBezTo>
                <a:cubicBezTo>
                  <a:pt x="1345983" y="76266"/>
                  <a:pt x="1342954" y="72880"/>
                  <a:pt x="1342954" y="66930"/>
                </a:cubicBezTo>
                <a:cubicBezTo>
                  <a:pt x="1342954" y="63920"/>
                  <a:pt x="1343873" y="61424"/>
                  <a:pt x="1345711" y="59444"/>
                </a:cubicBezTo>
                <a:cubicBezTo>
                  <a:pt x="1347549" y="57461"/>
                  <a:pt x="1349897" y="56470"/>
                  <a:pt x="1352757" y="56470"/>
                </a:cubicBezTo>
                <a:lnTo>
                  <a:pt x="1374201" y="58206"/>
                </a:lnTo>
                <a:cubicBezTo>
                  <a:pt x="1374201" y="54723"/>
                  <a:pt x="1374048" y="50064"/>
                  <a:pt x="1373741" y="44229"/>
                </a:cubicBezTo>
                <a:cubicBezTo>
                  <a:pt x="1373435" y="38391"/>
                  <a:pt x="1373282" y="34176"/>
                  <a:pt x="1373282" y="31582"/>
                </a:cubicBezTo>
                <a:cubicBezTo>
                  <a:pt x="1373282" y="28714"/>
                  <a:pt x="1374269" y="26342"/>
                  <a:pt x="1376243" y="24466"/>
                </a:cubicBezTo>
                <a:cubicBezTo>
                  <a:pt x="1378217" y="22588"/>
                  <a:pt x="1380634" y="21648"/>
                  <a:pt x="1383493" y="21648"/>
                </a:cubicBezTo>
                <a:cubicBezTo>
                  <a:pt x="1389620" y="21648"/>
                  <a:pt x="1393194" y="26652"/>
                  <a:pt x="1394215" y="36659"/>
                </a:cubicBezTo>
                <a:cubicBezTo>
                  <a:pt x="1394420" y="39178"/>
                  <a:pt x="1394522" y="42208"/>
                  <a:pt x="1394522" y="45747"/>
                </a:cubicBezTo>
                <a:lnTo>
                  <a:pt x="1394317" y="51670"/>
                </a:lnTo>
                <a:lnTo>
                  <a:pt x="1394215" y="58001"/>
                </a:lnTo>
                <a:cubicBezTo>
                  <a:pt x="1402657" y="56912"/>
                  <a:pt x="1407490" y="56367"/>
                  <a:pt x="1408716" y="56367"/>
                </a:cubicBezTo>
                <a:cubicBezTo>
                  <a:pt x="1415796" y="56367"/>
                  <a:pt x="1420425" y="56708"/>
                  <a:pt x="1422603" y="57389"/>
                </a:cubicBezTo>
                <a:cubicBezTo>
                  <a:pt x="1426756" y="58759"/>
                  <a:pt x="1428832" y="61988"/>
                  <a:pt x="1428832" y="67077"/>
                </a:cubicBezTo>
                <a:cubicBezTo>
                  <a:pt x="1428832" y="70102"/>
                  <a:pt x="1427896" y="72594"/>
                  <a:pt x="1426024" y="74553"/>
                </a:cubicBezTo>
                <a:cubicBezTo>
                  <a:pt x="1424152" y="76513"/>
                  <a:pt x="1421752" y="77492"/>
                  <a:pt x="1418825" y="77492"/>
                </a:cubicBezTo>
                <a:close/>
                <a:moveTo>
                  <a:pt x="1527976" y="88738"/>
                </a:moveTo>
                <a:cubicBezTo>
                  <a:pt x="1527499" y="97247"/>
                  <a:pt x="1524095" y="101502"/>
                  <a:pt x="1517764" y="101502"/>
                </a:cubicBezTo>
                <a:cubicBezTo>
                  <a:pt x="1511909" y="101502"/>
                  <a:pt x="1508982" y="98146"/>
                  <a:pt x="1508982" y="91434"/>
                </a:cubicBezTo>
                <a:cubicBezTo>
                  <a:pt x="1508982" y="90145"/>
                  <a:pt x="1508880" y="87771"/>
                  <a:pt x="1508676" y="84312"/>
                </a:cubicBezTo>
                <a:lnTo>
                  <a:pt x="1508370" y="75769"/>
                </a:lnTo>
                <a:cubicBezTo>
                  <a:pt x="1497613" y="77065"/>
                  <a:pt x="1489002" y="80101"/>
                  <a:pt x="1482534" y="84877"/>
                </a:cubicBezTo>
                <a:cubicBezTo>
                  <a:pt x="1476476" y="89312"/>
                  <a:pt x="1471438" y="95999"/>
                  <a:pt x="1467421" y="104936"/>
                </a:cubicBezTo>
                <a:lnTo>
                  <a:pt x="1467626" y="161013"/>
                </a:lnTo>
                <a:cubicBezTo>
                  <a:pt x="1467626" y="167904"/>
                  <a:pt x="1464256" y="171349"/>
                  <a:pt x="1457516" y="171349"/>
                </a:cubicBezTo>
                <a:cubicBezTo>
                  <a:pt x="1451526" y="171349"/>
                  <a:pt x="1448530" y="167905"/>
                  <a:pt x="1448530" y="161016"/>
                </a:cubicBezTo>
                <a:lnTo>
                  <a:pt x="1448530" y="89201"/>
                </a:lnTo>
                <a:cubicBezTo>
                  <a:pt x="1448530" y="86950"/>
                  <a:pt x="1448615" y="83575"/>
                  <a:pt x="1448785" y="79075"/>
                </a:cubicBezTo>
                <a:cubicBezTo>
                  <a:pt x="1448956" y="74574"/>
                  <a:pt x="1449041" y="71198"/>
                  <a:pt x="1449041" y="68947"/>
                </a:cubicBezTo>
                <a:cubicBezTo>
                  <a:pt x="1449041" y="62058"/>
                  <a:pt x="1452036" y="58614"/>
                  <a:pt x="1458027" y="58614"/>
                </a:cubicBezTo>
                <a:cubicBezTo>
                  <a:pt x="1464698" y="58614"/>
                  <a:pt x="1468068" y="64264"/>
                  <a:pt x="1468136" y="75565"/>
                </a:cubicBezTo>
                <a:cubicBezTo>
                  <a:pt x="1481207" y="62903"/>
                  <a:pt x="1495707" y="56572"/>
                  <a:pt x="1511637" y="56572"/>
                </a:cubicBezTo>
                <a:cubicBezTo>
                  <a:pt x="1517151" y="56572"/>
                  <a:pt x="1521270" y="58648"/>
                  <a:pt x="1523993" y="62801"/>
                </a:cubicBezTo>
                <a:cubicBezTo>
                  <a:pt x="1526716" y="66953"/>
                  <a:pt x="1528078" y="73216"/>
                  <a:pt x="1528078" y="81590"/>
                </a:cubicBezTo>
                <a:cubicBezTo>
                  <a:pt x="1528078" y="85130"/>
                  <a:pt x="1528044" y="87513"/>
                  <a:pt x="1527976" y="88738"/>
                </a:cubicBezTo>
                <a:close/>
                <a:moveTo>
                  <a:pt x="1568250" y="35128"/>
                </a:moveTo>
                <a:cubicBezTo>
                  <a:pt x="1564982" y="35128"/>
                  <a:pt x="1562157" y="33970"/>
                  <a:pt x="1559774" y="31656"/>
                </a:cubicBezTo>
                <a:cubicBezTo>
                  <a:pt x="1557392" y="29341"/>
                  <a:pt x="1556200" y="26550"/>
                  <a:pt x="1556200" y="23282"/>
                </a:cubicBezTo>
                <a:cubicBezTo>
                  <a:pt x="1556200" y="20015"/>
                  <a:pt x="1557392" y="17223"/>
                  <a:pt x="1559774" y="14909"/>
                </a:cubicBezTo>
                <a:cubicBezTo>
                  <a:pt x="1562157" y="12594"/>
                  <a:pt x="1564982" y="11437"/>
                  <a:pt x="1568250" y="11437"/>
                </a:cubicBezTo>
                <a:cubicBezTo>
                  <a:pt x="1571517" y="11437"/>
                  <a:pt x="1574326" y="12594"/>
                  <a:pt x="1576674" y="14909"/>
                </a:cubicBezTo>
                <a:cubicBezTo>
                  <a:pt x="1579023" y="17223"/>
                  <a:pt x="1580197" y="20015"/>
                  <a:pt x="1580197" y="23282"/>
                </a:cubicBezTo>
                <a:cubicBezTo>
                  <a:pt x="1580197" y="26550"/>
                  <a:pt x="1579023" y="29341"/>
                  <a:pt x="1576674" y="31656"/>
                </a:cubicBezTo>
                <a:cubicBezTo>
                  <a:pt x="1574326" y="33970"/>
                  <a:pt x="1571517" y="35128"/>
                  <a:pt x="1568250" y="35128"/>
                </a:cubicBezTo>
                <a:moveTo>
                  <a:pt x="1572845" y="118102"/>
                </a:moveTo>
                <a:cubicBezTo>
                  <a:pt x="1572845" y="122191"/>
                  <a:pt x="1572964" y="128307"/>
                  <a:pt x="1573202" y="136451"/>
                </a:cubicBezTo>
                <a:cubicBezTo>
                  <a:pt x="1573441" y="144593"/>
                  <a:pt x="1573560" y="150708"/>
                  <a:pt x="1573560" y="154797"/>
                </a:cubicBezTo>
                <a:cubicBezTo>
                  <a:pt x="1573560" y="157794"/>
                  <a:pt x="1572641" y="160247"/>
                  <a:pt x="1570803" y="162155"/>
                </a:cubicBezTo>
                <a:cubicBezTo>
                  <a:pt x="1568965" y="164064"/>
                  <a:pt x="1566548" y="165018"/>
                  <a:pt x="1563552" y="165018"/>
                </a:cubicBezTo>
                <a:cubicBezTo>
                  <a:pt x="1560625" y="165018"/>
                  <a:pt x="1558225" y="164064"/>
                  <a:pt x="1556353" y="162155"/>
                </a:cubicBezTo>
                <a:cubicBezTo>
                  <a:pt x="1554481" y="160247"/>
                  <a:pt x="1553545" y="157794"/>
                  <a:pt x="1553545" y="154797"/>
                </a:cubicBezTo>
                <a:cubicBezTo>
                  <a:pt x="1553545" y="150708"/>
                  <a:pt x="1553426" y="144593"/>
                  <a:pt x="1553188" y="136451"/>
                </a:cubicBezTo>
                <a:cubicBezTo>
                  <a:pt x="1552950" y="128307"/>
                  <a:pt x="1552830" y="122191"/>
                  <a:pt x="1552830" y="118102"/>
                </a:cubicBezTo>
                <a:cubicBezTo>
                  <a:pt x="1552830" y="111697"/>
                  <a:pt x="1553171" y="103707"/>
                  <a:pt x="1553852" y="94134"/>
                </a:cubicBezTo>
                <a:cubicBezTo>
                  <a:pt x="1554532" y="84559"/>
                  <a:pt x="1554873" y="76568"/>
                  <a:pt x="1554873" y="70163"/>
                </a:cubicBezTo>
                <a:cubicBezTo>
                  <a:pt x="1554873" y="67097"/>
                  <a:pt x="1555809" y="64610"/>
                  <a:pt x="1557681" y="62702"/>
                </a:cubicBezTo>
                <a:cubicBezTo>
                  <a:pt x="1559553" y="60793"/>
                  <a:pt x="1561953" y="59839"/>
                  <a:pt x="1564880" y="59839"/>
                </a:cubicBezTo>
                <a:cubicBezTo>
                  <a:pt x="1567807" y="59839"/>
                  <a:pt x="1570207" y="60793"/>
                  <a:pt x="1572079" y="62702"/>
                </a:cubicBezTo>
                <a:cubicBezTo>
                  <a:pt x="1573951" y="64610"/>
                  <a:pt x="1574887" y="67097"/>
                  <a:pt x="1574887" y="70163"/>
                </a:cubicBezTo>
                <a:cubicBezTo>
                  <a:pt x="1574887" y="76568"/>
                  <a:pt x="1574547" y="84559"/>
                  <a:pt x="1573866" y="94134"/>
                </a:cubicBezTo>
                <a:cubicBezTo>
                  <a:pt x="1573185" y="103707"/>
                  <a:pt x="1572845" y="111697"/>
                  <a:pt x="1572845" y="118102"/>
                </a:cubicBezTo>
                <a:close/>
                <a:moveTo>
                  <a:pt x="1653731" y="170940"/>
                </a:moveTo>
                <a:cubicBezTo>
                  <a:pt x="1639775" y="170940"/>
                  <a:pt x="1628134" y="166712"/>
                  <a:pt x="1618807" y="158256"/>
                </a:cubicBezTo>
                <a:cubicBezTo>
                  <a:pt x="1609004" y="149391"/>
                  <a:pt x="1604103" y="137695"/>
                  <a:pt x="1604103" y="123167"/>
                </a:cubicBezTo>
                <a:cubicBezTo>
                  <a:pt x="1604103" y="109324"/>
                  <a:pt x="1608698" y="95037"/>
                  <a:pt x="1617888" y="80307"/>
                </a:cubicBezTo>
                <a:cubicBezTo>
                  <a:pt x="1628100" y="63939"/>
                  <a:pt x="1639605" y="55755"/>
                  <a:pt x="1652403" y="55755"/>
                </a:cubicBezTo>
                <a:cubicBezTo>
                  <a:pt x="1659075" y="55755"/>
                  <a:pt x="1666529" y="57326"/>
                  <a:pt x="1674766" y="60468"/>
                </a:cubicBezTo>
                <a:cubicBezTo>
                  <a:pt x="1685182" y="64499"/>
                  <a:pt x="1690390" y="69418"/>
                  <a:pt x="1690390" y="75224"/>
                </a:cubicBezTo>
                <a:cubicBezTo>
                  <a:pt x="1690390" y="77819"/>
                  <a:pt x="1689539" y="80125"/>
                  <a:pt x="1687837" y="82142"/>
                </a:cubicBezTo>
                <a:cubicBezTo>
                  <a:pt x="1686135" y="84157"/>
                  <a:pt x="1684025" y="85164"/>
                  <a:pt x="1681506" y="85164"/>
                </a:cubicBezTo>
                <a:cubicBezTo>
                  <a:pt x="1679532" y="85164"/>
                  <a:pt x="1677813" y="84563"/>
                  <a:pt x="1676349" y="83361"/>
                </a:cubicBezTo>
                <a:cubicBezTo>
                  <a:pt x="1674885" y="82157"/>
                  <a:pt x="1673473" y="80970"/>
                  <a:pt x="1672111" y="79800"/>
                </a:cubicBezTo>
                <a:cubicBezTo>
                  <a:pt x="1668095" y="76568"/>
                  <a:pt x="1661525" y="74952"/>
                  <a:pt x="1652403" y="74952"/>
                </a:cubicBezTo>
                <a:cubicBezTo>
                  <a:pt x="1645459" y="74952"/>
                  <a:pt x="1638583" y="81164"/>
                  <a:pt x="1631776" y="93588"/>
                </a:cubicBezTo>
                <a:cubicBezTo>
                  <a:pt x="1625581" y="104987"/>
                  <a:pt x="1622483" y="114850"/>
                  <a:pt x="1622483" y="123176"/>
                </a:cubicBezTo>
                <a:cubicBezTo>
                  <a:pt x="1622483" y="132186"/>
                  <a:pt x="1625547" y="139285"/>
                  <a:pt x="1631674" y="144474"/>
                </a:cubicBezTo>
                <a:cubicBezTo>
                  <a:pt x="1637392" y="149320"/>
                  <a:pt x="1644744" y="151743"/>
                  <a:pt x="1653731" y="151743"/>
                </a:cubicBezTo>
                <a:cubicBezTo>
                  <a:pt x="1657815" y="151743"/>
                  <a:pt x="1662172" y="150654"/>
                  <a:pt x="1666801" y="148475"/>
                </a:cubicBezTo>
                <a:lnTo>
                  <a:pt x="1678647" y="142144"/>
                </a:lnTo>
                <a:cubicBezTo>
                  <a:pt x="1680689" y="141055"/>
                  <a:pt x="1682153" y="140510"/>
                  <a:pt x="1683038" y="140510"/>
                </a:cubicBezTo>
                <a:cubicBezTo>
                  <a:pt x="1685556" y="140510"/>
                  <a:pt x="1687735" y="141514"/>
                  <a:pt x="1689573" y="143523"/>
                </a:cubicBezTo>
                <a:cubicBezTo>
                  <a:pt x="1691411" y="145531"/>
                  <a:pt x="1692330" y="147828"/>
                  <a:pt x="1692330" y="150415"/>
                </a:cubicBezTo>
                <a:cubicBezTo>
                  <a:pt x="1692330" y="155385"/>
                  <a:pt x="1687088" y="160184"/>
                  <a:pt x="1676604" y="164814"/>
                </a:cubicBezTo>
                <a:cubicBezTo>
                  <a:pt x="1667414" y="168898"/>
                  <a:pt x="1659789" y="170940"/>
                  <a:pt x="1653731" y="170940"/>
                </a:cubicBezTo>
                <a:close/>
                <a:moveTo>
                  <a:pt x="1783243" y="85777"/>
                </a:moveTo>
                <a:cubicBezTo>
                  <a:pt x="1779499" y="85777"/>
                  <a:pt x="1776878" y="84526"/>
                  <a:pt x="1775380" y="82024"/>
                </a:cubicBezTo>
                <a:cubicBezTo>
                  <a:pt x="1774359" y="80267"/>
                  <a:pt x="1773474" y="76616"/>
                  <a:pt x="1772725" y="71072"/>
                </a:cubicBezTo>
                <a:cubicBezTo>
                  <a:pt x="1767619" y="72363"/>
                  <a:pt x="1759757" y="74743"/>
                  <a:pt x="1749137" y="78210"/>
                </a:cubicBezTo>
                <a:cubicBezTo>
                  <a:pt x="1738176" y="82563"/>
                  <a:pt x="1732662" y="87935"/>
                  <a:pt x="1732594" y="94325"/>
                </a:cubicBezTo>
                <a:cubicBezTo>
                  <a:pt x="1734636" y="95074"/>
                  <a:pt x="1736644" y="95619"/>
                  <a:pt x="1738619" y="95959"/>
                </a:cubicBezTo>
                <a:cubicBezTo>
                  <a:pt x="1754276" y="98746"/>
                  <a:pt x="1765917" y="102588"/>
                  <a:pt x="1773542" y="107486"/>
                </a:cubicBezTo>
                <a:cubicBezTo>
                  <a:pt x="1784639" y="114627"/>
                  <a:pt x="1790187" y="124965"/>
                  <a:pt x="1790187" y="138500"/>
                </a:cubicBezTo>
                <a:cubicBezTo>
                  <a:pt x="1790187" y="149586"/>
                  <a:pt x="1785387" y="157951"/>
                  <a:pt x="1775789" y="163595"/>
                </a:cubicBezTo>
                <a:cubicBezTo>
                  <a:pt x="1767824" y="168219"/>
                  <a:pt x="1757748" y="170532"/>
                  <a:pt x="1745563" y="170532"/>
                </a:cubicBezTo>
                <a:cubicBezTo>
                  <a:pt x="1736644" y="170532"/>
                  <a:pt x="1728135" y="169034"/>
                  <a:pt x="1720034" y="166039"/>
                </a:cubicBezTo>
                <a:cubicBezTo>
                  <a:pt x="1709550" y="162227"/>
                  <a:pt x="1704308" y="156917"/>
                  <a:pt x="1704308" y="150109"/>
                </a:cubicBezTo>
                <a:cubicBezTo>
                  <a:pt x="1704308" y="147386"/>
                  <a:pt x="1705380" y="145003"/>
                  <a:pt x="1707525" y="142961"/>
                </a:cubicBezTo>
                <a:cubicBezTo>
                  <a:pt x="1709669" y="140919"/>
                  <a:pt x="1712103" y="139897"/>
                  <a:pt x="1714826" y="139897"/>
                </a:cubicBezTo>
                <a:cubicBezTo>
                  <a:pt x="1716936" y="139897"/>
                  <a:pt x="1719659" y="141531"/>
                  <a:pt x="1722995" y="144799"/>
                </a:cubicBezTo>
                <a:cubicBezTo>
                  <a:pt x="1724629" y="146365"/>
                  <a:pt x="1728305" y="147658"/>
                  <a:pt x="1734024" y="148679"/>
                </a:cubicBezTo>
                <a:cubicBezTo>
                  <a:pt x="1738585" y="149496"/>
                  <a:pt x="1742431" y="149905"/>
                  <a:pt x="1745563" y="149905"/>
                </a:cubicBezTo>
                <a:cubicBezTo>
                  <a:pt x="1751281" y="149905"/>
                  <a:pt x="1756319" y="149225"/>
                  <a:pt x="1760676" y="147866"/>
                </a:cubicBezTo>
                <a:cubicBezTo>
                  <a:pt x="1767007" y="145894"/>
                  <a:pt x="1770172" y="142766"/>
                  <a:pt x="1770172" y="138484"/>
                </a:cubicBezTo>
                <a:cubicBezTo>
                  <a:pt x="1770172" y="129236"/>
                  <a:pt x="1763705" y="122980"/>
                  <a:pt x="1750770" y="119717"/>
                </a:cubicBezTo>
                <a:lnTo>
                  <a:pt x="1740150" y="117368"/>
                </a:lnTo>
                <a:cubicBezTo>
                  <a:pt x="1731096" y="115392"/>
                  <a:pt x="1724663" y="113075"/>
                  <a:pt x="1720851" y="110418"/>
                </a:cubicBezTo>
                <a:cubicBezTo>
                  <a:pt x="1715337" y="106604"/>
                  <a:pt x="1712579" y="100849"/>
                  <a:pt x="1712579" y="93154"/>
                </a:cubicBezTo>
                <a:cubicBezTo>
                  <a:pt x="1712579" y="78918"/>
                  <a:pt x="1719285" y="68768"/>
                  <a:pt x="1732696" y="62705"/>
                </a:cubicBezTo>
                <a:cubicBezTo>
                  <a:pt x="1736781" y="60867"/>
                  <a:pt x="1743316" y="58671"/>
                  <a:pt x="1752302" y="56119"/>
                </a:cubicBezTo>
                <a:cubicBezTo>
                  <a:pt x="1761288" y="53564"/>
                  <a:pt x="1767721" y="51400"/>
                  <a:pt x="1771602" y="49628"/>
                </a:cubicBezTo>
                <a:cubicBezTo>
                  <a:pt x="1774393" y="48402"/>
                  <a:pt x="1777422" y="47790"/>
                  <a:pt x="1780690" y="47790"/>
                </a:cubicBezTo>
                <a:cubicBezTo>
                  <a:pt x="1783617" y="47790"/>
                  <a:pt x="1786017" y="48743"/>
                  <a:pt x="1787889" y="50649"/>
                </a:cubicBezTo>
                <a:cubicBezTo>
                  <a:pt x="1789761" y="52555"/>
                  <a:pt x="1790697" y="55040"/>
                  <a:pt x="1790697" y="58103"/>
                </a:cubicBezTo>
                <a:cubicBezTo>
                  <a:pt x="1790697" y="60078"/>
                  <a:pt x="1791123" y="62971"/>
                  <a:pt x="1791974" y="66783"/>
                </a:cubicBezTo>
                <a:cubicBezTo>
                  <a:pt x="1792825" y="70595"/>
                  <a:pt x="1793250" y="73489"/>
                  <a:pt x="1793250" y="75463"/>
                </a:cubicBezTo>
                <a:cubicBezTo>
                  <a:pt x="1793250" y="78526"/>
                  <a:pt x="1792314" y="81011"/>
                  <a:pt x="1790442" y="82917"/>
                </a:cubicBezTo>
                <a:cubicBezTo>
                  <a:pt x="1788570" y="84823"/>
                  <a:pt x="1786170" y="85777"/>
                  <a:pt x="1783243" y="857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d18fa367413c"/>
          <a:stretch xmlns:a="http://schemas.openxmlformats.org/drawingml/2006/main"/>
        </p:blipFill>
        <p:spPr>
          <a:xfrm xmlns:a="http://schemas.openxmlformats.org/drawingml/2006/main">
            <a:off x="76274" y="951529"/>
            <a:ext cx="1050943" cy="1114574"/>
          </a:xfrm>
          <a:prstGeom xmlns:a="http://schemas.openxmlformats.org/drawingml/2006/main" prst="rect">
            <a:avLst/>
          </a:prstGeom>
        </p:spPr>
      </p:pic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2A3B9-52AF-4477-B7FC-6E75B30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107" y="325230"/>
            <a:ext cx="2127731" cy="2367175"/>
          </a:xfrm>
          <a:custGeom xmlns:a="http://schemas.openxmlformats.org/drawingml/2006/main">
            <a:pathLst>
              <a:path w="2127731" h="2367175">
                <a:moveTo>
                  <a:pt x="0" y="354629"/>
                </a:moveTo>
                <a:cubicBezTo>
                  <a:pt x="0" y="158773"/>
                  <a:pt x="158773" y="0"/>
                  <a:pt x="354629" y="0"/>
                </a:cubicBezTo>
                <a:lnTo>
                  <a:pt x="1773104" y="0"/>
                </a:lnTo>
                <a:cubicBezTo>
                  <a:pt x="1968959" y="0"/>
                  <a:pt x="2127731" y="158773"/>
                  <a:pt x="2127731" y="354629"/>
                </a:cubicBezTo>
                <a:lnTo>
                  <a:pt x="2127731" y="2012545"/>
                </a:lnTo>
                <a:cubicBezTo>
                  <a:pt x="2127731" y="2208402"/>
                  <a:pt x="1968959" y="2367175"/>
                  <a:pt x="1773104" y="2367175"/>
                </a:cubicBezTo>
                <a:lnTo>
                  <a:pt x="354629" y="2367175"/>
                </a:lnTo>
                <a:cubicBezTo>
                  <a:pt x="158773" y="2367175"/>
                  <a:pt x="0" y="2208402"/>
                  <a:pt x="0" y="2012545"/>
                </a:cubicBezTo>
                <a:lnTo>
                  <a:pt x="0" y="354629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c9c3085554020"/>
          <a:stretch xmlns:a="http://schemas.openxmlformats.org/drawingml/2006/main"/>
        </p:blipFill>
        <p:spPr>
          <a:xfrm xmlns:a="http://schemas.openxmlformats.org/drawingml/2006/main">
            <a:off x="2818738" y="688531"/>
            <a:ext cx="1086265" cy="1152035"/>
          </a:xfrm>
          <a:prstGeom xmlns:a="http://schemas.openxmlformats.org/drawingml/2006/main" prst="rect">
            <a:avLst/>
          </a:prstGeom>
        </p:spPr>
      </p:pic>
      <p:sp>
        <p:nvSpPr>
          <p:cNvPr id="13" name="Text Specifytasktypes,">
            <a:extLst xmlns:a="http://schemas.openxmlformats.org/drawingml/2006/main">
              <a:ext uri="{FF2B5EF4-FFF2-40B4-BE49-F238E27FC236}">
                <a16:creationId xmlns:a16="http://schemas.microsoft.com/office/drawing/2014/main" id="{35505F01-50D7-4681-BA57-33977932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267" y="1873977"/>
            <a:ext cx="1563353" cy="186190"/>
          </a:xfrm>
          <a:custGeom xmlns:a="http://schemas.openxmlformats.org/drawingml/2006/main">
            <a:pathLst>
              <a:path w="1563353" h="186190">
                <a:moveTo>
                  <a:pt x="57" y="115496"/>
                </a:moveTo>
                <a:cubicBezTo>
                  <a:pt x="0" y="113106"/>
                  <a:pt x="808" y="111158"/>
                  <a:pt x="2482" y="109651"/>
                </a:cubicBezTo>
                <a:cubicBezTo>
                  <a:pt x="4156" y="108144"/>
                  <a:pt x="6212" y="107391"/>
                  <a:pt x="8651" y="107391"/>
                </a:cubicBezTo>
                <a:cubicBezTo>
                  <a:pt x="11431" y="107391"/>
                  <a:pt x="13871" y="108986"/>
                  <a:pt x="15970" y="112178"/>
                </a:cubicBezTo>
                <a:cubicBezTo>
                  <a:pt x="18863" y="116510"/>
                  <a:pt x="21444" y="119446"/>
                  <a:pt x="23713" y="120985"/>
                </a:cubicBezTo>
                <a:cubicBezTo>
                  <a:pt x="28535" y="124176"/>
                  <a:pt x="35542" y="125772"/>
                  <a:pt x="44732" y="125772"/>
                </a:cubicBezTo>
                <a:cubicBezTo>
                  <a:pt x="53525" y="125772"/>
                  <a:pt x="61694" y="123868"/>
                  <a:pt x="69240" y="120060"/>
                </a:cubicBezTo>
                <a:cubicBezTo>
                  <a:pt x="78884" y="115172"/>
                  <a:pt x="83706" y="108381"/>
                  <a:pt x="83706" y="99687"/>
                </a:cubicBezTo>
                <a:cubicBezTo>
                  <a:pt x="83706" y="92527"/>
                  <a:pt x="79650" y="86872"/>
                  <a:pt x="71537" y="82724"/>
                </a:cubicBezTo>
                <a:cubicBezTo>
                  <a:pt x="64673" y="79143"/>
                  <a:pt x="56192" y="77210"/>
                  <a:pt x="46094" y="76927"/>
                </a:cubicBezTo>
                <a:cubicBezTo>
                  <a:pt x="37130" y="76586"/>
                  <a:pt x="29500" y="74626"/>
                  <a:pt x="23203" y="71047"/>
                </a:cubicBezTo>
                <a:cubicBezTo>
                  <a:pt x="15147" y="66447"/>
                  <a:pt x="11119" y="59857"/>
                  <a:pt x="11119" y="51278"/>
                </a:cubicBezTo>
                <a:cubicBezTo>
                  <a:pt x="11119" y="41168"/>
                  <a:pt x="16849" y="31938"/>
                  <a:pt x="28309" y="23587"/>
                </a:cubicBezTo>
                <a:cubicBezTo>
                  <a:pt x="39258" y="15691"/>
                  <a:pt x="50575" y="11743"/>
                  <a:pt x="62262" y="11743"/>
                </a:cubicBezTo>
                <a:cubicBezTo>
                  <a:pt x="67765" y="11743"/>
                  <a:pt x="73977" y="12684"/>
                  <a:pt x="80898" y="14565"/>
                </a:cubicBezTo>
                <a:cubicBezTo>
                  <a:pt x="90088" y="17015"/>
                  <a:pt x="94683" y="20148"/>
                  <a:pt x="94683" y="23965"/>
                </a:cubicBezTo>
                <a:cubicBezTo>
                  <a:pt x="94683" y="28979"/>
                  <a:pt x="92130" y="31485"/>
                  <a:pt x="87025" y="31485"/>
                </a:cubicBezTo>
                <a:cubicBezTo>
                  <a:pt x="84755" y="31485"/>
                  <a:pt x="80784" y="30876"/>
                  <a:pt x="75111" y="29656"/>
                </a:cubicBezTo>
                <a:cubicBezTo>
                  <a:pt x="69438" y="28436"/>
                  <a:pt x="65042" y="27855"/>
                  <a:pt x="61921" y="27911"/>
                </a:cubicBezTo>
                <a:cubicBezTo>
                  <a:pt x="53071" y="28025"/>
                  <a:pt x="45555" y="30204"/>
                  <a:pt x="39371" y="34448"/>
                </a:cubicBezTo>
                <a:cubicBezTo>
                  <a:pt x="33017" y="38805"/>
                  <a:pt x="29840" y="44096"/>
                  <a:pt x="29840" y="50321"/>
                </a:cubicBezTo>
                <a:cubicBezTo>
                  <a:pt x="29840" y="55019"/>
                  <a:pt x="34038" y="58330"/>
                  <a:pt x="42434" y="60253"/>
                </a:cubicBezTo>
                <a:cubicBezTo>
                  <a:pt x="45555" y="60989"/>
                  <a:pt x="51596" y="61668"/>
                  <a:pt x="60560" y="62290"/>
                </a:cubicBezTo>
                <a:cubicBezTo>
                  <a:pt x="73551" y="63256"/>
                  <a:pt x="83706" y="67350"/>
                  <a:pt x="91024" y="74570"/>
                </a:cubicBezTo>
                <a:cubicBezTo>
                  <a:pt x="97718" y="81165"/>
                  <a:pt x="101065" y="89210"/>
                  <a:pt x="101065" y="98703"/>
                </a:cubicBezTo>
                <a:cubicBezTo>
                  <a:pt x="101065" y="112235"/>
                  <a:pt x="94825" y="123038"/>
                  <a:pt x="82344" y="131111"/>
                </a:cubicBezTo>
                <a:cubicBezTo>
                  <a:pt x="71509" y="138103"/>
                  <a:pt x="58943" y="141599"/>
                  <a:pt x="44647" y="141599"/>
                </a:cubicBezTo>
                <a:cubicBezTo>
                  <a:pt x="34265" y="141599"/>
                  <a:pt x="24763" y="139608"/>
                  <a:pt x="16140" y="135627"/>
                </a:cubicBezTo>
                <a:cubicBezTo>
                  <a:pt x="5588" y="130737"/>
                  <a:pt x="227" y="124027"/>
                  <a:pt x="57" y="115496"/>
                </a:cubicBezTo>
                <a:close/>
                <a:moveTo>
                  <a:pt x="156463" y="139727"/>
                </a:moveTo>
                <a:cubicBezTo>
                  <a:pt x="150790" y="139727"/>
                  <a:pt x="144549" y="138820"/>
                  <a:pt x="137742" y="137004"/>
                </a:cubicBezTo>
                <a:lnTo>
                  <a:pt x="137571" y="177680"/>
                </a:lnTo>
                <a:cubicBezTo>
                  <a:pt x="137571" y="180176"/>
                  <a:pt x="136791" y="182218"/>
                  <a:pt x="135231" y="183807"/>
                </a:cubicBezTo>
                <a:cubicBezTo>
                  <a:pt x="133671" y="185395"/>
                  <a:pt x="131671" y="186190"/>
                  <a:pt x="129232" y="186190"/>
                </a:cubicBezTo>
                <a:cubicBezTo>
                  <a:pt x="126793" y="186190"/>
                  <a:pt x="124793" y="185394"/>
                  <a:pt x="123233" y="183804"/>
                </a:cubicBezTo>
                <a:cubicBezTo>
                  <a:pt x="121673" y="182214"/>
                  <a:pt x="120893" y="180169"/>
                  <a:pt x="120893" y="177669"/>
                </a:cubicBezTo>
                <a:lnTo>
                  <a:pt x="121148" y="143591"/>
                </a:lnTo>
                <a:lnTo>
                  <a:pt x="121148" y="109598"/>
                </a:lnTo>
                <a:cubicBezTo>
                  <a:pt x="120978" y="97158"/>
                  <a:pt x="120552" y="85827"/>
                  <a:pt x="119871" y="75605"/>
                </a:cubicBezTo>
                <a:lnTo>
                  <a:pt x="118595" y="58309"/>
                </a:lnTo>
                <a:cubicBezTo>
                  <a:pt x="118595" y="54276"/>
                  <a:pt x="119332" y="50868"/>
                  <a:pt x="120807" y="48084"/>
                </a:cubicBezTo>
                <a:cubicBezTo>
                  <a:pt x="122509" y="44734"/>
                  <a:pt x="124977" y="43058"/>
                  <a:pt x="128211" y="43058"/>
                </a:cubicBezTo>
                <a:cubicBezTo>
                  <a:pt x="130423" y="43058"/>
                  <a:pt x="132281" y="43850"/>
                  <a:pt x="133785" y="45433"/>
                </a:cubicBezTo>
                <a:cubicBezTo>
                  <a:pt x="135288" y="47016"/>
                  <a:pt x="136040" y="48948"/>
                  <a:pt x="136040" y="51228"/>
                </a:cubicBezTo>
                <a:cubicBezTo>
                  <a:pt x="136040" y="51738"/>
                  <a:pt x="135955" y="52674"/>
                  <a:pt x="135784" y="54036"/>
                </a:cubicBezTo>
                <a:cubicBezTo>
                  <a:pt x="135501" y="55794"/>
                  <a:pt x="135302" y="57411"/>
                  <a:pt x="135189" y="58886"/>
                </a:cubicBezTo>
                <a:cubicBezTo>
                  <a:pt x="140067" y="55539"/>
                  <a:pt x="144776" y="53029"/>
                  <a:pt x="149315" y="51355"/>
                </a:cubicBezTo>
                <a:cubicBezTo>
                  <a:pt x="153853" y="49682"/>
                  <a:pt x="158193" y="48845"/>
                  <a:pt x="162334" y="48845"/>
                </a:cubicBezTo>
                <a:cubicBezTo>
                  <a:pt x="173964" y="48845"/>
                  <a:pt x="182474" y="54012"/>
                  <a:pt x="187863" y="64346"/>
                </a:cubicBezTo>
                <a:cubicBezTo>
                  <a:pt x="192118" y="72524"/>
                  <a:pt x="194245" y="83342"/>
                  <a:pt x="194245" y="96799"/>
                </a:cubicBezTo>
                <a:cubicBezTo>
                  <a:pt x="194245" y="109064"/>
                  <a:pt x="190955" y="119171"/>
                  <a:pt x="184374" y="127122"/>
                </a:cubicBezTo>
                <a:cubicBezTo>
                  <a:pt x="177396" y="135526"/>
                  <a:pt x="168092" y="139727"/>
                  <a:pt x="156463" y="139727"/>
                </a:cubicBezTo>
                <a:moveTo>
                  <a:pt x="162334" y="65864"/>
                </a:moveTo>
                <a:cubicBezTo>
                  <a:pt x="157115" y="65864"/>
                  <a:pt x="152406" y="67027"/>
                  <a:pt x="148208" y="69353"/>
                </a:cubicBezTo>
                <a:cubicBezTo>
                  <a:pt x="145202" y="70998"/>
                  <a:pt x="141401" y="74005"/>
                  <a:pt x="136805" y="78373"/>
                </a:cubicBezTo>
                <a:cubicBezTo>
                  <a:pt x="137543" y="91251"/>
                  <a:pt x="137912" y="104781"/>
                  <a:pt x="137912" y="118964"/>
                </a:cubicBezTo>
                <a:cubicBezTo>
                  <a:pt x="144095" y="121347"/>
                  <a:pt x="150279" y="122538"/>
                  <a:pt x="156463" y="122538"/>
                </a:cubicBezTo>
                <a:cubicBezTo>
                  <a:pt x="163554" y="122538"/>
                  <a:pt x="168972" y="119900"/>
                  <a:pt x="172716" y="114624"/>
                </a:cubicBezTo>
                <a:cubicBezTo>
                  <a:pt x="175950" y="110029"/>
                  <a:pt x="177566" y="104072"/>
                  <a:pt x="177566" y="96754"/>
                </a:cubicBezTo>
                <a:cubicBezTo>
                  <a:pt x="177566" y="86429"/>
                  <a:pt x="176304" y="78699"/>
                  <a:pt x="173780" y="73565"/>
                </a:cubicBezTo>
                <a:cubicBezTo>
                  <a:pt x="171255" y="68431"/>
                  <a:pt x="167440" y="65864"/>
                  <a:pt x="162334" y="65864"/>
                </a:cubicBezTo>
                <a:close/>
                <a:moveTo>
                  <a:pt x="253710" y="140578"/>
                </a:moveTo>
                <a:cubicBezTo>
                  <a:pt x="240889" y="140578"/>
                  <a:pt x="230507" y="137370"/>
                  <a:pt x="222565" y="130954"/>
                </a:cubicBezTo>
                <a:cubicBezTo>
                  <a:pt x="213885" y="123856"/>
                  <a:pt x="209545" y="113918"/>
                  <a:pt x="209545" y="101142"/>
                </a:cubicBezTo>
                <a:cubicBezTo>
                  <a:pt x="209545" y="86379"/>
                  <a:pt x="213119" y="74001"/>
                  <a:pt x="220267" y="64008"/>
                </a:cubicBezTo>
                <a:cubicBezTo>
                  <a:pt x="228039" y="53105"/>
                  <a:pt x="238421" y="47654"/>
                  <a:pt x="251412" y="47654"/>
                </a:cubicBezTo>
                <a:cubicBezTo>
                  <a:pt x="260830" y="47654"/>
                  <a:pt x="268517" y="49242"/>
                  <a:pt x="274473" y="52419"/>
                </a:cubicBezTo>
                <a:cubicBezTo>
                  <a:pt x="281792" y="56333"/>
                  <a:pt x="285451" y="62347"/>
                  <a:pt x="285451" y="70459"/>
                </a:cubicBezTo>
                <a:cubicBezTo>
                  <a:pt x="285451" y="76132"/>
                  <a:pt x="282245" y="81295"/>
                  <a:pt x="275835" y="85947"/>
                </a:cubicBezTo>
                <a:cubicBezTo>
                  <a:pt x="272998" y="87989"/>
                  <a:pt x="266985" y="91166"/>
                  <a:pt x="257795" y="95477"/>
                </a:cubicBezTo>
                <a:lnTo>
                  <a:pt x="225288" y="110880"/>
                </a:lnTo>
                <a:cubicBezTo>
                  <a:pt x="228465" y="115588"/>
                  <a:pt x="232422" y="119134"/>
                  <a:pt x="237159" y="121517"/>
                </a:cubicBezTo>
                <a:cubicBezTo>
                  <a:pt x="241896" y="123899"/>
                  <a:pt x="247413" y="125091"/>
                  <a:pt x="253710" y="125091"/>
                </a:cubicBezTo>
                <a:cubicBezTo>
                  <a:pt x="257624" y="125091"/>
                  <a:pt x="262220" y="124353"/>
                  <a:pt x="267496" y="122878"/>
                </a:cubicBezTo>
                <a:cubicBezTo>
                  <a:pt x="274190" y="121006"/>
                  <a:pt x="278501" y="118553"/>
                  <a:pt x="280430" y="115518"/>
                </a:cubicBezTo>
                <a:cubicBezTo>
                  <a:pt x="282359" y="112482"/>
                  <a:pt x="284430" y="110965"/>
                  <a:pt x="286642" y="110965"/>
                </a:cubicBezTo>
                <a:cubicBezTo>
                  <a:pt x="288628" y="110965"/>
                  <a:pt x="290401" y="111719"/>
                  <a:pt x="291961" y="113228"/>
                </a:cubicBezTo>
                <a:cubicBezTo>
                  <a:pt x="293521" y="114735"/>
                  <a:pt x="294301" y="116484"/>
                  <a:pt x="294301" y="118475"/>
                </a:cubicBezTo>
                <a:cubicBezTo>
                  <a:pt x="294301" y="124789"/>
                  <a:pt x="289223" y="130223"/>
                  <a:pt x="279069" y="134776"/>
                </a:cubicBezTo>
                <a:cubicBezTo>
                  <a:pt x="270389" y="138644"/>
                  <a:pt x="261936" y="140578"/>
                  <a:pt x="253710" y="140578"/>
                </a:cubicBezTo>
                <a:moveTo>
                  <a:pt x="251412" y="62971"/>
                </a:moveTo>
                <a:cubicBezTo>
                  <a:pt x="244491" y="62971"/>
                  <a:pt x="238733" y="65651"/>
                  <a:pt x="234138" y="71012"/>
                </a:cubicBezTo>
                <a:cubicBezTo>
                  <a:pt x="229543" y="76373"/>
                  <a:pt x="226111" y="84443"/>
                  <a:pt x="223841" y="95222"/>
                </a:cubicBezTo>
                <a:lnTo>
                  <a:pt x="249966" y="82798"/>
                </a:lnTo>
                <a:cubicBezTo>
                  <a:pt x="260234" y="77806"/>
                  <a:pt x="267552" y="73466"/>
                  <a:pt x="271921" y="69779"/>
                </a:cubicBezTo>
                <a:cubicBezTo>
                  <a:pt x="267042" y="65240"/>
                  <a:pt x="260206" y="62971"/>
                  <a:pt x="251412" y="62971"/>
                </a:cubicBezTo>
                <a:close/>
                <a:moveTo>
                  <a:pt x="348373" y="142110"/>
                </a:moveTo>
                <a:cubicBezTo>
                  <a:pt x="336743" y="142110"/>
                  <a:pt x="327042" y="138586"/>
                  <a:pt x="319270" y="131539"/>
                </a:cubicBezTo>
                <a:cubicBezTo>
                  <a:pt x="311101" y="124152"/>
                  <a:pt x="307016" y="114405"/>
                  <a:pt x="307016" y="102298"/>
                </a:cubicBezTo>
                <a:cubicBezTo>
                  <a:pt x="307016" y="90763"/>
                  <a:pt x="310846" y="78857"/>
                  <a:pt x="318504" y="66582"/>
                </a:cubicBezTo>
                <a:cubicBezTo>
                  <a:pt x="327014" y="52942"/>
                  <a:pt x="336601" y="46122"/>
                  <a:pt x="347267" y="46122"/>
                </a:cubicBezTo>
                <a:cubicBezTo>
                  <a:pt x="352826" y="46122"/>
                  <a:pt x="359038" y="47431"/>
                  <a:pt x="365903" y="50050"/>
                </a:cubicBezTo>
                <a:cubicBezTo>
                  <a:pt x="374582" y="53409"/>
                  <a:pt x="378922" y="57508"/>
                  <a:pt x="378922" y="62346"/>
                </a:cubicBezTo>
                <a:cubicBezTo>
                  <a:pt x="378922" y="64509"/>
                  <a:pt x="378213" y="66431"/>
                  <a:pt x="376795" y="68111"/>
                </a:cubicBezTo>
                <a:cubicBezTo>
                  <a:pt x="375377" y="69790"/>
                  <a:pt x="373618" y="70629"/>
                  <a:pt x="371519" y="70629"/>
                </a:cubicBezTo>
                <a:cubicBezTo>
                  <a:pt x="369874" y="70629"/>
                  <a:pt x="368441" y="70129"/>
                  <a:pt x="367222" y="69127"/>
                </a:cubicBezTo>
                <a:cubicBezTo>
                  <a:pt x="366002" y="68124"/>
                  <a:pt x="364825" y="67134"/>
                  <a:pt x="363690" y="66159"/>
                </a:cubicBezTo>
                <a:cubicBezTo>
                  <a:pt x="360343" y="63466"/>
                  <a:pt x="354869" y="62120"/>
                  <a:pt x="347267" y="62120"/>
                </a:cubicBezTo>
                <a:cubicBezTo>
                  <a:pt x="341480" y="62120"/>
                  <a:pt x="335750" y="67297"/>
                  <a:pt x="330077" y="77650"/>
                </a:cubicBezTo>
                <a:cubicBezTo>
                  <a:pt x="324915" y="87149"/>
                  <a:pt x="322334" y="95368"/>
                  <a:pt x="322334" y="102306"/>
                </a:cubicBezTo>
                <a:cubicBezTo>
                  <a:pt x="322334" y="109814"/>
                  <a:pt x="324887" y="115730"/>
                  <a:pt x="329992" y="120054"/>
                </a:cubicBezTo>
                <a:cubicBezTo>
                  <a:pt x="334758" y="124093"/>
                  <a:pt x="340885" y="126112"/>
                  <a:pt x="348373" y="126112"/>
                </a:cubicBezTo>
                <a:cubicBezTo>
                  <a:pt x="351777" y="126112"/>
                  <a:pt x="355408" y="125204"/>
                  <a:pt x="359265" y="123389"/>
                </a:cubicBezTo>
                <a:lnTo>
                  <a:pt x="369136" y="118113"/>
                </a:lnTo>
                <a:cubicBezTo>
                  <a:pt x="370838" y="117205"/>
                  <a:pt x="372058" y="116751"/>
                  <a:pt x="372795" y="116751"/>
                </a:cubicBezTo>
                <a:cubicBezTo>
                  <a:pt x="374894" y="116751"/>
                  <a:pt x="376710" y="117588"/>
                  <a:pt x="378242" y="119262"/>
                </a:cubicBezTo>
                <a:cubicBezTo>
                  <a:pt x="379773" y="120935"/>
                  <a:pt x="380539" y="122850"/>
                  <a:pt x="380539" y="125006"/>
                </a:cubicBezTo>
                <a:cubicBezTo>
                  <a:pt x="380539" y="129147"/>
                  <a:pt x="376171" y="133147"/>
                  <a:pt x="367434" y="137004"/>
                </a:cubicBezTo>
                <a:cubicBezTo>
                  <a:pt x="359776" y="140408"/>
                  <a:pt x="353422" y="142110"/>
                  <a:pt x="348373" y="142110"/>
                </a:cubicBezTo>
                <a:close/>
                <a:moveTo>
                  <a:pt x="415479" y="28933"/>
                </a:moveTo>
                <a:cubicBezTo>
                  <a:pt x="412756" y="28933"/>
                  <a:pt x="410402" y="27968"/>
                  <a:pt x="408416" y="26039"/>
                </a:cubicBezTo>
                <a:cubicBezTo>
                  <a:pt x="406431" y="24110"/>
                  <a:pt x="405438" y="21785"/>
                  <a:pt x="405438" y="19061"/>
                </a:cubicBezTo>
                <a:cubicBezTo>
                  <a:pt x="405438" y="16338"/>
                  <a:pt x="406431" y="14012"/>
                  <a:pt x="408416" y="12084"/>
                </a:cubicBezTo>
                <a:cubicBezTo>
                  <a:pt x="410402" y="10155"/>
                  <a:pt x="412756" y="9190"/>
                  <a:pt x="415479" y="9190"/>
                </a:cubicBezTo>
                <a:cubicBezTo>
                  <a:pt x="418202" y="9190"/>
                  <a:pt x="420543" y="10155"/>
                  <a:pt x="422500" y="12084"/>
                </a:cubicBezTo>
                <a:cubicBezTo>
                  <a:pt x="424457" y="14012"/>
                  <a:pt x="425436" y="16338"/>
                  <a:pt x="425436" y="19061"/>
                </a:cubicBezTo>
                <a:cubicBezTo>
                  <a:pt x="425436" y="21785"/>
                  <a:pt x="424457" y="24110"/>
                  <a:pt x="422500" y="26039"/>
                </a:cubicBezTo>
                <a:cubicBezTo>
                  <a:pt x="420543" y="27968"/>
                  <a:pt x="418202" y="28933"/>
                  <a:pt x="415479" y="28933"/>
                </a:cubicBezTo>
                <a:moveTo>
                  <a:pt x="419309" y="98078"/>
                </a:moveTo>
                <a:cubicBezTo>
                  <a:pt x="419309" y="101486"/>
                  <a:pt x="419408" y="106582"/>
                  <a:pt x="419606" y="113369"/>
                </a:cubicBezTo>
                <a:cubicBezTo>
                  <a:pt x="419805" y="120153"/>
                  <a:pt x="419904" y="125249"/>
                  <a:pt x="419904" y="128657"/>
                </a:cubicBezTo>
                <a:cubicBezTo>
                  <a:pt x="419904" y="131155"/>
                  <a:pt x="419138" y="133199"/>
                  <a:pt x="417607" y="134789"/>
                </a:cubicBezTo>
                <a:cubicBezTo>
                  <a:pt x="416075" y="136379"/>
                  <a:pt x="414061" y="137174"/>
                  <a:pt x="411565" y="137174"/>
                </a:cubicBezTo>
                <a:cubicBezTo>
                  <a:pt x="409126" y="137174"/>
                  <a:pt x="407126" y="136379"/>
                  <a:pt x="405566" y="134789"/>
                </a:cubicBezTo>
                <a:cubicBezTo>
                  <a:pt x="404006" y="133199"/>
                  <a:pt x="403226" y="131155"/>
                  <a:pt x="403226" y="128657"/>
                </a:cubicBezTo>
                <a:cubicBezTo>
                  <a:pt x="403226" y="125249"/>
                  <a:pt x="403126" y="120153"/>
                  <a:pt x="402928" y="113369"/>
                </a:cubicBezTo>
                <a:cubicBezTo>
                  <a:pt x="402729" y="106582"/>
                  <a:pt x="402630" y="101486"/>
                  <a:pt x="402630" y="98078"/>
                </a:cubicBezTo>
                <a:cubicBezTo>
                  <a:pt x="402630" y="92740"/>
                  <a:pt x="402914" y="86082"/>
                  <a:pt x="403481" y="78105"/>
                </a:cubicBezTo>
                <a:cubicBezTo>
                  <a:pt x="404048" y="70125"/>
                  <a:pt x="404332" y="63466"/>
                  <a:pt x="404332" y="58128"/>
                </a:cubicBezTo>
                <a:cubicBezTo>
                  <a:pt x="404332" y="55574"/>
                  <a:pt x="405112" y="53501"/>
                  <a:pt x="406672" y="51911"/>
                </a:cubicBezTo>
                <a:cubicBezTo>
                  <a:pt x="408232" y="50321"/>
                  <a:pt x="410232" y="49526"/>
                  <a:pt x="412671" y="49526"/>
                </a:cubicBezTo>
                <a:cubicBezTo>
                  <a:pt x="415111" y="49526"/>
                  <a:pt x="417110" y="50321"/>
                  <a:pt x="418670" y="51911"/>
                </a:cubicBezTo>
                <a:cubicBezTo>
                  <a:pt x="420231" y="53501"/>
                  <a:pt x="421011" y="55574"/>
                  <a:pt x="421011" y="58128"/>
                </a:cubicBezTo>
                <a:cubicBezTo>
                  <a:pt x="421011" y="63466"/>
                  <a:pt x="420727" y="70125"/>
                  <a:pt x="420160" y="78105"/>
                </a:cubicBezTo>
                <a:cubicBezTo>
                  <a:pt x="419592" y="86082"/>
                  <a:pt x="419309" y="92740"/>
                  <a:pt x="419309" y="98078"/>
                </a:cubicBezTo>
                <a:close/>
                <a:moveTo>
                  <a:pt x="504424" y="17019"/>
                </a:moveTo>
                <a:cubicBezTo>
                  <a:pt x="490695" y="17019"/>
                  <a:pt x="483008" y="26502"/>
                  <a:pt x="481363" y="45468"/>
                </a:cubicBezTo>
                <a:lnTo>
                  <a:pt x="481107" y="50717"/>
                </a:lnTo>
                <a:cubicBezTo>
                  <a:pt x="490751" y="50036"/>
                  <a:pt x="496992" y="49696"/>
                  <a:pt x="499828" y="49696"/>
                </a:cubicBezTo>
                <a:cubicBezTo>
                  <a:pt x="508849" y="49696"/>
                  <a:pt x="513359" y="52546"/>
                  <a:pt x="513359" y="58245"/>
                </a:cubicBezTo>
                <a:cubicBezTo>
                  <a:pt x="513359" y="62408"/>
                  <a:pt x="511146" y="64888"/>
                  <a:pt x="506721" y="65686"/>
                </a:cubicBezTo>
                <a:cubicBezTo>
                  <a:pt x="504792" y="66028"/>
                  <a:pt x="502537" y="66157"/>
                  <a:pt x="499956" y="66072"/>
                </a:cubicBezTo>
                <a:cubicBezTo>
                  <a:pt x="497375" y="65986"/>
                  <a:pt x="490837" y="66371"/>
                  <a:pt x="480341" y="67226"/>
                </a:cubicBezTo>
                <a:lnTo>
                  <a:pt x="479661" y="86646"/>
                </a:lnTo>
                <a:cubicBezTo>
                  <a:pt x="479661" y="90169"/>
                  <a:pt x="479774" y="95451"/>
                  <a:pt x="480001" y="102493"/>
                </a:cubicBezTo>
                <a:cubicBezTo>
                  <a:pt x="480228" y="109534"/>
                  <a:pt x="480341" y="114787"/>
                  <a:pt x="480341" y="118251"/>
                </a:cubicBezTo>
                <a:cubicBezTo>
                  <a:pt x="480341" y="129041"/>
                  <a:pt x="479717" y="137445"/>
                  <a:pt x="478469" y="143464"/>
                </a:cubicBezTo>
                <a:cubicBezTo>
                  <a:pt x="477505" y="148007"/>
                  <a:pt x="474867" y="150279"/>
                  <a:pt x="470555" y="150279"/>
                </a:cubicBezTo>
                <a:cubicBezTo>
                  <a:pt x="468229" y="150279"/>
                  <a:pt x="466244" y="149527"/>
                  <a:pt x="464599" y="148021"/>
                </a:cubicBezTo>
                <a:cubicBezTo>
                  <a:pt x="462954" y="146516"/>
                  <a:pt x="462131" y="144628"/>
                  <a:pt x="462131" y="142357"/>
                </a:cubicBezTo>
                <a:cubicBezTo>
                  <a:pt x="462131" y="141903"/>
                  <a:pt x="462188" y="141335"/>
                  <a:pt x="462301" y="140653"/>
                </a:cubicBezTo>
                <a:cubicBezTo>
                  <a:pt x="463492" y="133271"/>
                  <a:pt x="464088" y="125235"/>
                  <a:pt x="464088" y="116547"/>
                </a:cubicBezTo>
                <a:lnTo>
                  <a:pt x="463833" y="93292"/>
                </a:lnTo>
                <a:lnTo>
                  <a:pt x="463833" y="68587"/>
                </a:lnTo>
                <a:cubicBezTo>
                  <a:pt x="456742" y="69155"/>
                  <a:pt x="452260" y="69438"/>
                  <a:pt x="450388" y="69438"/>
                </a:cubicBezTo>
                <a:cubicBezTo>
                  <a:pt x="444658" y="69438"/>
                  <a:pt x="441793" y="66687"/>
                  <a:pt x="441793" y="61184"/>
                </a:cubicBezTo>
                <a:cubicBezTo>
                  <a:pt x="441793" y="55568"/>
                  <a:pt x="446757" y="52618"/>
                  <a:pt x="456685" y="52334"/>
                </a:cubicBezTo>
                <a:lnTo>
                  <a:pt x="464854" y="52079"/>
                </a:lnTo>
                <a:cubicBezTo>
                  <a:pt x="465024" y="48902"/>
                  <a:pt x="465450" y="44590"/>
                  <a:pt x="466130" y="39144"/>
                </a:cubicBezTo>
                <a:cubicBezTo>
                  <a:pt x="467605" y="26550"/>
                  <a:pt x="470782" y="17274"/>
                  <a:pt x="475661" y="11318"/>
                </a:cubicBezTo>
                <a:cubicBezTo>
                  <a:pt x="481561" y="4113"/>
                  <a:pt x="490780" y="511"/>
                  <a:pt x="503317" y="511"/>
                </a:cubicBezTo>
                <a:cubicBezTo>
                  <a:pt x="511430" y="511"/>
                  <a:pt x="515486" y="3276"/>
                  <a:pt x="515486" y="8807"/>
                </a:cubicBezTo>
                <a:cubicBezTo>
                  <a:pt x="515486" y="14282"/>
                  <a:pt x="511798" y="17019"/>
                  <a:pt x="504424" y="17019"/>
                </a:cubicBezTo>
                <a:close/>
                <a:moveTo>
                  <a:pt x="610759" y="60745"/>
                </a:moveTo>
                <a:lnTo>
                  <a:pt x="581316" y="124405"/>
                </a:lnTo>
                <a:cubicBezTo>
                  <a:pt x="574055" y="139894"/>
                  <a:pt x="568495" y="152858"/>
                  <a:pt x="564637" y="163296"/>
                </a:cubicBezTo>
                <a:lnTo>
                  <a:pt x="559021" y="179807"/>
                </a:lnTo>
                <a:cubicBezTo>
                  <a:pt x="557546" y="183949"/>
                  <a:pt x="554993" y="186019"/>
                  <a:pt x="551362" y="186019"/>
                </a:cubicBezTo>
                <a:cubicBezTo>
                  <a:pt x="548980" y="186019"/>
                  <a:pt x="546923" y="185235"/>
                  <a:pt x="545193" y="183666"/>
                </a:cubicBezTo>
                <a:cubicBezTo>
                  <a:pt x="543463" y="182099"/>
                  <a:pt x="542598" y="180146"/>
                  <a:pt x="542598" y="177808"/>
                </a:cubicBezTo>
                <a:cubicBezTo>
                  <a:pt x="542598" y="172106"/>
                  <a:pt x="548724" y="155701"/>
                  <a:pt x="560978" y="128593"/>
                </a:cubicBezTo>
                <a:lnTo>
                  <a:pt x="530514" y="69882"/>
                </a:lnTo>
                <a:lnTo>
                  <a:pt x="526685" y="63660"/>
                </a:lnTo>
                <a:cubicBezTo>
                  <a:pt x="525153" y="61046"/>
                  <a:pt x="524387" y="58860"/>
                  <a:pt x="524387" y="57099"/>
                </a:cubicBezTo>
                <a:cubicBezTo>
                  <a:pt x="524387" y="54773"/>
                  <a:pt x="525281" y="52731"/>
                  <a:pt x="527068" y="50972"/>
                </a:cubicBezTo>
                <a:cubicBezTo>
                  <a:pt x="528855" y="49214"/>
                  <a:pt x="530854" y="48334"/>
                  <a:pt x="533067" y="48334"/>
                </a:cubicBezTo>
                <a:cubicBezTo>
                  <a:pt x="535676" y="48334"/>
                  <a:pt x="537690" y="49327"/>
                  <a:pt x="539109" y="51313"/>
                </a:cubicBezTo>
                <a:cubicBezTo>
                  <a:pt x="548753" y="64721"/>
                  <a:pt x="559106" y="83810"/>
                  <a:pt x="570169" y="108580"/>
                </a:cubicBezTo>
                <a:lnTo>
                  <a:pt x="582763" y="79131"/>
                </a:lnTo>
                <a:cubicBezTo>
                  <a:pt x="587301" y="68971"/>
                  <a:pt x="591669" y="60237"/>
                  <a:pt x="595868" y="52930"/>
                </a:cubicBezTo>
                <a:cubicBezTo>
                  <a:pt x="597683" y="49753"/>
                  <a:pt x="600066" y="48164"/>
                  <a:pt x="603016" y="48164"/>
                </a:cubicBezTo>
                <a:cubicBezTo>
                  <a:pt x="605342" y="48164"/>
                  <a:pt x="607398" y="48986"/>
                  <a:pt x="609185" y="50629"/>
                </a:cubicBezTo>
                <a:cubicBezTo>
                  <a:pt x="610972" y="52273"/>
                  <a:pt x="611866" y="54228"/>
                  <a:pt x="611866" y="56496"/>
                </a:cubicBezTo>
                <a:cubicBezTo>
                  <a:pt x="611866" y="57742"/>
                  <a:pt x="611497" y="59158"/>
                  <a:pt x="610759" y="60745"/>
                </a:cubicBezTo>
                <a:close/>
                <a:moveTo>
                  <a:pt x="737437" y="64237"/>
                </a:moveTo>
                <a:cubicBezTo>
                  <a:pt x="736246" y="64237"/>
                  <a:pt x="734842" y="64180"/>
                  <a:pt x="733225" y="64066"/>
                </a:cubicBezTo>
                <a:cubicBezTo>
                  <a:pt x="731608" y="63951"/>
                  <a:pt x="730204" y="63894"/>
                  <a:pt x="729013" y="63894"/>
                </a:cubicBezTo>
                <a:cubicBezTo>
                  <a:pt x="727708" y="63894"/>
                  <a:pt x="723850" y="64324"/>
                  <a:pt x="717440" y="65183"/>
                </a:cubicBezTo>
                <a:lnTo>
                  <a:pt x="719056" y="115419"/>
                </a:lnTo>
                <a:lnTo>
                  <a:pt x="719142" y="119161"/>
                </a:lnTo>
                <a:lnTo>
                  <a:pt x="719227" y="123495"/>
                </a:lnTo>
                <a:cubicBezTo>
                  <a:pt x="719454" y="135905"/>
                  <a:pt x="716475" y="142110"/>
                  <a:pt x="710292" y="142110"/>
                </a:cubicBezTo>
                <a:cubicBezTo>
                  <a:pt x="708022" y="142110"/>
                  <a:pt x="706051" y="141373"/>
                  <a:pt x="704377" y="139900"/>
                </a:cubicBezTo>
                <a:cubicBezTo>
                  <a:pt x="702704" y="138427"/>
                  <a:pt x="701867" y="136585"/>
                  <a:pt x="701867" y="134374"/>
                </a:cubicBezTo>
                <a:cubicBezTo>
                  <a:pt x="701867" y="132222"/>
                  <a:pt x="701952" y="128993"/>
                  <a:pt x="702122" y="124687"/>
                </a:cubicBezTo>
                <a:cubicBezTo>
                  <a:pt x="702293" y="120379"/>
                  <a:pt x="702378" y="117148"/>
                  <a:pt x="702378" y="114994"/>
                </a:cubicBezTo>
                <a:lnTo>
                  <a:pt x="700676" y="65354"/>
                </a:lnTo>
                <a:cubicBezTo>
                  <a:pt x="696534" y="65183"/>
                  <a:pt x="690237" y="64698"/>
                  <a:pt x="681784" y="63899"/>
                </a:cubicBezTo>
                <a:cubicBezTo>
                  <a:pt x="676735" y="63215"/>
                  <a:pt x="674211" y="60393"/>
                  <a:pt x="674211" y="55435"/>
                </a:cubicBezTo>
                <a:cubicBezTo>
                  <a:pt x="674211" y="52926"/>
                  <a:pt x="674977" y="50846"/>
                  <a:pt x="676509" y="49196"/>
                </a:cubicBezTo>
                <a:cubicBezTo>
                  <a:pt x="678040" y="47544"/>
                  <a:pt x="679997" y="46718"/>
                  <a:pt x="682380" y="46718"/>
                </a:cubicBezTo>
                <a:lnTo>
                  <a:pt x="700250" y="48164"/>
                </a:lnTo>
                <a:cubicBezTo>
                  <a:pt x="700250" y="45262"/>
                  <a:pt x="700123" y="41380"/>
                  <a:pt x="699867" y="36517"/>
                </a:cubicBezTo>
                <a:cubicBezTo>
                  <a:pt x="699612" y="31652"/>
                  <a:pt x="699484" y="28139"/>
                  <a:pt x="699484" y="25978"/>
                </a:cubicBezTo>
                <a:cubicBezTo>
                  <a:pt x="699484" y="23588"/>
                  <a:pt x="700307" y="21612"/>
                  <a:pt x="701952" y="20048"/>
                </a:cubicBezTo>
                <a:cubicBezTo>
                  <a:pt x="703597" y="18483"/>
                  <a:pt x="705611" y="17700"/>
                  <a:pt x="707994" y="17700"/>
                </a:cubicBezTo>
                <a:cubicBezTo>
                  <a:pt x="713100" y="17700"/>
                  <a:pt x="716078" y="21870"/>
                  <a:pt x="716929" y="30209"/>
                </a:cubicBezTo>
                <a:cubicBezTo>
                  <a:pt x="717099" y="32308"/>
                  <a:pt x="717184" y="34833"/>
                  <a:pt x="717184" y="37783"/>
                </a:cubicBezTo>
                <a:lnTo>
                  <a:pt x="717014" y="42718"/>
                </a:lnTo>
                <a:lnTo>
                  <a:pt x="716929" y="47994"/>
                </a:lnTo>
                <a:cubicBezTo>
                  <a:pt x="723964" y="47086"/>
                  <a:pt x="727992" y="46632"/>
                  <a:pt x="729013" y="46632"/>
                </a:cubicBezTo>
                <a:cubicBezTo>
                  <a:pt x="734913" y="46632"/>
                  <a:pt x="738770" y="46916"/>
                  <a:pt x="740586" y="47483"/>
                </a:cubicBezTo>
                <a:cubicBezTo>
                  <a:pt x="744046" y="48625"/>
                  <a:pt x="745777" y="51316"/>
                  <a:pt x="745777" y="55557"/>
                </a:cubicBezTo>
                <a:cubicBezTo>
                  <a:pt x="745777" y="58078"/>
                  <a:pt x="744996" y="60155"/>
                  <a:pt x="743436" y="61788"/>
                </a:cubicBezTo>
                <a:cubicBezTo>
                  <a:pt x="741876" y="63420"/>
                  <a:pt x="739877" y="64237"/>
                  <a:pt x="737437" y="64237"/>
                </a:cubicBezTo>
                <a:close/>
                <a:moveTo>
                  <a:pt x="829836" y="142280"/>
                </a:moveTo>
                <a:cubicBezTo>
                  <a:pt x="828758" y="142280"/>
                  <a:pt x="826801" y="141021"/>
                  <a:pt x="823964" y="138504"/>
                </a:cubicBezTo>
                <a:cubicBezTo>
                  <a:pt x="821411" y="136159"/>
                  <a:pt x="819511" y="134070"/>
                  <a:pt x="818263" y="132239"/>
                </a:cubicBezTo>
                <a:cubicBezTo>
                  <a:pt x="812817" y="135217"/>
                  <a:pt x="808023" y="137465"/>
                  <a:pt x="803882" y="138983"/>
                </a:cubicBezTo>
                <a:cubicBezTo>
                  <a:pt x="799740" y="140500"/>
                  <a:pt x="796280" y="141259"/>
                  <a:pt x="793500" y="141259"/>
                </a:cubicBezTo>
                <a:cubicBezTo>
                  <a:pt x="780225" y="141259"/>
                  <a:pt x="770553" y="137515"/>
                  <a:pt x="764482" y="130026"/>
                </a:cubicBezTo>
                <a:cubicBezTo>
                  <a:pt x="758753" y="122992"/>
                  <a:pt x="755888" y="112213"/>
                  <a:pt x="755888" y="97690"/>
                </a:cubicBezTo>
                <a:cubicBezTo>
                  <a:pt x="755888" y="83961"/>
                  <a:pt x="760611" y="72218"/>
                  <a:pt x="770056" y="62460"/>
                </a:cubicBezTo>
                <a:cubicBezTo>
                  <a:pt x="779502" y="52703"/>
                  <a:pt x="790777" y="47824"/>
                  <a:pt x="803882" y="47824"/>
                </a:cubicBezTo>
                <a:cubicBezTo>
                  <a:pt x="808817" y="47824"/>
                  <a:pt x="814349" y="49100"/>
                  <a:pt x="820475" y="51653"/>
                </a:cubicBezTo>
                <a:cubicBezTo>
                  <a:pt x="828191" y="54830"/>
                  <a:pt x="832048" y="58659"/>
                  <a:pt x="832048" y="63141"/>
                </a:cubicBezTo>
                <a:cubicBezTo>
                  <a:pt x="832048" y="64673"/>
                  <a:pt x="831481" y="66034"/>
                  <a:pt x="830347" y="67226"/>
                </a:cubicBezTo>
                <a:cubicBezTo>
                  <a:pt x="829779" y="69381"/>
                  <a:pt x="829340" y="72927"/>
                  <a:pt x="829028" y="77863"/>
                </a:cubicBezTo>
                <a:cubicBezTo>
                  <a:pt x="828716" y="82798"/>
                  <a:pt x="828531" y="89124"/>
                  <a:pt x="828474" y="96839"/>
                </a:cubicBezTo>
                <a:cubicBezTo>
                  <a:pt x="828418" y="103874"/>
                  <a:pt x="828900" y="109433"/>
                  <a:pt x="829921" y="113518"/>
                </a:cubicBezTo>
                <a:cubicBezTo>
                  <a:pt x="830488" y="116014"/>
                  <a:pt x="832275" y="121006"/>
                  <a:pt x="835282" y="128495"/>
                </a:cubicBezTo>
                <a:cubicBezTo>
                  <a:pt x="835679" y="129516"/>
                  <a:pt x="836332" y="131019"/>
                  <a:pt x="837239" y="133005"/>
                </a:cubicBezTo>
                <a:lnTo>
                  <a:pt x="837750" y="134451"/>
                </a:lnTo>
                <a:cubicBezTo>
                  <a:pt x="837750" y="136721"/>
                  <a:pt x="836956" y="138593"/>
                  <a:pt x="835367" y="140068"/>
                </a:cubicBezTo>
                <a:cubicBezTo>
                  <a:pt x="833779" y="141543"/>
                  <a:pt x="831935" y="142280"/>
                  <a:pt x="829836" y="142280"/>
                </a:cubicBezTo>
                <a:moveTo>
                  <a:pt x="812136" y="83170"/>
                </a:moveTo>
                <a:cubicBezTo>
                  <a:pt x="812136" y="80736"/>
                  <a:pt x="812292" y="78091"/>
                  <a:pt x="812604" y="75235"/>
                </a:cubicBezTo>
                <a:cubicBezTo>
                  <a:pt x="812916" y="72378"/>
                  <a:pt x="813384" y="69336"/>
                  <a:pt x="814008" y="66111"/>
                </a:cubicBezTo>
                <a:cubicBezTo>
                  <a:pt x="811909" y="65035"/>
                  <a:pt x="810108" y="64243"/>
                  <a:pt x="808605" y="63734"/>
                </a:cubicBezTo>
                <a:cubicBezTo>
                  <a:pt x="807101" y="63225"/>
                  <a:pt x="805896" y="62971"/>
                  <a:pt x="804988" y="62971"/>
                </a:cubicBezTo>
                <a:cubicBezTo>
                  <a:pt x="796195" y="62971"/>
                  <a:pt x="788607" y="66549"/>
                  <a:pt x="782225" y="73706"/>
                </a:cubicBezTo>
                <a:cubicBezTo>
                  <a:pt x="775843" y="80863"/>
                  <a:pt x="772652" y="89109"/>
                  <a:pt x="772652" y="98445"/>
                </a:cubicBezTo>
                <a:cubicBezTo>
                  <a:pt x="772652" y="107724"/>
                  <a:pt x="774297" y="114683"/>
                  <a:pt x="777587" y="119323"/>
                </a:cubicBezTo>
                <a:cubicBezTo>
                  <a:pt x="780877" y="123962"/>
                  <a:pt x="785813" y="126282"/>
                  <a:pt x="792394" y="126282"/>
                </a:cubicBezTo>
                <a:cubicBezTo>
                  <a:pt x="797840" y="126282"/>
                  <a:pt x="802463" y="125292"/>
                  <a:pt x="806264" y="123312"/>
                </a:cubicBezTo>
                <a:cubicBezTo>
                  <a:pt x="808307" y="122237"/>
                  <a:pt x="811172" y="120088"/>
                  <a:pt x="814859" y="116863"/>
                </a:cubicBezTo>
                <a:cubicBezTo>
                  <a:pt x="813044" y="101869"/>
                  <a:pt x="812136" y="90638"/>
                  <a:pt x="812136" y="83170"/>
                </a:cubicBezTo>
                <a:close/>
                <a:moveTo>
                  <a:pt x="910132" y="71140"/>
                </a:moveTo>
                <a:cubicBezTo>
                  <a:pt x="907012" y="71140"/>
                  <a:pt x="904828" y="70098"/>
                  <a:pt x="903580" y="68013"/>
                </a:cubicBezTo>
                <a:cubicBezTo>
                  <a:pt x="902729" y="66548"/>
                  <a:pt x="901992" y="63506"/>
                  <a:pt x="901368" y="58886"/>
                </a:cubicBezTo>
                <a:cubicBezTo>
                  <a:pt x="897113" y="59962"/>
                  <a:pt x="890560" y="61945"/>
                  <a:pt x="881710" y="64835"/>
                </a:cubicBezTo>
                <a:cubicBezTo>
                  <a:pt x="872577" y="68462"/>
                  <a:pt x="867982" y="72939"/>
                  <a:pt x="867925" y="78264"/>
                </a:cubicBezTo>
                <a:cubicBezTo>
                  <a:pt x="869627" y="78888"/>
                  <a:pt x="871300" y="79342"/>
                  <a:pt x="872946" y="79626"/>
                </a:cubicBezTo>
                <a:cubicBezTo>
                  <a:pt x="885994" y="81948"/>
                  <a:pt x="895694" y="85150"/>
                  <a:pt x="902048" y="89231"/>
                </a:cubicBezTo>
                <a:cubicBezTo>
                  <a:pt x="911295" y="95182"/>
                  <a:pt x="915919" y="103797"/>
                  <a:pt x="915919" y="115076"/>
                </a:cubicBezTo>
                <a:cubicBezTo>
                  <a:pt x="915919" y="124314"/>
                  <a:pt x="911919" y="131285"/>
                  <a:pt x="903920" y="135988"/>
                </a:cubicBezTo>
                <a:cubicBezTo>
                  <a:pt x="897283" y="139843"/>
                  <a:pt x="888887" y="141770"/>
                  <a:pt x="878732" y="141770"/>
                </a:cubicBezTo>
                <a:cubicBezTo>
                  <a:pt x="871300" y="141770"/>
                  <a:pt x="864209" y="140521"/>
                  <a:pt x="857458" y="138025"/>
                </a:cubicBezTo>
                <a:cubicBezTo>
                  <a:pt x="848722" y="134848"/>
                  <a:pt x="844353" y="130423"/>
                  <a:pt x="844353" y="124750"/>
                </a:cubicBezTo>
                <a:cubicBezTo>
                  <a:pt x="844353" y="122481"/>
                  <a:pt x="845247" y="120496"/>
                  <a:pt x="847034" y="118794"/>
                </a:cubicBezTo>
                <a:cubicBezTo>
                  <a:pt x="848821" y="117092"/>
                  <a:pt x="850849" y="116241"/>
                  <a:pt x="853118" y="116241"/>
                </a:cubicBezTo>
                <a:cubicBezTo>
                  <a:pt x="854877" y="116241"/>
                  <a:pt x="857146" y="117602"/>
                  <a:pt x="859926" y="120325"/>
                </a:cubicBezTo>
                <a:cubicBezTo>
                  <a:pt x="861287" y="121630"/>
                  <a:pt x="864351" y="122708"/>
                  <a:pt x="869116" y="123559"/>
                </a:cubicBezTo>
                <a:cubicBezTo>
                  <a:pt x="872917" y="124240"/>
                  <a:pt x="876122" y="124580"/>
                  <a:pt x="878732" y="124580"/>
                </a:cubicBezTo>
                <a:cubicBezTo>
                  <a:pt x="883497" y="124580"/>
                  <a:pt x="887695" y="124014"/>
                  <a:pt x="891326" y="122881"/>
                </a:cubicBezTo>
                <a:cubicBezTo>
                  <a:pt x="896602" y="121238"/>
                  <a:pt x="899240" y="118631"/>
                  <a:pt x="899240" y="115063"/>
                </a:cubicBezTo>
                <a:cubicBezTo>
                  <a:pt x="899240" y="107356"/>
                  <a:pt x="893851" y="102143"/>
                  <a:pt x="883072" y="99424"/>
                </a:cubicBezTo>
                <a:lnTo>
                  <a:pt x="874222" y="97467"/>
                </a:lnTo>
                <a:cubicBezTo>
                  <a:pt x="866677" y="95820"/>
                  <a:pt x="861316" y="93889"/>
                  <a:pt x="858139" y="91675"/>
                </a:cubicBezTo>
                <a:cubicBezTo>
                  <a:pt x="853544" y="88496"/>
                  <a:pt x="851246" y="83701"/>
                  <a:pt x="851246" y="77288"/>
                </a:cubicBezTo>
                <a:cubicBezTo>
                  <a:pt x="851246" y="65424"/>
                  <a:pt x="856834" y="56966"/>
                  <a:pt x="868010" y="51914"/>
                </a:cubicBezTo>
                <a:cubicBezTo>
                  <a:pt x="871414" y="50382"/>
                  <a:pt x="876860" y="48552"/>
                  <a:pt x="884348" y="46425"/>
                </a:cubicBezTo>
                <a:cubicBezTo>
                  <a:pt x="891837" y="44296"/>
                  <a:pt x="897198" y="42493"/>
                  <a:pt x="900431" y="41016"/>
                </a:cubicBezTo>
                <a:cubicBezTo>
                  <a:pt x="902757" y="39995"/>
                  <a:pt x="905282" y="39484"/>
                  <a:pt x="908005" y="39484"/>
                </a:cubicBezTo>
                <a:cubicBezTo>
                  <a:pt x="910444" y="39484"/>
                  <a:pt x="912444" y="40279"/>
                  <a:pt x="914004" y="41867"/>
                </a:cubicBezTo>
                <a:cubicBezTo>
                  <a:pt x="915564" y="43456"/>
                  <a:pt x="916344" y="45526"/>
                  <a:pt x="916344" y="48079"/>
                </a:cubicBezTo>
                <a:cubicBezTo>
                  <a:pt x="916344" y="49724"/>
                  <a:pt x="916699" y="52135"/>
                  <a:pt x="917408" y="55312"/>
                </a:cubicBezTo>
                <a:cubicBezTo>
                  <a:pt x="918117" y="58489"/>
                  <a:pt x="918472" y="60900"/>
                  <a:pt x="918472" y="62545"/>
                </a:cubicBezTo>
                <a:cubicBezTo>
                  <a:pt x="918472" y="65098"/>
                  <a:pt x="917692" y="67169"/>
                  <a:pt x="916132" y="68757"/>
                </a:cubicBezTo>
                <a:cubicBezTo>
                  <a:pt x="914572" y="70346"/>
                  <a:pt x="912572" y="71140"/>
                  <a:pt x="910132" y="71140"/>
                </a:cubicBezTo>
                <a:close/>
                <a:moveTo>
                  <a:pt x="1008537" y="140068"/>
                </a:moveTo>
                <a:cubicBezTo>
                  <a:pt x="1005417" y="140068"/>
                  <a:pt x="1003006" y="138422"/>
                  <a:pt x="1001304" y="135132"/>
                </a:cubicBezTo>
                <a:cubicBezTo>
                  <a:pt x="998354" y="129399"/>
                  <a:pt x="993901" y="122615"/>
                  <a:pt x="987944" y="114781"/>
                </a:cubicBezTo>
                <a:lnTo>
                  <a:pt x="972882" y="94260"/>
                </a:lnTo>
                <a:cubicBezTo>
                  <a:pt x="969592" y="96871"/>
                  <a:pt x="964486" y="100533"/>
                  <a:pt x="957565" y="105245"/>
                </a:cubicBezTo>
                <a:cubicBezTo>
                  <a:pt x="956941" y="114043"/>
                  <a:pt x="956629" y="122614"/>
                  <a:pt x="956629" y="130957"/>
                </a:cubicBezTo>
                <a:cubicBezTo>
                  <a:pt x="956629" y="133512"/>
                  <a:pt x="955849" y="135583"/>
                  <a:pt x="954289" y="137172"/>
                </a:cubicBezTo>
                <a:cubicBezTo>
                  <a:pt x="952729" y="138762"/>
                  <a:pt x="950729" y="139557"/>
                  <a:pt x="948289" y="139557"/>
                </a:cubicBezTo>
                <a:cubicBezTo>
                  <a:pt x="942560" y="139557"/>
                  <a:pt x="939695" y="135697"/>
                  <a:pt x="939695" y="127976"/>
                </a:cubicBezTo>
                <a:cubicBezTo>
                  <a:pt x="939695" y="123266"/>
                  <a:pt x="940021" y="116213"/>
                  <a:pt x="940673" y="106819"/>
                </a:cubicBezTo>
                <a:cubicBezTo>
                  <a:pt x="941326" y="97423"/>
                  <a:pt x="941652" y="90370"/>
                  <a:pt x="941652" y="85660"/>
                </a:cubicBezTo>
                <a:cubicBezTo>
                  <a:pt x="941652" y="77031"/>
                  <a:pt x="941780" y="67168"/>
                  <a:pt x="942035" y="56070"/>
                </a:cubicBezTo>
                <a:cubicBezTo>
                  <a:pt x="942290" y="44972"/>
                  <a:pt x="942418" y="35166"/>
                  <a:pt x="942418" y="26651"/>
                </a:cubicBezTo>
                <a:cubicBezTo>
                  <a:pt x="942418" y="24096"/>
                  <a:pt x="942290" y="21088"/>
                  <a:pt x="942035" y="17625"/>
                </a:cubicBezTo>
                <a:cubicBezTo>
                  <a:pt x="941780" y="14163"/>
                  <a:pt x="941652" y="11155"/>
                  <a:pt x="941652" y="8600"/>
                </a:cubicBezTo>
                <a:cubicBezTo>
                  <a:pt x="941652" y="6045"/>
                  <a:pt x="942432" y="3974"/>
                  <a:pt x="943992" y="2385"/>
                </a:cubicBezTo>
                <a:cubicBezTo>
                  <a:pt x="945552" y="795"/>
                  <a:pt x="947552" y="0"/>
                  <a:pt x="949991" y="0"/>
                </a:cubicBezTo>
                <a:cubicBezTo>
                  <a:pt x="952431" y="0"/>
                  <a:pt x="954431" y="795"/>
                  <a:pt x="955991" y="2385"/>
                </a:cubicBezTo>
                <a:cubicBezTo>
                  <a:pt x="957551" y="3974"/>
                  <a:pt x="958331" y="6045"/>
                  <a:pt x="958331" y="8600"/>
                </a:cubicBezTo>
                <a:cubicBezTo>
                  <a:pt x="958331" y="11211"/>
                  <a:pt x="958473" y="14292"/>
                  <a:pt x="958756" y="17841"/>
                </a:cubicBezTo>
                <a:cubicBezTo>
                  <a:pt x="959040" y="21388"/>
                  <a:pt x="959182" y="24467"/>
                  <a:pt x="959182" y="27076"/>
                </a:cubicBezTo>
                <a:lnTo>
                  <a:pt x="958586" y="54496"/>
                </a:lnTo>
                <a:cubicBezTo>
                  <a:pt x="958302" y="64372"/>
                  <a:pt x="958217" y="74250"/>
                  <a:pt x="958331" y="84128"/>
                </a:cubicBezTo>
                <a:cubicBezTo>
                  <a:pt x="966046" y="78224"/>
                  <a:pt x="973478" y="71753"/>
                  <a:pt x="980626" y="64713"/>
                </a:cubicBezTo>
                <a:lnTo>
                  <a:pt x="999347" y="45385"/>
                </a:lnTo>
                <a:cubicBezTo>
                  <a:pt x="1001219" y="43456"/>
                  <a:pt x="1003233" y="42492"/>
                  <a:pt x="1005389" y="42492"/>
                </a:cubicBezTo>
                <a:cubicBezTo>
                  <a:pt x="1007601" y="42492"/>
                  <a:pt x="1009601" y="43371"/>
                  <a:pt x="1011388" y="45130"/>
                </a:cubicBezTo>
                <a:cubicBezTo>
                  <a:pt x="1013175" y="46889"/>
                  <a:pt x="1014068" y="48932"/>
                  <a:pt x="1014068" y="51260"/>
                </a:cubicBezTo>
                <a:cubicBezTo>
                  <a:pt x="1014068" y="53190"/>
                  <a:pt x="1013246" y="55092"/>
                  <a:pt x="1011601" y="56964"/>
                </a:cubicBezTo>
                <a:cubicBezTo>
                  <a:pt x="1004623" y="65126"/>
                  <a:pt x="996028" y="73883"/>
                  <a:pt x="985817" y="83234"/>
                </a:cubicBezTo>
                <a:lnTo>
                  <a:pt x="1004368" y="108566"/>
                </a:lnTo>
                <a:cubicBezTo>
                  <a:pt x="1013047" y="120430"/>
                  <a:pt x="1017387" y="128150"/>
                  <a:pt x="1017387" y="131726"/>
                </a:cubicBezTo>
                <a:cubicBezTo>
                  <a:pt x="1017387" y="133997"/>
                  <a:pt x="1016494" y="135955"/>
                  <a:pt x="1014707" y="137600"/>
                </a:cubicBezTo>
                <a:cubicBezTo>
                  <a:pt x="1012920" y="139245"/>
                  <a:pt x="1010863" y="140068"/>
                  <a:pt x="1008537" y="140068"/>
                </a:cubicBezTo>
                <a:close/>
                <a:moveTo>
                  <a:pt x="1140625" y="64237"/>
                </a:moveTo>
                <a:cubicBezTo>
                  <a:pt x="1139434" y="64237"/>
                  <a:pt x="1138030" y="64180"/>
                  <a:pt x="1136413" y="64066"/>
                </a:cubicBezTo>
                <a:cubicBezTo>
                  <a:pt x="1134796" y="63951"/>
                  <a:pt x="1133392" y="63894"/>
                  <a:pt x="1132200" y="63894"/>
                </a:cubicBezTo>
                <a:cubicBezTo>
                  <a:pt x="1130896" y="63894"/>
                  <a:pt x="1127038" y="64324"/>
                  <a:pt x="1120627" y="65183"/>
                </a:cubicBezTo>
                <a:lnTo>
                  <a:pt x="1122244" y="115419"/>
                </a:lnTo>
                <a:lnTo>
                  <a:pt x="1122329" y="119161"/>
                </a:lnTo>
                <a:lnTo>
                  <a:pt x="1122414" y="123495"/>
                </a:lnTo>
                <a:cubicBezTo>
                  <a:pt x="1122641" y="135905"/>
                  <a:pt x="1119663" y="142110"/>
                  <a:pt x="1113479" y="142110"/>
                </a:cubicBezTo>
                <a:cubicBezTo>
                  <a:pt x="1111210" y="142110"/>
                  <a:pt x="1109239" y="141373"/>
                  <a:pt x="1107565" y="139900"/>
                </a:cubicBezTo>
                <a:cubicBezTo>
                  <a:pt x="1105892" y="138427"/>
                  <a:pt x="1105055" y="136585"/>
                  <a:pt x="1105055" y="134374"/>
                </a:cubicBezTo>
                <a:cubicBezTo>
                  <a:pt x="1105055" y="132222"/>
                  <a:pt x="1105140" y="128993"/>
                  <a:pt x="1105310" y="124687"/>
                </a:cubicBezTo>
                <a:cubicBezTo>
                  <a:pt x="1105480" y="120379"/>
                  <a:pt x="1105565" y="117148"/>
                  <a:pt x="1105565" y="114994"/>
                </a:cubicBezTo>
                <a:lnTo>
                  <a:pt x="1103864" y="65354"/>
                </a:lnTo>
                <a:cubicBezTo>
                  <a:pt x="1099722" y="65183"/>
                  <a:pt x="1093425" y="64698"/>
                  <a:pt x="1084972" y="63899"/>
                </a:cubicBezTo>
                <a:cubicBezTo>
                  <a:pt x="1079923" y="63215"/>
                  <a:pt x="1077399" y="60393"/>
                  <a:pt x="1077399" y="55435"/>
                </a:cubicBezTo>
                <a:cubicBezTo>
                  <a:pt x="1077399" y="52926"/>
                  <a:pt x="1078165" y="50846"/>
                  <a:pt x="1079696" y="49196"/>
                </a:cubicBezTo>
                <a:cubicBezTo>
                  <a:pt x="1081228" y="47544"/>
                  <a:pt x="1083185" y="46718"/>
                  <a:pt x="1085568" y="46718"/>
                </a:cubicBezTo>
                <a:lnTo>
                  <a:pt x="1103438" y="48164"/>
                </a:lnTo>
                <a:cubicBezTo>
                  <a:pt x="1103438" y="45262"/>
                  <a:pt x="1103310" y="41380"/>
                  <a:pt x="1103055" y="36517"/>
                </a:cubicBezTo>
                <a:cubicBezTo>
                  <a:pt x="1102800" y="31652"/>
                  <a:pt x="1102672" y="28139"/>
                  <a:pt x="1102672" y="25978"/>
                </a:cubicBezTo>
                <a:cubicBezTo>
                  <a:pt x="1102672" y="23588"/>
                  <a:pt x="1103495" y="21612"/>
                  <a:pt x="1105140" y="20048"/>
                </a:cubicBezTo>
                <a:cubicBezTo>
                  <a:pt x="1106785" y="18483"/>
                  <a:pt x="1108799" y="17700"/>
                  <a:pt x="1111182" y="17700"/>
                </a:cubicBezTo>
                <a:cubicBezTo>
                  <a:pt x="1116288" y="17700"/>
                  <a:pt x="1119266" y="21870"/>
                  <a:pt x="1120117" y="30209"/>
                </a:cubicBezTo>
                <a:cubicBezTo>
                  <a:pt x="1120287" y="32308"/>
                  <a:pt x="1120372" y="34833"/>
                  <a:pt x="1120372" y="37783"/>
                </a:cubicBezTo>
                <a:lnTo>
                  <a:pt x="1120202" y="42718"/>
                </a:lnTo>
                <a:lnTo>
                  <a:pt x="1120117" y="47994"/>
                </a:lnTo>
                <a:cubicBezTo>
                  <a:pt x="1127151" y="47086"/>
                  <a:pt x="1131179" y="46632"/>
                  <a:pt x="1132200" y="46632"/>
                </a:cubicBezTo>
                <a:cubicBezTo>
                  <a:pt x="1138100" y="46632"/>
                  <a:pt x="1141958" y="46916"/>
                  <a:pt x="1143774" y="47483"/>
                </a:cubicBezTo>
                <a:cubicBezTo>
                  <a:pt x="1147234" y="48625"/>
                  <a:pt x="1148964" y="51316"/>
                  <a:pt x="1148964" y="55557"/>
                </a:cubicBezTo>
                <a:cubicBezTo>
                  <a:pt x="1148964" y="58078"/>
                  <a:pt x="1148184" y="60155"/>
                  <a:pt x="1146624" y="61788"/>
                </a:cubicBezTo>
                <a:cubicBezTo>
                  <a:pt x="1145064" y="63420"/>
                  <a:pt x="1143064" y="64237"/>
                  <a:pt x="1140625" y="64237"/>
                </a:cubicBezTo>
                <a:close/>
                <a:moveTo>
                  <a:pt x="1240768" y="60745"/>
                </a:moveTo>
                <a:lnTo>
                  <a:pt x="1211325" y="124405"/>
                </a:lnTo>
                <a:cubicBezTo>
                  <a:pt x="1204063" y="139894"/>
                  <a:pt x="1198504" y="152858"/>
                  <a:pt x="1194646" y="163296"/>
                </a:cubicBezTo>
                <a:lnTo>
                  <a:pt x="1189030" y="179807"/>
                </a:lnTo>
                <a:cubicBezTo>
                  <a:pt x="1187555" y="183949"/>
                  <a:pt x="1185002" y="186019"/>
                  <a:pt x="1181371" y="186019"/>
                </a:cubicBezTo>
                <a:cubicBezTo>
                  <a:pt x="1178988" y="186019"/>
                  <a:pt x="1176932" y="185235"/>
                  <a:pt x="1175201" y="183666"/>
                </a:cubicBezTo>
                <a:cubicBezTo>
                  <a:pt x="1173471" y="182099"/>
                  <a:pt x="1172606" y="180146"/>
                  <a:pt x="1172606" y="177808"/>
                </a:cubicBezTo>
                <a:cubicBezTo>
                  <a:pt x="1172606" y="172106"/>
                  <a:pt x="1178733" y="155701"/>
                  <a:pt x="1190987" y="128593"/>
                </a:cubicBezTo>
                <a:lnTo>
                  <a:pt x="1160522" y="69882"/>
                </a:lnTo>
                <a:lnTo>
                  <a:pt x="1156693" y="63660"/>
                </a:lnTo>
                <a:cubicBezTo>
                  <a:pt x="1155161" y="61046"/>
                  <a:pt x="1154396" y="58860"/>
                  <a:pt x="1154396" y="57099"/>
                </a:cubicBezTo>
                <a:cubicBezTo>
                  <a:pt x="1154396" y="54773"/>
                  <a:pt x="1155289" y="52731"/>
                  <a:pt x="1157076" y="50972"/>
                </a:cubicBezTo>
                <a:cubicBezTo>
                  <a:pt x="1158863" y="49214"/>
                  <a:pt x="1160863" y="48334"/>
                  <a:pt x="1163075" y="48334"/>
                </a:cubicBezTo>
                <a:cubicBezTo>
                  <a:pt x="1165685" y="48334"/>
                  <a:pt x="1167699" y="49327"/>
                  <a:pt x="1169117" y="51313"/>
                </a:cubicBezTo>
                <a:cubicBezTo>
                  <a:pt x="1178761" y="64721"/>
                  <a:pt x="1189115" y="83810"/>
                  <a:pt x="1200177" y="108580"/>
                </a:cubicBezTo>
                <a:lnTo>
                  <a:pt x="1212771" y="79131"/>
                </a:lnTo>
                <a:cubicBezTo>
                  <a:pt x="1217310" y="68971"/>
                  <a:pt x="1221678" y="60237"/>
                  <a:pt x="1225876" y="52930"/>
                </a:cubicBezTo>
                <a:cubicBezTo>
                  <a:pt x="1227691" y="49753"/>
                  <a:pt x="1230074" y="48164"/>
                  <a:pt x="1233024" y="48164"/>
                </a:cubicBezTo>
                <a:cubicBezTo>
                  <a:pt x="1235350" y="48164"/>
                  <a:pt x="1237406" y="48986"/>
                  <a:pt x="1239193" y="50629"/>
                </a:cubicBezTo>
                <a:cubicBezTo>
                  <a:pt x="1240980" y="52273"/>
                  <a:pt x="1241874" y="54228"/>
                  <a:pt x="1241874" y="56496"/>
                </a:cubicBezTo>
                <a:cubicBezTo>
                  <a:pt x="1241874" y="57742"/>
                  <a:pt x="1241505" y="59158"/>
                  <a:pt x="1240768" y="60745"/>
                </a:cubicBezTo>
                <a:close/>
                <a:moveTo>
                  <a:pt x="1294312" y="139727"/>
                </a:moveTo>
                <a:cubicBezTo>
                  <a:pt x="1288639" y="139727"/>
                  <a:pt x="1282399" y="138820"/>
                  <a:pt x="1275591" y="137004"/>
                </a:cubicBezTo>
                <a:lnTo>
                  <a:pt x="1275421" y="177680"/>
                </a:lnTo>
                <a:cubicBezTo>
                  <a:pt x="1275421" y="180176"/>
                  <a:pt x="1274641" y="182218"/>
                  <a:pt x="1273081" y="183807"/>
                </a:cubicBezTo>
                <a:cubicBezTo>
                  <a:pt x="1271520" y="185395"/>
                  <a:pt x="1269521" y="186190"/>
                  <a:pt x="1267081" y="186190"/>
                </a:cubicBezTo>
                <a:cubicBezTo>
                  <a:pt x="1264642" y="186190"/>
                  <a:pt x="1262642" y="185394"/>
                  <a:pt x="1261082" y="183804"/>
                </a:cubicBezTo>
                <a:cubicBezTo>
                  <a:pt x="1259522" y="182214"/>
                  <a:pt x="1258742" y="180169"/>
                  <a:pt x="1258742" y="177669"/>
                </a:cubicBezTo>
                <a:lnTo>
                  <a:pt x="1258997" y="143591"/>
                </a:lnTo>
                <a:lnTo>
                  <a:pt x="1258997" y="109598"/>
                </a:lnTo>
                <a:cubicBezTo>
                  <a:pt x="1258827" y="97158"/>
                  <a:pt x="1258402" y="85827"/>
                  <a:pt x="1257721" y="75605"/>
                </a:cubicBezTo>
                <a:lnTo>
                  <a:pt x="1256444" y="58309"/>
                </a:lnTo>
                <a:cubicBezTo>
                  <a:pt x="1256444" y="54276"/>
                  <a:pt x="1257182" y="50868"/>
                  <a:pt x="1258657" y="48084"/>
                </a:cubicBezTo>
                <a:cubicBezTo>
                  <a:pt x="1260359" y="44734"/>
                  <a:pt x="1262827" y="43058"/>
                  <a:pt x="1266060" y="43058"/>
                </a:cubicBezTo>
                <a:cubicBezTo>
                  <a:pt x="1268273" y="43058"/>
                  <a:pt x="1270131" y="43850"/>
                  <a:pt x="1271634" y="45433"/>
                </a:cubicBezTo>
                <a:cubicBezTo>
                  <a:pt x="1273137" y="47016"/>
                  <a:pt x="1273889" y="48948"/>
                  <a:pt x="1273889" y="51228"/>
                </a:cubicBezTo>
                <a:cubicBezTo>
                  <a:pt x="1273889" y="51738"/>
                  <a:pt x="1273804" y="52674"/>
                  <a:pt x="1273634" y="54036"/>
                </a:cubicBezTo>
                <a:cubicBezTo>
                  <a:pt x="1273350" y="55794"/>
                  <a:pt x="1273151" y="57411"/>
                  <a:pt x="1273038" y="58886"/>
                </a:cubicBezTo>
                <a:cubicBezTo>
                  <a:pt x="1277917" y="55539"/>
                  <a:pt x="1282625" y="53029"/>
                  <a:pt x="1287164" y="51355"/>
                </a:cubicBezTo>
                <a:cubicBezTo>
                  <a:pt x="1291702" y="49682"/>
                  <a:pt x="1296042" y="48845"/>
                  <a:pt x="1300184" y="48845"/>
                </a:cubicBezTo>
                <a:cubicBezTo>
                  <a:pt x="1311813" y="48845"/>
                  <a:pt x="1320323" y="54012"/>
                  <a:pt x="1325712" y="64346"/>
                </a:cubicBezTo>
                <a:cubicBezTo>
                  <a:pt x="1329967" y="72524"/>
                  <a:pt x="1332094" y="83342"/>
                  <a:pt x="1332094" y="96799"/>
                </a:cubicBezTo>
                <a:cubicBezTo>
                  <a:pt x="1332094" y="109064"/>
                  <a:pt x="1328804" y="119171"/>
                  <a:pt x="1322223" y="127122"/>
                </a:cubicBezTo>
                <a:cubicBezTo>
                  <a:pt x="1315246" y="135526"/>
                  <a:pt x="1305942" y="139727"/>
                  <a:pt x="1294312" y="139727"/>
                </a:cubicBezTo>
                <a:moveTo>
                  <a:pt x="1300184" y="65864"/>
                </a:moveTo>
                <a:cubicBezTo>
                  <a:pt x="1294964" y="65864"/>
                  <a:pt x="1290256" y="67027"/>
                  <a:pt x="1286058" y="69353"/>
                </a:cubicBezTo>
                <a:cubicBezTo>
                  <a:pt x="1283051" y="70998"/>
                  <a:pt x="1279250" y="74005"/>
                  <a:pt x="1274655" y="78373"/>
                </a:cubicBezTo>
                <a:cubicBezTo>
                  <a:pt x="1275392" y="91251"/>
                  <a:pt x="1275761" y="104781"/>
                  <a:pt x="1275761" y="118964"/>
                </a:cubicBezTo>
                <a:cubicBezTo>
                  <a:pt x="1281945" y="121347"/>
                  <a:pt x="1288128" y="122538"/>
                  <a:pt x="1294312" y="122538"/>
                </a:cubicBezTo>
                <a:cubicBezTo>
                  <a:pt x="1301403" y="122538"/>
                  <a:pt x="1306821" y="119900"/>
                  <a:pt x="1310565" y="114624"/>
                </a:cubicBezTo>
                <a:cubicBezTo>
                  <a:pt x="1313799" y="110029"/>
                  <a:pt x="1315416" y="104072"/>
                  <a:pt x="1315416" y="96754"/>
                </a:cubicBezTo>
                <a:cubicBezTo>
                  <a:pt x="1315416" y="86429"/>
                  <a:pt x="1314153" y="78699"/>
                  <a:pt x="1311629" y="73565"/>
                </a:cubicBezTo>
                <a:cubicBezTo>
                  <a:pt x="1309104" y="68431"/>
                  <a:pt x="1305289" y="65864"/>
                  <a:pt x="1300184" y="65864"/>
                </a:cubicBezTo>
                <a:close/>
                <a:moveTo>
                  <a:pt x="1391559" y="140578"/>
                </a:moveTo>
                <a:cubicBezTo>
                  <a:pt x="1378738" y="140578"/>
                  <a:pt x="1368356" y="137370"/>
                  <a:pt x="1360414" y="130954"/>
                </a:cubicBezTo>
                <a:cubicBezTo>
                  <a:pt x="1351734" y="123856"/>
                  <a:pt x="1347394" y="113918"/>
                  <a:pt x="1347394" y="101142"/>
                </a:cubicBezTo>
                <a:cubicBezTo>
                  <a:pt x="1347394" y="86379"/>
                  <a:pt x="1350968" y="74001"/>
                  <a:pt x="1358116" y="64008"/>
                </a:cubicBezTo>
                <a:cubicBezTo>
                  <a:pt x="1365889" y="53105"/>
                  <a:pt x="1376270" y="47654"/>
                  <a:pt x="1389262" y="47654"/>
                </a:cubicBezTo>
                <a:cubicBezTo>
                  <a:pt x="1398679" y="47654"/>
                  <a:pt x="1406366" y="49242"/>
                  <a:pt x="1412322" y="52419"/>
                </a:cubicBezTo>
                <a:cubicBezTo>
                  <a:pt x="1419641" y="56333"/>
                  <a:pt x="1423300" y="62347"/>
                  <a:pt x="1423300" y="70459"/>
                </a:cubicBezTo>
                <a:cubicBezTo>
                  <a:pt x="1423300" y="76132"/>
                  <a:pt x="1420095" y="81295"/>
                  <a:pt x="1413684" y="85947"/>
                </a:cubicBezTo>
                <a:cubicBezTo>
                  <a:pt x="1410847" y="87989"/>
                  <a:pt x="1404834" y="91166"/>
                  <a:pt x="1395644" y="95477"/>
                </a:cubicBezTo>
                <a:lnTo>
                  <a:pt x="1363137" y="110880"/>
                </a:lnTo>
                <a:cubicBezTo>
                  <a:pt x="1366314" y="115588"/>
                  <a:pt x="1370271" y="119134"/>
                  <a:pt x="1375008" y="121517"/>
                </a:cubicBezTo>
                <a:cubicBezTo>
                  <a:pt x="1379745" y="123899"/>
                  <a:pt x="1385262" y="125091"/>
                  <a:pt x="1391559" y="125091"/>
                </a:cubicBezTo>
                <a:cubicBezTo>
                  <a:pt x="1395474" y="125091"/>
                  <a:pt x="1400069" y="124353"/>
                  <a:pt x="1405345" y="122878"/>
                </a:cubicBezTo>
                <a:cubicBezTo>
                  <a:pt x="1412039" y="121006"/>
                  <a:pt x="1416350" y="118553"/>
                  <a:pt x="1418279" y="115518"/>
                </a:cubicBezTo>
                <a:cubicBezTo>
                  <a:pt x="1420208" y="112482"/>
                  <a:pt x="1422279" y="110965"/>
                  <a:pt x="1424491" y="110965"/>
                </a:cubicBezTo>
                <a:cubicBezTo>
                  <a:pt x="1426477" y="110965"/>
                  <a:pt x="1428250" y="111719"/>
                  <a:pt x="1429810" y="113228"/>
                </a:cubicBezTo>
                <a:cubicBezTo>
                  <a:pt x="1431370" y="114735"/>
                  <a:pt x="1432150" y="116484"/>
                  <a:pt x="1432150" y="118475"/>
                </a:cubicBezTo>
                <a:cubicBezTo>
                  <a:pt x="1432150" y="124789"/>
                  <a:pt x="1427072" y="130223"/>
                  <a:pt x="1416918" y="134776"/>
                </a:cubicBezTo>
                <a:cubicBezTo>
                  <a:pt x="1408238" y="138644"/>
                  <a:pt x="1399785" y="140578"/>
                  <a:pt x="1391559" y="140578"/>
                </a:cubicBezTo>
                <a:moveTo>
                  <a:pt x="1389262" y="62971"/>
                </a:moveTo>
                <a:cubicBezTo>
                  <a:pt x="1382340" y="62971"/>
                  <a:pt x="1376582" y="65651"/>
                  <a:pt x="1371987" y="71012"/>
                </a:cubicBezTo>
                <a:cubicBezTo>
                  <a:pt x="1367392" y="76373"/>
                  <a:pt x="1363960" y="84443"/>
                  <a:pt x="1361691" y="95222"/>
                </a:cubicBezTo>
                <a:lnTo>
                  <a:pt x="1387815" y="82798"/>
                </a:lnTo>
                <a:cubicBezTo>
                  <a:pt x="1398083" y="77806"/>
                  <a:pt x="1405401" y="73466"/>
                  <a:pt x="1409770" y="69779"/>
                </a:cubicBezTo>
                <a:cubicBezTo>
                  <a:pt x="1404891" y="65240"/>
                  <a:pt x="1398055" y="62971"/>
                  <a:pt x="1389262" y="62971"/>
                </a:cubicBezTo>
                <a:close/>
                <a:moveTo>
                  <a:pt x="1505198" y="71140"/>
                </a:moveTo>
                <a:cubicBezTo>
                  <a:pt x="1502078" y="71140"/>
                  <a:pt x="1499894" y="70098"/>
                  <a:pt x="1498646" y="68013"/>
                </a:cubicBezTo>
                <a:cubicBezTo>
                  <a:pt x="1497795" y="66548"/>
                  <a:pt x="1497058" y="63506"/>
                  <a:pt x="1496434" y="58886"/>
                </a:cubicBezTo>
                <a:cubicBezTo>
                  <a:pt x="1492179" y="59962"/>
                  <a:pt x="1485626" y="61945"/>
                  <a:pt x="1476776" y="64835"/>
                </a:cubicBezTo>
                <a:cubicBezTo>
                  <a:pt x="1467643" y="68462"/>
                  <a:pt x="1463048" y="72939"/>
                  <a:pt x="1462991" y="78264"/>
                </a:cubicBezTo>
                <a:cubicBezTo>
                  <a:pt x="1464693" y="78888"/>
                  <a:pt x="1466366" y="79342"/>
                  <a:pt x="1468012" y="79626"/>
                </a:cubicBezTo>
                <a:cubicBezTo>
                  <a:pt x="1481060" y="81948"/>
                  <a:pt x="1490761" y="85150"/>
                  <a:pt x="1497114" y="89231"/>
                </a:cubicBezTo>
                <a:cubicBezTo>
                  <a:pt x="1506361" y="95182"/>
                  <a:pt x="1510985" y="103797"/>
                  <a:pt x="1510985" y="115076"/>
                </a:cubicBezTo>
                <a:cubicBezTo>
                  <a:pt x="1510985" y="124314"/>
                  <a:pt x="1506985" y="131285"/>
                  <a:pt x="1498986" y="135988"/>
                </a:cubicBezTo>
                <a:cubicBezTo>
                  <a:pt x="1492349" y="139843"/>
                  <a:pt x="1483953" y="141770"/>
                  <a:pt x="1473798" y="141770"/>
                </a:cubicBezTo>
                <a:cubicBezTo>
                  <a:pt x="1466366" y="141770"/>
                  <a:pt x="1459275" y="140521"/>
                  <a:pt x="1452524" y="138025"/>
                </a:cubicBezTo>
                <a:cubicBezTo>
                  <a:pt x="1443788" y="134848"/>
                  <a:pt x="1439419" y="130423"/>
                  <a:pt x="1439419" y="124750"/>
                </a:cubicBezTo>
                <a:cubicBezTo>
                  <a:pt x="1439419" y="122481"/>
                  <a:pt x="1440313" y="120496"/>
                  <a:pt x="1442100" y="118794"/>
                </a:cubicBezTo>
                <a:cubicBezTo>
                  <a:pt x="1443887" y="117092"/>
                  <a:pt x="1445915" y="116241"/>
                  <a:pt x="1448184" y="116241"/>
                </a:cubicBezTo>
                <a:cubicBezTo>
                  <a:pt x="1449943" y="116241"/>
                  <a:pt x="1452212" y="117602"/>
                  <a:pt x="1454992" y="120325"/>
                </a:cubicBezTo>
                <a:cubicBezTo>
                  <a:pt x="1456353" y="121630"/>
                  <a:pt x="1459417" y="122708"/>
                  <a:pt x="1464182" y="123559"/>
                </a:cubicBezTo>
                <a:cubicBezTo>
                  <a:pt x="1467983" y="124240"/>
                  <a:pt x="1471189" y="124580"/>
                  <a:pt x="1473798" y="124580"/>
                </a:cubicBezTo>
                <a:cubicBezTo>
                  <a:pt x="1478563" y="124580"/>
                  <a:pt x="1482762" y="124014"/>
                  <a:pt x="1486392" y="122881"/>
                </a:cubicBezTo>
                <a:cubicBezTo>
                  <a:pt x="1491668" y="121238"/>
                  <a:pt x="1494306" y="118631"/>
                  <a:pt x="1494306" y="115063"/>
                </a:cubicBezTo>
                <a:cubicBezTo>
                  <a:pt x="1494306" y="107356"/>
                  <a:pt x="1488917" y="102143"/>
                  <a:pt x="1478138" y="99424"/>
                </a:cubicBezTo>
                <a:lnTo>
                  <a:pt x="1469288" y="97467"/>
                </a:lnTo>
                <a:cubicBezTo>
                  <a:pt x="1461743" y="95820"/>
                  <a:pt x="1456382" y="93889"/>
                  <a:pt x="1453205" y="91675"/>
                </a:cubicBezTo>
                <a:cubicBezTo>
                  <a:pt x="1448610" y="88496"/>
                  <a:pt x="1446312" y="83701"/>
                  <a:pt x="1446312" y="77288"/>
                </a:cubicBezTo>
                <a:cubicBezTo>
                  <a:pt x="1446312" y="65424"/>
                  <a:pt x="1451900" y="56966"/>
                  <a:pt x="1463076" y="51914"/>
                </a:cubicBezTo>
                <a:cubicBezTo>
                  <a:pt x="1466480" y="50382"/>
                  <a:pt x="1471926" y="48552"/>
                  <a:pt x="1479414" y="46425"/>
                </a:cubicBezTo>
                <a:cubicBezTo>
                  <a:pt x="1486903" y="44296"/>
                  <a:pt x="1492264" y="42493"/>
                  <a:pt x="1495498" y="41016"/>
                </a:cubicBezTo>
                <a:cubicBezTo>
                  <a:pt x="1497823" y="39995"/>
                  <a:pt x="1500348" y="39484"/>
                  <a:pt x="1503071" y="39484"/>
                </a:cubicBezTo>
                <a:cubicBezTo>
                  <a:pt x="1505510" y="39484"/>
                  <a:pt x="1507510" y="40279"/>
                  <a:pt x="1509070" y="41867"/>
                </a:cubicBezTo>
                <a:cubicBezTo>
                  <a:pt x="1510630" y="43456"/>
                  <a:pt x="1511410" y="45526"/>
                  <a:pt x="1511410" y="48079"/>
                </a:cubicBezTo>
                <a:cubicBezTo>
                  <a:pt x="1511410" y="49724"/>
                  <a:pt x="1511765" y="52135"/>
                  <a:pt x="1512474" y="55312"/>
                </a:cubicBezTo>
                <a:cubicBezTo>
                  <a:pt x="1513183" y="58489"/>
                  <a:pt x="1513538" y="60900"/>
                  <a:pt x="1513538" y="62545"/>
                </a:cubicBezTo>
                <a:cubicBezTo>
                  <a:pt x="1513538" y="65098"/>
                  <a:pt x="1512758" y="67169"/>
                  <a:pt x="1511198" y="68757"/>
                </a:cubicBezTo>
                <a:cubicBezTo>
                  <a:pt x="1509638" y="70346"/>
                  <a:pt x="1507638" y="71140"/>
                  <a:pt x="1505198" y="71140"/>
                </a:cubicBezTo>
                <a:close/>
                <a:moveTo>
                  <a:pt x="1545143" y="165937"/>
                </a:moveTo>
                <a:cubicBezTo>
                  <a:pt x="1543157" y="165937"/>
                  <a:pt x="1541427" y="165171"/>
                  <a:pt x="1539952" y="163639"/>
                </a:cubicBezTo>
                <a:cubicBezTo>
                  <a:pt x="1538477" y="162107"/>
                  <a:pt x="1537739" y="160349"/>
                  <a:pt x="1537739" y="158363"/>
                </a:cubicBezTo>
                <a:cubicBezTo>
                  <a:pt x="1537739" y="156718"/>
                  <a:pt x="1539498" y="151839"/>
                  <a:pt x="1543015" y="143727"/>
                </a:cubicBezTo>
                <a:cubicBezTo>
                  <a:pt x="1546079" y="136692"/>
                  <a:pt x="1548433" y="131672"/>
                  <a:pt x="1550078" y="128665"/>
                </a:cubicBezTo>
                <a:cubicBezTo>
                  <a:pt x="1551553" y="125942"/>
                  <a:pt x="1553510" y="124580"/>
                  <a:pt x="1555950" y="124580"/>
                </a:cubicBezTo>
                <a:cubicBezTo>
                  <a:pt x="1557992" y="124580"/>
                  <a:pt x="1559736" y="125360"/>
                  <a:pt x="1561183" y="126920"/>
                </a:cubicBezTo>
                <a:cubicBezTo>
                  <a:pt x="1562630" y="128480"/>
                  <a:pt x="1563353" y="130253"/>
                  <a:pt x="1563353" y="132239"/>
                </a:cubicBezTo>
                <a:cubicBezTo>
                  <a:pt x="1563353" y="133600"/>
                  <a:pt x="1559325" y="143301"/>
                  <a:pt x="1551269" y="161342"/>
                </a:cubicBezTo>
                <a:cubicBezTo>
                  <a:pt x="1549965" y="164405"/>
                  <a:pt x="1547922" y="165937"/>
                  <a:pt x="1545143" y="165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sizes,anddecidethe">
            <a:extLst xmlns:a="http://schemas.openxmlformats.org/drawingml/2006/main">
              <a:ext uri="{FF2B5EF4-FFF2-40B4-BE49-F238E27FC236}">
                <a16:creationId xmlns:a16="http://schemas.microsoft.com/office/drawing/2014/main" id="{DD76507A-31DF-477C-B0E7-802F585F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410" y="2083449"/>
            <a:ext cx="1701073" cy="165596"/>
          </a:xfrm>
          <a:custGeom xmlns:a="http://schemas.openxmlformats.org/drawingml/2006/main">
            <a:pathLst>
              <a:path w="1701073" h="165596">
                <a:moveTo>
                  <a:pt x="65779" y="70800"/>
                </a:moveTo>
                <a:cubicBezTo>
                  <a:pt x="62659" y="70800"/>
                  <a:pt x="60475" y="69757"/>
                  <a:pt x="59227" y="67672"/>
                </a:cubicBezTo>
                <a:cubicBezTo>
                  <a:pt x="58376" y="66208"/>
                  <a:pt x="57638" y="63166"/>
                  <a:pt x="57014" y="58546"/>
                </a:cubicBezTo>
                <a:cubicBezTo>
                  <a:pt x="52759" y="59622"/>
                  <a:pt x="46207" y="61605"/>
                  <a:pt x="37357" y="64495"/>
                </a:cubicBezTo>
                <a:cubicBezTo>
                  <a:pt x="28223" y="68122"/>
                  <a:pt x="23628" y="72598"/>
                  <a:pt x="23572" y="77924"/>
                </a:cubicBezTo>
                <a:cubicBezTo>
                  <a:pt x="25273" y="78548"/>
                  <a:pt x="26947" y="79002"/>
                  <a:pt x="28592" y="79285"/>
                </a:cubicBezTo>
                <a:cubicBezTo>
                  <a:pt x="41640" y="81608"/>
                  <a:pt x="51341" y="84809"/>
                  <a:pt x="57695" y="88891"/>
                </a:cubicBezTo>
                <a:cubicBezTo>
                  <a:pt x="66942" y="94842"/>
                  <a:pt x="71566" y="103457"/>
                  <a:pt x="71566" y="114736"/>
                </a:cubicBezTo>
                <a:cubicBezTo>
                  <a:pt x="71566" y="123974"/>
                  <a:pt x="67566" y="130945"/>
                  <a:pt x="59567" y="135648"/>
                </a:cubicBezTo>
                <a:cubicBezTo>
                  <a:pt x="52930" y="139502"/>
                  <a:pt x="44533" y="141429"/>
                  <a:pt x="34379" y="141429"/>
                </a:cubicBezTo>
                <a:cubicBezTo>
                  <a:pt x="26947" y="141429"/>
                  <a:pt x="19856" y="140181"/>
                  <a:pt x="13105" y="137685"/>
                </a:cubicBezTo>
                <a:cubicBezTo>
                  <a:pt x="4368" y="134508"/>
                  <a:pt x="0" y="130083"/>
                  <a:pt x="0" y="124410"/>
                </a:cubicBezTo>
                <a:cubicBezTo>
                  <a:pt x="0" y="122141"/>
                  <a:pt x="894" y="120155"/>
                  <a:pt x="2681" y="118453"/>
                </a:cubicBezTo>
                <a:cubicBezTo>
                  <a:pt x="4468" y="116751"/>
                  <a:pt x="6496" y="115900"/>
                  <a:pt x="8765" y="115900"/>
                </a:cubicBezTo>
                <a:cubicBezTo>
                  <a:pt x="10524" y="115900"/>
                  <a:pt x="12793" y="117262"/>
                  <a:pt x="15573" y="119985"/>
                </a:cubicBezTo>
                <a:cubicBezTo>
                  <a:pt x="16934" y="121290"/>
                  <a:pt x="19998" y="122368"/>
                  <a:pt x="24763" y="123219"/>
                </a:cubicBezTo>
                <a:cubicBezTo>
                  <a:pt x="28564" y="123899"/>
                  <a:pt x="31769" y="124240"/>
                  <a:pt x="34379" y="124240"/>
                </a:cubicBezTo>
                <a:cubicBezTo>
                  <a:pt x="39144" y="124240"/>
                  <a:pt x="43342" y="123673"/>
                  <a:pt x="46973" y="122541"/>
                </a:cubicBezTo>
                <a:cubicBezTo>
                  <a:pt x="52249" y="120897"/>
                  <a:pt x="54887" y="118291"/>
                  <a:pt x="54887" y="114722"/>
                </a:cubicBezTo>
                <a:cubicBezTo>
                  <a:pt x="54887" y="107016"/>
                  <a:pt x="49497" y="101803"/>
                  <a:pt x="38719" y="99083"/>
                </a:cubicBezTo>
                <a:lnTo>
                  <a:pt x="29869" y="97126"/>
                </a:lnTo>
                <a:cubicBezTo>
                  <a:pt x="22323" y="95479"/>
                  <a:pt x="16962" y="93549"/>
                  <a:pt x="13786" y="91334"/>
                </a:cubicBezTo>
                <a:cubicBezTo>
                  <a:pt x="9190" y="88156"/>
                  <a:pt x="6893" y="83360"/>
                  <a:pt x="6893" y="76948"/>
                </a:cubicBezTo>
                <a:cubicBezTo>
                  <a:pt x="6893" y="65084"/>
                  <a:pt x="12481" y="56626"/>
                  <a:pt x="23657" y="51573"/>
                </a:cubicBezTo>
                <a:cubicBezTo>
                  <a:pt x="27060" y="50042"/>
                  <a:pt x="32507" y="48212"/>
                  <a:pt x="39995" y="46085"/>
                </a:cubicBezTo>
                <a:cubicBezTo>
                  <a:pt x="47483" y="43956"/>
                  <a:pt x="52844" y="42153"/>
                  <a:pt x="56078" y="40676"/>
                </a:cubicBezTo>
                <a:cubicBezTo>
                  <a:pt x="58404" y="39655"/>
                  <a:pt x="60929" y="39144"/>
                  <a:pt x="63652" y="39144"/>
                </a:cubicBezTo>
                <a:cubicBezTo>
                  <a:pt x="66091" y="39144"/>
                  <a:pt x="68091" y="39938"/>
                  <a:pt x="69651" y="41527"/>
                </a:cubicBezTo>
                <a:cubicBezTo>
                  <a:pt x="71211" y="43115"/>
                  <a:pt x="71991" y="45186"/>
                  <a:pt x="71991" y="47739"/>
                </a:cubicBezTo>
                <a:cubicBezTo>
                  <a:pt x="71991" y="49384"/>
                  <a:pt x="72346" y="51795"/>
                  <a:pt x="73055" y="54972"/>
                </a:cubicBezTo>
                <a:cubicBezTo>
                  <a:pt x="73764" y="58149"/>
                  <a:pt x="74118" y="60560"/>
                  <a:pt x="74118" y="62205"/>
                </a:cubicBezTo>
                <a:cubicBezTo>
                  <a:pt x="74118" y="64758"/>
                  <a:pt x="73338" y="66829"/>
                  <a:pt x="71778" y="68417"/>
                </a:cubicBezTo>
                <a:cubicBezTo>
                  <a:pt x="70218" y="70005"/>
                  <a:pt x="68218" y="70800"/>
                  <a:pt x="65779" y="70800"/>
                </a:cubicBezTo>
                <a:close/>
                <a:moveTo>
                  <a:pt x="109552" y="28592"/>
                </a:moveTo>
                <a:cubicBezTo>
                  <a:pt x="106829" y="28592"/>
                  <a:pt x="104475" y="27628"/>
                  <a:pt x="102489" y="25699"/>
                </a:cubicBezTo>
                <a:cubicBezTo>
                  <a:pt x="100504" y="23770"/>
                  <a:pt x="99511" y="21444"/>
                  <a:pt x="99511" y="18721"/>
                </a:cubicBezTo>
                <a:cubicBezTo>
                  <a:pt x="99511" y="15998"/>
                  <a:pt x="100504" y="13672"/>
                  <a:pt x="102489" y="11743"/>
                </a:cubicBezTo>
                <a:cubicBezTo>
                  <a:pt x="104475" y="9814"/>
                  <a:pt x="106829" y="8850"/>
                  <a:pt x="109552" y="8850"/>
                </a:cubicBezTo>
                <a:cubicBezTo>
                  <a:pt x="112275" y="8850"/>
                  <a:pt x="114615" y="9814"/>
                  <a:pt x="116573" y="11743"/>
                </a:cubicBezTo>
                <a:cubicBezTo>
                  <a:pt x="118530" y="13672"/>
                  <a:pt x="119508" y="15998"/>
                  <a:pt x="119508" y="18721"/>
                </a:cubicBezTo>
                <a:cubicBezTo>
                  <a:pt x="119508" y="21444"/>
                  <a:pt x="118530" y="23770"/>
                  <a:pt x="116573" y="25699"/>
                </a:cubicBezTo>
                <a:cubicBezTo>
                  <a:pt x="114615" y="27628"/>
                  <a:pt x="112275" y="28592"/>
                  <a:pt x="109552" y="28592"/>
                </a:cubicBezTo>
                <a:moveTo>
                  <a:pt x="113381" y="97738"/>
                </a:moveTo>
                <a:cubicBezTo>
                  <a:pt x="113381" y="101145"/>
                  <a:pt x="113481" y="106242"/>
                  <a:pt x="113679" y="113028"/>
                </a:cubicBezTo>
                <a:cubicBezTo>
                  <a:pt x="113878" y="119813"/>
                  <a:pt x="113977" y="124909"/>
                  <a:pt x="113977" y="128316"/>
                </a:cubicBezTo>
                <a:cubicBezTo>
                  <a:pt x="113977" y="130814"/>
                  <a:pt x="113211" y="132858"/>
                  <a:pt x="111680" y="134449"/>
                </a:cubicBezTo>
                <a:cubicBezTo>
                  <a:pt x="110148" y="136039"/>
                  <a:pt x="108134" y="136834"/>
                  <a:pt x="105638" y="136834"/>
                </a:cubicBezTo>
                <a:cubicBezTo>
                  <a:pt x="103198" y="136834"/>
                  <a:pt x="101199" y="136039"/>
                  <a:pt x="99638" y="134449"/>
                </a:cubicBezTo>
                <a:cubicBezTo>
                  <a:pt x="98078" y="132858"/>
                  <a:pt x="97298" y="130814"/>
                  <a:pt x="97298" y="128316"/>
                </a:cubicBezTo>
                <a:cubicBezTo>
                  <a:pt x="97298" y="124909"/>
                  <a:pt x="97199" y="119813"/>
                  <a:pt x="97001" y="113028"/>
                </a:cubicBezTo>
                <a:cubicBezTo>
                  <a:pt x="96802" y="106242"/>
                  <a:pt x="96703" y="101145"/>
                  <a:pt x="96703" y="97738"/>
                </a:cubicBezTo>
                <a:cubicBezTo>
                  <a:pt x="96703" y="92400"/>
                  <a:pt x="96986" y="85742"/>
                  <a:pt x="97554" y="77764"/>
                </a:cubicBezTo>
                <a:cubicBezTo>
                  <a:pt x="98121" y="69785"/>
                  <a:pt x="98405" y="63126"/>
                  <a:pt x="98405" y="57788"/>
                </a:cubicBezTo>
                <a:cubicBezTo>
                  <a:pt x="98405" y="55233"/>
                  <a:pt x="99185" y="53161"/>
                  <a:pt x="100745" y="51571"/>
                </a:cubicBezTo>
                <a:cubicBezTo>
                  <a:pt x="102305" y="49980"/>
                  <a:pt x="104305" y="49185"/>
                  <a:pt x="106744" y="49185"/>
                </a:cubicBezTo>
                <a:cubicBezTo>
                  <a:pt x="109183" y="49185"/>
                  <a:pt x="111183" y="49980"/>
                  <a:pt x="112743" y="51571"/>
                </a:cubicBezTo>
                <a:cubicBezTo>
                  <a:pt x="114303" y="53161"/>
                  <a:pt x="115083" y="55233"/>
                  <a:pt x="115083" y="57788"/>
                </a:cubicBezTo>
                <a:cubicBezTo>
                  <a:pt x="115083" y="63126"/>
                  <a:pt x="114800" y="69785"/>
                  <a:pt x="114232" y="77764"/>
                </a:cubicBezTo>
                <a:cubicBezTo>
                  <a:pt x="113665" y="85742"/>
                  <a:pt x="113381" y="92400"/>
                  <a:pt x="113381" y="97738"/>
                </a:cubicBezTo>
                <a:close/>
                <a:moveTo>
                  <a:pt x="211342" y="67563"/>
                </a:moveTo>
                <a:cubicBezTo>
                  <a:pt x="206293" y="73634"/>
                  <a:pt x="199825" y="82427"/>
                  <a:pt x="191940" y="93943"/>
                </a:cubicBezTo>
                <a:cubicBezTo>
                  <a:pt x="182806" y="107333"/>
                  <a:pt x="176112" y="116808"/>
                  <a:pt x="171857" y="122368"/>
                </a:cubicBezTo>
                <a:cubicBezTo>
                  <a:pt x="177814" y="122027"/>
                  <a:pt x="183005" y="121857"/>
                  <a:pt x="187430" y="121857"/>
                </a:cubicBezTo>
                <a:cubicBezTo>
                  <a:pt x="189642" y="121857"/>
                  <a:pt x="192933" y="122283"/>
                  <a:pt x="197301" y="123134"/>
                </a:cubicBezTo>
                <a:cubicBezTo>
                  <a:pt x="201669" y="123985"/>
                  <a:pt x="204960" y="124410"/>
                  <a:pt x="207172" y="124410"/>
                </a:cubicBezTo>
                <a:cubicBezTo>
                  <a:pt x="209668" y="124410"/>
                  <a:pt x="211696" y="125218"/>
                  <a:pt x="213256" y="126835"/>
                </a:cubicBezTo>
                <a:cubicBezTo>
                  <a:pt x="214816" y="128452"/>
                  <a:pt x="215597" y="130509"/>
                  <a:pt x="215597" y="133005"/>
                </a:cubicBezTo>
                <a:cubicBezTo>
                  <a:pt x="215597" y="135558"/>
                  <a:pt x="214816" y="137628"/>
                  <a:pt x="213256" y="139217"/>
                </a:cubicBezTo>
                <a:cubicBezTo>
                  <a:pt x="211696" y="140805"/>
                  <a:pt x="209668" y="141599"/>
                  <a:pt x="207172" y="141599"/>
                </a:cubicBezTo>
                <a:cubicBezTo>
                  <a:pt x="204960" y="141599"/>
                  <a:pt x="201669" y="141202"/>
                  <a:pt x="197301" y="140408"/>
                </a:cubicBezTo>
                <a:cubicBezTo>
                  <a:pt x="192933" y="139614"/>
                  <a:pt x="189642" y="139217"/>
                  <a:pt x="187430" y="139217"/>
                </a:cubicBezTo>
                <a:cubicBezTo>
                  <a:pt x="174665" y="139217"/>
                  <a:pt x="162553" y="140354"/>
                  <a:pt x="151094" y="142629"/>
                </a:cubicBezTo>
                <a:cubicBezTo>
                  <a:pt x="149903" y="142850"/>
                  <a:pt x="148853" y="142961"/>
                  <a:pt x="147945" y="142961"/>
                </a:cubicBezTo>
                <a:cubicBezTo>
                  <a:pt x="142442" y="142961"/>
                  <a:pt x="139691" y="140542"/>
                  <a:pt x="139691" y="135704"/>
                </a:cubicBezTo>
                <a:cubicBezTo>
                  <a:pt x="139691" y="132858"/>
                  <a:pt x="141109" y="130127"/>
                  <a:pt x="143946" y="127508"/>
                </a:cubicBezTo>
                <a:cubicBezTo>
                  <a:pt x="158753" y="114130"/>
                  <a:pt x="174864" y="93299"/>
                  <a:pt x="192280" y="65013"/>
                </a:cubicBezTo>
                <a:cubicBezTo>
                  <a:pt x="184735" y="65467"/>
                  <a:pt x="179261" y="65694"/>
                  <a:pt x="175857" y="65694"/>
                </a:cubicBezTo>
                <a:cubicBezTo>
                  <a:pt x="167461" y="65694"/>
                  <a:pt x="158838" y="65013"/>
                  <a:pt x="149988" y="63652"/>
                </a:cubicBezTo>
                <a:cubicBezTo>
                  <a:pt x="144939" y="62914"/>
                  <a:pt x="142414" y="60106"/>
                  <a:pt x="142414" y="55227"/>
                </a:cubicBezTo>
                <a:cubicBezTo>
                  <a:pt x="142414" y="52731"/>
                  <a:pt x="143180" y="50646"/>
                  <a:pt x="144712" y="48973"/>
                </a:cubicBezTo>
                <a:cubicBezTo>
                  <a:pt x="146243" y="47299"/>
                  <a:pt x="148172" y="46462"/>
                  <a:pt x="150498" y="46462"/>
                </a:cubicBezTo>
                <a:cubicBezTo>
                  <a:pt x="153278" y="46462"/>
                  <a:pt x="157476" y="46774"/>
                  <a:pt x="163092" y="47398"/>
                </a:cubicBezTo>
                <a:cubicBezTo>
                  <a:pt x="168709" y="48022"/>
                  <a:pt x="172964" y="48334"/>
                  <a:pt x="175857" y="48334"/>
                </a:cubicBezTo>
                <a:cubicBezTo>
                  <a:pt x="179714" y="48334"/>
                  <a:pt x="185501" y="48079"/>
                  <a:pt x="193216" y="47569"/>
                </a:cubicBezTo>
                <a:cubicBezTo>
                  <a:pt x="200932" y="47058"/>
                  <a:pt x="206718" y="46803"/>
                  <a:pt x="210576" y="46803"/>
                </a:cubicBezTo>
                <a:cubicBezTo>
                  <a:pt x="215398" y="46803"/>
                  <a:pt x="217809" y="48796"/>
                  <a:pt x="217809" y="52783"/>
                </a:cubicBezTo>
                <a:cubicBezTo>
                  <a:pt x="217809" y="57396"/>
                  <a:pt x="215653" y="62323"/>
                  <a:pt x="211342" y="67563"/>
                </a:cubicBezTo>
                <a:close/>
                <a:moveTo>
                  <a:pt x="274551" y="140238"/>
                </a:moveTo>
                <a:cubicBezTo>
                  <a:pt x="261730" y="140238"/>
                  <a:pt x="251348" y="137030"/>
                  <a:pt x="243406" y="130614"/>
                </a:cubicBezTo>
                <a:cubicBezTo>
                  <a:pt x="234726" y="123516"/>
                  <a:pt x="230386" y="113578"/>
                  <a:pt x="230386" y="100801"/>
                </a:cubicBezTo>
                <a:cubicBezTo>
                  <a:pt x="230386" y="86039"/>
                  <a:pt x="233960" y="73661"/>
                  <a:pt x="241108" y="63668"/>
                </a:cubicBezTo>
                <a:cubicBezTo>
                  <a:pt x="248880" y="52765"/>
                  <a:pt x="259262" y="47313"/>
                  <a:pt x="272253" y="47313"/>
                </a:cubicBezTo>
                <a:cubicBezTo>
                  <a:pt x="281671" y="47313"/>
                  <a:pt x="289358" y="48902"/>
                  <a:pt x="295314" y="52079"/>
                </a:cubicBezTo>
                <a:cubicBezTo>
                  <a:pt x="302632" y="55993"/>
                  <a:pt x="306292" y="62006"/>
                  <a:pt x="306292" y="70119"/>
                </a:cubicBezTo>
                <a:cubicBezTo>
                  <a:pt x="306292" y="75792"/>
                  <a:pt x="303086" y="80954"/>
                  <a:pt x="296676" y="85606"/>
                </a:cubicBezTo>
                <a:cubicBezTo>
                  <a:pt x="293839" y="87649"/>
                  <a:pt x="287826" y="90826"/>
                  <a:pt x="278635" y="95137"/>
                </a:cubicBezTo>
                <a:lnTo>
                  <a:pt x="246129" y="110539"/>
                </a:lnTo>
                <a:cubicBezTo>
                  <a:pt x="249306" y="115248"/>
                  <a:pt x="253263" y="118794"/>
                  <a:pt x="258000" y="121176"/>
                </a:cubicBezTo>
                <a:cubicBezTo>
                  <a:pt x="262737" y="123559"/>
                  <a:pt x="268254" y="124750"/>
                  <a:pt x="274551" y="124750"/>
                </a:cubicBezTo>
                <a:cubicBezTo>
                  <a:pt x="278465" y="124750"/>
                  <a:pt x="283060" y="124013"/>
                  <a:pt x="288336" y="122538"/>
                </a:cubicBezTo>
                <a:cubicBezTo>
                  <a:pt x="295031" y="120666"/>
                  <a:pt x="299342" y="118212"/>
                  <a:pt x="301271" y="115177"/>
                </a:cubicBezTo>
                <a:cubicBezTo>
                  <a:pt x="303200" y="112142"/>
                  <a:pt x="305270" y="110625"/>
                  <a:pt x="307483" y="110625"/>
                </a:cubicBezTo>
                <a:cubicBezTo>
                  <a:pt x="309468" y="110625"/>
                  <a:pt x="311241" y="111379"/>
                  <a:pt x="312801" y="112888"/>
                </a:cubicBezTo>
                <a:cubicBezTo>
                  <a:pt x="314361" y="114394"/>
                  <a:pt x="315142" y="116143"/>
                  <a:pt x="315142" y="118134"/>
                </a:cubicBezTo>
                <a:cubicBezTo>
                  <a:pt x="315142" y="124449"/>
                  <a:pt x="310064" y="129883"/>
                  <a:pt x="299909" y="134435"/>
                </a:cubicBezTo>
                <a:cubicBezTo>
                  <a:pt x="291230" y="138304"/>
                  <a:pt x="282777" y="140238"/>
                  <a:pt x="274551" y="140238"/>
                </a:cubicBezTo>
                <a:moveTo>
                  <a:pt x="272253" y="62630"/>
                </a:moveTo>
                <a:cubicBezTo>
                  <a:pt x="265332" y="62630"/>
                  <a:pt x="259574" y="65311"/>
                  <a:pt x="254979" y="70672"/>
                </a:cubicBezTo>
                <a:cubicBezTo>
                  <a:pt x="250384" y="76033"/>
                  <a:pt x="246951" y="84103"/>
                  <a:pt x="244682" y="94882"/>
                </a:cubicBezTo>
                <a:lnTo>
                  <a:pt x="270807" y="82458"/>
                </a:lnTo>
                <a:cubicBezTo>
                  <a:pt x="281075" y="77466"/>
                  <a:pt x="288393" y="73126"/>
                  <a:pt x="292761" y="69438"/>
                </a:cubicBezTo>
                <a:cubicBezTo>
                  <a:pt x="287883" y="64900"/>
                  <a:pt x="281046" y="62630"/>
                  <a:pt x="272253" y="62630"/>
                </a:cubicBezTo>
                <a:close/>
                <a:moveTo>
                  <a:pt x="388190" y="70800"/>
                </a:moveTo>
                <a:cubicBezTo>
                  <a:pt x="385070" y="70800"/>
                  <a:pt x="382886" y="69757"/>
                  <a:pt x="381638" y="67672"/>
                </a:cubicBezTo>
                <a:cubicBezTo>
                  <a:pt x="380787" y="66208"/>
                  <a:pt x="380049" y="63166"/>
                  <a:pt x="379425" y="58546"/>
                </a:cubicBezTo>
                <a:cubicBezTo>
                  <a:pt x="375170" y="59622"/>
                  <a:pt x="368618" y="61605"/>
                  <a:pt x="359768" y="64495"/>
                </a:cubicBezTo>
                <a:cubicBezTo>
                  <a:pt x="350634" y="68122"/>
                  <a:pt x="346039" y="72598"/>
                  <a:pt x="345982" y="77924"/>
                </a:cubicBezTo>
                <a:cubicBezTo>
                  <a:pt x="347684" y="78548"/>
                  <a:pt x="349358" y="79002"/>
                  <a:pt x="351003" y="79285"/>
                </a:cubicBezTo>
                <a:cubicBezTo>
                  <a:pt x="364051" y="81608"/>
                  <a:pt x="373752" y="84809"/>
                  <a:pt x="380106" y="88891"/>
                </a:cubicBezTo>
                <a:cubicBezTo>
                  <a:pt x="389353" y="94842"/>
                  <a:pt x="393976" y="103457"/>
                  <a:pt x="393976" y="114736"/>
                </a:cubicBezTo>
                <a:cubicBezTo>
                  <a:pt x="393976" y="123974"/>
                  <a:pt x="389977" y="130945"/>
                  <a:pt x="381978" y="135648"/>
                </a:cubicBezTo>
                <a:cubicBezTo>
                  <a:pt x="375340" y="139502"/>
                  <a:pt x="366944" y="141429"/>
                  <a:pt x="356790" y="141429"/>
                </a:cubicBezTo>
                <a:cubicBezTo>
                  <a:pt x="349358" y="141429"/>
                  <a:pt x="342267" y="140181"/>
                  <a:pt x="335516" y="137685"/>
                </a:cubicBezTo>
                <a:cubicBezTo>
                  <a:pt x="326779" y="134508"/>
                  <a:pt x="322411" y="130083"/>
                  <a:pt x="322411" y="124410"/>
                </a:cubicBezTo>
                <a:cubicBezTo>
                  <a:pt x="322411" y="122141"/>
                  <a:pt x="323304" y="120155"/>
                  <a:pt x="325091" y="118453"/>
                </a:cubicBezTo>
                <a:cubicBezTo>
                  <a:pt x="326878" y="116751"/>
                  <a:pt x="328907" y="115900"/>
                  <a:pt x="331176" y="115900"/>
                </a:cubicBezTo>
                <a:cubicBezTo>
                  <a:pt x="332934" y="115900"/>
                  <a:pt x="335204" y="117262"/>
                  <a:pt x="337983" y="119985"/>
                </a:cubicBezTo>
                <a:cubicBezTo>
                  <a:pt x="339345" y="121290"/>
                  <a:pt x="342408" y="122368"/>
                  <a:pt x="347174" y="123219"/>
                </a:cubicBezTo>
                <a:cubicBezTo>
                  <a:pt x="350975" y="123899"/>
                  <a:pt x="354180" y="124240"/>
                  <a:pt x="356790" y="124240"/>
                </a:cubicBezTo>
                <a:cubicBezTo>
                  <a:pt x="361555" y="124240"/>
                  <a:pt x="365753" y="123673"/>
                  <a:pt x="369384" y="122541"/>
                </a:cubicBezTo>
                <a:cubicBezTo>
                  <a:pt x="374660" y="120897"/>
                  <a:pt x="377298" y="118291"/>
                  <a:pt x="377298" y="114722"/>
                </a:cubicBezTo>
                <a:cubicBezTo>
                  <a:pt x="377298" y="107016"/>
                  <a:pt x="371908" y="101803"/>
                  <a:pt x="361129" y="99083"/>
                </a:cubicBezTo>
                <a:lnTo>
                  <a:pt x="352279" y="97126"/>
                </a:lnTo>
                <a:cubicBezTo>
                  <a:pt x="344734" y="95479"/>
                  <a:pt x="339373" y="93549"/>
                  <a:pt x="336196" y="91334"/>
                </a:cubicBezTo>
                <a:cubicBezTo>
                  <a:pt x="331601" y="88156"/>
                  <a:pt x="329304" y="83360"/>
                  <a:pt x="329304" y="76948"/>
                </a:cubicBezTo>
                <a:cubicBezTo>
                  <a:pt x="329304" y="65084"/>
                  <a:pt x="334892" y="56626"/>
                  <a:pt x="346067" y="51573"/>
                </a:cubicBezTo>
                <a:cubicBezTo>
                  <a:pt x="349471" y="50042"/>
                  <a:pt x="354917" y="48212"/>
                  <a:pt x="362406" y="46085"/>
                </a:cubicBezTo>
                <a:cubicBezTo>
                  <a:pt x="369894" y="43956"/>
                  <a:pt x="375255" y="42153"/>
                  <a:pt x="378489" y="40676"/>
                </a:cubicBezTo>
                <a:cubicBezTo>
                  <a:pt x="380815" y="39655"/>
                  <a:pt x="383339" y="39144"/>
                  <a:pt x="386063" y="39144"/>
                </a:cubicBezTo>
                <a:cubicBezTo>
                  <a:pt x="388502" y="39144"/>
                  <a:pt x="390502" y="39938"/>
                  <a:pt x="392062" y="41527"/>
                </a:cubicBezTo>
                <a:cubicBezTo>
                  <a:pt x="393622" y="43115"/>
                  <a:pt x="394402" y="45186"/>
                  <a:pt x="394402" y="47739"/>
                </a:cubicBezTo>
                <a:cubicBezTo>
                  <a:pt x="394402" y="49384"/>
                  <a:pt x="394756" y="51795"/>
                  <a:pt x="395466" y="54972"/>
                </a:cubicBezTo>
                <a:cubicBezTo>
                  <a:pt x="396175" y="58149"/>
                  <a:pt x="396529" y="60560"/>
                  <a:pt x="396529" y="62205"/>
                </a:cubicBezTo>
                <a:cubicBezTo>
                  <a:pt x="396529" y="64758"/>
                  <a:pt x="395749" y="66829"/>
                  <a:pt x="394189" y="68417"/>
                </a:cubicBezTo>
                <a:cubicBezTo>
                  <a:pt x="392629" y="70005"/>
                  <a:pt x="390629" y="70800"/>
                  <a:pt x="388190" y="70800"/>
                </a:cubicBezTo>
                <a:close/>
                <a:moveTo>
                  <a:pt x="428134" y="165596"/>
                </a:moveTo>
                <a:cubicBezTo>
                  <a:pt x="426148" y="165596"/>
                  <a:pt x="424418" y="164831"/>
                  <a:pt x="422943" y="163299"/>
                </a:cubicBezTo>
                <a:cubicBezTo>
                  <a:pt x="421468" y="161767"/>
                  <a:pt x="420731" y="160008"/>
                  <a:pt x="420731" y="158023"/>
                </a:cubicBezTo>
                <a:cubicBezTo>
                  <a:pt x="420731" y="156378"/>
                  <a:pt x="422489" y="151499"/>
                  <a:pt x="426007" y="143386"/>
                </a:cubicBezTo>
                <a:cubicBezTo>
                  <a:pt x="429070" y="136352"/>
                  <a:pt x="431424" y="131331"/>
                  <a:pt x="433070" y="128324"/>
                </a:cubicBezTo>
                <a:cubicBezTo>
                  <a:pt x="434545" y="125601"/>
                  <a:pt x="436502" y="124240"/>
                  <a:pt x="438941" y="124240"/>
                </a:cubicBezTo>
                <a:cubicBezTo>
                  <a:pt x="440983" y="124240"/>
                  <a:pt x="442728" y="125020"/>
                  <a:pt x="444175" y="126580"/>
                </a:cubicBezTo>
                <a:cubicBezTo>
                  <a:pt x="445621" y="128140"/>
                  <a:pt x="446344" y="129913"/>
                  <a:pt x="446344" y="131898"/>
                </a:cubicBezTo>
                <a:cubicBezTo>
                  <a:pt x="446344" y="133260"/>
                  <a:pt x="442317" y="142961"/>
                  <a:pt x="434261" y="161001"/>
                </a:cubicBezTo>
                <a:cubicBezTo>
                  <a:pt x="432956" y="164065"/>
                  <a:pt x="430914" y="165596"/>
                  <a:pt x="428134" y="165596"/>
                </a:cubicBezTo>
                <a:close/>
                <a:moveTo>
                  <a:pt x="582379" y="141940"/>
                </a:moveTo>
                <a:cubicBezTo>
                  <a:pt x="581301" y="141940"/>
                  <a:pt x="579344" y="140681"/>
                  <a:pt x="576507" y="138164"/>
                </a:cubicBezTo>
                <a:cubicBezTo>
                  <a:pt x="573954" y="135818"/>
                  <a:pt x="572054" y="133730"/>
                  <a:pt x="570806" y="131898"/>
                </a:cubicBezTo>
                <a:cubicBezTo>
                  <a:pt x="565359" y="134877"/>
                  <a:pt x="560566" y="137125"/>
                  <a:pt x="556424" y="138642"/>
                </a:cubicBezTo>
                <a:cubicBezTo>
                  <a:pt x="552283" y="140160"/>
                  <a:pt x="548823" y="140919"/>
                  <a:pt x="546043" y="140919"/>
                </a:cubicBezTo>
                <a:cubicBezTo>
                  <a:pt x="532768" y="140919"/>
                  <a:pt x="523095" y="137174"/>
                  <a:pt x="517025" y="129686"/>
                </a:cubicBezTo>
                <a:cubicBezTo>
                  <a:pt x="511295" y="122651"/>
                  <a:pt x="508430" y="111873"/>
                  <a:pt x="508430" y="97350"/>
                </a:cubicBezTo>
                <a:cubicBezTo>
                  <a:pt x="508430" y="83621"/>
                  <a:pt x="513153" y="71878"/>
                  <a:pt x="522599" y="62120"/>
                </a:cubicBezTo>
                <a:cubicBezTo>
                  <a:pt x="532044" y="52362"/>
                  <a:pt x="543320" y="47483"/>
                  <a:pt x="556424" y="47483"/>
                </a:cubicBezTo>
                <a:cubicBezTo>
                  <a:pt x="561360" y="47483"/>
                  <a:pt x="566891" y="48760"/>
                  <a:pt x="573018" y="51313"/>
                </a:cubicBezTo>
                <a:cubicBezTo>
                  <a:pt x="580733" y="54490"/>
                  <a:pt x="584591" y="58319"/>
                  <a:pt x="584591" y="62801"/>
                </a:cubicBezTo>
                <a:cubicBezTo>
                  <a:pt x="584591" y="64332"/>
                  <a:pt x="584024" y="65694"/>
                  <a:pt x="582889" y="66885"/>
                </a:cubicBezTo>
                <a:cubicBezTo>
                  <a:pt x="582322" y="69041"/>
                  <a:pt x="581882" y="72587"/>
                  <a:pt x="581570" y="77522"/>
                </a:cubicBezTo>
                <a:cubicBezTo>
                  <a:pt x="581258" y="82458"/>
                  <a:pt x="581074" y="88783"/>
                  <a:pt x="581017" y="96499"/>
                </a:cubicBezTo>
                <a:cubicBezTo>
                  <a:pt x="580960" y="103533"/>
                  <a:pt x="581443" y="109093"/>
                  <a:pt x="582464" y="113177"/>
                </a:cubicBezTo>
                <a:cubicBezTo>
                  <a:pt x="583031" y="115674"/>
                  <a:pt x="584818" y="120666"/>
                  <a:pt x="587825" y="128154"/>
                </a:cubicBezTo>
                <a:cubicBezTo>
                  <a:pt x="588222" y="129175"/>
                  <a:pt x="588874" y="130679"/>
                  <a:pt x="589782" y="132664"/>
                </a:cubicBezTo>
                <a:lnTo>
                  <a:pt x="590293" y="134111"/>
                </a:lnTo>
                <a:cubicBezTo>
                  <a:pt x="590293" y="136380"/>
                  <a:pt x="589498" y="138252"/>
                  <a:pt x="587910" y="139727"/>
                </a:cubicBezTo>
                <a:cubicBezTo>
                  <a:pt x="586321" y="141202"/>
                  <a:pt x="584478" y="141940"/>
                  <a:pt x="582379" y="141940"/>
                </a:cubicBezTo>
                <a:moveTo>
                  <a:pt x="564679" y="82830"/>
                </a:moveTo>
                <a:cubicBezTo>
                  <a:pt x="564679" y="80396"/>
                  <a:pt x="564835" y="77751"/>
                  <a:pt x="565147" y="74895"/>
                </a:cubicBezTo>
                <a:cubicBezTo>
                  <a:pt x="565459" y="72037"/>
                  <a:pt x="565927" y="68996"/>
                  <a:pt x="566551" y="65771"/>
                </a:cubicBezTo>
                <a:cubicBezTo>
                  <a:pt x="564452" y="64695"/>
                  <a:pt x="562651" y="63903"/>
                  <a:pt x="561147" y="63394"/>
                </a:cubicBezTo>
                <a:cubicBezTo>
                  <a:pt x="559644" y="62885"/>
                  <a:pt x="558438" y="62630"/>
                  <a:pt x="557531" y="62630"/>
                </a:cubicBezTo>
                <a:cubicBezTo>
                  <a:pt x="548737" y="62630"/>
                  <a:pt x="541150" y="66209"/>
                  <a:pt x="534768" y="73366"/>
                </a:cubicBezTo>
                <a:cubicBezTo>
                  <a:pt x="528385" y="80523"/>
                  <a:pt x="525194" y="88769"/>
                  <a:pt x="525194" y="98105"/>
                </a:cubicBezTo>
                <a:cubicBezTo>
                  <a:pt x="525194" y="107384"/>
                  <a:pt x="526839" y="114343"/>
                  <a:pt x="530130" y="118983"/>
                </a:cubicBezTo>
                <a:cubicBezTo>
                  <a:pt x="533420" y="123622"/>
                  <a:pt x="538356" y="125942"/>
                  <a:pt x="544936" y="125942"/>
                </a:cubicBezTo>
                <a:cubicBezTo>
                  <a:pt x="550383" y="125942"/>
                  <a:pt x="555006" y="124952"/>
                  <a:pt x="558807" y="122971"/>
                </a:cubicBezTo>
                <a:cubicBezTo>
                  <a:pt x="560849" y="121897"/>
                  <a:pt x="563714" y="119747"/>
                  <a:pt x="567402" y="116523"/>
                </a:cubicBezTo>
                <a:cubicBezTo>
                  <a:pt x="565586" y="101528"/>
                  <a:pt x="564679" y="90297"/>
                  <a:pt x="564679" y="82830"/>
                </a:cubicBezTo>
                <a:close/>
                <a:moveTo>
                  <a:pt x="670504" y="142450"/>
                </a:moveTo>
                <a:cubicBezTo>
                  <a:pt x="665625" y="142450"/>
                  <a:pt x="662874" y="139779"/>
                  <a:pt x="662250" y="134435"/>
                </a:cubicBezTo>
                <a:lnTo>
                  <a:pt x="659867" y="115760"/>
                </a:lnTo>
                <a:cubicBezTo>
                  <a:pt x="659073" y="109108"/>
                  <a:pt x="658676" y="102883"/>
                  <a:pt x="658676" y="97084"/>
                </a:cubicBezTo>
                <a:cubicBezTo>
                  <a:pt x="658676" y="95492"/>
                  <a:pt x="658775" y="92792"/>
                  <a:pt x="658973" y="88984"/>
                </a:cubicBezTo>
                <a:cubicBezTo>
                  <a:pt x="659172" y="85174"/>
                  <a:pt x="659271" y="82473"/>
                  <a:pt x="659271" y="80881"/>
                </a:cubicBezTo>
                <a:cubicBezTo>
                  <a:pt x="659271" y="68600"/>
                  <a:pt x="657002" y="62460"/>
                  <a:pt x="652464" y="62460"/>
                </a:cubicBezTo>
                <a:cubicBezTo>
                  <a:pt x="646110" y="62460"/>
                  <a:pt x="640040" y="66237"/>
                  <a:pt x="634253" y="73791"/>
                </a:cubicBezTo>
                <a:cubicBezTo>
                  <a:pt x="629034" y="80663"/>
                  <a:pt x="624949" y="89351"/>
                  <a:pt x="621999" y="99857"/>
                </a:cubicBezTo>
                <a:cubicBezTo>
                  <a:pt x="621886" y="102073"/>
                  <a:pt x="621631" y="104857"/>
                  <a:pt x="621233" y="108207"/>
                </a:cubicBezTo>
                <a:cubicBezTo>
                  <a:pt x="620893" y="111047"/>
                  <a:pt x="620723" y="113801"/>
                  <a:pt x="620723" y="116470"/>
                </a:cubicBezTo>
                <a:cubicBezTo>
                  <a:pt x="620723" y="118173"/>
                  <a:pt x="620893" y="120729"/>
                  <a:pt x="621233" y="124136"/>
                </a:cubicBezTo>
                <a:cubicBezTo>
                  <a:pt x="621574" y="127544"/>
                  <a:pt x="621744" y="130099"/>
                  <a:pt x="621744" y="131803"/>
                </a:cubicBezTo>
                <a:cubicBezTo>
                  <a:pt x="621744" y="134359"/>
                  <a:pt x="620964" y="136432"/>
                  <a:pt x="619404" y="138023"/>
                </a:cubicBezTo>
                <a:cubicBezTo>
                  <a:pt x="617844" y="139613"/>
                  <a:pt x="615844" y="140408"/>
                  <a:pt x="613405" y="140408"/>
                </a:cubicBezTo>
                <a:cubicBezTo>
                  <a:pt x="610908" y="140408"/>
                  <a:pt x="608895" y="139612"/>
                  <a:pt x="607363" y="138020"/>
                </a:cubicBezTo>
                <a:cubicBezTo>
                  <a:pt x="605831" y="136430"/>
                  <a:pt x="605065" y="134356"/>
                  <a:pt x="605065" y="131797"/>
                </a:cubicBezTo>
                <a:cubicBezTo>
                  <a:pt x="605065" y="130094"/>
                  <a:pt x="604881" y="127537"/>
                  <a:pt x="604512" y="124128"/>
                </a:cubicBezTo>
                <a:cubicBezTo>
                  <a:pt x="604143" y="120717"/>
                  <a:pt x="603959" y="118159"/>
                  <a:pt x="603959" y="116454"/>
                </a:cubicBezTo>
                <a:cubicBezTo>
                  <a:pt x="603959" y="110600"/>
                  <a:pt x="604370" y="102487"/>
                  <a:pt x="605193" y="92116"/>
                </a:cubicBezTo>
                <a:cubicBezTo>
                  <a:pt x="606015" y="81745"/>
                  <a:pt x="606427" y="73633"/>
                  <a:pt x="606427" y="67779"/>
                </a:cubicBezTo>
                <a:cubicBezTo>
                  <a:pt x="606427" y="65960"/>
                  <a:pt x="606327" y="63261"/>
                  <a:pt x="606129" y="59681"/>
                </a:cubicBezTo>
                <a:cubicBezTo>
                  <a:pt x="605930" y="56100"/>
                  <a:pt x="605831" y="53401"/>
                  <a:pt x="605831" y="51584"/>
                </a:cubicBezTo>
                <a:cubicBezTo>
                  <a:pt x="605831" y="49139"/>
                  <a:pt x="606639" y="47136"/>
                  <a:pt x="608256" y="45574"/>
                </a:cubicBezTo>
                <a:cubicBezTo>
                  <a:pt x="609873" y="44010"/>
                  <a:pt x="611873" y="43229"/>
                  <a:pt x="614256" y="43229"/>
                </a:cubicBezTo>
                <a:cubicBezTo>
                  <a:pt x="619475" y="43229"/>
                  <a:pt x="622340" y="46931"/>
                  <a:pt x="622850" y="54336"/>
                </a:cubicBezTo>
                <a:lnTo>
                  <a:pt x="623106" y="64332"/>
                </a:lnTo>
                <a:cubicBezTo>
                  <a:pt x="632636" y="51625"/>
                  <a:pt x="642422" y="45271"/>
                  <a:pt x="652464" y="45271"/>
                </a:cubicBezTo>
                <a:cubicBezTo>
                  <a:pt x="661540" y="45271"/>
                  <a:pt x="667866" y="49278"/>
                  <a:pt x="671440" y="57291"/>
                </a:cubicBezTo>
                <a:cubicBezTo>
                  <a:pt x="673879" y="62632"/>
                  <a:pt x="675213" y="70532"/>
                  <a:pt x="675439" y="80990"/>
                </a:cubicBezTo>
                <a:lnTo>
                  <a:pt x="675439" y="89598"/>
                </a:lnTo>
                <a:lnTo>
                  <a:pt x="675354" y="97525"/>
                </a:lnTo>
                <a:cubicBezTo>
                  <a:pt x="675354" y="102243"/>
                  <a:pt x="675964" y="108338"/>
                  <a:pt x="677184" y="115813"/>
                </a:cubicBezTo>
                <a:cubicBezTo>
                  <a:pt x="678404" y="123285"/>
                  <a:pt x="679013" y="129351"/>
                  <a:pt x="679013" y="134010"/>
                </a:cubicBezTo>
                <a:cubicBezTo>
                  <a:pt x="679013" y="136511"/>
                  <a:pt x="678205" y="138543"/>
                  <a:pt x="676588" y="140105"/>
                </a:cubicBezTo>
                <a:cubicBezTo>
                  <a:pt x="674971" y="141669"/>
                  <a:pt x="672943" y="142450"/>
                  <a:pt x="670504" y="142450"/>
                </a:cubicBezTo>
                <a:close/>
                <a:moveTo>
                  <a:pt x="775191" y="61147"/>
                </a:moveTo>
                <a:cubicBezTo>
                  <a:pt x="774510" y="69481"/>
                  <a:pt x="774170" y="77815"/>
                  <a:pt x="774170" y="86149"/>
                </a:cubicBezTo>
                <a:cubicBezTo>
                  <a:pt x="774170" y="105029"/>
                  <a:pt x="775049" y="119288"/>
                  <a:pt x="776807" y="128925"/>
                </a:cubicBezTo>
                <a:cubicBezTo>
                  <a:pt x="776921" y="129720"/>
                  <a:pt x="776978" y="130372"/>
                  <a:pt x="776978" y="130883"/>
                </a:cubicBezTo>
                <a:cubicBezTo>
                  <a:pt x="776978" y="133150"/>
                  <a:pt x="776183" y="135020"/>
                  <a:pt x="774595" y="136494"/>
                </a:cubicBezTo>
                <a:cubicBezTo>
                  <a:pt x="773007" y="137969"/>
                  <a:pt x="771163" y="138706"/>
                  <a:pt x="769064" y="138706"/>
                </a:cubicBezTo>
                <a:cubicBezTo>
                  <a:pt x="765546" y="138706"/>
                  <a:pt x="762965" y="136153"/>
                  <a:pt x="761320" y="131048"/>
                </a:cubicBezTo>
                <a:cubicBezTo>
                  <a:pt x="757235" y="134054"/>
                  <a:pt x="752995" y="136338"/>
                  <a:pt x="748598" y="137898"/>
                </a:cubicBezTo>
                <a:cubicBezTo>
                  <a:pt x="744202" y="139458"/>
                  <a:pt x="739621" y="140238"/>
                  <a:pt x="734855" y="140238"/>
                </a:cubicBezTo>
                <a:cubicBezTo>
                  <a:pt x="723112" y="140238"/>
                  <a:pt x="713383" y="136320"/>
                  <a:pt x="705667" y="128484"/>
                </a:cubicBezTo>
                <a:cubicBezTo>
                  <a:pt x="697725" y="120478"/>
                  <a:pt x="693754" y="110200"/>
                  <a:pt x="693754" y="97650"/>
                </a:cubicBezTo>
                <a:cubicBezTo>
                  <a:pt x="693754" y="82489"/>
                  <a:pt x="697768" y="70338"/>
                  <a:pt x="705795" y="61197"/>
                </a:cubicBezTo>
                <a:cubicBezTo>
                  <a:pt x="713822" y="52055"/>
                  <a:pt x="724247" y="47483"/>
                  <a:pt x="737068" y="47483"/>
                </a:cubicBezTo>
                <a:cubicBezTo>
                  <a:pt x="743648" y="47483"/>
                  <a:pt x="748726" y="48505"/>
                  <a:pt x="752300" y="50547"/>
                </a:cubicBezTo>
                <a:lnTo>
                  <a:pt x="760299" y="56419"/>
                </a:lnTo>
                <a:cubicBezTo>
                  <a:pt x="761093" y="32567"/>
                  <a:pt x="762029" y="16508"/>
                  <a:pt x="763107" y="8241"/>
                </a:cubicBezTo>
                <a:cubicBezTo>
                  <a:pt x="763845" y="3201"/>
                  <a:pt x="766426" y="681"/>
                  <a:pt x="770851" y="681"/>
                </a:cubicBezTo>
                <a:cubicBezTo>
                  <a:pt x="776013" y="681"/>
                  <a:pt x="778594" y="3430"/>
                  <a:pt x="778594" y="8930"/>
                </a:cubicBezTo>
                <a:cubicBezTo>
                  <a:pt x="778594" y="16810"/>
                  <a:pt x="777460" y="34216"/>
                  <a:pt x="775191" y="61147"/>
                </a:cubicBezTo>
                <a:moveTo>
                  <a:pt x="737408" y="63311"/>
                </a:moveTo>
                <a:cubicBezTo>
                  <a:pt x="727877" y="63311"/>
                  <a:pt x="720729" y="66134"/>
                  <a:pt x="715964" y="71778"/>
                </a:cubicBezTo>
                <a:cubicBezTo>
                  <a:pt x="711199" y="77423"/>
                  <a:pt x="708816" y="85918"/>
                  <a:pt x="708816" y="97264"/>
                </a:cubicBezTo>
                <a:cubicBezTo>
                  <a:pt x="708816" y="104583"/>
                  <a:pt x="711411" y="110880"/>
                  <a:pt x="716602" y="116156"/>
                </a:cubicBezTo>
                <a:cubicBezTo>
                  <a:pt x="721793" y="121432"/>
                  <a:pt x="727877" y="124070"/>
                  <a:pt x="734855" y="124070"/>
                </a:cubicBezTo>
                <a:cubicBezTo>
                  <a:pt x="739621" y="124070"/>
                  <a:pt x="743648" y="123190"/>
                  <a:pt x="746939" y="121432"/>
                </a:cubicBezTo>
                <a:cubicBezTo>
                  <a:pt x="748868" y="120411"/>
                  <a:pt x="752016" y="118056"/>
                  <a:pt x="756384" y="114369"/>
                </a:cubicBezTo>
                <a:cubicBezTo>
                  <a:pt x="757235" y="113631"/>
                  <a:pt x="758058" y="112752"/>
                  <a:pt x="758852" y="111731"/>
                </a:cubicBezTo>
                <a:lnTo>
                  <a:pt x="758597" y="97009"/>
                </a:lnTo>
                <a:lnTo>
                  <a:pt x="758682" y="87138"/>
                </a:lnTo>
                <a:lnTo>
                  <a:pt x="758852" y="77097"/>
                </a:lnTo>
                <a:cubicBezTo>
                  <a:pt x="756697" y="72502"/>
                  <a:pt x="753832" y="69055"/>
                  <a:pt x="750258" y="66758"/>
                </a:cubicBezTo>
                <a:cubicBezTo>
                  <a:pt x="746684" y="64460"/>
                  <a:pt x="742400" y="63311"/>
                  <a:pt x="737408" y="63311"/>
                </a:cubicBezTo>
                <a:close/>
                <a:moveTo>
                  <a:pt x="929948" y="61147"/>
                </a:moveTo>
                <a:cubicBezTo>
                  <a:pt x="929267" y="69481"/>
                  <a:pt x="928927" y="77815"/>
                  <a:pt x="928927" y="86149"/>
                </a:cubicBezTo>
                <a:cubicBezTo>
                  <a:pt x="928927" y="105029"/>
                  <a:pt x="929806" y="119288"/>
                  <a:pt x="931565" y="128925"/>
                </a:cubicBezTo>
                <a:cubicBezTo>
                  <a:pt x="931678" y="129720"/>
                  <a:pt x="931735" y="130372"/>
                  <a:pt x="931735" y="130883"/>
                </a:cubicBezTo>
                <a:cubicBezTo>
                  <a:pt x="931735" y="133150"/>
                  <a:pt x="930940" y="135020"/>
                  <a:pt x="929352" y="136494"/>
                </a:cubicBezTo>
                <a:cubicBezTo>
                  <a:pt x="927764" y="137969"/>
                  <a:pt x="925920" y="138706"/>
                  <a:pt x="923821" y="138706"/>
                </a:cubicBezTo>
                <a:cubicBezTo>
                  <a:pt x="920304" y="138706"/>
                  <a:pt x="917722" y="136153"/>
                  <a:pt x="916077" y="131048"/>
                </a:cubicBezTo>
                <a:cubicBezTo>
                  <a:pt x="911992" y="134054"/>
                  <a:pt x="907752" y="136338"/>
                  <a:pt x="903355" y="137898"/>
                </a:cubicBezTo>
                <a:cubicBezTo>
                  <a:pt x="898959" y="139458"/>
                  <a:pt x="894378" y="140238"/>
                  <a:pt x="889612" y="140238"/>
                </a:cubicBezTo>
                <a:cubicBezTo>
                  <a:pt x="877869" y="140238"/>
                  <a:pt x="868140" y="136320"/>
                  <a:pt x="860424" y="128484"/>
                </a:cubicBezTo>
                <a:cubicBezTo>
                  <a:pt x="852482" y="120478"/>
                  <a:pt x="848511" y="110200"/>
                  <a:pt x="848511" y="97650"/>
                </a:cubicBezTo>
                <a:cubicBezTo>
                  <a:pt x="848511" y="82489"/>
                  <a:pt x="852525" y="70338"/>
                  <a:pt x="860552" y="61197"/>
                </a:cubicBezTo>
                <a:cubicBezTo>
                  <a:pt x="868579" y="52055"/>
                  <a:pt x="879004" y="47483"/>
                  <a:pt x="891825" y="47483"/>
                </a:cubicBezTo>
                <a:cubicBezTo>
                  <a:pt x="898406" y="47483"/>
                  <a:pt x="903483" y="48505"/>
                  <a:pt x="907057" y="50547"/>
                </a:cubicBezTo>
                <a:lnTo>
                  <a:pt x="915056" y="56419"/>
                </a:lnTo>
                <a:cubicBezTo>
                  <a:pt x="915850" y="32567"/>
                  <a:pt x="916786" y="16508"/>
                  <a:pt x="917864" y="8241"/>
                </a:cubicBezTo>
                <a:cubicBezTo>
                  <a:pt x="918602" y="3201"/>
                  <a:pt x="921183" y="681"/>
                  <a:pt x="925608" y="681"/>
                </a:cubicBezTo>
                <a:cubicBezTo>
                  <a:pt x="930770" y="681"/>
                  <a:pt x="933352" y="3430"/>
                  <a:pt x="933352" y="8930"/>
                </a:cubicBezTo>
                <a:cubicBezTo>
                  <a:pt x="933352" y="16810"/>
                  <a:pt x="932217" y="34216"/>
                  <a:pt x="929948" y="61147"/>
                </a:cubicBezTo>
                <a:moveTo>
                  <a:pt x="892165" y="63311"/>
                </a:moveTo>
                <a:cubicBezTo>
                  <a:pt x="882634" y="63311"/>
                  <a:pt x="875486" y="66134"/>
                  <a:pt x="870721" y="71778"/>
                </a:cubicBezTo>
                <a:cubicBezTo>
                  <a:pt x="865956" y="77423"/>
                  <a:pt x="863573" y="85918"/>
                  <a:pt x="863573" y="97264"/>
                </a:cubicBezTo>
                <a:cubicBezTo>
                  <a:pt x="863573" y="104583"/>
                  <a:pt x="866168" y="110880"/>
                  <a:pt x="871359" y="116156"/>
                </a:cubicBezTo>
                <a:cubicBezTo>
                  <a:pt x="876550" y="121432"/>
                  <a:pt x="882634" y="124070"/>
                  <a:pt x="889612" y="124070"/>
                </a:cubicBezTo>
                <a:cubicBezTo>
                  <a:pt x="894378" y="124070"/>
                  <a:pt x="898406" y="123190"/>
                  <a:pt x="901696" y="121432"/>
                </a:cubicBezTo>
                <a:cubicBezTo>
                  <a:pt x="903625" y="120411"/>
                  <a:pt x="906773" y="118056"/>
                  <a:pt x="911142" y="114369"/>
                </a:cubicBezTo>
                <a:cubicBezTo>
                  <a:pt x="911992" y="113631"/>
                  <a:pt x="912815" y="112752"/>
                  <a:pt x="913609" y="111731"/>
                </a:cubicBezTo>
                <a:lnTo>
                  <a:pt x="913354" y="97009"/>
                </a:lnTo>
                <a:lnTo>
                  <a:pt x="913439" y="87138"/>
                </a:lnTo>
                <a:lnTo>
                  <a:pt x="913609" y="77097"/>
                </a:lnTo>
                <a:cubicBezTo>
                  <a:pt x="911454" y="72502"/>
                  <a:pt x="908589" y="69055"/>
                  <a:pt x="905015" y="66758"/>
                </a:cubicBezTo>
                <a:cubicBezTo>
                  <a:pt x="901441" y="64460"/>
                  <a:pt x="897157" y="63311"/>
                  <a:pt x="892165" y="63311"/>
                </a:cubicBezTo>
                <a:close/>
                <a:moveTo>
                  <a:pt x="993702" y="140238"/>
                </a:moveTo>
                <a:cubicBezTo>
                  <a:pt x="980880" y="140238"/>
                  <a:pt x="970499" y="137030"/>
                  <a:pt x="962557" y="130614"/>
                </a:cubicBezTo>
                <a:cubicBezTo>
                  <a:pt x="953877" y="123516"/>
                  <a:pt x="949537" y="113578"/>
                  <a:pt x="949537" y="100801"/>
                </a:cubicBezTo>
                <a:cubicBezTo>
                  <a:pt x="949537" y="86039"/>
                  <a:pt x="953111" y="73661"/>
                  <a:pt x="960259" y="63668"/>
                </a:cubicBezTo>
                <a:cubicBezTo>
                  <a:pt x="968031" y="52765"/>
                  <a:pt x="978413" y="47313"/>
                  <a:pt x="991404" y="47313"/>
                </a:cubicBezTo>
                <a:cubicBezTo>
                  <a:pt x="1000821" y="47313"/>
                  <a:pt x="1008508" y="48902"/>
                  <a:pt x="1014465" y="52079"/>
                </a:cubicBezTo>
                <a:cubicBezTo>
                  <a:pt x="1021783" y="55993"/>
                  <a:pt x="1025442" y="62006"/>
                  <a:pt x="1025442" y="70119"/>
                </a:cubicBezTo>
                <a:cubicBezTo>
                  <a:pt x="1025442" y="75792"/>
                  <a:pt x="1022237" y="80954"/>
                  <a:pt x="1015826" y="85606"/>
                </a:cubicBezTo>
                <a:cubicBezTo>
                  <a:pt x="1012990" y="87649"/>
                  <a:pt x="1006977" y="90826"/>
                  <a:pt x="997786" y="95137"/>
                </a:cubicBezTo>
                <a:lnTo>
                  <a:pt x="965280" y="110539"/>
                </a:lnTo>
                <a:cubicBezTo>
                  <a:pt x="968457" y="115248"/>
                  <a:pt x="972413" y="118794"/>
                  <a:pt x="977150" y="121176"/>
                </a:cubicBezTo>
                <a:cubicBezTo>
                  <a:pt x="981887" y="123559"/>
                  <a:pt x="987405" y="124750"/>
                  <a:pt x="993702" y="124750"/>
                </a:cubicBezTo>
                <a:cubicBezTo>
                  <a:pt x="997616" y="124750"/>
                  <a:pt x="1002211" y="124013"/>
                  <a:pt x="1007487" y="122538"/>
                </a:cubicBezTo>
                <a:cubicBezTo>
                  <a:pt x="1014181" y="120666"/>
                  <a:pt x="1018493" y="118212"/>
                  <a:pt x="1020422" y="115177"/>
                </a:cubicBezTo>
                <a:cubicBezTo>
                  <a:pt x="1022351" y="112142"/>
                  <a:pt x="1024421" y="110625"/>
                  <a:pt x="1026634" y="110625"/>
                </a:cubicBezTo>
                <a:cubicBezTo>
                  <a:pt x="1028619" y="110625"/>
                  <a:pt x="1030392" y="111379"/>
                  <a:pt x="1031952" y="112888"/>
                </a:cubicBezTo>
                <a:cubicBezTo>
                  <a:pt x="1033512" y="114394"/>
                  <a:pt x="1034292" y="116143"/>
                  <a:pt x="1034292" y="118134"/>
                </a:cubicBezTo>
                <a:cubicBezTo>
                  <a:pt x="1034292" y="124449"/>
                  <a:pt x="1029215" y="129883"/>
                  <a:pt x="1019060" y="134435"/>
                </a:cubicBezTo>
                <a:cubicBezTo>
                  <a:pt x="1010380" y="138304"/>
                  <a:pt x="1001928" y="140238"/>
                  <a:pt x="993702" y="140238"/>
                </a:cubicBezTo>
                <a:moveTo>
                  <a:pt x="991404" y="62630"/>
                </a:moveTo>
                <a:cubicBezTo>
                  <a:pt x="984483" y="62630"/>
                  <a:pt x="978725" y="65311"/>
                  <a:pt x="974130" y="70672"/>
                </a:cubicBezTo>
                <a:cubicBezTo>
                  <a:pt x="969534" y="76033"/>
                  <a:pt x="966102" y="84103"/>
                  <a:pt x="963833" y="94882"/>
                </a:cubicBezTo>
                <a:lnTo>
                  <a:pt x="989957" y="82458"/>
                </a:lnTo>
                <a:cubicBezTo>
                  <a:pt x="1000226" y="77466"/>
                  <a:pt x="1007544" y="73126"/>
                  <a:pt x="1011912" y="69438"/>
                </a:cubicBezTo>
                <a:cubicBezTo>
                  <a:pt x="1007033" y="64900"/>
                  <a:pt x="1000197" y="62630"/>
                  <a:pt x="991404" y="62630"/>
                </a:cubicBezTo>
                <a:close/>
                <a:moveTo>
                  <a:pt x="1088364" y="141770"/>
                </a:moveTo>
                <a:cubicBezTo>
                  <a:pt x="1076735" y="141770"/>
                  <a:pt x="1067034" y="138246"/>
                  <a:pt x="1059262" y="131199"/>
                </a:cubicBezTo>
                <a:cubicBezTo>
                  <a:pt x="1051092" y="123812"/>
                  <a:pt x="1047008" y="114065"/>
                  <a:pt x="1047008" y="101958"/>
                </a:cubicBezTo>
                <a:cubicBezTo>
                  <a:pt x="1047008" y="90422"/>
                  <a:pt x="1050837" y="78517"/>
                  <a:pt x="1058496" y="66242"/>
                </a:cubicBezTo>
                <a:cubicBezTo>
                  <a:pt x="1067005" y="52602"/>
                  <a:pt x="1076593" y="45782"/>
                  <a:pt x="1087258" y="45782"/>
                </a:cubicBezTo>
                <a:cubicBezTo>
                  <a:pt x="1092818" y="45782"/>
                  <a:pt x="1099030" y="47091"/>
                  <a:pt x="1105894" y="49709"/>
                </a:cubicBezTo>
                <a:cubicBezTo>
                  <a:pt x="1114574" y="53069"/>
                  <a:pt x="1118914" y="57168"/>
                  <a:pt x="1118914" y="62006"/>
                </a:cubicBezTo>
                <a:cubicBezTo>
                  <a:pt x="1118914" y="64168"/>
                  <a:pt x="1118205" y="66090"/>
                  <a:pt x="1116786" y="67771"/>
                </a:cubicBezTo>
                <a:cubicBezTo>
                  <a:pt x="1115368" y="69450"/>
                  <a:pt x="1113609" y="70289"/>
                  <a:pt x="1111510" y="70289"/>
                </a:cubicBezTo>
                <a:cubicBezTo>
                  <a:pt x="1109865" y="70289"/>
                  <a:pt x="1108433" y="69788"/>
                  <a:pt x="1107213" y="68787"/>
                </a:cubicBezTo>
                <a:cubicBezTo>
                  <a:pt x="1105993" y="67783"/>
                  <a:pt x="1104816" y="66794"/>
                  <a:pt x="1103682" y="65819"/>
                </a:cubicBezTo>
                <a:cubicBezTo>
                  <a:pt x="1100334" y="63126"/>
                  <a:pt x="1094860" y="61780"/>
                  <a:pt x="1087258" y="61780"/>
                </a:cubicBezTo>
                <a:cubicBezTo>
                  <a:pt x="1081472" y="61780"/>
                  <a:pt x="1075742" y="66956"/>
                  <a:pt x="1070069" y="77310"/>
                </a:cubicBezTo>
                <a:cubicBezTo>
                  <a:pt x="1064906" y="86808"/>
                  <a:pt x="1062325" y="95027"/>
                  <a:pt x="1062325" y="101966"/>
                </a:cubicBezTo>
                <a:cubicBezTo>
                  <a:pt x="1062325" y="109474"/>
                  <a:pt x="1064878" y="115390"/>
                  <a:pt x="1069984" y="119714"/>
                </a:cubicBezTo>
                <a:cubicBezTo>
                  <a:pt x="1074749" y="123752"/>
                  <a:pt x="1080876" y="125772"/>
                  <a:pt x="1088364" y="125772"/>
                </a:cubicBezTo>
                <a:cubicBezTo>
                  <a:pt x="1091768" y="125772"/>
                  <a:pt x="1095399" y="124864"/>
                  <a:pt x="1099257" y="123048"/>
                </a:cubicBezTo>
                <a:lnTo>
                  <a:pt x="1109128" y="117773"/>
                </a:lnTo>
                <a:cubicBezTo>
                  <a:pt x="1110830" y="116865"/>
                  <a:pt x="1112049" y="116411"/>
                  <a:pt x="1112787" y="116411"/>
                </a:cubicBezTo>
                <a:cubicBezTo>
                  <a:pt x="1114886" y="116411"/>
                  <a:pt x="1116701" y="117248"/>
                  <a:pt x="1118233" y="118921"/>
                </a:cubicBezTo>
                <a:cubicBezTo>
                  <a:pt x="1119765" y="120595"/>
                  <a:pt x="1120530" y="122510"/>
                  <a:pt x="1120530" y="124665"/>
                </a:cubicBezTo>
                <a:cubicBezTo>
                  <a:pt x="1120530" y="128807"/>
                  <a:pt x="1116162" y="132806"/>
                  <a:pt x="1107426" y="136664"/>
                </a:cubicBezTo>
                <a:cubicBezTo>
                  <a:pt x="1099767" y="140068"/>
                  <a:pt x="1093413" y="141770"/>
                  <a:pt x="1088364" y="141770"/>
                </a:cubicBezTo>
                <a:close/>
                <a:moveTo>
                  <a:pt x="1155471" y="28592"/>
                </a:moveTo>
                <a:cubicBezTo>
                  <a:pt x="1152748" y="28592"/>
                  <a:pt x="1150393" y="27628"/>
                  <a:pt x="1148408" y="25699"/>
                </a:cubicBezTo>
                <a:cubicBezTo>
                  <a:pt x="1146422" y="23770"/>
                  <a:pt x="1145430" y="21444"/>
                  <a:pt x="1145430" y="18721"/>
                </a:cubicBezTo>
                <a:cubicBezTo>
                  <a:pt x="1145430" y="15998"/>
                  <a:pt x="1146422" y="13672"/>
                  <a:pt x="1148408" y="11743"/>
                </a:cubicBezTo>
                <a:cubicBezTo>
                  <a:pt x="1150393" y="9814"/>
                  <a:pt x="1152748" y="8850"/>
                  <a:pt x="1155471" y="8850"/>
                </a:cubicBezTo>
                <a:cubicBezTo>
                  <a:pt x="1158194" y="8850"/>
                  <a:pt x="1160534" y="9814"/>
                  <a:pt x="1162491" y="11743"/>
                </a:cubicBezTo>
                <a:cubicBezTo>
                  <a:pt x="1164448" y="13672"/>
                  <a:pt x="1165427" y="15998"/>
                  <a:pt x="1165427" y="18721"/>
                </a:cubicBezTo>
                <a:cubicBezTo>
                  <a:pt x="1165427" y="21444"/>
                  <a:pt x="1164448" y="23770"/>
                  <a:pt x="1162491" y="25699"/>
                </a:cubicBezTo>
                <a:cubicBezTo>
                  <a:pt x="1160534" y="27628"/>
                  <a:pt x="1158194" y="28592"/>
                  <a:pt x="1155471" y="28592"/>
                </a:cubicBezTo>
                <a:moveTo>
                  <a:pt x="1159300" y="97738"/>
                </a:moveTo>
                <a:cubicBezTo>
                  <a:pt x="1159300" y="101145"/>
                  <a:pt x="1159399" y="106242"/>
                  <a:pt x="1159598" y="113028"/>
                </a:cubicBezTo>
                <a:cubicBezTo>
                  <a:pt x="1159797" y="119813"/>
                  <a:pt x="1159896" y="124909"/>
                  <a:pt x="1159896" y="128316"/>
                </a:cubicBezTo>
                <a:cubicBezTo>
                  <a:pt x="1159896" y="130814"/>
                  <a:pt x="1159130" y="132858"/>
                  <a:pt x="1157598" y="134449"/>
                </a:cubicBezTo>
                <a:cubicBezTo>
                  <a:pt x="1156067" y="136039"/>
                  <a:pt x="1154053" y="136834"/>
                  <a:pt x="1151556" y="136834"/>
                </a:cubicBezTo>
                <a:cubicBezTo>
                  <a:pt x="1149117" y="136834"/>
                  <a:pt x="1147117" y="136039"/>
                  <a:pt x="1145557" y="134449"/>
                </a:cubicBezTo>
                <a:cubicBezTo>
                  <a:pt x="1143997" y="132858"/>
                  <a:pt x="1143217" y="130814"/>
                  <a:pt x="1143217" y="128316"/>
                </a:cubicBezTo>
                <a:cubicBezTo>
                  <a:pt x="1143217" y="124909"/>
                  <a:pt x="1143118" y="119813"/>
                  <a:pt x="1142919" y="113028"/>
                </a:cubicBezTo>
                <a:cubicBezTo>
                  <a:pt x="1142721" y="106242"/>
                  <a:pt x="1142621" y="101145"/>
                  <a:pt x="1142621" y="97738"/>
                </a:cubicBezTo>
                <a:cubicBezTo>
                  <a:pt x="1142621" y="92400"/>
                  <a:pt x="1142905" y="85742"/>
                  <a:pt x="1143472" y="77764"/>
                </a:cubicBezTo>
                <a:cubicBezTo>
                  <a:pt x="1144040" y="69785"/>
                  <a:pt x="1144323" y="63126"/>
                  <a:pt x="1144323" y="57788"/>
                </a:cubicBezTo>
                <a:cubicBezTo>
                  <a:pt x="1144323" y="55233"/>
                  <a:pt x="1145103" y="53161"/>
                  <a:pt x="1146663" y="51571"/>
                </a:cubicBezTo>
                <a:cubicBezTo>
                  <a:pt x="1148224" y="49980"/>
                  <a:pt x="1150223" y="49185"/>
                  <a:pt x="1152663" y="49185"/>
                </a:cubicBezTo>
                <a:cubicBezTo>
                  <a:pt x="1155102" y="49185"/>
                  <a:pt x="1157102" y="49980"/>
                  <a:pt x="1158662" y="51571"/>
                </a:cubicBezTo>
                <a:cubicBezTo>
                  <a:pt x="1160222" y="53161"/>
                  <a:pt x="1161002" y="55233"/>
                  <a:pt x="1161002" y="57788"/>
                </a:cubicBezTo>
                <a:cubicBezTo>
                  <a:pt x="1161002" y="63126"/>
                  <a:pt x="1160718" y="69785"/>
                  <a:pt x="1160151" y="77764"/>
                </a:cubicBezTo>
                <a:cubicBezTo>
                  <a:pt x="1159584" y="85742"/>
                  <a:pt x="1159300" y="92400"/>
                  <a:pt x="1159300" y="97738"/>
                </a:cubicBezTo>
                <a:close/>
                <a:moveTo>
                  <a:pt x="1265430" y="61147"/>
                </a:moveTo>
                <a:cubicBezTo>
                  <a:pt x="1264749" y="69481"/>
                  <a:pt x="1264408" y="77815"/>
                  <a:pt x="1264408" y="86149"/>
                </a:cubicBezTo>
                <a:cubicBezTo>
                  <a:pt x="1264408" y="105029"/>
                  <a:pt x="1265288" y="119288"/>
                  <a:pt x="1267046" y="128925"/>
                </a:cubicBezTo>
                <a:cubicBezTo>
                  <a:pt x="1267160" y="129720"/>
                  <a:pt x="1267217" y="130372"/>
                  <a:pt x="1267217" y="130883"/>
                </a:cubicBezTo>
                <a:cubicBezTo>
                  <a:pt x="1267217" y="133150"/>
                  <a:pt x="1266422" y="135020"/>
                  <a:pt x="1264834" y="136494"/>
                </a:cubicBezTo>
                <a:cubicBezTo>
                  <a:pt x="1263246" y="137969"/>
                  <a:pt x="1261402" y="138706"/>
                  <a:pt x="1259303" y="138706"/>
                </a:cubicBezTo>
                <a:cubicBezTo>
                  <a:pt x="1255785" y="138706"/>
                  <a:pt x="1253204" y="136153"/>
                  <a:pt x="1251559" y="131048"/>
                </a:cubicBezTo>
                <a:cubicBezTo>
                  <a:pt x="1247474" y="134054"/>
                  <a:pt x="1243234" y="136338"/>
                  <a:pt x="1238837" y="137898"/>
                </a:cubicBezTo>
                <a:cubicBezTo>
                  <a:pt x="1234441" y="139458"/>
                  <a:pt x="1229860" y="140238"/>
                  <a:pt x="1225094" y="140238"/>
                </a:cubicBezTo>
                <a:cubicBezTo>
                  <a:pt x="1213351" y="140238"/>
                  <a:pt x="1203622" y="136320"/>
                  <a:pt x="1195906" y="128484"/>
                </a:cubicBezTo>
                <a:cubicBezTo>
                  <a:pt x="1187964" y="120478"/>
                  <a:pt x="1183993" y="110200"/>
                  <a:pt x="1183993" y="97650"/>
                </a:cubicBezTo>
                <a:cubicBezTo>
                  <a:pt x="1183993" y="82489"/>
                  <a:pt x="1188007" y="70338"/>
                  <a:pt x="1196034" y="61197"/>
                </a:cubicBezTo>
                <a:cubicBezTo>
                  <a:pt x="1204061" y="52055"/>
                  <a:pt x="1214486" y="47483"/>
                  <a:pt x="1227307" y="47483"/>
                </a:cubicBezTo>
                <a:cubicBezTo>
                  <a:pt x="1233887" y="47483"/>
                  <a:pt x="1238965" y="48505"/>
                  <a:pt x="1242539" y="50547"/>
                </a:cubicBezTo>
                <a:lnTo>
                  <a:pt x="1250538" y="56419"/>
                </a:lnTo>
                <a:cubicBezTo>
                  <a:pt x="1251332" y="32567"/>
                  <a:pt x="1252268" y="16508"/>
                  <a:pt x="1253346" y="8241"/>
                </a:cubicBezTo>
                <a:cubicBezTo>
                  <a:pt x="1254084" y="3201"/>
                  <a:pt x="1256665" y="681"/>
                  <a:pt x="1261090" y="681"/>
                </a:cubicBezTo>
                <a:cubicBezTo>
                  <a:pt x="1266252" y="681"/>
                  <a:pt x="1268833" y="3430"/>
                  <a:pt x="1268833" y="8930"/>
                </a:cubicBezTo>
                <a:cubicBezTo>
                  <a:pt x="1268833" y="16810"/>
                  <a:pt x="1267699" y="34216"/>
                  <a:pt x="1265430" y="61147"/>
                </a:cubicBezTo>
                <a:moveTo>
                  <a:pt x="1227647" y="63311"/>
                </a:moveTo>
                <a:cubicBezTo>
                  <a:pt x="1218116" y="63311"/>
                  <a:pt x="1210968" y="66134"/>
                  <a:pt x="1206203" y="71778"/>
                </a:cubicBezTo>
                <a:cubicBezTo>
                  <a:pt x="1201438" y="77423"/>
                  <a:pt x="1199055" y="85918"/>
                  <a:pt x="1199055" y="97264"/>
                </a:cubicBezTo>
                <a:cubicBezTo>
                  <a:pt x="1199055" y="104583"/>
                  <a:pt x="1201650" y="110880"/>
                  <a:pt x="1206841" y="116156"/>
                </a:cubicBezTo>
                <a:cubicBezTo>
                  <a:pt x="1212032" y="121432"/>
                  <a:pt x="1218116" y="124070"/>
                  <a:pt x="1225094" y="124070"/>
                </a:cubicBezTo>
                <a:cubicBezTo>
                  <a:pt x="1229860" y="124070"/>
                  <a:pt x="1233887" y="123190"/>
                  <a:pt x="1237178" y="121432"/>
                </a:cubicBezTo>
                <a:cubicBezTo>
                  <a:pt x="1239107" y="120411"/>
                  <a:pt x="1242255" y="118056"/>
                  <a:pt x="1246623" y="114369"/>
                </a:cubicBezTo>
                <a:cubicBezTo>
                  <a:pt x="1247474" y="113631"/>
                  <a:pt x="1248297" y="112752"/>
                  <a:pt x="1249091" y="111731"/>
                </a:cubicBezTo>
                <a:lnTo>
                  <a:pt x="1248836" y="97009"/>
                </a:lnTo>
                <a:lnTo>
                  <a:pt x="1248921" y="87138"/>
                </a:lnTo>
                <a:lnTo>
                  <a:pt x="1249091" y="77097"/>
                </a:lnTo>
                <a:cubicBezTo>
                  <a:pt x="1246935" y="72502"/>
                  <a:pt x="1244071" y="69055"/>
                  <a:pt x="1240497" y="66758"/>
                </a:cubicBezTo>
                <a:cubicBezTo>
                  <a:pt x="1236923" y="64460"/>
                  <a:pt x="1232639" y="63311"/>
                  <a:pt x="1227647" y="63311"/>
                </a:cubicBezTo>
                <a:close/>
                <a:moveTo>
                  <a:pt x="1329183" y="140238"/>
                </a:moveTo>
                <a:cubicBezTo>
                  <a:pt x="1316362" y="140238"/>
                  <a:pt x="1305980" y="137030"/>
                  <a:pt x="1298038" y="130614"/>
                </a:cubicBezTo>
                <a:cubicBezTo>
                  <a:pt x="1289358" y="123516"/>
                  <a:pt x="1285019" y="113578"/>
                  <a:pt x="1285019" y="100801"/>
                </a:cubicBezTo>
                <a:cubicBezTo>
                  <a:pt x="1285019" y="86039"/>
                  <a:pt x="1288593" y="73661"/>
                  <a:pt x="1295741" y="63668"/>
                </a:cubicBezTo>
                <a:cubicBezTo>
                  <a:pt x="1303513" y="52765"/>
                  <a:pt x="1313894" y="47313"/>
                  <a:pt x="1326886" y="47313"/>
                </a:cubicBezTo>
                <a:cubicBezTo>
                  <a:pt x="1336303" y="47313"/>
                  <a:pt x="1343990" y="48902"/>
                  <a:pt x="1349947" y="52079"/>
                </a:cubicBezTo>
                <a:cubicBezTo>
                  <a:pt x="1357265" y="55993"/>
                  <a:pt x="1360924" y="62006"/>
                  <a:pt x="1360924" y="70119"/>
                </a:cubicBezTo>
                <a:cubicBezTo>
                  <a:pt x="1360924" y="75792"/>
                  <a:pt x="1357719" y="80954"/>
                  <a:pt x="1351308" y="85606"/>
                </a:cubicBezTo>
                <a:cubicBezTo>
                  <a:pt x="1348472" y="87649"/>
                  <a:pt x="1342458" y="90826"/>
                  <a:pt x="1333268" y="95137"/>
                </a:cubicBezTo>
                <a:lnTo>
                  <a:pt x="1300761" y="110539"/>
                </a:lnTo>
                <a:cubicBezTo>
                  <a:pt x="1303938" y="115248"/>
                  <a:pt x="1307895" y="118794"/>
                  <a:pt x="1312632" y="121176"/>
                </a:cubicBezTo>
                <a:cubicBezTo>
                  <a:pt x="1317369" y="123559"/>
                  <a:pt x="1322886" y="124750"/>
                  <a:pt x="1329183" y="124750"/>
                </a:cubicBezTo>
                <a:cubicBezTo>
                  <a:pt x="1333098" y="124750"/>
                  <a:pt x="1337693" y="124013"/>
                  <a:pt x="1342969" y="122538"/>
                </a:cubicBezTo>
                <a:cubicBezTo>
                  <a:pt x="1349663" y="120666"/>
                  <a:pt x="1353974" y="118212"/>
                  <a:pt x="1355903" y="115177"/>
                </a:cubicBezTo>
                <a:cubicBezTo>
                  <a:pt x="1357832" y="112142"/>
                  <a:pt x="1359903" y="110625"/>
                  <a:pt x="1362115" y="110625"/>
                </a:cubicBezTo>
                <a:cubicBezTo>
                  <a:pt x="1364101" y="110625"/>
                  <a:pt x="1365874" y="111379"/>
                  <a:pt x="1367434" y="112888"/>
                </a:cubicBezTo>
                <a:cubicBezTo>
                  <a:pt x="1368994" y="114394"/>
                  <a:pt x="1369774" y="116143"/>
                  <a:pt x="1369774" y="118134"/>
                </a:cubicBezTo>
                <a:cubicBezTo>
                  <a:pt x="1369774" y="124449"/>
                  <a:pt x="1364697" y="129883"/>
                  <a:pt x="1354542" y="134435"/>
                </a:cubicBezTo>
                <a:cubicBezTo>
                  <a:pt x="1345862" y="138304"/>
                  <a:pt x="1337409" y="140238"/>
                  <a:pt x="1329183" y="140238"/>
                </a:cubicBezTo>
                <a:moveTo>
                  <a:pt x="1326886" y="62630"/>
                </a:moveTo>
                <a:cubicBezTo>
                  <a:pt x="1319965" y="62630"/>
                  <a:pt x="1314206" y="65311"/>
                  <a:pt x="1309611" y="70672"/>
                </a:cubicBezTo>
                <a:cubicBezTo>
                  <a:pt x="1305016" y="76033"/>
                  <a:pt x="1301584" y="84103"/>
                  <a:pt x="1299315" y="94882"/>
                </a:cubicBezTo>
                <a:lnTo>
                  <a:pt x="1325439" y="82458"/>
                </a:lnTo>
                <a:cubicBezTo>
                  <a:pt x="1335707" y="77466"/>
                  <a:pt x="1343025" y="73126"/>
                  <a:pt x="1347394" y="69438"/>
                </a:cubicBezTo>
                <a:cubicBezTo>
                  <a:pt x="1342515" y="64900"/>
                  <a:pt x="1335679" y="62630"/>
                  <a:pt x="1326886" y="62630"/>
                </a:cubicBezTo>
                <a:close/>
                <a:moveTo>
                  <a:pt x="1494682" y="63896"/>
                </a:moveTo>
                <a:cubicBezTo>
                  <a:pt x="1493490" y="63896"/>
                  <a:pt x="1492086" y="63840"/>
                  <a:pt x="1490469" y="63726"/>
                </a:cubicBezTo>
                <a:cubicBezTo>
                  <a:pt x="1488853" y="63611"/>
                  <a:pt x="1487449" y="63553"/>
                  <a:pt x="1486257" y="63553"/>
                </a:cubicBezTo>
                <a:cubicBezTo>
                  <a:pt x="1484952" y="63553"/>
                  <a:pt x="1481095" y="63983"/>
                  <a:pt x="1474684" y="64843"/>
                </a:cubicBezTo>
                <a:lnTo>
                  <a:pt x="1476301" y="115079"/>
                </a:lnTo>
                <a:lnTo>
                  <a:pt x="1476386" y="118820"/>
                </a:lnTo>
                <a:lnTo>
                  <a:pt x="1476471" y="123155"/>
                </a:lnTo>
                <a:cubicBezTo>
                  <a:pt x="1476698" y="135565"/>
                  <a:pt x="1473720" y="141770"/>
                  <a:pt x="1467536" y="141770"/>
                </a:cubicBezTo>
                <a:cubicBezTo>
                  <a:pt x="1465267" y="141770"/>
                  <a:pt x="1463296" y="141033"/>
                  <a:pt x="1461622" y="139560"/>
                </a:cubicBezTo>
                <a:cubicBezTo>
                  <a:pt x="1459948" y="138087"/>
                  <a:pt x="1459112" y="136245"/>
                  <a:pt x="1459112" y="134034"/>
                </a:cubicBezTo>
                <a:cubicBezTo>
                  <a:pt x="1459112" y="131882"/>
                  <a:pt x="1459197" y="128652"/>
                  <a:pt x="1459367" y="124346"/>
                </a:cubicBezTo>
                <a:cubicBezTo>
                  <a:pt x="1459537" y="120038"/>
                  <a:pt x="1459622" y="116807"/>
                  <a:pt x="1459622" y="114653"/>
                </a:cubicBezTo>
                <a:lnTo>
                  <a:pt x="1457920" y="65013"/>
                </a:lnTo>
                <a:cubicBezTo>
                  <a:pt x="1453779" y="64843"/>
                  <a:pt x="1447482" y="64358"/>
                  <a:pt x="1439029" y="63559"/>
                </a:cubicBezTo>
                <a:cubicBezTo>
                  <a:pt x="1433980" y="62874"/>
                  <a:pt x="1431456" y="60053"/>
                  <a:pt x="1431456" y="55094"/>
                </a:cubicBezTo>
                <a:cubicBezTo>
                  <a:pt x="1431456" y="52586"/>
                  <a:pt x="1432221" y="50506"/>
                  <a:pt x="1433753" y="48856"/>
                </a:cubicBezTo>
                <a:cubicBezTo>
                  <a:pt x="1435285" y="47203"/>
                  <a:pt x="1437242" y="46377"/>
                  <a:pt x="1439625" y="46377"/>
                </a:cubicBezTo>
                <a:lnTo>
                  <a:pt x="1457495" y="47824"/>
                </a:lnTo>
                <a:cubicBezTo>
                  <a:pt x="1457495" y="44922"/>
                  <a:pt x="1457367" y="41039"/>
                  <a:pt x="1457112" y="36176"/>
                </a:cubicBezTo>
                <a:cubicBezTo>
                  <a:pt x="1456857" y="31312"/>
                  <a:pt x="1456729" y="27799"/>
                  <a:pt x="1456729" y="25638"/>
                </a:cubicBezTo>
                <a:cubicBezTo>
                  <a:pt x="1456729" y="23248"/>
                  <a:pt x="1457552" y="21271"/>
                  <a:pt x="1459197" y="19708"/>
                </a:cubicBezTo>
                <a:cubicBezTo>
                  <a:pt x="1460842" y="18142"/>
                  <a:pt x="1462856" y="17360"/>
                  <a:pt x="1465239" y="17360"/>
                </a:cubicBezTo>
                <a:cubicBezTo>
                  <a:pt x="1470344" y="17360"/>
                  <a:pt x="1473323" y="21529"/>
                  <a:pt x="1474174" y="29869"/>
                </a:cubicBezTo>
                <a:cubicBezTo>
                  <a:pt x="1474344" y="31968"/>
                  <a:pt x="1474429" y="34492"/>
                  <a:pt x="1474429" y="37442"/>
                </a:cubicBezTo>
                <a:lnTo>
                  <a:pt x="1474259" y="42378"/>
                </a:lnTo>
                <a:lnTo>
                  <a:pt x="1474174" y="47654"/>
                </a:lnTo>
                <a:cubicBezTo>
                  <a:pt x="1481208" y="46746"/>
                  <a:pt x="1485236" y="46292"/>
                  <a:pt x="1486257" y="46292"/>
                </a:cubicBezTo>
                <a:cubicBezTo>
                  <a:pt x="1492157" y="46292"/>
                  <a:pt x="1496015" y="46576"/>
                  <a:pt x="1497830" y="47143"/>
                </a:cubicBezTo>
                <a:cubicBezTo>
                  <a:pt x="1501291" y="48285"/>
                  <a:pt x="1503021" y="50976"/>
                  <a:pt x="1503021" y="55217"/>
                </a:cubicBezTo>
                <a:cubicBezTo>
                  <a:pt x="1503021" y="57737"/>
                  <a:pt x="1502241" y="59814"/>
                  <a:pt x="1500681" y="61447"/>
                </a:cubicBezTo>
                <a:cubicBezTo>
                  <a:pt x="1499121" y="63080"/>
                  <a:pt x="1497121" y="63896"/>
                  <a:pt x="1494682" y="63896"/>
                </a:cubicBezTo>
                <a:close/>
                <a:moveTo>
                  <a:pt x="1591846" y="141599"/>
                </a:moveTo>
                <a:cubicBezTo>
                  <a:pt x="1587818" y="141599"/>
                  <a:pt x="1585180" y="139446"/>
                  <a:pt x="1583932" y="135140"/>
                </a:cubicBezTo>
                <a:cubicBezTo>
                  <a:pt x="1582627" y="130493"/>
                  <a:pt x="1581436" y="123891"/>
                  <a:pt x="1580358" y="115334"/>
                </a:cubicBezTo>
                <a:cubicBezTo>
                  <a:pt x="1579337" y="107117"/>
                  <a:pt x="1578826" y="100374"/>
                  <a:pt x="1578826" y="95105"/>
                </a:cubicBezTo>
                <a:cubicBezTo>
                  <a:pt x="1578826" y="93632"/>
                  <a:pt x="1578897" y="91394"/>
                  <a:pt x="1579039" y="88391"/>
                </a:cubicBezTo>
                <a:cubicBezTo>
                  <a:pt x="1579181" y="85386"/>
                  <a:pt x="1579252" y="83147"/>
                  <a:pt x="1579252" y="81673"/>
                </a:cubicBezTo>
                <a:cubicBezTo>
                  <a:pt x="1579252" y="71020"/>
                  <a:pt x="1576585" y="65694"/>
                  <a:pt x="1571253" y="65694"/>
                </a:cubicBezTo>
                <a:cubicBezTo>
                  <a:pt x="1564048" y="65694"/>
                  <a:pt x="1557609" y="68956"/>
                  <a:pt x="1551936" y="75480"/>
                </a:cubicBezTo>
                <a:cubicBezTo>
                  <a:pt x="1549043" y="78827"/>
                  <a:pt x="1545072" y="85209"/>
                  <a:pt x="1540023" y="94627"/>
                </a:cubicBezTo>
                <a:cubicBezTo>
                  <a:pt x="1540023" y="116198"/>
                  <a:pt x="1539115" y="128966"/>
                  <a:pt x="1537299" y="132930"/>
                </a:cubicBezTo>
                <a:cubicBezTo>
                  <a:pt x="1535711" y="136440"/>
                  <a:pt x="1533243" y="138196"/>
                  <a:pt x="1529896" y="138196"/>
                </a:cubicBezTo>
                <a:cubicBezTo>
                  <a:pt x="1527570" y="138196"/>
                  <a:pt x="1525528" y="137401"/>
                  <a:pt x="1523769" y="135813"/>
                </a:cubicBezTo>
                <a:cubicBezTo>
                  <a:pt x="1522011" y="134224"/>
                  <a:pt x="1521131" y="132296"/>
                  <a:pt x="1521131" y="130026"/>
                </a:cubicBezTo>
                <a:cubicBezTo>
                  <a:pt x="1521131" y="129232"/>
                  <a:pt x="1521387" y="127984"/>
                  <a:pt x="1521897" y="126282"/>
                </a:cubicBezTo>
                <a:cubicBezTo>
                  <a:pt x="1522351" y="124864"/>
                  <a:pt x="1522663" y="120723"/>
                  <a:pt x="1522833" y="113858"/>
                </a:cubicBezTo>
                <a:lnTo>
                  <a:pt x="1523088" y="101264"/>
                </a:lnTo>
                <a:lnTo>
                  <a:pt x="1523344" y="38719"/>
                </a:lnTo>
                <a:cubicBezTo>
                  <a:pt x="1523741" y="31684"/>
                  <a:pt x="1523939" y="26947"/>
                  <a:pt x="1523939" y="24508"/>
                </a:cubicBezTo>
                <a:cubicBezTo>
                  <a:pt x="1523939" y="21614"/>
                  <a:pt x="1523670" y="18877"/>
                  <a:pt x="1523131" y="16296"/>
                </a:cubicBezTo>
                <a:cubicBezTo>
                  <a:pt x="1522592" y="13715"/>
                  <a:pt x="1522323" y="11034"/>
                  <a:pt x="1522323" y="8254"/>
                </a:cubicBezTo>
                <a:cubicBezTo>
                  <a:pt x="1522323" y="5872"/>
                  <a:pt x="1523145" y="3900"/>
                  <a:pt x="1524790" y="2340"/>
                </a:cubicBezTo>
                <a:cubicBezTo>
                  <a:pt x="1526436" y="780"/>
                  <a:pt x="1528449" y="0"/>
                  <a:pt x="1530832" y="0"/>
                </a:cubicBezTo>
                <a:cubicBezTo>
                  <a:pt x="1535484" y="0"/>
                  <a:pt x="1538207" y="2496"/>
                  <a:pt x="1539001" y="7488"/>
                </a:cubicBezTo>
                <a:cubicBezTo>
                  <a:pt x="1539909" y="12991"/>
                  <a:pt x="1540363" y="17955"/>
                  <a:pt x="1540363" y="22380"/>
                </a:cubicBezTo>
                <a:cubicBezTo>
                  <a:pt x="1540363" y="28337"/>
                  <a:pt x="1540164" y="34549"/>
                  <a:pt x="1539767" y="41016"/>
                </a:cubicBezTo>
                <a:cubicBezTo>
                  <a:pt x="1539427" y="47200"/>
                  <a:pt x="1539285" y="53412"/>
                  <a:pt x="1539342" y="59652"/>
                </a:cubicBezTo>
                <a:lnTo>
                  <a:pt x="1539427" y="67141"/>
                </a:lnTo>
                <a:cubicBezTo>
                  <a:pt x="1544079" y="60900"/>
                  <a:pt x="1549057" y="56234"/>
                  <a:pt x="1554361" y="53142"/>
                </a:cubicBezTo>
                <a:cubicBezTo>
                  <a:pt x="1559665" y="50051"/>
                  <a:pt x="1565296" y="48505"/>
                  <a:pt x="1571253" y="48505"/>
                </a:cubicBezTo>
                <a:cubicBezTo>
                  <a:pt x="1580670" y="48505"/>
                  <a:pt x="1587137" y="51568"/>
                  <a:pt x="1590655" y="57695"/>
                </a:cubicBezTo>
                <a:cubicBezTo>
                  <a:pt x="1593151" y="62006"/>
                  <a:pt x="1594569" y="69268"/>
                  <a:pt x="1594909" y="79479"/>
                </a:cubicBezTo>
                <a:lnTo>
                  <a:pt x="1595590" y="95733"/>
                </a:lnTo>
                <a:lnTo>
                  <a:pt x="1597292" y="113433"/>
                </a:lnTo>
                <a:cubicBezTo>
                  <a:pt x="1598086" y="120070"/>
                  <a:pt x="1599051" y="125913"/>
                  <a:pt x="1600185" y="130962"/>
                </a:cubicBezTo>
                <a:cubicBezTo>
                  <a:pt x="1600412" y="131927"/>
                  <a:pt x="1600526" y="132749"/>
                  <a:pt x="1600526" y="133430"/>
                </a:cubicBezTo>
                <a:cubicBezTo>
                  <a:pt x="1600526" y="135756"/>
                  <a:pt x="1599675" y="137699"/>
                  <a:pt x="1597973" y="139259"/>
                </a:cubicBezTo>
                <a:cubicBezTo>
                  <a:pt x="1596271" y="140819"/>
                  <a:pt x="1594229" y="141599"/>
                  <a:pt x="1591846" y="141599"/>
                </a:cubicBezTo>
                <a:close/>
                <a:moveTo>
                  <a:pt x="1660482" y="140238"/>
                </a:moveTo>
                <a:cubicBezTo>
                  <a:pt x="1647661" y="140238"/>
                  <a:pt x="1637280" y="137030"/>
                  <a:pt x="1629337" y="130614"/>
                </a:cubicBezTo>
                <a:cubicBezTo>
                  <a:pt x="1620658" y="123516"/>
                  <a:pt x="1616318" y="113578"/>
                  <a:pt x="1616318" y="100801"/>
                </a:cubicBezTo>
                <a:cubicBezTo>
                  <a:pt x="1616318" y="86039"/>
                  <a:pt x="1619892" y="73661"/>
                  <a:pt x="1627040" y="63668"/>
                </a:cubicBezTo>
                <a:cubicBezTo>
                  <a:pt x="1634812" y="52765"/>
                  <a:pt x="1645193" y="47313"/>
                  <a:pt x="1658185" y="47313"/>
                </a:cubicBezTo>
                <a:cubicBezTo>
                  <a:pt x="1667602" y="47313"/>
                  <a:pt x="1675289" y="48902"/>
                  <a:pt x="1681246" y="52079"/>
                </a:cubicBezTo>
                <a:cubicBezTo>
                  <a:pt x="1688564" y="55993"/>
                  <a:pt x="1692223" y="62006"/>
                  <a:pt x="1692223" y="70119"/>
                </a:cubicBezTo>
                <a:cubicBezTo>
                  <a:pt x="1692223" y="75792"/>
                  <a:pt x="1689018" y="80954"/>
                  <a:pt x="1682607" y="85606"/>
                </a:cubicBezTo>
                <a:cubicBezTo>
                  <a:pt x="1679771" y="87649"/>
                  <a:pt x="1673757" y="90826"/>
                  <a:pt x="1664567" y="95137"/>
                </a:cubicBezTo>
                <a:lnTo>
                  <a:pt x="1632060" y="110539"/>
                </a:lnTo>
                <a:cubicBezTo>
                  <a:pt x="1635237" y="115248"/>
                  <a:pt x="1639194" y="118794"/>
                  <a:pt x="1643931" y="121176"/>
                </a:cubicBezTo>
                <a:cubicBezTo>
                  <a:pt x="1648668" y="123559"/>
                  <a:pt x="1654185" y="124750"/>
                  <a:pt x="1660482" y="124750"/>
                </a:cubicBezTo>
                <a:cubicBezTo>
                  <a:pt x="1664397" y="124750"/>
                  <a:pt x="1668992" y="124013"/>
                  <a:pt x="1674268" y="122538"/>
                </a:cubicBezTo>
                <a:cubicBezTo>
                  <a:pt x="1680962" y="120666"/>
                  <a:pt x="1685274" y="118212"/>
                  <a:pt x="1687202" y="115177"/>
                </a:cubicBezTo>
                <a:cubicBezTo>
                  <a:pt x="1689131" y="112142"/>
                  <a:pt x="1691202" y="110625"/>
                  <a:pt x="1693414" y="110625"/>
                </a:cubicBezTo>
                <a:cubicBezTo>
                  <a:pt x="1695400" y="110625"/>
                  <a:pt x="1697173" y="111379"/>
                  <a:pt x="1698733" y="112888"/>
                </a:cubicBezTo>
                <a:cubicBezTo>
                  <a:pt x="1700293" y="114394"/>
                  <a:pt x="1701073" y="116143"/>
                  <a:pt x="1701073" y="118134"/>
                </a:cubicBezTo>
                <a:cubicBezTo>
                  <a:pt x="1701073" y="124449"/>
                  <a:pt x="1695996" y="129883"/>
                  <a:pt x="1685841" y="134435"/>
                </a:cubicBezTo>
                <a:cubicBezTo>
                  <a:pt x="1677161" y="138304"/>
                  <a:pt x="1668708" y="140238"/>
                  <a:pt x="1660482" y="140238"/>
                </a:cubicBezTo>
                <a:moveTo>
                  <a:pt x="1658185" y="62630"/>
                </a:moveTo>
                <a:cubicBezTo>
                  <a:pt x="1651264" y="62630"/>
                  <a:pt x="1645505" y="65311"/>
                  <a:pt x="1640910" y="70672"/>
                </a:cubicBezTo>
                <a:cubicBezTo>
                  <a:pt x="1636315" y="76033"/>
                  <a:pt x="1632883" y="84103"/>
                  <a:pt x="1630614" y="94882"/>
                </a:cubicBezTo>
                <a:lnTo>
                  <a:pt x="1656738" y="82458"/>
                </a:lnTo>
                <a:cubicBezTo>
                  <a:pt x="1667006" y="77466"/>
                  <a:pt x="1674325" y="73126"/>
                  <a:pt x="1678693" y="69438"/>
                </a:cubicBezTo>
                <a:cubicBezTo>
                  <a:pt x="1673814" y="64900"/>
                  <a:pt x="1666978" y="62630"/>
                  <a:pt x="1658185" y="626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LLMforgeneration.">
            <a:extLst xmlns:a="http://schemas.openxmlformats.org/drawingml/2006/main">
              <a:ext uri="{FF2B5EF4-FFF2-40B4-BE49-F238E27FC236}">
                <a16:creationId xmlns:a16="http://schemas.microsoft.com/office/drawing/2014/main" id="{0E3A6304-24AE-4C43-9B38-02B9E550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516" y="2292750"/>
            <a:ext cx="1599961" cy="184147"/>
          </a:xfrm>
          <a:custGeom xmlns:a="http://schemas.openxmlformats.org/drawingml/2006/main">
            <a:pathLst>
              <a:path w="1599961" h="184147">
                <a:moveTo>
                  <a:pt x="78629" y="132749"/>
                </a:moveTo>
                <a:cubicBezTo>
                  <a:pt x="72218" y="135756"/>
                  <a:pt x="62148" y="138451"/>
                  <a:pt x="48419" y="140834"/>
                </a:cubicBezTo>
                <a:cubicBezTo>
                  <a:pt x="35769" y="143046"/>
                  <a:pt x="25444" y="144152"/>
                  <a:pt x="17445" y="144152"/>
                </a:cubicBezTo>
                <a:cubicBezTo>
                  <a:pt x="11715" y="144152"/>
                  <a:pt x="7602" y="143272"/>
                  <a:pt x="5106" y="141512"/>
                </a:cubicBezTo>
                <a:cubicBezTo>
                  <a:pt x="1702" y="139129"/>
                  <a:pt x="0" y="134758"/>
                  <a:pt x="0" y="128399"/>
                </a:cubicBezTo>
                <a:lnTo>
                  <a:pt x="1702" y="100216"/>
                </a:lnTo>
                <a:cubicBezTo>
                  <a:pt x="3177" y="74218"/>
                  <a:pt x="3914" y="45381"/>
                  <a:pt x="3914" y="13706"/>
                </a:cubicBezTo>
                <a:cubicBezTo>
                  <a:pt x="3914" y="11265"/>
                  <a:pt x="4723" y="9193"/>
                  <a:pt x="6340" y="7491"/>
                </a:cubicBezTo>
                <a:cubicBezTo>
                  <a:pt x="7956" y="5787"/>
                  <a:pt x="9956" y="4936"/>
                  <a:pt x="12339" y="4936"/>
                </a:cubicBezTo>
                <a:cubicBezTo>
                  <a:pt x="14778" y="4936"/>
                  <a:pt x="16806" y="5787"/>
                  <a:pt x="18423" y="7488"/>
                </a:cubicBezTo>
                <a:cubicBezTo>
                  <a:pt x="20040" y="9190"/>
                  <a:pt x="20848" y="11261"/>
                  <a:pt x="20848" y="13700"/>
                </a:cubicBezTo>
                <a:cubicBezTo>
                  <a:pt x="20848" y="45753"/>
                  <a:pt x="20083" y="74913"/>
                  <a:pt x="18551" y="101179"/>
                </a:cubicBezTo>
                <a:lnTo>
                  <a:pt x="17445" y="114113"/>
                </a:lnTo>
                <a:cubicBezTo>
                  <a:pt x="16991" y="118822"/>
                  <a:pt x="16821" y="122992"/>
                  <a:pt x="16934" y="126623"/>
                </a:cubicBezTo>
                <a:cubicBezTo>
                  <a:pt x="31741" y="126793"/>
                  <a:pt x="50462" y="123304"/>
                  <a:pt x="73097" y="116156"/>
                </a:cubicBezTo>
                <a:cubicBezTo>
                  <a:pt x="74062" y="115872"/>
                  <a:pt x="74969" y="115730"/>
                  <a:pt x="75820" y="115730"/>
                </a:cubicBezTo>
                <a:cubicBezTo>
                  <a:pt x="78260" y="115730"/>
                  <a:pt x="80302" y="116699"/>
                  <a:pt x="81947" y="118637"/>
                </a:cubicBezTo>
                <a:cubicBezTo>
                  <a:pt x="83365" y="120404"/>
                  <a:pt x="84075" y="122429"/>
                  <a:pt x="84075" y="124711"/>
                </a:cubicBezTo>
                <a:cubicBezTo>
                  <a:pt x="84075" y="128359"/>
                  <a:pt x="82259" y="131039"/>
                  <a:pt x="78629" y="132749"/>
                </a:cubicBezTo>
                <a:close/>
                <a:moveTo>
                  <a:pt x="174480" y="132749"/>
                </a:moveTo>
                <a:cubicBezTo>
                  <a:pt x="168070" y="135756"/>
                  <a:pt x="158000" y="138451"/>
                  <a:pt x="144271" y="140834"/>
                </a:cubicBezTo>
                <a:cubicBezTo>
                  <a:pt x="131621" y="143046"/>
                  <a:pt x="121296" y="144152"/>
                  <a:pt x="113297" y="144152"/>
                </a:cubicBezTo>
                <a:cubicBezTo>
                  <a:pt x="107567" y="144152"/>
                  <a:pt x="103454" y="143272"/>
                  <a:pt x="100958" y="141512"/>
                </a:cubicBezTo>
                <a:cubicBezTo>
                  <a:pt x="97554" y="139129"/>
                  <a:pt x="95852" y="134758"/>
                  <a:pt x="95852" y="128399"/>
                </a:cubicBezTo>
                <a:lnTo>
                  <a:pt x="97554" y="100216"/>
                </a:lnTo>
                <a:cubicBezTo>
                  <a:pt x="99029" y="74218"/>
                  <a:pt x="99766" y="45381"/>
                  <a:pt x="99766" y="13706"/>
                </a:cubicBezTo>
                <a:cubicBezTo>
                  <a:pt x="99766" y="11265"/>
                  <a:pt x="100575" y="9193"/>
                  <a:pt x="102192" y="7491"/>
                </a:cubicBezTo>
                <a:cubicBezTo>
                  <a:pt x="103808" y="5787"/>
                  <a:pt x="105808" y="4936"/>
                  <a:pt x="108191" y="4936"/>
                </a:cubicBezTo>
                <a:cubicBezTo>
                  <a:pt x="110630" y="4936"/>
                  <a:pt x="112658" y="5787"/>
                  <a:pt x="114275" y="7488"/>
                </a:cubicBezTo>
                <a:cubicBezTo>
                  <a:pt x="115892" y="9190"/>
                  <a:pt x="116700" y="11261"/>
                  <a:pt x="116700" y="13700"/>
                </a:cubicBezTo>
                <a:cubicBezTo>
                  <a:pt x="116700" y="45753"/>
                  <a:pt x="115935" y="74913"/>
                  <a:pt x="114403" y="101179"/>
                </a:cubicBezTo>
                <a:lnTo>
                  <a:pt x="113297" y="114113"/>
                </a:lnTo>
                <a:cubicBezTo>
                  <a:pt x="112843" y="118822"/>
                  <a:pt x="112673" y="122992"/>
                  <a:pt x="112786" y="126623"/>
                </a:cubicBezTo>
                <a:cubicBezTo>
                  <a:pt x="127593" y="126793"/>
                  <a:pt x="146314" y="123304"/>
                  <a:pt x="168949" y="116156"/>
                </a:cubicBezTo>
                <a:cubicBezTo>
                  <a:pt x="169914" y="115872"/>
                  <a:pt x="170821" y="115730"/>
                  <a:pt x="171672" y="115730"/>
                </a:cubicBezTo>
                <a:cubicBezTo>
                  <a:pt x="174112" y="115730"/>
                  <a:pt x="176154" y="116699"/>
                  <a:pt x="177799" y="118637"/>
                </a:cubicBezTo>
                <a:cubicBezTo>
                  <a:pt x="179217" y="120404"/>
                  <a:pt x="179927" y="122429"/>
                  <a:pt x="179927" y="124711"/>
                </a:cubicBezTo>
                <a:cubicBezTo>
                  <a:pt x="179927" y="128359"/>
                  <a:pt x="178111" y="131039"/>
                  <a:pt x="174480" y="132749"/>
                </a:cubicBezTo>
                <a:close/>
                <a:moveTo>
                  <a:pt x="321390" y="143131"/>
                </a:moveTo>
                <a:cubicBezTo>
                  <a:pt x="318326" y="143131"/>
                  <a:pt x="315802" y="141543"/>
                  <a:pt x="313816" y="138366"/>
                </a:cubicBezTo>
                <a:cubicBezTo>
                  <a:pt x="312114" y="135643"/>
                  <a:pt x="310582" y="131104"/>
                  <a:pt x="309221" y="124750"/>
                </a:cubicBezTo>
                <a:lnTo>
                  <a:pt x="306157" y="110114"/>
                </a:lnTo>
                <a:cubicBezTo>
                  <a:pt x="303832" y="101037"/>
                  <a:pt x="300144" y="81011"/>
                  <a:pt x="295095" y="50036"/>
                </a:cubicBezTo>
                <a:lnTo>
                  <a:pt x="278076" y="101349"/>
                </a:lnTo>
                <a:lnTo>
                  <a:pt x="273055" y="117517"/>
                </a:lnTo>
                <a:cubicBezTo>
                  <a:pt x="271013" y="123928"/>
                  <a:pt x="268886" y="129175"/>
                  <a:pt x="266673" y="133260"/>
                </a:cubicBezTo>
                <a:cubicBezTo>
                  <a:pt x="264290" y="137572"/>
                  <a:pt x="261085" y="139727"/>
                  <a:pt x="257057" y="139727"/>
                </a:cubicBezTo>
                <a:cubicBezTo>
                  <a:pt x="253710" y="139727"/>
                  <a:pt x="251072" y="137912"/>
                  <a:pt x="249143" y="134281"/>
                </a:cubicBezTo>
                <a:cubicBezTo>
                  <a:pt x="247895" y="131898"/>
                  <a:pt x="246761" y="128863"/>
                  <a:pt x="245739" y="125176"/>
                </a:cubicBezTo>
                <a:lnTo>
                  <a:pt x="243272" y="115730"/>
                </a:lnTo>
                <a:cubicBezTo>
                  <a:pt x="237542" y="95704"/>
                  <a:pt x="232493" y="74260"/>
                  <a:pt x="228125" y="51398"/>
                </a:cubicBezTo>
                <a:lnTo>
                  <a:pt x="225061" y="66630"/>
                </a:lnTo>
                <a:lnTo>
                  <a:pt x="214084" y="111561"/>
                </a:lnTo>
                <a:cubicBezTo>
                  <a:pt x="213630" y="116837"/>
                  <a:pt x="212212" y="124637"/>
                  <a:pt x="209829" y="134962"/>
                </a:cubicBezTo>
                <a:cubicBezTo>
                  <a:pt x="208127" y="139387"/>
                  <a:pt x="205319" y="141599"/>
                  <a:pt x="201405" y="141599"/>
                </a:cubicBezTo>
                <a:cubicBezTo>
                  <a:pt x="198625" y="141599"/>
                  <a:pt x="196412" y="140607"/>
                  <a:pt x="194767" y="138621"/>
                </a:cubicBezTo>
                <a:cubicBezTo>
                  <a:pt x="193349" y="136919"/>
                  <a:pt x="192640" y="134820"/>
                  <a:pt x="192640" y="132324"/>
                </a:cubicBezTo>
                <a:cubicBezTo>
                  <a:pt x="192640" y="122850"/>
                  <a:pt x="194597" y="111220"/>
                  <a:pt x="198511" y="97435"/>
                </a:cubicBezTo>
                <a:lnTo>
                  <a:pt x="207872" y="63141"/>
                </a:lnTo>
                <a:lnTo>
                  <a:pt x="212807" y="36336"/>
                </a:lnTo>
                <a:cubicBezTo>
                  <a:pt x="215304" y="23798"/>
                  <a:pt x="217942" y="15601"/>
                  <a:pt x="220721" y="11743"/>
                </a:cubicBezTo>
                <a:cubicBezTo>
                  <a:pt x="222991" y="8453"/>
                  <a:pt x="225799" y="6808"/>
                  <a:pt x="229146" y="6808"/>
                </a:cubicBezTo>
                <a:cubicBezTo>
                  <a:pt x="232833" y="6808"/>
                  <a:pt x="235585" y="8907"/>
                  <a:pt x="237400" y="13105"/>
                </a:cubicBezTo>
                <a:cubicBezTo>
                  <a:pt x="239613" y="18154"/>
                  <a:pt x="241995" y="28450"/>
                  <a:pt x="244548" y="43995"/>
                </a:cubicBezTo>
                <a:cubicBezTo>
                  <a:pt x="247555" y="62659"/>
                  <a:pt x="252235" y="82855"/>
                  <a:pt x="258589" y="104583"/>
                </a:cubicBezTo>
                <a:cubicBezTo>
                  <a:pt x="266985" y="82741"/>
                  <a:pt x="274247" y="59993"/>
                  <a:pt x="280373" y="36336"/>
                </a:cubicBezTo>
                <a:lnTo>
                  <a:pt x="282926" y="23912"/>
                </a:lnTo>
                <a:cubicBezTo>
                  <a:pt x="283948" y="18920"/>
                  <a:pt x="285281" y="14892"/>
                  <a:pt x="286926" y="11828"/>
                </a:cubicBezTo>
                <a:cubicBezTo>
                  <a:pt x="289138" y="7687"/>
                  <a:pt x="292173" y="5616"/>
                  <a:pt x="296031" y="5616"/>
                </a:cubicBezTo>
                <a:cubicBezTo>
                  <a:pt x="300910" y="5616"/>
                  <a:pt x="304626" y="10297"/>
                  <a:pt x="307179" y="19657"/>
                </a:cubicBezTo>
                <a:cubicBezTo>
                  <a:pt x="308086" y="22891"/>
                  <a:pt x="309193" y="29585"/>
                  <a:pt x="310497" y="39740"/>
                </a:cubicBezTo>
                <a:cubicBezTo>
                  <a:pt x="313844" y="65382"/>
                  <a:pt x="318014" y="87280"/>
                  <a:pt x="323006" y="105434"/>
                </a:cubicBezTo>
                <a:lnTo>
                  <a:pt x="327176" y="120070"/>
                </a:lnTo>
                <a:cubicBezTo>
                  <a:pt x="329332" y="127899"/>
                  <a:pt x="330410" y="132721"/>
                  <a:pt x="330410" y="134536"/>
                </a:cubicBezTo>
                <a:cubicBezTo>
                  <a:pt x="330410" y="136976"/>
                  <a:pt x="329488" y="139018"/>
                  <a:pt x="327644" y="140663"/>
                </a:cubicBezTo>
                <a:cubicBezTo>
                  <a:pt x="325800" y="142309"/>
                  <a:pt x="323716" y="143131"/>
                  <a:pt x="321390" y="143131"/>
                </a:cubicBezTo>
                <a:close/>
                <a:moveTo>
                  <a:pt x="459162" y="16509"/>
                </a:moveTo>
                <a:cubicBezTo>
                  <a:pt x="445433" y="16509"/>
                  <a:pt x="437746" y="25991"/>
                  <a:pt x="436101" y="44957"/>
                </a:cubicBezTo>
                <a:lnTo>
                  <a:pt x="435846" y="50207"/>
                </a:lnTo>
                <a:cubicBezTo>
                  <a:pt x="445490" y="49526"/>
                  <a:pt x="451730" y="49185"/>
                  <a:pt x="454567" y="49185"/>
                </a:cubicBezTo>
                <a:cubicBezTo>
                  <a:pt x="463587" y="49185"/>
                  <a:pt x="468097" y="52035"/>
                  <a:pt x="468097" y="57735"/>
                </a:cubicBezTo>
                <a:cubicBezTo>
                  <a:pt x="468097" y="61897"/>
                  <a:pt x="465884" y="64378"/>
                  <a:pt x="461459" y="65175"/>
                </a:cubicBezTo>
                <a:cubicBezTo>
                  <a:pt x="459531" y="65518"/>
                  <a:pt x="457276" y="65646"/>
                  <a:pt x="454694" y="65561"/>
                </a:cubicBezTo>
                <a:cubicBezTo>
                  <a:pt x="452113" y="65476"/>
                  <a:pt x="445575" y="65861"/>
                  <a:pt x="435080" y="66715"/>
                </a:cubicBezTo>
                <a:lnTo>
                  <a:pt x="434399" y="86136"/>
                </a:lnTo>
                <a:cubicBezTo>
                  <a:pt x="434399" y="89658"/>
                  <a:pt x="434512" y="94940"/>
                  <a:pt x="434739" y="101982"/>
                </a:cubicBezTo>
                <a:cubicBezTo>
                  <a:pt x="434966" y="109024"/>
                  <a:pt x="435080" y="114277"/>
                  <a:pt x="435080" y="117741"/>
                </a:cubicBezTo>
                <a:cubicBezTo>
                  <a:pt x="435080" y="128530"/>
                  <a:pt x="434456" y="136934"/>
                  <a:pt x="433208" y="142953"/>
                </a:cubicBezTo>
                <a:cubicBezTo>
                  <a:pt x="432243" y="147497"/>
                  <a:pt x="429605" y="149769"/>
                  <a:pt x="425294" y="149769"/>
                </a:cubicBezTo>
                <a:cubicBezTo>
                  <a:pt x="422968" y="149769"/>
                  <a:pt x="420982" y="149016"/>
                  <a:pt x="419337" y="147511"/>
                </a:cubicBezTo>
                <a:cubicBezTo>
                  <a:pt x="417692" y="146006"/>
                  <a:pt x="416869" y="144118"/>
                  <a:pt x="416869" y="141847"/>
                </a:cubicBezTo>
                <a:cubicBezTo>
                  <a:pt x="416869" y="141393"/>
                  <a:pt x="416926" y="140825"/>
                  <a:pt x="417039" y="140142"/>
                </a:cubicBezTo>
                <a:cubicBezTo>
                  <a:pt x="418231" y="132760"/>
                  <a:pt x="418826" y="124725"/>
                  <a:pt x="418826" y="116036"/>
                </a:cubicBezTo>
                <a:lnTo>
                  <a:pt x="418571" y="92781"/>
                </a:lnTo>
                <a:lnTo>
                  <a:pt x="418571" y="68077"/>
                </a:lnTo>
                <a:cubicBezTo>
                  <a:pt x="411480" y="68644"/>
                  <a:pt x="406998" y="68928"/>
                  <a:pt x="405126" y="68928"/>
                </a:cubicBezTo>
                <a:cubicBezTo>
                  <a:pt x="399396" y="68928"/>
                  <a:pt x="396531" y="66176"/>
                  <a:pt x="396531" y="60673"/>
                </a:cubicBezTo>
                <a:cubicBezTo>
                  <a:pt x="396531" y="55057"/>
                  <a:pt x="401495" y="52107"/>
                  <a:pt x="411423" y="51823"/>
                </a:cubicBezTo>
                <a:lnTo>
                  <a:pt x="419592" y="51568"/>
                </a:lnTo>
                <a:cubicBezTo>
                  <a:pt x="419762" y="48391"/>
                  <a:pt x="420188" y="44080"/>
                  <a:pt x="420869" y="38633"/>
                </a:cubicBezTo>
                <a:cubicBezTo>
                  <a:pt x="422344" y="26039"/>
                  <a:pt x="425521" y="16764"/>
                  <a:pt x="430399" y="10807"/>
                </a:cubicBezTo>
                <a:cubicBezTo>
                  <a:pt x="436299" y="3602"/>
                  <a:pt x="445518" y="0"/>
                  <a:pt x="458056" y="0"/>
                </a:cubicBezTo>
                <a:cubicBezTo>
                  <a:pt x="466168" y="0"/>
                  <a:pt x="470224" y="2766"/>
                  <a:pt x="470224" y="8297"/>
                </a:cubicBezTo>
                <a:cubicBezTo>
                  <a:pt x="470224" y="13771"/>
                  <a:pt x="466537" y="16509"/>
                  <a:pt x="459162" y="16509"/>
                </a:cubicBezTo>
                <a:close/>
                <a:moveTo>
                  <a:pt x="523292" y="141259"/>
                </a:moveTo>
                <a:cubicBezTo>
                  <a:pt x="513761" y="141259"/>
                  <a:pt x="505564" y="137735"/>
                  <a:pt x="498699" y="130689"/>
                </a:cubicBezTo>
                <a:cubicBezTo>
                  <a:pt x="491041" y="122846"/>
                  <a:pt x="487013" y="112302"/>
                  <a:pt x="486616" y="99059"/>
                </a:cubicBezTo>
                <a:cubicBezTo>
                  <a:pt x="486275" y="86215"/>
                  <a:pt x="489509" y="74906"/>
                  <a:pt x="496317" y="65130"/>
                </a:cubicBezTo>
                <a:cubicBezTo>
                  <a:pt x="504259" y="53593"/>
                  <a:pt x="515322" y="47824"/>
                  <a:pt x="529504" y="47824"/>
                </a:cubicBezTo>
                <a:cubicBezTo>
                  <a:pt x="540850" y="47824"/>
                  <a:pt x="549445" y="53024"/>
                  <a:pt x="555288" y="63426"/>
                </a:cubicBezTo>
                <a:cubicBezTo>
                  <a:pt x="559940" y="71836"/>
                  <a:pt x="562181" y="81952"/>
                  <a:pt x="562011" y="93773"/>
                </a:cubicBezTo>
                <a:cubicBezTo>
                  <a:pt x="561841" y="106390"/>
                  <a:pt x="558550" y="117161"/>
                  <a:pt x="552140" y="126085"/>
                </a:cubicBezTo>
                <a:cubicBezTo>
                  <a:pt x="544878" y="136201"/>
                  <a:pt x="535262" y="141259"/>
                  <a:pt x="523292" y="141259"/>
                </a:cubicBezTo>
                <a:moveTo>
                  <a:pt x="528398" y="65183"/>
                </a:moveTo>
                <a:cubicBezTo>
                  <a:pt x="520058" y="65127"/>
                  <a:pt x="513563" y="69103"/>
                  <a:pt x="508911" y="77113"/>
                </a:cubicBezTo>
                <a:cubicBezTo>
                  <a:pt x="505223" y="83534"/>
                  <a:pt x="503380" y="90863"/>
                  <a:pt x="503380" y="99099"/>
                </a:cubicBezTo>
                <a:cubicBezTo>
                  <a:pt x="503380" y="107338"/>
                  <a:pt x="505621" y="113758"/>
                  <a:pt x="510102" y="118360"/>
                </a:cubicBezTo>
                <a:cubicBezTo>
                  <a:pt x="513847" y="122167"/>
                  <a:pt x="518243" y="124070"/>
                  <a:pt x="523292" y="124070"/>
                </a:cubicBezTo>
                <a:cubicBezTo>
                  <a:pt x="529192" y="124070"/>
                  <a:pt x="534269" y="121910"/>
                  <a:pt x="538524" y="117592"/>
                </a:cubicBezTo>
                <a:cubicBezTo>
                  <a:pt x="543346" y="112821"/>
                  <a:pt x="545899" y="106373"/>
                  <a:pt x="546183" y="98248"/>
                </a:cubicBezTo>
                <a:cubicBezTo>
                  <a:pt x="546977" y="76262"/>
                  <a:pt x="541049" y="65240"/>
                  <a:pt x="528398" y="65183"/>
                </a:cubicBezTo>
                <a:close/>
                <a:moveTo>
                  <a:pt x="649081" y="73097"/>
                </a:moveTo>
                <a:cubicBezTo>
                  <a:pt x="648684" y="80189"/>
                  <a:pt x="645847" y="83734"/>
                  <a:pt x="640571" y="83734"/>
                </a:cubicBezTo>
                <a:cubicBezTo>
                  <a:pt x="635692" y="83734"/>
                  <a:pt x="633253" y="80938"/>
                  <a:pt x="633253" y="75344"/>
                </a:cubicBezTo>
                <a:cubicBezTo>
                  <a:pt x="633253" y="74270"/>
                  <a:pt x="633168" y="72292"/>
                  <a:pt x="632998" y="69409"/>
                </a:cubicBezTo>
                <a:lnTo>
                  <a:pt x="632742" y="62290"/>
                </a:lnTo>
                <a:cubicBezTo>
                  <a:pt x="623779" y="63370"/>
                  <a:pt x="616603" y="65900"/>
                  <a:pt x="611213" y="69880"/>
                </a:cubicBezTo>
                <a:cubicBezTo>
                  <a:pt x="606164" y="73576"/>
                  <a:pt x="601966" y="79148"/>
                  <a:pt x="598619" y="86596"/>
                </a:cubicBezTo>
                <a:lnTo>
                  <a:pt x="598789" y="133326"/>
                </a:lnTo>
                <a:cubicBezTo>
                  <a:pt x="598789" y="139069"/>
                  <a:pt x="595981" y="141940"/>
                  <a:pt x="590365" y="141940"/>
                </a:cubicBezTo>
                <a:cubicBezTo>
                  <a:pt x="585373" y="141940"/>
                  <a:pt x="582876" y="139070"/>
                  <a:pt x="582876" y="133329"/>
                </a:cubicBezTo>
                <a:lnTo>
                  <a:pt x="582876" y="73483"/>
                </a:lnTo>
                <a:cubicBezTo>
                  <a:pt x="582876" y="71607"/>
                  <a:pt x="582947" y="68795"/>
                  <a:pt x="583089" y="65045"/>
                </a:cubicBezTo>
                <a:cubicBezTo>
                  <a:pt x="583231" y="61294"/>
                  <a:pt x="583302" y="58480"/>
                  <a:pt x="583302" y="56605"/>
                </a:cubicBezTo>
                <a:cubicBezTo>
                  <a:pt x="583302" y="50864"/>
                  <a:pt x="585798" y="47994"/>
                  <a:pt x="590790" y="47994"/>
                </a:cubicBezTo>
                <a:cubicBezTo>
                  <a:pt x="596350" y="47994"/>
                  <a:pt x="599158" y="52703"/>
                  <a:pt x="599215" y="62120"/>
                </a:cubicBezTo>
                <a:cubicBezTo>
                  <a:pt x="610107" y="51568"/>
                  <a:pt x="622191" y="46292"/>
                  <a:pt x="635466" y="46292"/>
                </a:cubicBezTo>
                <a:cubicBezTo>
                  <a:pt x="640061" y="46292"/>
                  <a:pt x="643493" y="48022"/>
                  <a:pt x="645762" y="51483"/>
                </a:cubicBezTo>
                <a:cubicBezTo>
                  <a:pt x="648031" y="54944"/>
                  <a:pt x="649166" y="60163"/>
                  <a:pt x="649166" y="67141"/>
                </a:cubicBezTo>
                <a:cubicBezTo>
                  <a:pt x="649166" y="70091"/>
                  <a:pt x="649138" y="72076"/>
                  <a:pt x="649081" y="73097"/>
                </a:cubicBezTo>
                <a:close/>
                <a:moveTo>
                  <a:pt x="787974" y="99477"/>
                </a:moveTo>
                <a:lnTo>
                  <a:pt x="786017" y="128069"/>
                </a:lnTo>
                <a:cubicBezTo>
                  <a:pt x="785676" y="139415"/>
                  <a:pt x="784513" y="148691"/>
                  <a:pt x="782528" y="155895"/>
                </a:cubicBezTo>
                <a:cubicBezTo>
                  <a:pt x="779975" y="165086"/>
                  <a:pt x="775890" y="171865"/>
                  <a:pt x="770274" y="176233"/>
                </a:cubicBezTo>
                <a:cubicBezTo>
                  <a:pt x="763466" y="181509"/>
                  <a:pt x="753624" y="184147"/>
                  <a:pt x="740746" y="184147"/>
                </a:cubicBezTo>
                <a:cubicBezTo>
                  <a:pt x="733201" y="184147"/>
                  <a:pt x="726875" y="183637"/>
                  <a:pt x="721769" y="182616"/>
                </a:cubicBezTo>
                <a:cubicBezTo>
                  <a:pt x="714621" y="181197"/>
                  <a:pt x="711047" y="178247"/>
                  <a:pt x="711047" y="173766"/>
                </a:cubicBezTo>
                <a:cubicBezTo>
                  <a:pt x="711047" y="168717"/>
                  <a:pt x="713515" y="166192"/>
                  <a:pt x="718451" y="166192"/>
                </a:cubicBezTo>
                <a:cubicBezTo>
                  <a:pt x="720493" y="166192"/>
                  <a:pt x="723897" y="166688"/>
                  <a:pt x="728662" y="167681"/>
                </a:cubicBezTo>
                <a:cubicBezTo>
                  <a:pt x="733428" y="168674"/>
                  <a:pt x="738703" y="169114"/>
                  <a:pt x="744490" y="169000"/>
                </a:cubicBezTo>
                <a:cubicBezTo>
                  <a:pt x="755382" y="168819"/>
                  <a:pt x="762899" y="163233"/>
                  <a:pt x="767040" y="152242"/>
                </a:cubicBezTo>
                <a:cubicBezTo>
                  <a:pt x="769763" y="144913"/>
                  <a:pt x="771210" y="133650"/>
                  <a:pt x="771380" y="118453"/>
                </a:cubicBezTo>
                <a:cubicBezTo>
                  <a:pt x="768317" y="125091"/>
                  <a:pt x="764672" y="130069"/>
                  <a:pt x="760445" y="133388"/>
                </a:cubicBezTo>
                <a:cubicBezTo>
                  <a:pt x="756219" y="136706"/>
                  <a:pt x="751383" y="138366"/>
                  <a:pt x="745937" y="138366"/>
                </a:cubicBezTo>
                <a:cubicBezTo>
                  <a:pt x="735668" y="138366"/>
                  <a:pt x="727315" y="134859"/>
                  <a:pt x="720876" y="127846"/>
                </a:cubicBezTo>
                <a:cubicBezTo>
                  <a:pt x="714437" y="120832"/>
                  <a:pt x="711218" y="111733"/>
                  <a:pt x="711218" y="100546"/>
                </a:cubicBezTo>
                <a:cubicBezTo>
                  <a:pt x="711218" y="85215"/>
                  <a:pt x="715614" y="72864"/>
                  <a:pt x="724407" y="63495"/>
                </a:cubicBezTo>
                <a:cubicBezTo>
                  <a:pt x="733484" y="53842"/>
                  <a:pt x="745852" y="49015"/>
                  <a:pt x="761509" y="49015"/>
                </a:cubicBezTo>
                <a:cubicBezTo>
                  <a:pt x="766785" y="49015"/>
                  <a:pt x="771210" y="49696"/>
                  <a:pt x="774784" y="51057"/>
                </a:cubicBezTo>
                <a:cubicBezTo>
                  <a:pt x="778358" y="52419"/>
                  <a:pt x="781081" y="54461"/>
                  <a:pt x="782953" y="57184"/>
                </a:cubicBezTo>
                <a:cubicBezTo>
                  <a:pt x="789023" y="57355"/>
                  <a:pt x="792059" y="60730"/>
                  <a:pt x="792059" y="67311"/>
                </a:cubicBezTo>
                <a:cubicBezTo>
                  <a:pt x="792059" y="71339"/>
                  <a:pt x="791463" y="76728"/>
                  <a:pt x="790272" y="83479"/>
                </a:cubicBezTo>
                <a:cubicBezTo>
                  <a:pt x="788967" y="91308"/>
                  <a:pt x="788201" y="96640"/>
                  <a:pt x="787974" y="99477"/>
                </a:cubicBezTo>
                <a:moveTo>
                  <a:pt x="760658" y="66034"/>
                </a:moveTo>
                <a:cubicBezTo>
                  <a:pt x="749879" y="66034"/>
                  <a:pt x="741540" y="69380"/>
                  <a:pt x="735640" y="76070"/>
                </a:cubicBezTo>
                <a:cubicBezTo>
                  <a:pt x="730364" y="82096"/>
                  <a:pt x="727726" y="89757"/>
                  <a:pt x="727726" y="99054"/>
                </a:cubicBezTo>
                <a:cubicBezTo>
                  <a:pt x="727726" y="106459"/>
                  <a:pt x="729286" y="112026"/>
                  <a:pt x="732406" y="115754"/>
                </a:cubicBezTo>
                <a:cubicBezTo>
                  <a:pt x="735527" y="119482"/>
                  <a:pt x="740207" y="121347"/>
                  <a:pt x="746447" y="121347"/>
                </a:cubicBezTo>
                <a:cubicBezTo>
                  <a:pt x="752177" y="121347"/>
                  <a:pt x="757737" y="118436"/>
                  <a:pt x="763126" y="112614"/>
                </a:cubicBezTo>
                <a:cubicBezTo>
                  <a:pt x="768005" y="107251"/>
                  <a:pt x="770785" y="101939"/>
                  <a:pt x="771465" y="96679"/>
                </a:cubicBezTo>
                <a:cubicBezTo>
                  <a:pt x="772657" y="91162"/>
                  <a:pt x="773933" y="82505"/>
                  <a:pt x="775295" y="70707"/>
                </a:cubicBezTo>
                <a:cubicBezTo>
                  <a:pt x="773025" y="69123"/>
                  <a:pt x="770671" y="67949"/>
                  <a:pt x="768232" y="67183"/>
                </a:cubicBezTo>
                <a:cubicBezTo>
                  <a:pt x="765792" y="66417"/>
                  <a:pt x="763268" y="66034"/>
                  <a:pt x="760658" y="66034"/>
                </a:cubicBezTo>
                <a:close/>
                <a:moveTo>
                  <a:pt x="849175" y="140068"/>
                </a:moveTo>
                <a:cubicBezTo>
                  <a:pt x="836354" y="140068"/>
                  <a:pt x="825972" y="136860"/>
                  <a:pt x="818030" y="130444"/>
                </a:cubicBezTo>
                <a:cubicBezTo>
                  <a:pt x="809350" y="123345"/>
                  <a:pt x="805010" y="113408"/>
                  <a:pt x="805010" y="100631"/>
                </a:cubicBezTo>
                <a:cubicBezTo>
                  <a:pt x="805010" y="85869"/>
                  <a:pt x="808584" y="73491"/>
                  <a:pt x="815732" y="63497"/>
                </a:cubicBezTo>
                <a:cubicBezTo>
                  <a:pt x="823504" y="52595"/>
                  <a:pt x="833886" y="47143"/>
                  <a:pt x="846877" y="47143"/>
                </a:cubicBezTo>
                <a:cubicBezTo>
                  <a:pt x="856295" y="47143"/>
                  <a:pt x="863982" y="48732"/>
                  <a:pt x="869938" y="51908"/>
                </a:cubicBezTo>
                <a:cubicBezTo>
                  <a:pt x="877257" y="55823"/>
                  <a:pt x="880916" y="61836"/>
                  <a:pt x="880916" y="69949"/>
                </a:cubicBezTo>
                <a:cubicBezTo>
                  <a:pt x="880916" y="75622"/>
                  <a:pt x="877710" y="80784"/>
                  <a:pt x="871300" y="85436"/>
                </a:cubicBezTo>
                <a:cubicBezTo>
                  <a:pt x="868463" y="87478"/>
                  <a:pt x="862450" y="90655"/>
                  <a:pt x="853260" y="94967"/>
                </a:cubicBezTo>
                <a:lnTo>
                  <a:pt x="820753" y="110369"/>
                </a:lnTo>
                <a:cubicBezTo>
                  <a:pt x="823930" y="115078"/>
                  <a:pt x="827887" y="118624"/>
                  <a:pt x="832624" y="121006"/>
                </a:cubicBezTo>
                <a:cubicBezTo>
                  <a:pt x="837361" y="123389"/>
                  <a:pt x="842878" y="124580"/>
                  <a:pt x="849175" y="124580"/>
                </a:cubicBezTo>
                <a:cubicBezTo>
                  <a:pt x="853089" y="124580"/>
                  <a:pt x="857685" y="123843"/>
                  <a:pt x="862961" y="122368"/>
                </a:cubicBezTo>
                <a:cubicBezTo>
                  <a:pt x="869655" y="120496"/>
                  <a:pt x="873966" y="118042"/>
                  <a:pt x="875895" y="115007"/>
                </a:cubicBezTo>
                <a:cubicBezTo>
                  <a:pt x="877824" y="111972"/>
                  <a:pt x="879895" y="110454"/>
                  <a:pt x="882107" y="110454"/>
                </a:cubicBezTo>
                <a:cubicBezTo>
                  <a:pt x="884093" y="110454"/>
                  <a:pt x="885865" y="111209"/>
                  <a:pt x="887426" y="112717"/>
                </a:cubicBezTo>
                <a:cubicBezTo>
                  <a:pt x="888986" y="114224"/>
                  <a:pt x="889766" y="115973"/>
                  <a:pt x="889766" y="117964"/>
                </a:cubicBezTo>
                <a:cubicBezTo>
                  <a:pt x="889766" y="124279"/>
                  <a:pt x="884688" y="129713"/>
                  <a:pt x="874534" y="134265"/>
                </a:cubicBezTo>
                <a:cubicBezTo>
                  <a:pt x="865854" y="138133"/>
                  <a:pt x="857401" y="140068"/>
                  <a:pt x="849175" y="140068"/>
                </a:cubicBezTo>
                <a:moveTo>
                  <a:pt x="846877" y="62460"/>
                </a:moveTo>
                <a:cubicBezTo>
                  <a:pt x="839956" y="62460"/>
                  <a:pt x="834198" y="65141"/>
                  <a:pt x="829603" y="70502"/>
                </a:cubicBezTo>
                <a:cubicBezTo>
                  <a:pt x="825008" y="75863"/>
                  <a:pt x="821576" y="83933"/>
                  <a:pt x="819306" y="94712"/>
                </a:cubicBezTo>
                <a:lnTo>
                  <a:pt x="845431" y="82288"/>
                </a:lnTo>
                <a:cubicBezTo>
                  <a:pt x="855699" y="77295"/>
                  <a:pt x="863017" y="72955"/>
                  <a:pt x="867385" y="69268"/>
                </a:cubicBezTo>
                <a:cubicBezTo>
                  <a:pt x="862507" y="64730"/>
                  <a:pt x="855671" y="62460"/>
                  <a:pt x="846877" y="62460"/>
                </a:cubicBezTo>
                <a:close/>
                <a:moveTo>
                  <a:pt x="970555" y="142280"/>
                </a:moveTo>
                <a:cubicBezTo>
                  <a:pt x="965677" y="142280"/>
                  <a:pt x="962925" y="139608"/>
                  <a:pt x="962301" y="134265"/>
                </a:cubicBezTo>
                <a:lnTo>
                  <a:pt x="959918" y="115589"/>
                </a:lnTo>
                <a:cubicBezTo>
                  <a:pt x="959124" y="108938"/>
                  <a:pt x="958727" y="102712"/>
                  <a:pt x="958727" y="96913"/>
                </a:cubicBezTo>
                <a:cubicBezTo>
                  <a:pt x="958727" y="95321"/>
                  <a:pt x="958826" y="92621"/>
                  <a:pt x="959025" y="88813"/>
                </a:cubicBezTo>
                <a:cubicBezTo>
                  <a:pt x="959223" y="85004"/>
                  <a:pt x="959323" y="82303"/>
                  <a:pt x="959323" y="80711"/>
                </a:cubicBezTo>
                <a:cubicBezTo>
                  <a:pt x="959323" y="68430"/>
                  <a:pt x="957054" y="62290"/>
                  <a:pt x="952515" y="62290"/>
                </a:cubicBezTo>
                <a:cubicBezTo>
                  <a:pt x="946161" y="62290"/>
                  <a:pt x="940091" y="66067"/>
                  <a:pt x="934305" y="73621"/>
                </a:cubicBezTo>
                <a:cubicBezTo>
                  <a:pt x="929085" y="80493"/>
                  <a:pt x="925001" y="89181"/>
                  <a:pt x="922051" y="99687"/>
                </a:cubicBezTo>
                <a:cubicBezTo>
                  <a:pt x="921937" y="101903"/>
                  <a:pt x="921682" y="104686"/>
                  <a:pt x="921285" y="108037"/>
                </a:cubicBezTo>
                <a:cubicBezTo>
                  <a:pt x="920945" y="110877"/>
                  <a:pt x="920774" y="113631"/>
                  <a:pt x="920774" y="116299"/>
                </a:cubicBezTo>
                <a:cubicBezTo>
                  <a:pt x="920774" y="118003"/>
                  <a:pt x="920945" y="120559"/>
                  <a:pt x="921285" y="123966"/>
                </a:cubicBezTo>
                <a:cubicBezTo>
                  <a:pt x="921625" y="127373"/>
                  <a:pt x="921796" y="129929"/>
                  <a:pt x="921796" y="131633"/>
                </a:cubicBezTo>
                <a:cubicBezTo>
                  <a:pt x="921796" y="134189"/>
                  <a:pt x="921015" y="136262"/>
                  <a:pt x="919455" y="137853"/>
                </a:cubicBezTo>
                <a:cubicBezTo>
                  <a:pt x="917895" y="139443"/>
                  <a:pt x="915896" y="140238"/>
                  <a:pt x="913456" y="140238"/>
                </a:cubicBezTo>
                <a:cubicBezTo>
                  <a:pt x="910960" y="140238"/>
                  <a:pt x="908946" y="139442"/>
                  <a:pt x="907414" y="137850"/>
                </a:cubicBezTo>
                <a:cubicBezTo>
                  <a:pt x="905883" y="136260"/>
                  <a:pt x="905117" y="134185"/>
                  <a:pt x="905117" y="131627"/>
                </a:cubicBezTo>
                <a:cubicBezTo>
                  <a:pt x="905117" y="129924"/>
                  <a:pt x="904932" y="127367"/>
                  <a:pt x="904564" y="123958"/>
                </a:cubicBezTo>
                <a:cubicBezTo>
                  <a:pt x="904195" y="120547"/>
                  <a:pt x="904011" y="117989"/>
                  <a:pt x="904011" y="116283"/>
                </a:cubicBezTo>
                <a:cubicBezTo>
                  <a:pt x="904011" y="110430"/>
                  <a:pt x="904422" y="102317"/>
                  <a:pt x="905244" y="91946"/>
                </a:cubicBezTo>
                <a:cubicBezTo>
                  <a:pt x="906067" y="81575"/>
                  <a:pt x="906478" y="73462"/>
                  <a:pt x="906478" y="67609"/>
                </a:cubicBezTo>
                <a:cubicBezTo>
                  <a:pt x="906478" y="65790"/>
                  <a:pt x="906379" y="63091"/>
                  <a:pt x="906180" y="59511"/>
                </a:cubicBezTo>
                <a:cubicBezTo>
                  <a:pt x="905982" y="55930"/>
                  <a:pt x="905883" y="53231"/>
                  <a:pt x="905883" y="51414"/>
                </a:cubicBezTo>
                <a:cubicBezTo>
                  <a:pt x="905883" y="48969"/>
                  <a:pt x="906691" y="46966"/>
                  <a:pt x="908308" y="45404"/>
                </a:cubicBezTo>
                <a:cubicBezTo>
                  <a:pt x="909925" y="43840"/>
                  <a:pt x="911924" y="43058"/>
                  <a:pt x="914307" y="43058"/>
                </a:cubicBezTo>
                <a:cubicBezTo>
                  <a:pt x="919526" y="43058"/>
                  <a:pt x="922391" y="46761"/>
                  <a:pt x="922902" y="54166"/>
                </a:cubicBezTo>
                <a:lnTo>
                  <a:pt x="923157" y="64162"/>
                </a:lnTo>
                <a:cubicBezTo>
                  <a:pt x="932688" y="51455"/>
                  <a:pt x="942474" y="45101"/>
                  <a:pt x="952515" y="45101"/>
                </a:cubicBezTo>
                <a:cubicBezTo>
                  <a:pt x="961592" y="45101"/>
                  <a:pt x="967917" y="49107"/>
                  <a:pt x="971491" y="57121"/>
                </a:cubicBezTo>
                <a:cubicBezTo>
                  <a:pt x="973931" y="62462"/>
                  <a:pt x="975264" y="70362"/>
                  <a:pt x="975491" y="80820"/>
                </a:cubicBezTo>
                <a:lnTo>
                  <a:pt x="975491" y="89428"/>
                </a:lnTo>
                <a:lnTo>
                  <a:pt x="975406" y="97355"/>
                </a:lnTo>
                <a:cubicBezTo>
                  <a:pt x="975406" y="102072"/>
                  <a:pt x="976016" y="108168"/>
                  <a:pt x="977235" y="115643"/>
                </a:cubicBezTo>
                <a:cubicBezTo>
                  <a:pt x="978455" y="123115"/>
                  <a:pt x="979065" y="129181"/>
                  <a:pt x="979065" y="133840"/>
                </a:cubicBezTo>
                <a:cubicBezTo>
                  <a:pt x="979065" y="136341"/>
                  <a:pt x="978257" y="138373"/>
                  <a:pt x="976640" y="139935"/>
                </a:cubicBezTo>
                <a:cubicBezTo>
                  <a:pt x="975023" y="141498"/>
                  <a:pt x="972995" y="142280"/>
                  <a:pt x="970555" y="142280"/>
                </a:cubicBezTo>
                <a:close/>
                <a:moveTo>
                  <a:pt x="1036522" y="140068"/>
                </a:moveTo>
                <a:cubicBezTo>
                  <a:pt x="1023701" y="140068"/>
                  <a:pt x="1013319" y="136860"/>
                  <a:pt x="1005377" y="130444"/>
                </a:cubicBezTo>
                <a:cubicBezTo>
                  <a:pt x="996697" y="123345"/>
                  <a:pt x="992357" y="113408"/>
                  <a:pt x="992357" y="100631"/>
                </a:cubicBezTo>
                <a:cubicBezTo>
                  <a:pt x="992357" y="85869"/>
                  <a:pt x="995931" y="73491"/>
                  <a:pt x="1003079" y="63497"/>
                </a:cubicBezTo>
                <a:cubicBezTo>
                  <a:pt x="1010851" y="52595"/>
                  <a:pt x="1021233" y="47143"/>
                  <a:pt x="1034224" y="47143"/>
                </a:cubicBezTo>
                <a:cubicBezTo>
                  <a:pt x="1043642" y="47143"/>
                  <a:pt x="1051328" y="48732"/>
                  <a:pt x="1057285" y="51908"/>
                </a:cubicBezTo>
                <a:cubicBezTo>
                  <a:pt x="1064603" y="55823"/>
                  <a:pt x="1068263" y="61836"/>
                  <a:pt x="1068263" y="69949"/>
                </a:cubicBezTo>
                <a:cubicBezTo>
                  <a:pt x="1068263" y="75622"/>
                  <a:pt x="1065057" y="80784"/>
                  <a:pt x="1058647" y="85436"/>
                </a:cubicBezTo>
                <a:cubicBezTo>
                  <a:pt x="1055810" y="87478"/>
                  <a:pt x="1049797" y="90655"/>
                  <a:pt x="1040606" y="94967"/>
                </a:cubicBezTo>
                <a:lnTo>
                  <a:pt x="1008100" y="110369"/>
                </a:lnTo>
                <a:cubicBezTo>
                  <a:pt x="1011277" y="115078"/>
                  <a:pt x="1015234" y="118624"/>
                  <a:pt x="1019971" y="121006"/>
                </a:cubicBezTo>
                <a:cubicBezTo>
                  <a:pt x="1024708" y="123389"/>
                  <a:pt x="1030225" y="124580"/>
                  <a:pt x="1036522" y="124580"/>
                </a:cubicBezTo>
                <a:cubicBezTo>
                  <a:pt x="1040436" y="124580"/>
                  <a:pt x="1045031" y="123843"/>
                  <a:pt x="1050307" y="122368"/>
                </a:cubicBezTo>
                <a:cubicBezTo>
                  <a:pt x="1057002" y="120496"/>
                  <a:pt x="1061313" y="118042"/>
                  <a:pt x="1063242" y="115007"/>
                </a:cubicBezTo>
                <a:cubicBezTo>
                  <a:pt x="1065171" y="111972"/>
                  <a:pt x="1067241" y="110454"/>
                  <a:pt x="1069454" y="110454"/>
                </a:cubicBezTo>
                <a:cubicBezTo>
                  <a:pt x="1071439" y="110454"/>
                  <a:pt x="1073212" y="111209"/>
                  <a:pt x="1074772" y="112717"/>
                </a:cubicBezTo>
                <a:cubicBezTo>
                  <a:pt x="1076332" y="114224"/>
                  <a:pt x="1077113" y="115973"/>
                  <a:pt x="1077113" y="117964"/>
                </a:cubicBezTo>
                <a:cubicBezTo>
                  <a:pt x="1077113" y="124279"/>
                  <a:pt x="1072035" y="129713"/>
                  <a:pt x="1061880" y="134265"/>
                </a:cubicBezTo>
                <a:cubicBezTo>
                  <a:pt x="1053201" y="138133"/>
                  <a:pt x="1044748" y="140068"/>
                  <a:pt x="1036522" y="140068"/>
                </a:cubicBezTo>
                <a:moveTo>
                  <a:pt x="1034224" y="62460"/>
                </a:moveTo>
                <a:cubicBezTo>
                  <a:pt x="1027303" y="62460"/>
                  <a:pt x="1021545" y="65141"/>
                  <a:pt x="1016950" y="70502"/>
                </a:cubicBezTo>
                <a:cubicBezTo>
                  <a:pt x="1012355" y="75863"/>
                  <a:pt x="1008922" y="83933"/>
                  <a:pt x="1006653" y="94712"/>
                </a:cubicBezTo>
                <a:lnTo>
                  <a:pt x="1032778" y="82288"/>
                </a:lnTo>
                <a:cubicBezTo>
                  <a:pt x="1043046" y="77295"/>
                  <a:pt x="1050364" y="72955"/>
                  <a:pt x="1054732" y="69268"/>
                </a:cubicBezTo>
                <a:cubicBezTo>
                  <a:pt x="1049854" y="64730"/>
                  <a:pt x="1043017" y="62460"/>
                  <a:pt x="1034224" y="62460"/>
                </a:cubicBezTo>
                <a:close/>
                <a:moveTo>
                  <a:pt x="1158839" y="73097"/>
                </a:moveTo>
                <a:cubicBezTo>
                  <a:pt x="1158441" y="80189"/>
                  <a:pt x="1155605" y="83734"/>
                  <a:pt x="1150329" y="83734"/>
                </a:cubicBezTo>
                <a:cubicBezTo>
                  <a:pt x="1145450" y="83734"/>
                  <a:pt x="1143011" y="80938"/>
                  <a:pt x="1143011" y="75344"/>
                </a:cubicBezTo>
                <a:cubicBezTo>
                  <a:pt x="1143011" y="74270"/>
                  <a:pt x="1142926" y="72292"/>
                  <a:pt x="1142755" y="69409"/>
                </a:cubicBezTo>
                <a:lnTo>
                  <a:pt x="1142500" y="62290"/>
                </a:lnTo>
                <a:cubicBezTo>
                  <a:pt x="1133537" y="63370"/>
                  <a:pt x="1126360" y="65900"/>
                  <a:pt x="1120971" y="69880"/>
                </a:cubicBezTo>
                <a:cubicBezTo>
                  <a:pt x="1115922" y="73576"/>
                  <a:pt x="1111724" y="79148"/>
                  <a:pt x="1108377" y="86596"/>
                </a:cubicBezTo>
                <a:lnTo>
                  <a:pt x="1108547" y="133326"/>
                </a:lnTo>
                <a:cubicBezTo>
                  <a:pt x="1108547" y="139069"/>
                  <a:pt x="1105739" y="141940"/>
                  <a:pt x="1100123" y="141940"/>
                </a:cubicBezTo>
                <a:cubicBezTo>
                  <a:pt x="1095130" y="141940"/>
                  <a:pt x="1092634" y="139070"/>
                  <a:pt x="1092634" y="133329"/>
                </a:cubicBezTo>
                <a:lnTo>
                  <a:pt x="1092634" y="73483"/>
                </a:lnTo>
                <a:cubicBezTo>
                  <a:pt x="1092634" y="71607"/>
                  <a:pt x="1092705" y="68795"/>
                  <a:pt x="1092847" y="65045"/>
                </a:cubicBezTo>
                <a:cubicBezTo>
                  <a:pt x="1092989" y="61294"/>
                  <a:pt x="1093060" y="58480"/>
                  <a:pt x="1093060" y="56605"/>
                </a:cubicBezTo>
                <a:cubicBezTo>
                  <a:pt x="1093060" y="50864"/>
                  <a:pt x="1095556" y="47994"/>
                  <a:pt x="1100548" y="47994"/>
                </a:cubicBezTo>
                <a:cubicBezTo>
                  <a:pt x="1106108" y="47994"/>
                  <a:pt x="1108916" y="52703"/>
                  <a:pt x="1108972" y="62120"/>
                </a:cubicBezTo>
                <a:cubicBezTo>
                  <a:pt x="1119865" y="51568"/>
                  <a:pt x="1131948" y="46292"/>
                  <a:pt x="1145223" y="46292"/>
                </a:cubicBezTo>
                <a:cubicBezTo>
                  <a:pt x="1149818" y="46292"/>
                  <a:pt x="1153251" y="48022"/>
                  <a:pt x="1155520" y="51483"/>
                </a:cubicBezTo>
                <a:cubicBezTo>
                  <a:pt x="1157789" y="54944"/>
                  <a:pt x="1158924" y="60163"/>
                  <a:pt x="1158924" y="67141"/>
                </a:cubicBezTo>
                <a:cubicBezTo>
                  <a:pt x="1158924" y="70091"/>
                  <a:pt x="1158895" y="72076"/>
                  <a:pt x="1158839" y="73097"/>
                </a:cubicBezTo>
                <a:close/>
                <a:moveTo>
                  <a:pt x="1241875" y="141770"/>
                </a:moveTo>
                <a:cubicBezTo>
                  <a:pt x="1240797" y="141770"/>
                  <a:pt x="1238840" y="140511"/>
                  <a:pt x="1236003" y="137993"/>
                </a:cubicBezTo>
                <a:cubicBezTo>
                  <a:pt x="1233451" y="135648"/>
                  <a:pt x="1231550" y="133560"/>
                  <a:pt x="1230302" y="131728"/>
                </a:cubicBezTo>
                <a:cubicBezTo>
                  <a:pt x="1224856" y="134707"/>
                  <a:pt x="1220062" y="136955"/>
                  <a:pt x="1215921" y="138472"/>
                </a:cubicBezTo>
                <a:cubicBezTo>
                  <a:pt x="1211780" y="139990"/>
                  <a:pt x="1208319" y="140748"/>
                  <a:pt x="1205539" y="140748"/>
                </a:cubicBezTo>
                <a:cubicBezTo>
                  <a:pt x="1192264" y="140748"/>
                  <a:pt x="1182592" y="137004"/>
                  <a:pt x="1176522" y="129516"/>
                </a:cubicBezTo>
                <a:cubicBezTo>
                  <a:pt x="1170792" y="122481"/>
                  <a:pt x="1167927" y="111702"/>
                  <a:pt x="1167927" y="97179"/>
                </a:cubicBezTo>
                <a:cubicBezTo>
                  <a:pt x="1167927" y="83451"/>
                  <a:pt x="1172650" y="71707"/>
                  <a:pt x="1182095" y="61950"/>
                </a:cubicBezTo>
                <a:cubicBezTo>
                  <a:pt x="1191541" y="52192"/>
                  <a:pt x="1202816" y="47313"/>
                  <a:pt x="1215921" y="47313"/>
                </a:cubicBezTo>
                <a:cubicBezTo>
                  <a:pt x="1220856" y="47313"/>
                  <a:pt x="1226388" y="48590"/>
                  <a:pt x="1232515" y="51143"/>
                </a:cubicBezTo>
                <a:cubicBezTo>
                  <a:pt x="1240230" y="54319"/>
                  <a:pt x="1244088" y="58149"/>
                  <a:pt x="1244088" y="62630"/>
                </a:cubicBezTo>
                <a:cubicBezTo>
                  <a:pt x="1244088" y="64162"/>
                  <a:pt x="1243520" y="65524"/>
                  <a:pt x="1242386" y="66715"/>
                </a:cubicBezTo>
                <a:cubicBezTo>
                  <a:pt x="1241818" y="68871"/>
                  <a:pt x="1241379" y="72417"/>
                  <a:pt x="1241067" y="77352"/>
                </a:cubicBezTo>
                <a:cubicBezTo>
                  <a:pt x="1240755" y="82288"/>
                  <a:pt x="1240570" y="88613"/>
                  <a:pt x="1240514" y="96328"/>
                </a:cubicBezTo>
                <a:cubicBezTo>
                  <a:pt x="1240457" y="103363"/>
                  <a:pt x="1240939" y="108923"/>
                  <a:pt x="1241960" y="113007"/>
                </a:cubicBezTo>
                <a:cubicBezTo>
                  <a:pt x="1242527" y="115503"/>
                  <a:pt x="1244315" y="120496"/>
                  <a:pt x="1247321" y="127984"/>
                </a:cubicBezTo>
                <a:cubicBezTo>
                  <a:pt x="1247718" y="129005"/>
                  <a:pt x="1248371" y="130509"/>
                  <a:pt x="1249278" y="132494"/>
                </a:cubicBezTo>
                <a:lnTo>
                  <a:pt x="1249789" y="133941"/>
                </a:lnTo>
                <a:cubicBezTo>
                  <a:pt x="1249789" y="136210"/>
                  <a:pt x="1248995" y="138082"/>
                  <a:pt x="1247406" y="139557"/>
                </a:cubicBezTo>
                <a:cubicBezTo>
                  <a:pt x="1245818" y="141032"/>
                  <a:pt x="1243974" y="141770"/>
                  <a:pt x="1241875" y="141770"/>
                </a:cubicBezTo>
                <a:moveTo>
                  <a:pt x="1224175" y="82660"/>
                </a:moveTo>
                <a:cubicBezTo>
                  <a:pt x="1224175" y="80226"/>
                  <a:pt x="1224331" y="77581"/>
                  <a:pt x="1224643" y="74725"/>
                </a:cubicBezTo>
                <a:cubicBezTo>
                  <a:pt x="1224955" y="71867"/>
                  <a:pt x="1225423" y="68826"/>
                  <a:pt x="1226047" y="65601"/>
                </a:cubicBezTo>
                <a:cubicBezTo>
                  <a:pt x="1223948" y="64525"/>
                  <a:pt x="1222147" y="63732"/>
                  <a:pt x="1220644" y="63224"/>
                </a:cubicBezTo>
                <a:cubicBezTo>
                  <a:pt x="1219140" y="62715"/>
                  <a:pt x="1217935" y="62460"/>
                  <a:pt x="1217027" y="62460"/>
                </a:cubicBezTo>
                <a:cubicBezTo>
                  <a:pt x="1208234" y="62460"/>
                  <a:pt x="1200646" y="66039"/>
                  <a:pt x="1194264" y="73196"/>
                </a:cubicBezTo>
                <a:cubicBezTo>
                  <a:pt x="1187882" y="80353"/>
                  <a:pt x="1184691" y="88599"/>
                  <a:pt x="1184691" y="97935"/>
                </a:cubicBezTo>
                <a:cubicBezTo>
                  <a:pt x="1184691" y="107214"/>
                  <a:pt x="1186336" y="114173"/>
                  <a:pt x="1189626" y="118812"/>
                </a:cubicBezTo>
                <a:cubicBezTo>
                  <a:pt x="1192917" y="123452"/>
                  <a:pt x="1197852" y="125772"/>
                  <a:pt x="1204433" y="125772"/>
                </a:cubicBezTo>
                <a:cubicBezTo>
                  <a:pt x="1209879" y="125772"/>
                  <a:pt x="1214503" y="124781"/>
                  <a:pt x="1218304" y="122801"/>
                </a:cubicBezTo>
                <a:cubicBezTo>
                  <a:pt x="1220346" y="121727"/>
                  <a:pt x="1223211" y="119577"/>
                  <a:pt x="1226898" y="116353"/>
                </a:cubicBezTo>
                <a:cubicBezTo>
                  <a:pt x="1225083" y="101358"/>
                  <a:pt x="1224175" y="90127"/>
                  <a:pt x="1224175" y="82660"/>
                </a:cubicBezTo>
                <a:close/>
                <a:moveTo>
                  <a:pt x="1321748" y="63726"/>
                </a:moveTo>
                <a:cubicBezTo>
                  <a:pt x="1320556" y="63726"/>
                  <a:pt x="1319152" y="63669"/>
                  <a:pt x="1317536" y="63556"/>
                </a:cubicBezTo>
                <a:cubicBezTo>
                  <a:pt x="1315919" y="63441"/>
                  <a:pt x="1314515" y="63383"/>
                  <a:pt x="1313323" y="63383"/>
                </a:cubicBezTo>
                <a:cubicBezTo>
                  <a:pt x="1312019" y="63383"/>
                  <a:pt x="1308161" y="63813"/>
                  <a:pt x="1301750" y="64673"/>
                </a:cubicBezTo>
                <a:lnTo>
                  <a:pt x="1303367" y="114909"/>
                </a:lnTo>
                <a:lnTo>
                  <a:pt x="1303452" y="118650"/>
                </a:lnTo>
                <a:lnTo>
                  <a:pt x="1303537" y="122985"/>
                </a:lnTo>
                <a:cubicBezTo>
                  <a:pt x="1303764" y="135394"/>
                  <a:pt x="1300786" y="141599"/>
                  <a:pt x="1294602" y="141599"/>
                </a:cubicBezTo>
                <a:cubicBezTo>
                  <a:pt x="1292333" y="141599"/>
                  <a:pt x="1290362" y="140863"/>
                  <a:pt x="1288688" y="139390"/>
                </a:cubicBezTo>
                <a:cubicBezTo>
                  <a:pt x="1287015" y="137916"/>
                  <a:pt x="1286178" y="136074"/>
                  <a:pt x="1286178" y="133864"/>
                </a:cubicBezTo>
                <a:cubicBezTo>
                  <a:pt x="1286178" y="131711"/>
                  <a:pt x="1286263" y="128482"/>
                  <a:pt x="1286433" y="124176"/>
                </a:cubicBezTo>
                <a:cubicBezTo>
                  <a:pt x="1286603" y="119868"/>
                  <a:pt x="1286688" y="116637"/>
                  <a:pt x="1286688" y="114483"/>
                </a:cubicBezTo>
                <a:lnTo>
                  <a:pt x="1284986" y="64843"/>
                </a:lnTo>
                <a:cubicBezTo>
                  <a:pt x="1280845" y="64673"/>
                  <a:pt x="1274548" y="64188"/>
                  <a:pt x="1266095" y="63388"/>
                </a:cubicBezTo>
                <a:cubicBezTo>
                  <a:pt x="1261046" y="62704"/>
                  <a:pt x="1258522" y="59883"/>
                  <a:pt x="1258522" y="54924"/>
                </a:cubicBezTo>
                <a:cubicBezTo>
                  <a:pt x="1258522" y="52415"/>
                  <a:pt x="1259288" y="50336"/>
                  <a:pt x="1260819" y="48685"/>
                </a:cubicBezTo>
                <a:cubicBezTo>
                  <a:pt x="1262351" y="47033"/>
                  <a:pt x="1264308" y="46207"/>
                  <a:pt x="1266691" y="46207"/>
                </a:cubicBezTo>
                <a:lnTo>
                  <a:pt x="1284561" y="47654"/>
                </a:lnTo>
                <a:cubicBezTo>
                  <a:pt x="1284561" y="44752"/>
                  <a:pt x="1284433" y="40869"/>
                  <a:pt x="1284178" y="36006"/>
                </a:cubicBezTo>
                <a:cubicBezTo>
                  <a:pt x="1283923" y="31142"/>
                  <a:pt x="1283795" y="27629"/>
                  <a:pt x="1283795" y="25468"/>
                </a:cubicBezTo>
                <a:cubicBezTo>
                  <a:pt x="1283795" y="23078"/>
                  <a:pt x="1284618" y="21101"/>
                  <a:pt x="1286263" y="19537"/>
                </a:cubicBezTo>
                <a:cubicBezTo>
                  <a:pt x="1287908" y="17972"/>
                  <a:pt x="1289922" y="17189"/>
                  <a:pt x="1292305" y="17189"/>
                </a:cubicBezTo>
                <a:cubicBezTo>
                  <a:pt x="1297410" y="17189"/>
                  <a:pt x="1300389" y="21359"/>
                  <a:pt x="1301240" y="29698"/>
                </a:cubicBezTo>
                <a:cubicBezTo>
                  <a:pt x="1301410" y="31797"/>
                  <a:pt x="1301495" y="34322"/>
                  <a:pt x="1301495" y="37272"/>
                </a:cubicBezTo>
                <a:lnTo>
                  <a:pt x="1301325" y="42208"/>
                </a:lnTo>
                <a:lnTo>
                  <a:pt x="1301240" y="47483"/>
                </a:lnTo>
                <a:cubicBezTo>
                  <a:pt x="1308274" y="46576"/>
                  <a:pt x="1312302" y="46122"/>
                  <a:pt x="1313323" y="46122"/>
                </a:cubicBezTo>
                <a:cubicBezTo>
                  <a:pt x="1319223" y="46122"/>
                  <a:pt x="1323081" y="46406"/>
                  <a:pt x="1324896" y="46973"/>
                </a:cubicBezTo>
                <a:cubicBezTo>
                  <a:pt x="1328357" y="48115"/>
                  <a:pt x="1330087" y="50806"/>
                  <a:pt x="1330087" y="55046"/>
                </a:cubicBezTo>
                <a:cubicBezTo>
                  <a:pt x="1330087" y="57567"/>
                  <a:pt x="1329307" y="59644"/>
                  <a:pt x="1327747" y="61277"/>
                </a:cubicBezTo>
                <a:cubicBezTo>
                  <a:pt x="1326187" y="62910"/>
                  <a:pt x="1324187" y="63726"/>
                  <a:pt x="1321748" y="63726"/>
                </a:cubicBezTo>
                <a:close/>
                <a:moveTo>
                  <a:pt x="1363854" y="28422"/>
                </a:moveTo>
                <a:cubicBezTo>
                  <a:pt x="1361130" y="28422"/>
                  <a:pt x="1358776" y="27458"/>
                  <a:pt x="1356791" y="25529"/>
                </a:cubicBezTo>
                <a:cubicBezTo>
                  <a:pt x="1354805" y="23600"/>
                  <a:pt x="1353812" y="21274"/>
                  <a:pt x="1353812" y="18551"/>
                </a:cubicBezTo>
                <a:cubicBezTo>
                  <a:pt x="1353812" y="15828"/>
                  <a:pt x="1354805" y="13502"/>
                  <a:pt x="1356791" y="11573"/>
                </a:cubicBezTo>
                <a:cubicBezTo>
                  <a:pt x="1358776" y="9644"/>
                  <a:pt x="1361130" y="8680"/>
                  <a:pt x="1363854" y="8680"/>
                </a:cubicBezTo>
                <a:cubicBezTo>
                  <a:pt x="1366577" y="8680"/>
                  <a:pt x="1368917" y="9644"/>
                  <a:pt x="1370874" y="11573"/>
                </a:cubicBezTo>
                <a:cubicBezTo>
                  <a:pt x="1372831" y="13502"/>
                  <a:pt x="1373810" y="15828"/>
                  <a:pt x="1373810" y="18551"/>
                </a:cubicBezTo>
                <a:cubicBezTo>
                  <a:pt x="1373810" y="21274"/>
                  <a:pt x="1372831" y="23600"/>
                  <a:pt x="1370874" y="25529"/>
                </a:cubicBezTo>
                <a:cubicBezTo>
                  <a:pt x="1368917" y="27458"/>
                  <a:pt x="1366577" y="28422"/>
                  <a:pt x="1363854" y="28422"/>
                </a:cubicBezTo>
                <a:moveTo>
                  <a:pt x="1367683" y="97568"/>
                </a:moveTo>
                <a:cubicBezTo>
                  <a:pt x="1367683" y="100975"/>
                  <a:pt x="1367782" y="106072"/>
                  <a:pt x="1367981" y="112858"/>
                </a:cubicBezTo>
                <a:cubicBezTo>
                  <a:pt x="1368179" y="119643"/>
                  <a:pt x="1368279" y="124739"/>
                  <a:pt x="1368279" y="128146"/>
                </a:cubicBezTo>
                <a:cubicBezTo>
                  <a:pt x="1368279" y="130644"/>
                  <a:pt x="1367513" y="132688"/>
                  <a:pt x="1365981" y="134278"/>
                </a:cubicBezTo>
                <a:cubicBezTo>
                  <a:pt x="1364449" y="135869"/>
                  <a:pt x="1362435" y="136664"/>
                  <a:pt x="1359939" y="136664"/>
                </a:cubicBezTo>
                <a:cubicBezTo>
                  <a:pt x="1357500" y="136664"/>
                  <a:pt x="1355500" y="135869"/>
                  <a:pt x="1353940" y="134278"/>
                </a:cubicBezTo>
                <a:cubicBezTo>
                  <a:pt x="1352380" y="132688"/>
                  <a:pt x="1351600" y="130644"/>
                  <a:pt x="1351600" y="128146"/>
                </a:cubicBezTo>
                <a:cubicBezTo>
                  <a:pt x="1351600" y="124739"/>
                  <a:pt x="1351500" y="119643"/>
                  <a:pt x="1351302" y="112858"/>
                </a:cubicBezTo>
                <a:cubicBezTo>
                  <a:pt x="1351103" y="106072"/>
                  <a:pt x="1351004" y="100975"/>
                  <a:pt x="1351004" y="97568"/>
                </a:cubicBezTo>
                <a:cubicBezTo>
                  <a:pt x="1351004" y="92230"/>
                  <a:pt x="1351288" y="85572"/>
                  <a:pt x="1351855" y="77594"/>
                </a:cubicBezTo>
                <a:cubicBezTo>
                  <a:pt x="1352422" y="69615"/>
                  <a:pt x="1352706" y="62956"/>
                  <a:pt x="1352706" y="57618"/>
                </a:cubicBezTo>
                <a:cubicBezTo>
                  <a:pt x="1352706" y="55063"/>
                  <a:pt x="1353486" y="52991"/>
                  <a:pt x="1355046" y="51401"/>
                </a:cubicBezTo>
                <a:cubicBezTo>
                  <a:pt x="1356606" y="49810"/>
                  <a:pt x="1358606" y="49015"/>
                  <a:pt x="1361045" y="49015"/>
                </a:cubicBezTo>
                <a:cubicBezTo>
                  <a:pt x="1363485" y="49015"/>
                  <a:pt x="1365485" y="49810"/>
                  <a:pt x="1367045" y="51401"/>
                </a:cubicBezTo>
                <a:cubicBezTo>
                  <a:pt x="1368605" y="52991"/>
                  <a:pt x="1369385" y="55063"/>
                  <a:pt x="1369385" y="57618"/>
                </a:cubicBezTo>
                <a:cubicBezTo>
                  <a:pt x="1369385" y="62956"/>
                  <a:pt x="1369101" y="69615"/>
                  <a:pt x="1368534" y="77594"/>
                </a:cubicBezTo>
                <a:cubicBezTo>
                  <a:pt x="1367966" y="85572"/>
                  <a:pt x="1367683" y="92230"/>
                  <a:pt x="1367683" y="97568"/>
                </a:cubicBezTo>
                <a:close/>
                <a:moveTo>
                  <a:pt x="1427437" y="141259"/>
                </a:moveTo>
                <a:cubicBezTo>
                  <a:pt x="1417906" y="141259"/>
                  <a:pt x="1409709" y="137735"/>
                  <a:pt x="1402844" y="130689"/>
                </a:cubicBezTo>
                <a:cubicBezTo>
                  <a:pt x="1395186" y="122846"/>
                  <a:pt x="1391158" y="112302"/>
                  <a:pt x="1390761" y="99059"/>
                </a:cubicBezTo>
                <a:cubicBezTo>
                  <a:pt x="1390420" y="86215"/>
                  <a:pt x="1393654" y="74906"/>
                  <a:pt x="1400462" y="65130"/>
                </a:cubicBezTo>
                <a:cubicBezTo>
                  <a:pt x="1408404" y="53593"/>
                  <a:pt x="1419467" y="47824"/>
                  <a:pt x="1433649" y="47824"/>
                </a:cubicBezTo>
                <a:cubicBezTo>
                  <a:pt x="1444995" y="47824"/>
                  <a:pt x="1453590" y="53024"/>
                  <a:pt x="1459433" y="63426"/>
                </a:cubicBezTo>
                <a:cubicBezTo>
                  <a:pt x="1464085" y="71836"/>
                  <a:pt x="1466326" y="81952"/>
                  <a:pt x="1466156" y="93773"/>
                </a:cubicBezTo>
                <a:cubicBezTo>
                  <a:pt x="1465986" y="106390"/>
                  <a:pt x="1462695" y="117161"/>
                  <a:pt x="1456285" y="126085"/>
                </a:cubicBezTo>
                <a:cubicBezTo>
                  <a:pt x="1449023" y="136201"/>
                  <a:pt x="1439407" y="141259"/>
                  <a:pt x="1427437" y="141259"/>
                </a:cubicBezTo>
                <a:moveTo>
                  <a:pt x="1432543" y="65183"/>
                </a:moveTo>
                <a:cubicBezTo>
                  <a:pt x="1424204" y="65127"/>
                  <a:pt x="1417708" y="69103"/>
                  <a:pt x="1413056" y="77113"/>
                </a:cubicBezTo>
                <a:cubicBezTo>
                  <a:pt x="1409368" y="83534"/>
                  <a:pt x="1407525" y="90863"/>
                  <a:pt x="1407525" y="99099"/>
                </a:cubicBezTo>
                <a:cubicBezTo>
                  <a:pt x="1407525" y="107338"/>
                  <a:pt x="1409766" y="113758"/>
                  <a:pt x="1414247" y="118360"/>
                </a:cubicBezTo>
                <a:cubicBezTo>
                  <a:pt x="1417992" y="122167"/>
                  <a:pt x="1422388" y="124070"/>
                  <a:pt x="1427437" y="124070"/>
                </a:cubicBezTo>
                <a:cubicBezTo>
                  <a:pt x="1433337" y="124070"/>
                  <a:pt x="1438414" y="121910"/>
                  <a:pt x="1442669" y="117592"/>
                </a:cubicBezTo>
                <a:cubicBezTo>
                  <a:pt x="1447491" y="112821"/>
                  <a:pt x="1450044" y="106373"/>
                  <a:pt x="1450328" y="98248"/>
                </a:cubicBezTo>
                <a:cubicBezTo>
                  <a:pt x="1451122" y="76262"/>
                  <a:pt x="1445194" y="65240"/>
                  <a:pt x="1432543" y="65183"/>
                </a:cubicBezTo>
                <a:close/>
                <a:moveTo>
                  <a:pt x="1552290" y="142280"/>
                </a:moveTo>
                <a:cubicBezTo>
                  <a:pt x="1547411" y="142280"/>
                  <a:pt x="1544659" y="139608"/>
                  <a:pt x="1544035" y="134265"/>
                </a:cubicBezTo>
                <a:lnTo>
                  <a:pt x="1541653" y="115589"/>
                </a:lnTo>
                <a:cubicBezTo>
                  <a:pt x="1540858" y="108938"/>
                  <a:pt x="1540461" y="102712"/>
                  <a:pt x="1540461" y="96913"/>
                </a:cubicBezTo>
                <a:cubicBezTo>
                  <a:pt x="1540461" y="95321"/>
                  <a:pt x="1540561" y="92621"/>
                  <a:pt x="1540759" y="88813"/>
                </a:cubicBezTo>
                <a:cubicBezTo>
                  <a:pt x="1540958" y="85004"/>
                  <a:pt x="1541057" y="82303"/>
                  <a:pt x="1541057" y="80711"/>
                </a:cubicBezTo>
                <a:cubicBezTo>
                  <a:pt x="1541057" y="68430"/>
                  <a:pt x="1538788" y="62290"/>
                  <a:pt x="1534249" y="62290"/>
                </a:cubicBezTo>
                <a:cubicBezTo>
                  <a:pt x="1527895" y="62290"/>
                  <a:pt x="1521825" y="66067"/>
                  <a:pt x="1516039" y="73621"/>
                </a:cubicBezTo>
                <a:cubicBezTo>
                  <a:pt x="1510820" y="80493"/>
                  <a:pt x="1506735" y="89181"/>
                  <a:pt x="1503785" y="99687"/>
                </a:cubicBezTo>
                <a:cubicBezTo>
                  <a:pt x="1503671" y="101903"/>
                  <a:pt x="1503416" y="104686"/>
                  <a:pt x="1503019" y="108037"/>
                </a:cubicBezTo>
                <a:cubicBezTo>
                  <a:pt x="1502679" y="110877"/>
                  <a:pt x="1502509" y="113631"/>
                  <a:pt x="1502509" y="116299"/>
                </a:cubicBezTo>
                <a:cubicBezTo>
                  <a:pt x="1502509" y="118003"/>
                  <a:pt x="1502679" y="120559"/>
                  <a:pt x="1503019" y="123966"/>
                </a:cubicBezTo>
                <a:cubicBezTo>
                  <a:pt x="1503359" y="127373"/>
                  <a:pt x="1503530" y="129929"/>
                  <a:pt x="1503530" y="131633"/>
                </a:cubicBezTo>
                <a:cubicBezTo>
                  <a:pt x="1503530" y="134189"/>
                  <a:pt x="1502750" y="136262"/>
                  <a:pt x="1501190" y="137853"/>
                </a:cubicBezTo>
                <a:cubicBezTo>
                  <a:pt x="1499629" y="139443"/>
                  <a:pt x="1497630" y="140238"/>
                  <a:pt x="1495190" y="140238"/>
                </a:cubicBezTo>
                <a:cubicBezTo>
                  <a:pt x="1492694" y="140238"/>
                  <a:pt x="1490680" y="139442"/>
                  <a:pt x="1489148" y="137850"/>
                </a:cubicBezTo>
                <a:cubicBezTo>
                  <a:pt x="1487617" y="136260"/>
                  <a:pt x="1486851" y="134185"/>
                  <a:pt x="1486851" y="131627"/>
                </a:cubicBezTo>
                <a:cubicBezTo>
                  <a:pt x="1486851" y="129924"/>
                  <a:pt x="1486667" y="127367"/>
                  <a:pt x="1486298" y="123958"/>
                </a:cubicBezTo>
                <a:cubicBezTo>
                  <a:pt x="1485929" y="120547"/>
                  <a:pt x="1485745" y="117989"/>
                  <a:pt x="1485745" y="116283"/>
                </a:cubicBezTo>
                <a:cubicBezTo>
                  <a:pt x="1485745" y="110430"/>
                  <a:pt x="1486156" y="102317"/>
                  <a:pt x="1486979" y="91946"/>
                </a:cubicBezTo>
                <a:cubicBezTo>
                  <a:pt x="1487801" y="81575"/>
                  <a:pt x="1488212" y="73462"/>
                  <a:pt x="1488212" y="67609"/>
                </a:cubicBezTo>
                <a:cubicBezTo>
                  <a:pt x="1488212" y="65790"/>
                  <a:pt x="1488113" y="63091"/>
                  <a:pt x="1487915" y="59511"/>
                </a:cubicBezTo>
                <a:cubicBezTo>
                  <a:pt x="1487716" y="55930"/>
                  <a:pt x="1487617" y="53231"/>
                  <a:pt x="1487617" y="51414"/>
                </a:cubicBezTo>
                <a:cubicBezTo>
                  <a:pt x="1487617" y="48969"/>
                  <a:pt x="1488425" y="46966"/>
                  <a:pt x="1490042" y="45404"/>
                </a:cubicBezTo>
                <a:cubicBezTo>
                  <a:pt x="1491659" y="43840"/>
                  <a:pt x="1493659" y="43058"/>
                  <a:pt x="1496041" y="43058"/>
                </a:cubicBezTo>
                <a:cubicBezTo>
                  <a:pt x="1501260" y="43058"/>
                  <a:pt x="1504125" y="46761"/>
                  <a:pt x="1504636" y="54166"/>
                </a:cubicBezTo>
                <a:lnTo>
                  <a:pt x="1504891" y="64162"/>
                </a:lnTo>
                <a:cubicBezTo>
                  <a:pt x="1514422" y="51455"/>
                  <a:pt x="1524208" y="45101"/>
                  <a:pt x="1534249" y="45101"/>
                </a:cubicBezTo>
                <a:cubicBezTo>
                  <a:pt x="1543326" y="45101"/>
                  <a:pt x="1549652" y="49107"/>
                  <a:pt x="1553226" y="57121"/>
                </a:cubicBezTo>
                <a:cubicBezTo>
                  <a:pt x="1555665" y="62462"/>
                  <a:pt x="1556998" y="70362"/>
                  <a:pt x="1557225" y="80820"/>
                </a:cubicBezTo>
                <a:lnTo>
                  <a:pt x="1557225" y="89428"/>
                </a:lnTo>
                <a:lnTo>
                  <a:pt x="1557140" y="97355"/>
                </a:lnTo>
                <a:cubicBezTo>
                  <a:pt x="1557140" y="102072"/>
                  <a:pt x="1557750" y="108168"/>
                  <a:pt x="1558970" y="115643"/>
                </a:cubicBezTo>
                <a:cubicBezTo>
                  <a:pt x="1560189" y="123115"/>
                  <a:pt x="1560799" y="129181"/>
                  <a:pt x="1560799" y="133840"/>
                </a:cubicBezTo>
                <a:cubicBezTo>
                  <a:pt x="1560799" y="136341"/>
                  <a:pt x="1559991" y="138373"/>
                  <a:pt x="1558374" y="139935"/>
                </a:cubicBezTo>
                <a:cubicBezTo>
                  <a:pt x="1556757" y="141498"/>
                  <a:pt x="1554729" y="142280"/>
                  <a:pt x="1552290" y="142280"/>
                </a:cubicBezTo>
                <a:close/>
                <a:moveTo>
                  <a:pt x="1589409" y="144152"/>
                </a:moveTo>
                <a:cubicBezTo>
                  <a:pt x="1586459" y="144152"/>
                  <a:pt x="1583963" y="143131"/>
                  <a:pt x="1581920" y="141089"/>
                </a:cubicBezTo>
                <a:cubicBezTo>
                  <a:pt x="1579878" y="139047"/>
                  <a:pt x="1578857" y="136550"/>
                  <a:pt x="1578857" y="133600"/>
                </a:cubicBezTo>
                <a:cubicBezTo>
                  <a:pt x="1578857" y="130707"/>
                  <a:pt x="1579878" y="128225"/>
                  <a:pt x="1581920" y="126154"/>
                </a:cubicBezTo>
                <a:cubicBezTo>
                  <a:pt x="1583963" y="124084"/>
                  <a:pt x="1586459" y="123048"/>
                  <a:pt x="1589409" y="123048"/>
                </a:cubicBezTo>
                <a:cubicBezTo>
                  <a:pt x="1592302" y="123048"/>
                  <a:pt x="1594784" y="124084"/>
                  <a:pt x="1596855" y="126154"/>
                </a:cubicBezTo>
                <a:cubicBezTo>
                  <a:pt x="1598925" y="128225"/>
                  <a:pt x="1599961" y="130707"/>
                  <a:pt x="1599961" y="133600"/>
                </a:cubicBezTo>
                <a:cubicBezTo>
                  <a:pt x="1599961" y="136550"/>
                  <a:pt x="1598925" y="139047"/>
                  <a:pt x="1596855" y="141089"/>
                </a:cubicBezTo>
                <a:cubicBezTo>
                  <a:pt x="1594784" y="143131"/>
                  <a:pt x="1592302" y="144152"/>
                  <a:pt x="1589409" y="1441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ConfigurationFiles">
            <a:extLst xmlns:a="http://schemas.openxmlformats.org/drawingml/2006/main">
              <a:ext uri="{FF2B5EF4-FFF2-40B4-BE49-F238E27FC236}">
                <a16:creationId xmlns:a16="http://schemas.microsoft.com/office/drawing/2014/main" id="{40A4A674-7058-40B1-975B-8344E72C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41" y="476638"/>
            <a:ext cx="1514524" cy="184998"/>
          </a:xfrm>
          <a:custGeom xmlns:a="http://schemas.openxmlformats.org/drawingml/2006/main">
            <a:pathLst>
              <a:path w="1514524" h="184998">
                <a:moveTo>
                  <a:pt x="86287" y="41527"/>
                </a:moveTo>
                <a:cubicBezTo>
                  <a:pt x="82656" y="41527"/>
                  <a:pt x="79933" y="39399"/>
                  <a:pt x="78118" y="35145"/>
                </a:cubicBezTo>
                <a:cubicBezTo>
                  <a:pt x="76529" y="31514"/>
                  <a:pt x="75054" y="29301"/>
                  <a:pt x="73693" y="28507"/>
                </a:cubicBezTo>
                <a:cubicBezTo>
                  <a:pt x="72502" y="27883"/>
                  <a:pt x="69552" y="27571"/>
                  <a:pt x="64843" y="27571"/>
                </a:cubicBezTo>
                <a:cubicBezTo>
                  <a:pt x="56617" y="27571"/>
                  <a:pt x="47483" y="33863"/>
                  <a:pt x="37442" y="46446"/>
                </a:cubicBezTo>
                <a:cubicBezTo>
                  <a:pt x="23827" y="63336"/>
                  <a:pt x="17019" y="79347"/>
                  <a:pt x="17019" y="94480"/>
                </a:cubicBezTo>
                <a:cubicBezTo>
                  <a:pt x="17019" y="101791"/>
                  <a:pt x="19373" y="108083"/>
                  <a:pt x="24082" y="113356"/>
                </a:cubicBezTo>
                <a:cubicBezTo>
                  <a:pt x="28904" y="118796"/>
                  <a:pt x="34719" y="121517"/>
                  <a:pt x="41527" y="121517"/>
                </a:cubicBezTo>
                <a:cubicBezTo>
                  <a:pt x="47370" y="121517"/>
                  <a:pt x="53242" y="120006"/>
                  <a:pt x="59142" y="116985"/>
                </a:cubicBezTo>
                <a:cubicBezTo>
                  <a:pt x="62432" y="115276"/>
                  <a:pt x="67481" y="111913"/>
                  <a:pt x="74289" y="106896"/>
                </a:cubicBezTo>
                <a:cubicBezTo>
                  <a:pt x="77522" y="104503"/>
                  <a:pt x="79962" y="103306"/>
                  <a:pt x="81607" y="103306"/>
                </a:cubicBezTo>
                <a:cubicBezTo>
                  <a:pt x="84046" y="103306"/>
                  <a:pt x="86089" y="104233"/>
                  <a:pt x="87734" y="106085"/>
                </a:cubicBezTo>
                <a:cubicBezTo>
                  <a:pt x="89379" y="107938"/>
                  <a:pt x="90202" y="110004"/>
                  <a:pt x="90202" y="112284"/>
                </a:cubicBezTo>
                <a:cubicBezTo>
                  <a:pt x="90202" y="114849"/>
                  <a:pt x="89124" y="117101"/>
                  <a:pt x="86968" y="119038"/>
                </a:cubicBezTo>
                <a:cubicBezTo>
                  <a:pt x="71991" y="132377"/>
                  <a:pt x="56844" y="139046"/>
                  <a:pt x="41527" y="139046"/>
                </a:cubicBezTo>
                <a:cubicBezTo>
                  <a:pt x="29784" y="139046"/>
                  <a:pt x="19856" y="134534"/>
                  <a:pt x="11743" y="125508"/>
                </a:cubicBezTo>
                <a:cubicBezTo>
                  <a:pt x="3914" y="116765"/>
                  <a:pt x="0" y="106433"/>
                  <a:pt x="0" y="94512"/>
                </a:cubicBezTo>
                <a:cubicBezTo>
                  <a:pt x="0" y="75268"/>
                  <a:pt x="8056" y="55541"/>
                  <a:pt x="24167" y="35331"/>
                </a:cubicBezTo>
                <a:cubicBezTo>
                  <a:pt x="37612" y="18471"/>
                  <a:pt x="51171" y="10041"/>
                  <a:pt x="64843" y="10041"/>
                </a:cubicBezTo>
                <a:cubicBezTo>
                  <a:pt x="67623" y="10041"/>
                  <a:pt x="70119" y="10169"/>
                  <a:pt x="72331" y="10424"/>
                </a:cubicBezTo>
                <a:cubicBezTo>
                  <a:pt x="74544" y="10680"/>
                  <a:pt x="76501" y="11091"/>
                  <a:pt x="78203" y="11658"/>
                </a:cubicBezTo>
                <a:cubicBezTo>
                  <a:pt x="80189" y="8765"/>
                  <a:pt x="82770" y="7318"/>
                  <a:pt x="85947" y="7318"/>
                </a:cubicBezTo>
                <a:cubicBezTo>
                  <a:pt x="89861" y="7318"/>
                  <a:pt x="92329" y="9906"/>
                  <a:pt x="93350" y="15081"/>
                </a:cubicBezTo>
                <a:cubicBezTo>
                  <a:pt x="94258" y="19688"/>
                  <a:pt x="94712" y="25347"/>
                  <a:pt x="94712" y="32057"/>
                </a:cubicBezTo>
                <a:cubicBezTo>
                  <a:pt x="94712" y="34388"/>
                  <a:pt x="94088" y="36436"/>
                  <a:pt x="92839" y="38200"/>
                </a:cubicBezTo>
                <a:cubicBezTo>
                  <a:pt x="91308" y="40418"/>
                  <a:pt x="89124" y="41527"/>
                  <a:pt x="86287" y="41527"/>
                </a:cubicBezTo>
                <a:close/>
                <a:moveTo>
                  <a:pt x="140646" y="142110"/>
                </a:moveTo>
                <a:cubicBezTo>
                  <a:pt x="131116" y="142110"/>
                  <a:pt x="122918" y="138586"/>
                  <a:pt x="116054" y="131539"/>
                </a:cubicBezTo>
                <a:cubicBezTo>
                  <a:pt x="108395" y="123696"/>
                  <a:pt x="104367" y="113153"/>
                  <a:pt x="103970" y="99910"/>
                </a:cubicBezTo>
                <a:cubicBezTo>
                  <a:pt x="103630" y="87066"/>
                  <a:pt x="106863" y="75757"/>
                  <a:pt x="113671" y="65981"/>
                </a:cubicBezTo>
                <a:cubicBezTo>
                  <a:pt x="121613" y="54444"/>
                  <a:pt x="132676" y="48675"/>
                  <a:pt x="146858" y="48675"/>
                </a:cubicBezTo>
                <a:cubicBezTo>
                  <a:pt x="158204" y="48675"/>
                  <a:pt x="166799" y="53875"/>
                  <a:pt x="172642" y="64277"/>
                </a:cubicBezTo>
                <a:cubicBezTo>
                  <a:pt x="177294" y="72687"/>
                  <a:pt x="179535" y="82803"/>
                  <a:pt x="179365" y="94624"/>
                </a:cubicBezTo>
                <a:cubicBezTo>
                  <a:pt x="179195" y="107241"/>
                  <a:pt x="175904" y="118012"/>
                  <a:pt x="169494" y="126936"/>
                </a:cubicBezTo>
                <a:cubicBezTo>
                  <a:pt x="162232" y="137052"/>
                  <a:pt x="152616" y="142110"/>
                  <a:pt x="140646" y="142110"/>
                </a:cubicBezTo>
                <a:moveTo>
                  <a:pt x="145752" y="66034"/>
                </a:moveTo>
                <a:cubicBezTo>
                  <a:pt x="137413" y="65978"/>
                  <a:pt x="130917" y="69954"/>
                  <a:pt x="126265" y="77964"/>
                </a:cubicBezTo>
                <a:cubicBezTo>
                  <a:pt x="122578" y="84385"/>
                  <a:pt x="120734" y="91714"/>
                  <a:pt x="120734" y="99950"/>
                </a:cubicBezTo>
                <a:cubicBezTo>
                  <a:pt x="120734" y="108189"/>
                  <a:pt x="122975" y="114609"/>
                  <a:pt x="127456" y="119211"/>
                </a:cubicBezTo>
                <a:cubicBezTo>
                  <a:pt x="131201" y="123017"/>
                  <a:pt x="135597" y="124921"/>
                  <a:pt x="140646" y="124921"/>
                </a:cubicBezTo>
                <a:cubicBezTo>
                  <a:pt x="146546" y="124921"/>
                  <a:pt x="151624" y="122761"/>
                  <a:pt x="155878" y="118443"/>
                </a:cubicBezTo>
                <a:cubicBezTo>
                  <a:pt x="160700" y="113672"/>
                  <a:pt x="163253" y="107224"/>
                  <a:pt x="163537" y="99099"/>
                </a:cubicBezTo>
                <a:cubicBezTo>
                  <a:pt x="164331" y="77113"/>
                  <a:pt x="158403" y="66091"/>
                  <a:pt x="145752" y="66034"/>
                </a:cubicBezTo>
                <a:close/>
                <a:moveTo>
                  <a:pt x="265499" y="143131"/>
                </a:moveTo>
                <a:cubicBezTo>
                  <a:pt x="260620" y="143131"/>
                  <a:pt x="257869" y="140459"/>
                  <a:pt x="257245" y="135116"/>
                </a:cubicBezTo>
                <a:lnTo>
                  <a:pt x="254862" y="116440"/>
                </a:lnTo>
                <a:cubicBezTo>
                  <a:pt x="254068" y="109789"/>
                  <a:pt x="253671" y="103563"/>
                  <a:pt x="253671" y="97764"/>
                </a:cubicBezTo>
                <a:cubicBezTo>
                  <a:pt x="253671" y="96172"/>
                  <a:pt x="253770" y="93472"/>
                  <a:pt x="253968" y="89664"/>
                </a:cubicBezTo>
                <a:cubicBezTo>
                  <a:pt x="254167" y="85855"/>
                  <a:pt x="254266" y="83154"/>
                  <a:pt x="254266" y="81562"/>
                </a:cubicBezTo>
                <a:cubicBezTo>
                  <a:pt x="254266" y="69281"/>
                  <a:pt x="251997" y="63141"/>
                  <a:pt x="247459" y="63141"/>
                </a:cubicBezTo>
                <a:cubicBezTo>
                  <a:pt x="241105" y="63141"/>
                  <a:pt x="235035" y="66918"/>
                  <a:pt x="229248" y="74472"/>
                </a:cubicBezTo>
                <a:cubicBezTo>
                  <a:pt x="224029" y="81344"/>
                  <a:pt x="219944" y="90032"/>
                  <a:pt x="216994" y="100538"/>
                </a:cubicBezTo>
                <a:cubicBezTo>
                  <a:pt x="216881" y="102754"/>
                  <a:pt x="216626" y="105537"/>
                  <a:pt x="216228" y="108888"/>
                </a:cubicBezTo>
                <a:cubicBezTo>
                  <a:pt x="215888" y="111728"/>
                  <a:pt x="215718" y="114482"/>
                  <a:pt x="215718" y="117150"/>
                </a:cubicBezTo>
                <a:cubicBezTo>
                  <a:pt x="215718" y="118854"/>
                  <a:pt x="215888" y="121410"/>
                  <a:pt x="216228" y="124817"/>
                </a:cubicBezTo>
                <a:cubicBezTo>
                  <a:pt x="216569" y="128224"/>
                  <a:pt x="216739" y="130780"/>
                  <a:pt x="216739" y="132483"/>
                </a:cubicBezTo>
                <a:cubicBezTo>
                  <a:pt x="216739" y="135040"/>
                  <a:pt x="215959" y="137113"/>
                  <a:pt x="214399" y="138703"/>
                </a:cubicBezTo>
                <a:cubicBezTo>
                  <a:pt x="212839" y="140294"/>
                  <a:pt x="210839" y="141089"/>
                  <a:pt x="208400" y="141089"/>
                </a:cubicBezTo>
                <a:cubicBezTo>
                  <a:pt x="205904" y="141089"/>
                  <a:pt x="203890" y="140293"/>
                  <a:pt x="202358" y="138701"/>
                </a:cubicBezTo>
                <a:cubicBezTo>
                  <a:pt x="200826" y="137111"/>
                  <a:pt x="200060" y="135036"/>
                  <a:pt x="200060" y="132478"/>
                </a:cubicBezTo>
                <a:cubicBezTo>
                  <a:pt x="200060" y="130774"/>
                  <a:pt x="199876" y="128218"/>
                  <a:pt x="199507" y="124809"/>
                </a:cubicBezTo>
                <a:cubicBezTo>
                  <a:pt x="199138" y="121398"/>
                  <a:pt x="198954" y="118840"/>
                  <a:pt x="198954" y="117134"/>
                </a:cubicBezTo>
                <a:cubicBezTo>
                  <a:pt x="198954" y="111280"/>
                  <a:pt x="199365" y="103168"/>
                  <a:pt x="200188" y="92797"/>
                </a:cubicBezTo>
                <a:cubicBezTo>
                  <a:pt x="201011" y="82426"/>
                  <a:pt x="201422" y="74313"/>
                  <a:pt x="201422" y="68460"/>
                </a:cubicBezTo>
                <a:cubicBezTo>
                  <a:pt x="201422" y="66641"/>
                  <a:pt x="201323" y="63941"/>
                  <a:pt x="201124" y="60362"/>
                </a:cubicBezTo>
                <a:cubicBezTo>
                  <a:pt x="200925" y="56781"/>
                  <a:pt x="200826" y="54082"/>
                  <a:pt x="200826" y="52265"/>
                </a:cubicBezTo>
                <a:cubicBezTo>
                  <a:pt x="200826" y="49820"/>
                  <a:pt x="201635" y="47817"/>
                  <a:pt x="203251" y="46255"/>
                </a:cubicBezTo>
                <a:cubicBezTo>
                  <a:pt x="204868" y="44691"/>
                  <a:pt x="206868" y="43909"/>
                  <a:pt x="209251" y="43909"/>
                </a:cubicBezTo>
                <a:cubicBezTo>
                  <a:pt x="214470" y="43909"/>
                  <a:pt x="217335" y="47612"/>
                  <a:pt x="217845" y="55017"/>
                </a:cubicBezTo>
                <a:lnTo>
                  <a:pt x="218101" y="65013"/>
                </a:lnTo>
                <a:cubicBezTo>
                  <a:pt x="227631" y="52306"/>
                  <a:pt x="237417" y="45952"/>
                  <a:pt x="247459" y="45952"/>
                </a:cubicBezTo>
                <a:cubicBezTo>
                  <a:pt x="256536" y="45952"/>
                  <a:pt x="262861" y="49958"/>
                  <a:pt x="266435" y="57971"/>
                </a:cubicBezTo>
                <a:cubicBezTo>
                  <a:pt x="268874" y="63313"/>
                  <a:pt x="270208" y="71213"/>
                  <a:pt x="270435" y="81671"/>
                </a:cubicBezTo>
                <a:lnTo>
                  <a:pt x="270435" y="90279"/>
                </a:lnTo>
                <a:lnTo>
                  <a:pt x="270349" y="98206"/>
                </a:lnTo>
                <a:cubicBezTo>
                  <a:pt x="270349" y="102923"/>
                  <a:pt x="270959" y="109019"/>
                  <a:pt x="272179" y="116493"/>
                </a:cubicBezTo>
                <a:cubicBezTo>
                  <a:pt x="273399" y="123966"/>
                  <a:pt x="274009" y="130032"/>
                  <a:pt x="274009" y="134691"/>
                </a:cubicBezTo>
                <a:cubicBezTo>
                  <a:pt x="274009" y="137192"/>
                  <a:pt x="273200" y="139224"/>
                  <a:pt x="271583" y="140786"/>
                </a:cubicBezTo>
                <a:cubicBezTo>
                  <a:pt x="269966" y="142349"/>
                  <a:pt x="267938" y="143131"/>
                  <a:pt x="265499" y="143131"/>
                </a:cubicBezTo>
                <a:close/>
                <a:moveTo>
                  <a:pt x="348910" y="17360"/>
                </a:moveTo>
                <a:cubicBezTo>
                  <a:pt x="335181" y="17360"/>
                  <a:pt x="327494" y="26842"/>
                  <a:pt x="325849" y="45808"/>
                </a:cubicBezTo>
                <a:lnTo>
                  <a:pt x="325594" y="51057"/>
                </a:lnTo>
                <a:cubicBezTo>
                  <a:pt x="335238" y="50377"/>
                  <a:pt x="341478" y="50036"/>
                  <a:pt x="344315" y="50036"/>
                </a:cubicBezTo>
                <a:cubicBezTo>
                  <a:pt x="353335" y="50036"/>
                  <a:pt x="357845" y="52886"/>
                  <a:pt x="357845" y="58586"/>
                </a:cubicBezTo>
                <a:cubicBezTo>
                  <a:pt x="357845" y="62748"/>
                  <a:pt x="355633" y="65229"/>
                  <a:pt x="351208" y="66026"/>
                </a:cubicBezTo>
                <a:cubicBezTo>
                  <a:pt x="349279" y="66368"/>
                  <a:pt x="347024" y="66497"/>
                  <a:pt x="344442" y="66412"/>
                </a:cubicBezTo>
                <a:cubicBezTo>
                  <a:pt x="341861" y="66327"/>
                  <a:pt x="335323" y="66712"/>
                  <a:pt x="324828" y="67566"/>
                </a:cubicBezTo>
                <a:lnTo>
                  <a:pt x="324147" y="86986"/>
                </a:lnTo>
                <a:cubicBezTo>
                  <a:pt x="324147" y="90509"/>
                  <a:pt x="324261" y="95791"/>
                  <a:pt x="324487" y="102833"/>
                </a:cubicBezTo>
                <a:cubicBezTo>
                  <a:pt x="324714" y="109875"/>
                  <a:pt x="324828" y="115127"/>
                  <a:pt x="324828" y="118592"/>
                </a:cubicBezTo>
                <a:cubicBezTo>
                  <a:pt x="324828" y="129381"/>
                  <a:pt x="324204" y="137785"/>
                  <a:pt x="322956" y="143804"/>
                </a:cubicBezTo>
                <a:cubicBezTo>
                  <a:pt x="321991" y="148348"/>
                  <a:pt x="319353" y="150620"/>
                  <a:pt x="315042" y="150620"/>
                </a:cubicBezTo>
                <a:cubicBezTo>
                  <a:pt x="312716" y="150620"/>
                  <a:pt x="310730" y="149867"/>
                  <a:pt x="309085" y="148362"/>
                </a:cubicBezTo>
                <a:cubicBezTo>
                  <a:pt x="307440" y="146857"/>
                  <a:pt x="306617" y="144969"/>
                  <a:pt x="306617" y="142698"/>
                </a:cubicBezTo>
                <a:cubicBezTo>
                  <a:pt x="306617" y="142244"/>
                  <a:pt x="306674" y="141676"/>
                  <a:pt x="306788" y="140993"/>
                </a:cubicBezTo>
                <a:cubicBezTo>
                  <a:pt x="307979" y="133611"/>
                  <a:pt x="308575" y="125576"/>
                  <a:pt x="308575" y="116887"/>
                </a:cubicBezTo>
                <a:lnTo>
                  <a:pt x="308319" y="93632"/>
                </a:lnTo>
                <a:lnTo>
                  <a:pt x="308319" y="68928"/>
                </a:lnTo>
                <a:cubicBezTo>
                  <a:pt x="301228" y="69495"/>
                  <a:pt x="296746" y="69779"/>
                  <a:pt x="294874" y="69779"/>
                </a:cubicBezTo>
                <a:cubicBezTo>
                  <a:pt x="289144" y="69779"/>
                  <a:pt x="286279" y="67027"/>
                  <a:pt x="286279" y="61524"/>
                </a:cubicBezTo>
                <a:cubicBezTo>
                  <a:pt x="286279" y="55908"/>
                  <a:pt x="291243" y="52958"/>
                  <a:pt x="301171" y="52674"/>
                </a:cubicBezTo>
                <a:lnTo>
                  <a:pt x="309340" y="52419"/>
                </a:lnTo>
                <a:cubicBezTo>
                  <a:pt x="309511" y="49242"/>
                  <a:pt x="309936" y="44931"/>
                  <a:pt x="310617" y="39484"/>
                </a:cubicBezTo>
                <a:cubicBezTo>
                  <a:pt x="312092" y="26890"/>
                  <a:pt x="315269" y="17615"/>
                  <a:pt x="320148" y="11658"/>
                </a:cubicBezTo>
                <a:cubicBezTo>
                  <a:pt x="326048" y="4453"/>
                  <a:pt x="335266" y="851"/>
                  <a:pt x="347804" y="851"/>
                </a:cubicBezTo>
                <a:cubicBezTo>
                  <a:pt x="355916" y="851"/>
                  <a:pt x="359972" y="3617"/>
                  <a:pt x="359972" y="9148"/>
                </a:cubicBezTo>
                <a:cubicBezTo>
                  <a:pt x="359972" y="14622"/>
                  <a:pt x="356285" y="17360"/>
                  <a:pt x="348910" y="17360"/>
                </a:cubicBezTo>
                <a:close/>
                <a:moveTo>
                  <a:pt x="397382" y="29273"/>
                </a:moveTo>
                <a:cubicBezTo>
                  <a:pt x="394659" y="29273"/>
                  <a:pt x="392305" y="28309"/>
                  <a:pt x="390319" y="26380"/>
                </a:cubicBezTo>
                <a:cubicBezTo>
                  <a:pt x="388334" y="24451"/>
                  <a:pt x="387341" y="22125"/>
                  <a:pt x="387341" y="19402"/>
                </a:cubicBezTo>
                <a:cubicBezTo>
                  <a:pt x="387341" y="16679"/>
                  <a:pt x="388334" y="14353"/>
                  <a:pt x="390319" y="12424"/>
                </a:cubicBezTo>
                <a:cubicBezTo>
                  <a:pt x="392305" y="10495"/>
                  <a:pt x="394659" y="9531"/>
                  <a:pt x="397382" y="9531"/>
                </a:cubicBezTo>
                <a:cubicBezTo>
                  <a:pt x="400105" y="9531"/>
                  <a:pt x="402446" y="10495"/>
                  <a:pt x="404403" y="12424"/>
                </a:cubicBezTo>
                <a:cubicBezTo>
                  <a:pt x="406360" y="14353"/>
                  <a:pt x="407339" y="16679"/>
                  <a:pt x="407339" y="19402"/>
                </a:cubicBezTo>
                <a:cubicBezTo>
                  <a:pt x="407339" y="22125"/>
                  <a:pt x="406360" y="24451"/>
                  <a:pt x="404403" y="26380"/>
                </a:cubicBezTo>
                <a:cubicBezTo>
                  <a:pt x="402446" y="28309"/>
                  <a:pt x="400105" y="29273"/>
                  <a:pt x="397382" y="29273"/>
                </a:cubicBezTo>
                <a:moveTo>
                  <a:pt x="401212" y="98419"/>
                </a:moveTo>
                <a:cubicBezTo>
                  <a:pt x="401212" y="101826"/>
                  <a:pt x="401311" y="106923"/>
                  <a:pt x="401510" y="113709"/>
                </a:cubicBezTo>
                <a:cubicBezTo>
                  <a:pt x="401708" y="120494"/>
                  <a:pt x="401807" y="125590"/>
                  <a:pt x="401807" y="128997"/>
                </a:cubicBezTo>
                <a:cubicBezTo>
                  <a:pt x="401807" y="131495"/>
                  <a:pt x="401041" y="133539"/>
                  <a:pt x="399510" y="135129"/>
                </a:cubicBezTo>
                <a:cubicBezTo>
                  <a:pt x="397978" y="136720"/>
                  <a:pt x="395964" y="137515"/>
                  <a:pt x="393468" y="137515"/>
                </a:cubicBezTo>
                <a:cubicBezTo>
                  <a:pt x="391029" y="137515"/>
                  <a:pt x="389029" y="136720"/>
                  <a:pt x="387469" y="135129"/>
                </a:cubicBezTo>
                <a:cubicBezTo>
                  <a:pt x="385909" y="133539"/>
                  <a:pt x="385129" y="131495"/>
                  <a:pt x="385129" y="128997"/>
                </a:cubicBezTo>
                <a:cubicBezTo>
                  <a:pt x="385129" y="125590"/>
                  <a:pt x="385029" y="120494"/>
                  <a:pt x="384831" y="113709"/>
                </a:cubicBezTo>
                <a:cubicBezTo>
                  <a:pt x="384632" y="106923"/>
                  <a:pt x="384533" y="101826"/>
                  <a:pt x="384533" y="98419"/>
                </a:cubicBezTo>
                <a:cubicBezTo>
                  <a:pt x="384533" y="93081"/>
                  <a:pt x="384817" y="86423"/>
                  <a:pt x="385384" y="78445"/>
                </a:cubicBezTo>
                <a:cubicBezTo>
                  <a:pt x="385951" y="70466"/>
                  <a:pt x="386235" y="63807"/>
                  <a:pt x="386235" y="58469"/>
                </a:cubicBezTo>
                <a:cubicBezTo>
                  <a:pt x="386235" y="55914"/>
                  <a:pt x="387015" y="53842"/>
                  <a:pt x="388575" y="52251"/>
                </a:cubicBezTo>
                <a:cubicBezTo>
                  <a:pt x="390135" y="50661"/>
                  <a:pt x="392135" y="49866"/>
                  <a:pt x="394574" y="49866"/>
                </a:cubicBezTo>
                <a:cubicBezTo>
                  <a:pt x="397014" y="49866"/>
                  <a:pt x="399013" y="50661"/>
                  <a:pt x="400573" y="52251"/>
                </a:cubicBezTo>
                <a:cubicBezTo>
                  <a:pt x="402134" y="53842"/>
                  <a:pt x="402914" y="55914"/>
                  <a:pt x="402914" y="58469"/>
                </a:cubicBezTo>
                <a:cubicBezTo>
                  <a:pt x="402914" y="63807"/>
                  <a:pt x="402630" y="70466"/>
                  <a:pt x="402063" y="78445"/>
                </a:cubicBezTo>
                <a:cubicBezTo>
                  <a:pt x="401495" y="86423"/>
                  <a:pt x="401212" y="93081"/>
                  <a:pt x="401212" y="98419"/>
                </a:cubicBezTo>
                <a:close/>
                <a:moveTo>
                  <a:pt x="499089" y="100328"/>
                </a:moveTo>
                <a:lnTo>
                  <a:pt x="497132" y="128920"/>
                </a:lnTo>
                <a:cubicBezTo>
                  <a:pt x="496791" y="140266"/>
                  <a:pt x="495628" y="149542"/>
                  <a:pt x="493643" y="156746"/>
                </a:cubicBezTo>
                <a:cubicBezTo>
                  <a:pt x="491090" y="165937"/>
                  <a:pt x="487005" y="172716"/>
                  <a:pt x="481389" y="177084"/>
                </a:cubicBezTo>
                <a:cubicBezTo>
                  <a:pt x="474581" y="182360"/>
                  <a:pt x="464739" y="184998"/>
                  <a:pt x="451861" y="184998"/>
                </a:cubicBezTo>
                <a:cubicBezTo>
                  <a:pt x="444316" y="184998"/>
                  <a:pt x="437990" y="184488"/>
                  <a:pt x="432884" y="183466"/>
                </a:cubicBezTo>
                <a:cubicBezTo>
                  <a:pt x="425736" y="182048"/>
                  <a:pt x="422162" y="179098"/>
                  <a:pt x="422162" y="174617"/>
                </a:cubicBezTo>
                <a:cubicBezTo>
                  <a:pt x="422162" y="169568"/>
                  <a:pt x="424630" y="167043"/>
                  <a:pt x="429566" y="167043"/>
                </a:cubicBezTo>
                <a:cubicBezTo>
                  <a:pt x="431608" y="167043"/>
                  <a:pt x="435012" y="167539"/>
                  <a:pt x="439777" y="168532"/>
                </a:cubicBezTo>
                <a:cubicBezTo>
                  <a:pt x="444542" y="169525"/>
                  <a:pt x="449818" y="169965"/>
                  <a:pt x="455605" y="169851"/>
                </a:cubicBezTo>
                <a:cubicBezTo>
                  <a:pt x="466497" y="169670"/>
                  <a:pt x="474014" y="164084"/>
                  <a:pt x="478155" y="153093"/>
                </a:cubicBezTo>
                <a:cubicBezTo>
                  <a:pt x="480878" y="145764"/>
                  <a:pt x="482325" y="134501"/>
                  <a:pt x="482495" y="119304"/>
                </a:cubicBezTo>
                <a:cubicBezTo>
                  <a:pt x="479432" y="125942"/>
                  <a:pt x="475787" y="130920"/>
                  <a:pt x="471560" y="134239"/>
                </a:cubicBezTo>
                <a:cubicBezTo>
                  <a:pt x="467334" y="137557"/>
                  <a:pt x="462498" y="139217"/>
                  <a:pt x="457052" y="139217"/>
                </a:cubicBezTo>
                <a:cubicBezTo>
                  <a:pt x="446783" y="139217"/>
                  <a:pt x="438430" y="135710"/>
                  <a:pt x="431991" y="128697"/>
                </a:cubicBezTo>
                <a:cubicBezTo>
                  <a:pt x="425552" y="121683"/>
                  <a:pt x="422332" y="112583"/>
                  <a:pt x="422332" y="101397"/>
                </a:cubicBezTo>
                <a:cubicBezTo>
                  <a:pt x="422332" y="86066"/>
                  <a:pt x="426729" y="73715"/>
                  <a:pt x="435522" y="64346"/>
                </a:cubicBezTo>
                <a:cubicBezTo>
                  <a:pt x="444599" y="54693"/>
                  <a:pt x="456966" y="49866"/>
                  <a:pt x="472624" y="49866"/>
                </a:cubicBezTo>
                <a:cubicBezTo>
                  <a:pt x="477900" y="49866"/>
                  <a:pt x="482325" y="50547"/>
                  <a:pt x="485899" y="51908"/>
                </a:cubicBezTo>
                <a:cubicBezTo>
                  <a:pt x="489473" y="53270"/>
                  <a:pt x="492196" y="55312"/>
                  <a:pt x="494068" y="58035"/>
                </a:cubicBezTo>
                <a:cubicBezTo>
                  <a:pt x="500138" y="58206"/>
                  <a:pt x="503173" y="61581"/>
                  <a:pt x="503173" y="68162"/>
                </a:cubicBezTo>
                <a:cubicBezTo>
                  <a:pt x="503173" y="72190"/>
                  <a:pt x="502578" y="77579"/>
                  <a:pt x="501386" y="84330"/>
                </a:cubicBezTo>
                <a:cubicBezTo>
                  <a:pt x="500082" y="92159"/>
                  <a:pt x="499316" y="97491"/>
                  <a:pt x="499089" y="100328"/>
                </a:cubicBezTo>
                <a:moveTo>
                  <a:pt x="471773" y="66885"/>
                </a:moveTo>
                <a:cubicBezTo>
                  <a:pt x="460994" y="66885"/>
                  <a:pt x="452655" y="70231"/>
                  <a:pt x="446755" y="76921"/>
                </a:cubicBezTo>
                <a:cubicBezTo>
                  <a:pt x="441479" y="82947"/>
                  <a:pt x="438841" y="90608"/>
                  <a:pt x="438841" y="99905"/>
                </a:cubicBezTo>
                <a:cubicBezTo>
                  <a:pt x="438841" y="107310"/>
                  <a:pt x="440401" y="112877"/>
                  <a:pt x="443521" y="116605"/>
                </a:cubicBezTo>
                <a:cubicBezTo>
                  <a:pt x="446642" y="120333"/>
                  <a:pt x="451322" y="122198"/>
                  <a:pt x="457562" y="122198"/>
                </a:cubicBezTo>
                <a:cubicBezTo>
                  <a:pt x="463292" y="122198"/>
                  <a:pt x="468852" y="119287"/>
                  <a:pt x="474241" y="113465"/>
                </a:cubicBezTo>
                <a:cubicBezTo>
                  <a:pt x="479120" y="108102"/>
                  <a:pt x="481900" y="102790"/>
                  <a:pt x="482580" y="97530"/>
                </a:cubicBezTo>
                <a:cubicBezTo>
                  <a:pt x="483772" y="92013"/>
                  <a:pt x="485048" y="83356"/>
                  <a:pt x="486410" y="71558"/>
                </a:cubicBezTo>
                <a:cubicBezTo>
                  <a:pt x="484140" y="69974"/>
                  <a:pt x="481786" y="68800"/>
                  <a:pt x="479347" y="68034"/>
                </a:cubicBezTo>
                <a:cubicBezTo>
                  <a:pt x="476907" y="67268"/>
                  <a:pt x="474383" y="66885"/>
                  <a:pt x="471773" y="66885"/>
                </a:cubicBezTo>
                <a:close/>
                <a:moveTo>
                  <a:pt x="589988" y="87308"/>
                </a:moveTo>
                <a:cubicBezTo>
                  <a:pt x="589988" y="91393"/>
                  <a:pt x="590016" y="97520"/>
                  <a:pt x="590073" y="105689"/>
                </a:cubicBezTo>
                <a:cubicBezTo>
                  <a:pt x="590130" y="113858"/>
                  <a:pt x="590158" y="119985"/>
                  <a:pt x="590158" y="124070"/>
                </a:cubicBezTo>
                <a:cubicBezTo>
                  <a:pt x="590158" y="125318"/>
                  <a:pt x="590258" y="127218"/>
                  <a:pt x="590456" y="129771"/>
                </a:cubicBezTo>
                <a:cubicBezTo>
                  <a:pt x="590655" y="132324"/>
                  <a:pt x="590754" y="134224"/>
                  <a:pt x="590754" y="135472"/>
                </a:cubicBezTo>
                <a:cubicBezTo>
                  <a:pt x="590754" y="137912"/>
                  <a:pt x="589931" y="139912"/>
                  <a:pt x="588286" y="141472"/>
                </a:cubicBezTo>
                <a:cubicBezTo>
                  <a:pt x="586641" y="143032"/>
                  <a:pt x="584627" y="143812"/>
                  <a:pt x="582244" y="143812"/>
                </a:cubicBezTo>
                <a:cubicBezTo>
                  <a:pt x="577876" y="143812"/>
                  <a:pt x="575096" y="141117"/>
                  <a:pt x="573905" y="135728"/>
                </a:cubicBezTo>
                <a:cubicBezTo>
                  <a:pt x="566814" y="139415"/>
                  <a:pt x="558644" y="141259"/>
                  <a:pt x="549397" y="141259"/>
                </a:cubicBezTo>
                <a:cubicBezTo>
                  <a:pt x="541966" y="141259"/>
                  <a:pt x="535810" y="139614"/>
                  <a:pt x="530932" y="136323"/>
                </a:cubicBezTo>
                <a:cubicBezTo>
                  <a:pt x="525542" y="132693"/>
                  <a:pt x="522337" y="127388"/>
                  <a:pt x="521316" y="120411"/>
                </a:cubicBezTo>
                <a:cubicBezTo>
                  <a:pt x="519103" y="105377"/>
                  <a:pt x="517997" y="91989"/>
                  <a:pt x="517997" y="80245"/>
                </a:cubicBezTo>
                <a:cubicBezTo>
                  <a:pt x="517997" y="72473"/>
                  <a:pt x="518848" y="63623"/>
                  <a:pt x="520550" y="53695"/>
                </a:cubicBezTo>
                <a:cubicBezTo>
                  <a:pt x="521344" y="48760"/>
                  <a:pt x="524039" y="46292"/>
                  <a:pt x="528634" y="46292"/>
                </a:cubicBezTo>
                <a:cubicBezTo>
                  <a:pt x="531073" y="46292"/>
                  <a:pt x="533116" y="47071"/>
                  <a:pt x="534761" y="48630"/>
                </a:cubicBezTo>
                <a:cubicBezTo>
                  <a:pt x="536406" y="50188"/>
                  <a:pt x="537229" y="52186"/>
                  <a:pt x="537229" y="54624"/>
                </a:cubicBezTo>
                <a:cubicBezTo>
                  <a:pt x="537229" y="57230"/>
                  <a:pt x="536817" y="61395"/>
                  <a:pt x="535995" y="67119"/>
                </a:cubicBezTo>
                <a:cubicBezTo>
                  <a:pt x="535172" y="72842"/>
                  <a:pt x="534761" y="77205"/>
                  <a:pt x="534761" y="80208"/>
                </a:cubicBezTo>
                <a:cubicBezTo>
                  <a:pt x="534761" y="89671"/>
                  <a:pt x="535073" y="97775"/>
                  <a:pt x="535697" y="104519"/>
                </a:cubicBezTo>
                <a:cubicBezTo>
                  <a:pt x="536321" y="111263"/>
                  <a:pt x="537257" y="116674"/>
                  <a:pt x="538505" y="120754"/>
                </a:cubicBezTo>
                <a:cubicBezTo>
                  <a:pt x="540377" y="121775"/>
                  <a:pt x="542221" y="122555"/>
                  <a:pt x="544036" y="123094"/>
                </a:cubicBezTo>
                <a:cubicBezTo>
                  <a:pt x="545852" y="123631"/>
                  <a:pt x="547639" y="123899"/>
                  <a:pt x="549397" y="123899"/>
                </a:cubicBezTo>
                <a:cubicBezTo>
                  <a:pt x="556999" y="123899"/>
                  <a:pt x="565027" y="122682"/>
                  <a:pt x="573480" y="120246"/>
                </a:cubicBezTo>
                <a:lnTo>
                  <a:pt x="573394" y="102990"/>
                </a:lnTo>
                <a:lnTo>
                  <a:pt x="573224" y="86500"/>
                </a:lnTo>
                <a:cubicBezTo>
                  <a:pt x="573224" y="74258"/>
                  <a:pt x="573763" y="63633"/>
                  <a:pt x="574841" y="54624"/>
                </a:cubicBezTo>
                <a:cubicBezTo>
                  <a:pt x="575465" y="49410"/>
                  <a:pt x="578217" y="46803"/>
                  <a:pt x="583095" y="46803"/>
                </a:cubicBezTo>
                <a:cubicBezTo>
                  <a:pt x="585535" y="46803"/>
                  <a:pt x="587577" y="47597"/>
                  <a:pt x="589222" y="49185"/>
                </a:cubicBezTo>
                <a:cubicBezTo>
                  <a:pt x="590867" y="50774"/>
                  <a:pt x="591633" y="52759"/>
                  <a:pt x="591520" y="55142"/>
                </a:cubicBezTo>
                <a:lnTo>
                  <a:pt x="589988" y="87308"/>
                </a:lnTo>
                <a:close/>
                <a:moveTo>
                  <a:pt x="678249" y="73948"/>
                </a:moveTo>
                <a:cubicBezTo>
                  <a:pt x="677852" y="81040"/>
                  <a:pt x="675016" y="84585"/>
                  <a:pt x="669740" y="84585"/>
                </a:cubicBezTo>
                <a:cubicBezTo>
                  <a:pt x="664861" y="84585"/>
                  <a:pt x="662422" y="81789"/>
                  <a:pt x="662422" y="76195"/>
                </a:cubicBezTo>
                <a:cubicBezTo>
                  <a:pt x="662422" y="75121"/>
                  <a:pt x="662336" y="73142"/>
                  <a:pt x="662166" y="70260"/>
                </a:cubicBezTo>
                <a:lnTo>
                  <a:pt x="661911" y="63141"/>
                </a:lnTo>
                <a:cubicBezTo>
                  <a:pt x="652948" y="64221"/>
                  <a:pt x="645771" y="66751"/>
                  <a:pt x="640382" y="70731"/>
                </a:cubicBezTo>
                <a:cubicBezTo>
                  <a:pt x="635333" y="74427"/>
                  <a:pt x="631135" y="79999"/>
                  <a:pt x="627788" y="87447"/>
                </a:cubicBezTo>
                <a:lnTo>
                  <a:pt x="627958" y="134177"/>
                </a:lnTo>
                <a:cubicBezTo>
                  <a:pt x="627958" y="139920"/>
                  <a:pt x="625150" y="142791"/>
                  <a:pt x="619533" y="142791"/>
                </a:cubicBezTo>
                <a:cubicBezTo>
                  <a:pt x="614541" y="142791"/>
                  <a:pt x="612045" y="139921"/>
                  <a:pt x="612045" y="134180"/>
                </a:cubicBezTo>
                <a:lnTo>
                  <a:pt x="612045" y="74334"/>
                </a:lnTo>
                <a:cubicBezTo>
                  <a:pt x="612045" y="72458"/>
                  <a:pt x="612116" y="69646"/>
                  <a:pt x="612258" y="65896"/>
                </a:cubicBezTo>
                <a:cubicBezTo>
                  <a:pt x="612399" y="62145"/>
                  <a:pt x="612470" y="59331"/>
                  <a:pt x="612470" y="57456"/>
                </a:cubicBezTo>
                <a:cubicBezTo>
                  <a:pt x="612470" y="51715"/>
                  <a:pt x="614966" y="48845"/>
                  <a:pt x="619959" y="48845"/>
                </a:cubicBezTo>
                <a:cubicBezTo>
                  <a:pt x="625518" y="48845"/>
                  <a:pt x="628326" y="53554"/>
                  <a:pt x="628383" y="62971"/>
                </a:cubicBezTo>
                <a:cubicBezTo>
                  <a:pt x="639275" y="52419"/>
                  <a:pt x="651359" y="47143"/>
                  <a:pt x="664634" y="47143"/>
                </a:cubicBezTo>
                <a:cubicBezTo>
                  <a:pt x="669229" y="47143"/>
                  <a:pt x="672661" y="48873"/>
                  <a:pt x="674931" y="52334"/>
                </a:cubicBezTo>
                <a:cubicBezTo>
                  <a:pt x="677200" y="55794"/>
                  <a:pt x="678334" y="61014"/>
                  <a:pt x="678334" y="67992"/>
                </a:cubicBezTo>
                <a:cubicBezTo>
                  <a:pt x="678334" y="70942"/>
                  <a:pt x="678306" y="72927"/>
                  <a:pt x="678249" y="73948"/>
                </a:cubicBezTo>
                <a:close/>
                <a:moveTo>
                  <a:pt x="761286" y="142621"/>
                </a:moveTo>
                <a:cubicBezTo>
                  <a:pt x="760208" y="142621"/>
                  <a:pt x="758251" y="141362"/>
                  <a:pt x="755414" y="138844"/>
                </a:cubicBezTo>
                <a:cubicBezTo>
                  <a:pt x="752861" y="136499"/>
                  <a:pt x="750961" y="134411"/>
                  <a:pt x="749713" y="132579"/>
                </a:cubicBezTo>
                <a:cubicBezTo>
                  <a:pt x="744267" y="135558"/>
                  <a:pt x="739473" y="137806"/>
                  <a:pt x="735332" y="139323"/>
                </a:cubicBezTo>
                <a:cubicBezTo>
                  <a:pt x="731190" y="140841"/>
                  <a:pt x="727730" y="141599"/>
                  <a:pt x="724950" y="141599"/>
                </a:cubicBezTo>
                <a:cubicBezTo>
                  <a:pt x="711675" y="141599"/>
                  <a:pt x="702002" y="137855"/>
                  <a:pt x="695932" y="130367"/>
                </a:cubicBezTo>
                <a:cubicBezTo>
                  <a:pt x="690202" y="123332"/>
                  <a:pt x="687338" y="112553"/>
                  <a:pt x="687338" y="98030"/>
                </a:cubicBezTo>
                <a:cubicBezTo>
                  <a:pt x="687338" y="84302"/>
                  <a:pt x="692060" y="72558"/>
                  <a:pt x="701506" y="62801"/>
                </a:cubicBezTo>
                <a:cubicBezTo>
                  <a:pt x="710952" y="53043"/>
                  <a:pt x="722227" y="48164"/>
                  <a:pt x="735332" y="48164"/>
                </a:cubicBezTo>
                <a:cubicBezTo>
                  <a:pt x="740267" y="48164"/>
                  <a:pt x="745798" y="49441"/>
                  <a:pt x="751925" y="51994"/>
                </a:cubicBezTo>
                <a:cubicBezTo>
                  <a:pt x="759641" y="55170"/>
                  <a:pt x="763498" y="59000"/>
                  <a:pt x="763498" y="63481"/>
                </a:cubicBezTo>
                <a:cubicBezTo>
                  <a:pt x="763498" y="65013"/>
                  <a:pt x="762931" y="66375"/>
                  <a:pt x="761796" y="67566"/>
                </a:cubicBezTo>
                <a:cubicBezTo>
                  <a:pt x="761229" y="69722"/>
                  <a:pt x="760789" y="73267"/>
                  <a:pt x="760477" y="78203"/>
                </a:cubicBezTo>
                <a:cubicBezTo>
                  <a:pt x="760165" y="83139"/>
                  <a:pt x="759981" y="89464"/>
                  <a:pt x="759924" y="97179"/>
                </a:cubicBezTo>
                <a:cubicBezTo>
                  <a:pt x="759868" y="104214"/>
                  <a:pt x="760350" y="109774"/>
                  <a:pt x="761371" y="113858"/>
                </a:cubicBezTo>
                <a:cubicBezTo>
                  <a:pt x="761938" y="116354"/>
                  <a:pt x="763725" y="121347"/>
                  <a:pt x="766732" y="128835"/>
                </a:cubicBezTo>
                <a:cubicBezTo>
                  <a:pt x="767129" y="129856"/>
                  <a:pt x="767781" y="131360"/>
                  <a:pt x="768689" y="133345"/>
                </a:cubicBezTo>
                <a:lnTo>
                  <a:pt x="769200" y="134792"/>
                </a:lnTo>
                <a:cubicBezTo>
                  <a:pt x="769200" y="137061"/>
                  <a:pt x="768405" y="138933"/>
                  <a:pt x="766817" y="140408"/>
                </a:cubicBezTo>
                <a:cubicBezTo>
                  <a:pt x="765229" y="141883"/>
                  <a:pt x="763385" y="142621"/>
                  <a:pt x="761286" y="142621"/>
                </a:cubicBezTo>
                <a:moveTo>
                  <a:pt x="743586" y="83511"/>
                </a:moveTo>
                <a:cubicBezTo>
                  <a:pt x="743586" y="81077"/>
                  <a:pt x="743742" y="78432"/>
                  <a:pt x="744054" y="75576"/>
                </a:cubicBezTo>
                <a:cubicBezTo>
                  <a:pt x="744366" y="72718"/>
                  <a:pt x="744834" y="69677"/>
                  <a:pt x="745458" y="66452"/>
                </a:cubicBezTo>
                <a:cubicBezTo>
                  <a:pt x="743359" y="65376"/>
                  <a:pt x="741558" y="64583"/>
                  <a:pt x="740054" y="64074"/>
                </a:cubicBezTo>
                <a:cubicBezTo>
                  <a:pt x="738551" y="63566"/>
                  <a:pt x="737346" y="63311"/>
                  <a:pt x="736438" y="63311"/>
                </a:cubicBezTo>
                <a:cubicBezTo>
                  <a:pt x="727645" y="63311"/>
                  <a:pt x="720057" y="66890"/>
                  <a:pt x="713675" y="74047"/>
                </a:cubicBezTo>
                <a:cubicBezTo>
                  <a:pt x="707293" y="81204"/>
                  <a:pt x="704101" y="89450"/>
                  <a:pt x="704101" y="98786"/>
                </a:cubicBezTo>
                <a:cubicBezTo>
                  <a:pt x="704101" y="108065"/>
                  <a:pt x="705747" y="115024"/>
                  <a:pt x="709037" y="119663"/>
                </a:cubicBezTo>
                <a:cubicBezTo>
                  <a:pt x="712327" y="124303"/>
                  <a:pt x="717263" y="126623"/>
                  <a:pt x="723844" y="126623"/>
                </a:cubicBezTo>
                <a:cubicBezTo>
                  <a:pt x="729290" y="126623"/>
                  <a:pt x="733913" y="125632"/>
                  <a:pt x="737714" y="123652"/>
                </a:cubicBezTo>
                <a:cubicBezTo>
                  <a:pt x="739757" y="122578"/>
                  <a:pt x="742621" y="120428"/>
                  <a:pt x="746309" y="117203"/>
                </a:cubicBezTo>
                <a:cubicBezTo>
                  <a:pt x="744494" y="102209"/>
                  <a:pt x="743586" y="90978"/>
                  <a:pt x="743586" y="83511"/>
                </a:cubicBezTo>
                <a:close/>
                <a:moveTo>
                  <a:pt x="841159" y="64577"/>
                </a:moveTo>
                <a:cubicBezTo>
                  <a:pt x="839967" y="64577"/>
                  <a:pt x="838563" y="64520"/>
                  <a:pt x="836947" y="64407"/>
                </a:cubicBezTo>
                <a:cubicBezTo>
                  <a:pt x="835330" y="64292"/>
                  <a:pt x="833926" y="64234"/>
                  <a:pt x="832734" y="64234"/>
                </a:cubicBezTo>
                <a:cubicBezTo>
                  <a:pt x="831430" y="64234"/>
                  <a:pt x="827572" y="64664"/>
                  <a:pt x="821161" y="65524"/>
                </a:cubicBezTo>
                <a:lnTo>
                  <a:pt x="822778" y="115760"/>
                </a:lnTo>
                <a:lnTo>
                  <a:pt x="822863" y="119501"/>
                </a:lnTo>
                <a:lnTo>
                  <a:pt x="822948" y="123836"/>
                </a:lnTo>
                <a:cubicBezTo>
                  <a:pt x="823175" y="136245"/>
                  <a:pt x="820197" y="142450"/>
                  <a:pt x="814013" y="142450"/>
                </a:cubicBezTo>
                <a:cubicBezTo>
                  <a:pt x="811744" y="142450"/>
                  <a:pt x="809773" y="141714"/>
                  <a:pt x="808099" y="140240"/>
                </a:cubicBezTo>
                <a:cubicBezTo>
                  <a:pt x="806426" y="138767"/>
                  <a:pt x="805589" y="136925"/>
                  <a:pt x="805589" y="134715"/>
                </a:cubicBezTo>
                <a:cubicBezTo>
                  <a:pt x="805589" y="132562"/>
                  <a:pt x="805674" y="129333"/>
                  <a:pt x="805844" y="125027"/>
                </a:cubicBezTo>
                <a:cubicBezTo>
                  <a:pt x="806014" y="120719"/>
                  <a:pt x="806099" y="117488"/>
                  <a:pt x="806099" y="115334"/>
                </a:cubicBezTo>
                <a:lnTo>
                  <a:pt x="804397" y="65694"/>
                </a:lnTo>
                <a:cubicBezTo>
                  <a:pt x="800256" y="65524"/>
                  <a:pt x="793959" y="65039"/>
                  <a:pt x="785506" y="64239"/>
                </a:cubicBezTo>
                <a:cubicBezTo>
                  <a:pt x="780457" y="63555"/>
                  <a:pt x="777933" y="60734"/>
                  <a:pt x="777933" y="55775"/>
                </a:cubicBezTo>
                <a:cubicBezTo>
                  <a:pt x="777933" y="53266"/>
                  <a:pt x="778699" y="51187"/>
                  <a:pt x="780230" y="49536"/>
                </a:cubicBezTo>
                <a:cubicBezTo>
                  <a:pt x="781762" y="47884"/>
                  <a:pt x="783719" y="47058"/>
                  <a:pt x="786102" y="47058"/>
                </a:cubicBezTo>
                <a:lnTo>
                  <a:pt x="803972" y="48505"/>
                </a:lnTo>
                <a:cubicBezTo>
                  <a:pt x="803972" y="45602"/>
                  <a:pt x="803844" y="41720"/>
                  <a:pt x="803589" y="36857"/>
                </a:cubicBezTo>
                <a:cubicBezTo>
                  <a:pt x="803334" y="31992"/>
                  <a:pt x="803206" y="28480"/>
                  <a:pt x="803206" y="26319"/>
                </a:cubicBezTo>
                <a:cubicBezTo>
                  <a:pt x="803206" y="23929"/>
                  <a:pt x="804029" y="21952"/>
                  <a:pt x="805674" y="20388"/>
                </a:cubicBezTo>
                <a:cubicBezTo>
                  <a:pt x="807319" y="18823"/>
                  <a:pt x="809333" y="18040"/>
                  <a:pt x="811716" y="18040"/>
                </a:cubicBezTo>
                <a:cubicBezTo>
                  <a:pt x="816821" y="18040"/>
                  <a:pt x="819800" y="22210"/>
                  <a:pt x="820651" y="30549"/>
                </a:cubicBezTo>
                <a:cubicBezTo>
                  <a:pt x="820821" y="32648"/>
                  <a:pt x="820906" y="35173"/>
                  <a:pt x="820906" y="38123"/>
                </a:cubicBezTo>
                <a:lnTo>
                  <a:pt x="820736" y="43058"/>
                </a:lnTo>
                <a:lnTo>
                  <a:pt x="820651" y="48334"/>
                </a:lnTo>
                <a:cubicBezTo>
                  <a:pt x="827685" y="47427"/>
                  <a:pt x="831713" y="46973"/>
                  <a:pt x="832734" y="46973"/>
                </a:cubicBezTo>
                <a:cubicBezTo>
                  <a:pt x="838634" y="46973"/>
                  <a:pt x="842492" y="47257"/>
                  <a:pt x="844307" y="47824"/>
                </a:cubicBezTo>
                <a:cubicBezTo>
                  <a:pt x="847768" y="48966"/>
                  <a:pt x="849498" y="51657"/>
                  <a:pt x="849498" y="55897"/>
                </a:cubicBezTo>
                <a:cubicBezTo>
                  <a:pt x="849498" y="58418"/>
                  <a:pt x="848718" y="60495"/>
                  <a:pt x="847158" y="62128"/>
                </a:cubicBezTo>
                <a:cubicBezTo>
                  <a:pt x="845598" y="63761"/>
                  <a:pt x="843598" y="64577"/>
                  <a:pt x="841159" y="64577"/>
                </a:cubicBezTo>
                <a:close/>
                <a:moveTo>
                  <a:pt x="883264" y="29273"/>
                </a:moveTo>
                <a:cubicBezTo>
                  <a:pt x="880541" y="29273"/>
                  <a:pt x="878187" y="28309"/>
                  <a:pt x="876201" y="26380"/>
                </a:cubicBezTo>
                <a:cubicBezTo>
                  <a:pt x="874216" y="24451"/>
                  <a:pt x="873223" y="22125"/>
                  <a:pt x="873223" y="19402"/>
                </a:cubicBezTo>
                <a:cubicBezTo>
                  <a:pt x="873223" y="16679"/>
                  <a:pt x="874216" y="14353"/>
                  <a:pt x="876201" y="12424"/>
                </a:cubicBezTo>
                <a:cubicBezTo>
                  <a:pt x="878187" y="10495"/>
                  <a:pt x="880541" y="9531"/>
                  <a:pt x="883264" y="9531"/>
                </a:cubicBezTo>
                <a:cubicBezTo>
                  <a:pt x="885987" y="9531"/>
                  <a:pt x="888327" y="10495"/>
                  <a:pt x="890285" y="12424"/>
                </a:cubicBezTo>
                <a:cubicBezTo>
                  <a:pt x="892242" y="14353"/>
                  <a:pt x="893220" y="16679"/>
                  <a:pt x="893220" y="19402"/>
                </a:cubicBezTo>
                <a:cubicBezTo>
                  <a:pt x="893220" y="22125"/>
                  <a:pt x="892242" y="24451"/>
                  <a:pt x="890285" y="26380"/>
                </a:cubicBezTo>
                <a:cubicBezTo>
                  <a:pt x="888327" y="28309"/>
                  <a:pt x="885987" y="29273"/>
                  <a:pt x="883264" y="29273"/>
                </a:cubicBezTo>
                <a:moveTo>
                  <a:pt x="887094" y="98419"/>
                </a:moveTo>
                <a:cubicBezTo>
                  <a:pt x="887094" y="101826"/>
                  <a:pt x="887193" y="106923"/>
                  <a:pt x="887391" y="113709"/>
                </a:cubicBezTo>
                <a:cubicBezTo>
                  <a:pt x="887590" y="120494"/>
                  <a:pt x="887689" y="125590"/>
                  <a:pt x="887689" y="128997"/>
                </a:cubicBezTo>
                <a:cubicBezTo>
                  <a:pt x="887689" y="131495"/>
                  <a:pt x="886923" y="133539"/>
                  <a:pt x="885392" y="135129"/>
                </a:cubicBezTo>
                <a:cubicBezTo>
                  <a:pt x="883860" y="136720"/>
                  <a:pt x="881846" y="137515"/>
                  <a:pt x="879350" y="137515"/>
                </a:cubicBezTo>
                <a:cubicBezTo>
                  <a:pt x="876910" y="137515"/>
                  <a:pt x="874911" y="136720"/>
                  <a:pt x="873351" y="135129"/>
                </a:cubicBezTo>
                <a:cubicBezTo>
                  <a:pt x="871791" y="133539"/>
                  <a:pt x="871010" y="131495"/>
                  <a:pt x="871010" y="128997"/>
                </a:cubicBezTo>
                <a:cubicBezTo>
                  <a:pt x="871010" y="125590"/>
                  <a:pt x="870911" y="120494"/>
                  <a:pt x="870713" y="113709"/>
                </a:cubicBezTo>
                <a:cubicBezTo>
                  <a:pt x="870514" y="106923"/>
                  <a:pt x="870415" y="101826"/>
                  <a:pt x="870415" y="98419"/>
                </a:cubicBezTo>
                <a:cubicBezTo>
                  <a:pt x="870415" y="93081"/>
                  <a:pt x="870698" y="86423"/>
                  <a:pt x="871266" y="78445"/>
                </a:cubicBezTo>
                <a:cubicBezTo>
                  <a:pt x="871833" y="70466"/>
                  <a:pt x="872117" y="63807"/>
                  <a:pt x="872117" y="58469"/>
                </a:cubicBezTo>
                <a:cubicBezTo>
                  <a:pt x="872117" y="55914"/>
                  <a:pt x="872897" y="53842"/>
                  <a:pt x="874457" y="52251"/>
                </a:cubicBezTo>
                <a:cubicBezTo>
                  <a:pt x="876017" y="50661"/>
                  <a:pt x="878017" y="49866"/>
                  <a:pt x="880456" y="49866"/>
                </a:cubicBezTo>
                <a:cubicBezTo>
                  <a:pt x="882896" y="49866"/>
                  <a:pt x="884895" y="50661"/>
                  <a:pt x="886455" y="52251"/>
                </a:cubicBezTo>
                <a:cubicBezTo>
                  <a:pt x="888015" y="53842"/>
                  <a:pt x="888795" y="55914"/>
                  <a:pt x="888795" y="58469"/>
                </a:cubicBezTo>
                <a:cubicBezTo>
                  <a:pt x="888795" y="63807"/>
                  <a:pt x="888512" y="70466"/>
                  <a:pt x="887945" y="78445"/>
                </a:cubicBezTo>
                <a:cubicBezTo>
                  <a:pt x="887377" y="86423"/>
                  <a:pt x="887094" y="93081"/>
                  <a:pt x="887094" y="98419"/>
                </a:cubicBezTo>
                <a:close/>
                <a:moveTo>
                  <a:pt x="946848" y="142110"/>
                </a:moveTo>
                <a:cubicBezTo>
                  <a:pt x="937317" y="142110"/>
                  <a:pt x="929120" y="138586"/>
                  <a:pt x="922255" y="131539"/>
                </a:cubicBezTo>
                <a:cubicBezTo>
                  <a:pt x="914597" y="123696"/>
                  <a:pt x="910569" y="113153"/>
                  <a:pt x="910172" y="99910"/>
                </a:cubicBezTo>
                <a:cubicBezTo>
                  <a:pt x="909831" y="87066"/>
                  <a:pt x="913065" y="75757"/>
                  <a:pt x="919873" y="65981"/>
                </a:cubicBezTo>
                <a:cubicBezTo>
                  <a:pt x="927815" y="54444"/>
                  <a:pt x="938877" y="48675"/>
                  <a:pt x="953060" y="48675"/>
                </a:cubicBezTo>
                <a:cubicBezTo>
                  <a:pt x="964406" y="48675"/>
                  <a:pt x="973001" y="53875"/>
                  <a:pt x="978844" y="64277"/>
                </a:cubicBezTo>
                <a:cubicBezTo>
                  <a:pt x="983496" y="72687"/>
                  <a:pt x="985737" y="82803"/>
                  <a:pt x="985566" y="94624"/>
                </a:cubicBezTo>
                <a:cubicBezTo>
                  <a:pt x="985396" y="107241"/>
                  <a:pt x="982106" y="118012"/>
                  <a:pt x="975695" y="126936"/>
                </a:cubicBezTo>
                <a:cubicBezTo>
                  <a:pt x="968434" y="137052"/>
                  <a:pt x="958818" y="142110"/>
                  <a:pt x="946848" y="142110"/>
                </a:cubicBezTo>
                <a:moveTo>
                  <a:pt x="951954" y="66034"/>
                </a:moveTo>
                <a:cubicBezTo>
                  <a:pt x="943614" y="65978"/>
                  <a:pt x="937119" y="69954"/>
                  <a:pt x="932467" y="77964"/>
                </a:cubicBezTo>
                <a:cubicBezTo>
                  <a:pt x="928779" y="84385"/>
                  <a:pt x="926935" y="91714"/>
                  <a:pt x="926935" y="99950"/>
                </a:cubicBezTo>
                <a:cubicBezTo>
                  <a:pt x="926935" y="108189"/>
                  <a:pt x="929176" y="114609"/>
                  <a:pt x="933658" y="119211"/>
                </a:cubicBezTo>
                <a:cubicBezTo>
                  <a:pt x="937402" y="123017"/>
                  <a:pt x="941799" y="124921"/>
                  <a:pt x="946848" y="124921"/>
                </a:cubicBezTo>
                <a:cubicBezTo>
                  <a:pt x="952748" y="124921"/>
                  <a:pt x="957825" y="122761"/>
                  <a:pt x="962080" y="118443"/>
                </a:cubicBezTo>
                <a:cubicBezTo>
                  <a:pt x="966902" y="113672"/>
                  <a:pt x="969455" y="107224"/>
                  <a:pt x="969739" y="99099"/>
                </a:cubicBezTo>
                <a:cubicBezTo>
                  <a:pt x="970533" y="77113"/>
                  <a:pt x="964605" y="66091"/>
                  <a:pt x="951954" y="66034"/>
                </a:cubicBezTo>
                <a:close/>
                <a:moveTo>
                  <a:pt x="1071701" y="143131"/>
                </a:moveTo>
                <a:cubicBezTo>
                  <a:pt x="1066822" y="143131"/>
                  <a:pt x="1064070" y="140459"/>
                  <a:pt x="1063446" y="135116"/>
                </a:cubicBezTo>
                <a:lnTo>
                  <a:pt x="1061064" y="116440"/>
                </a:lnTo>
                <a:cubicBezTo>
                  <a:pt x="1060269" y="109789"/>
                  <a:pt x="1059872" y="103563"/>
                  <a:pt x="1059872" y="97764"/>
                </a:cubicBezTo>
                <a:cubicBezTo>
                  <a:pt x="1059872" y="96172"/>
                  <a:pt x="1059972" y="93472"/>
                  <a:pt x="1060170" y="89664"/>
                </a:cubicBezTo>
                <a:cubicBezTo>
                  <a:pt x="1060369" y="85855"/>
                  <a:pt x="1060468" y="83154"/>
                  <a:pt x="1060468" y="81562"/>
                </a:cubicBezTo>
                <a:cubicBezTo>
                  <a:pt x="1060468" y="69281"/>
                  <a:pt x="1058199" y="63141"/>
                  <a:pt x="1053660" y="63141"/>
                </a:cubicBezTo>
                <a:cubicBezTo>
                  <a:pt x="1047306" y="63141"/>
                  <a:pt x="1041236" y="66918"/>
                  <a:pt x="1035450" y="74472"/>
                </a:cubicBezTo>
                <a:cubicBezTo>
                  <a:pt x="1030231" y="81344"/>
                  <a:pt x="1026146" y="90032"/>
                  <a:pt x="1023196" y="100538"/>
                </a:cubicBezTo>
                <a:cubicBezTo>
                  <a:pt x="1023083" y="102754"/>
                  <a:pt x="1022827" y="105537"/>
                  <a:pt x="1022430" y="108888"/>
                </a:cubicBezTo>
                <a:cubicBezTo>
                  <a:pt x="1022090" y="111728"/>
                  <a:pt x="1021920" y="114482"/>
                  <a:pt x="1021920" y="117150"/>
                </a:cubicBezTo>
                <a:cubicBezTo>
                  <a:pt x="1021920" y="118854"/>
                  <a:pt x="1022090" y="121410"/>
                  <a:pt x="1022430" y="124817"/>
                </a:cubicBezTo>
                <a:cubicBezTo>
                  <a:pt x="1022770" y="128224"/>
                  <a:pt x="1022941" y="130780"/>
                  <a:pt x="1022941" y="132483"/>
                </a:cubicBezTo>
                <a:cubicBezTo>
                  <a:pt x="1022941" y="135040"/>
                  <a:pt x="1022161" y="137113"/>
                  <a:pt x="1020601" y="138703"/>
                </a:cubicBezTo>
                <a:cubicBezTo>
                  <a:pt x="1019040" y="140294"/>
                  <a:pt x="1017041" y="141089"/>
                  <a:pt x="1014601" y="141089"/>
                </a:cubicBezTo>
                <a:cubicBezTo>
                  <a:pt x="1012105" y="141089"/>
                  <a:pt x="1010091" y="140293"/>
                  <a:pt x="1008559" y="138701"/>
                </a:cubicBezTo>
                <a:cubicBezTo>
                  <a:pt x="1007028" y="137111"/>
                  <a:pt x="1006262" y="135036"/>
                  <a:pt x="1006262" y="132478"/>
                </a:cubicBezTo>
                <a:cubicBezTo>
                  <a:pt x="1006262" y="130774"/>
                  <a:pt x="1006078" y="128218"/>
                  <a:pt x="1005709" y="124809"/>
                </a:cubicBezTo>
                <a:cubicBezTo>
                  <a:pt x="1005340" y="121398"/>
                  <a:pt x="1005156" y="118840"/>
                  <a:pt x="1005156" y="117134"/>
                </a:cubicBezTo>
                <a:cubicBezTo>
                  <a:pt x="1005156" y="111280"/>
                  <a:pt x="1005567" y="103168"/>
                  <a:pt x="1006390" y="92797"/>
                </a:cubicBezTo>
                <a:cubicBezTo>
                  <a:pt x="1007212" y="82426"/>
                  <a:pt x="1007623" y="74313"/>
                  <a:pt x="1007623" y="68460"/>
                </a:cubicBezTo>
                <a:cubicBezTo>
                  <a:pt x="1007623" y="66641"/>
                  <a:pt x="1007524" y="63941"/>
                  <a:pt x="1007326" y="60362"/>
                </a:cubicBezTo>
                <a:cubicBezTo>
                  <a:pt x="1007127" y="56781"/>
                  <a:pt x="1007028" y="54082"/>
                  <a:pt x="1007028" y="52265"/>
                </a:cubicBezTo>
                <a:cubicBezTo>
                  <a:pt x="1007028" y="49820"/>
                  <a:pt x="1007836" y="47817"/>
                  <a:pt x="1009453" y="46255"/>
                </a:cubicBezTo>
                <a:cubicBezTo>
                  <a:pt x="1011070" y="44691"/>
                  <a:pt x="1013070" y="43909"/>
                  <a:pt x="1015452" y="43909"/>
                </a:cubicBezTo>
                <a:cubicBezTo>
                  <a:pt x="1020671" y="43909"/>
                  <a:pt x="1023536" y="47612"/>
                  <a:pt x="1024047" y="55017"/>
                </a:cubicBezTo>
                <a:lnTo>
                  <a:pt x="1024302" y="65013"/>
                </a:lnTo>
                <a:cubicBezTo>
                  <a:pt x="1033833" y="52306"/>
                  <a:pt x="1043619" y="45952"/>
                  <a:pt x="1053660" y="45952"/>
                </a:cubicBezTo>
                <a:cubicBezTo>
                  <a:pt x="1062737" y="45952"/>
                  <a:pt x="1069063" y="49958"/>
                  <a:pt x="1072637" y="57971"/>
                </a:cubicBezTo>
                <a:cubicBezTo>
                  <a:pt x="1075076" y="63313"/>
                  <a:pt x="1076409" y="71213"/>
                  <a:pt x="1076636" y="81671"/>
                </a:cubicBezTo>
                <a:lnTo>
                  <a:pt x="1076636" y="90279"/>
                </a:lnTo>
                <a:lnTo>
                  <a:pt x="1076551" y="98206"/>
                </a:lnTo>
                <a:cubicBezTo>
                  <a:pt x="1076551" y="102923"/>
                  <a:pt x="1077161" y="109019"/>
                  <a:pt x="1078381" y="116493"/>
                </a:cubicBezTo>
                <a:cubicBezTo>
                  <a:pt x="1079600" y="123966"/>
                  <a:pt x="1080210" y="130032"/>
                  <a:pt x="1080210" y="134691"/>
                </a:cubicBezTo>
                <a:cubicBezTo>
                  <a:pt x="1080210" y="137192"/>
                  <a:pt x="1079402" y="139224"/>
                  <a:pt x="1077785" y="140786"/>
                </a:cubicBezTo>
                <a:cubicBezTo>
                  <a:pt x="1076168" y="142349"/>
                  <a:pt x="1074140" y="143131"/>
                  <a:pt x="1071701" y="143131"/>
                </a:cubicBezTo>
                <a:close/>
                <a:moveTo>
                  <a:pt x="1232498" y="25188"/>
                </a:moveTo>
                <a:cubicBezTo>
                  <a:pt x="1231477" y="25188"/>
                  <a:pt x="1230399" y="24961"/>
                  <a:pt x="1229264" y="24508"/>
                </a:cubicBezTo>
                <a:cubicBezTo>
                  <a:pt x="1222229" y="21898"/>
                  <a:pt x="1212926" y="20593"/>
                  <a:pt x="1201353" y="20593"/>
                </a:cubicBezTo>
                <a:cubicBezTo>
                  <a:pt x="1197608" y="20593"/>
                  <a:pt x="1193226" y="20870"/>
                  <a:pt x="1188205" y="21423"/>
                </a:cubicBezTo>
                <a:cubicBezTo>
                  <a:pt x="1183185" y="21976"/>
                  <a:pt x="1177554" y="22834"/>
                  <a:pt x="1171314" y="23997"/>
                </a:cubicBezTo>
                <a:lnTo>
                  <a:pt x="1171144" y="60758"/>
                </a:lnTo>
                <a:cubicBezTo>
                  <a:pt x="1182093" y="57808"/>
                  <a:pt x="1190319" y="56333"/>
                  <a:pt x="1195821" y="56333"/>
                </a:cubicBezTo>
                <a:cubicBezTo>
                  <a:pt x="1204558" y="56333"/>
                  <a:pt x="1213606" y="56844"/>
                  <a:pt x="1222967" y="57865"/>
                </a:cubicBezTo>
                <a:cubicBezTo>
                  <a:pt x="1228300" y="58432"/>
                  <a:pt x="1230966" y="61326"/>
                  <a:pt x="1230966" y="66545"/>
                </a:cubicBezTo>
                <a:cubicBezTo>
                  <a:pt x="1230966" y="69098"/>
                  <a:pt x="1230143" y="71211"/>
                  <a:pt x="1228498" y="72885"/>
                </a:cubicBezTo>
                <a:cubicBezTo>
                  <a:pt x="1226853" y="74558"/>
                  <a:pt x="1224811" y="75395"/>
                  <a:pt x="1222371" y="75395"/>
                </a:cubicBezTo>
                <a:cubicBezTo>
                  <a:pt x="1219421" y="75395"/>
                  <a:pt x="1214996" y="75140"/>
                  <a:pt x="1209096" y="74629"/>
                </a:cubicBezTo>
                <a:cubicBezTo>
                  <a:pt x="1203196" y="74118"/>
                  <a:pt x="1198771" y="73863"/>
                  <a:pt x="1195821" y="73863"/>
                </a:cubicBezTo>
                <a:cubicBezTo>
                  <a:pt x="1191964" y="73863"/>
                  <a:pt x="1183624" y="75508"/>
                  <a:pt x="1170803" y="78799"/>
                </a:cubicBezTo>
                <a:lnTo>
                  <a:pt x="1170037" y="137345"/>
                </a:lnTo>
                <a:cubicBezTo>
                  <a:pt x="1170037" y="139784"/>
                  <a:pt x="1169243" y="141840"/>
                  <a:pt x="1167655" y="143514"/>
                </a:cubicBezTo>
                <a:cubicBezTo>
                  <a:pt x="1166066" y="145188"/>
                  <a:pt x="1164052" y="146024"/>
                  <a:pt x="1161613" y="146024"/>
                </a:cubicBezTo>
                <a:cubicBezTo>
                  <a:pt x="1159173" y="146024"/>
                  <a:pt x="1157145" y="145188"/>
                  <a:pt x="1155529" y="143514"/>
                </a:cubicBezTo>
                <a:cubicBezTo>
                  <a:pt x="1153912" y="141840"/>
                  <a:pt x="1153103" y="139784"/>
                  <a:pt x="1153103" y="137345"/>
                </a:cubicBezTo>
                <a:cubicBezTo>
                  <a:pt x="1153103" y="126169"/>
                  <a:pt x="1153316" y="109391"/>
                  <a:pt x="1153742" y="87010"/>
                </a:cubicBezTo>
                <a:cubicBezTo>
                  <a:pt x="1154167" y="64630"/>
                  <a:pt x="1154380" y="47852"/>
                  <a:pt x="1154380" y="36676"/>
                </a:cubicBezTo>
                <a:cubicBezTo>
                  <a:pt x="1154380" y="34180"/>
                  <a:pt x="1154337" y="30422"/>
                  <a:pt x="1154252" y="25401"/>
                </a:cubicBezTo>
                <a:cubicBezTo>
                  <a:pt x="1154167" y="20380"/>
                  <a:pt x="1154124" y="16622"/>
                  <a:pt x="1154124" y="14126"/>
                </a:cubicBezTo>
                <a:cubicBezTo>
                  <a:pt x="1154124" y="11630"/>
                  <a:pt x="1154905" y="9531"/>
                  <a:pt x="1156465" y="7829"/>
                </a:cubicBezTo>
                <a:cubicBezTo>
                  <a:pt x="1158025" y="6127"/>
                  <a:pt x="1160053" y="5276"/>
                  <a:pt x="1162549" y="5276"/>
                </a:cubicBezTo>
                <a:cubicBezTo>
                  <a:pt x="1164421" y="5276"/>
                  <a:pt x="1166095" y="5787"/>
                  <a:pt x="1167570" y="6808"/>
                </a:cubicBezTo>
                <a:cubicBezTo>
                  <a:pt x="1174604" y="5551"/>
                  <a:pt x="1180930" y="4613"/>
                  <a:pt x="1186546" y="3994"/>
                </a:cubicBezTo>
                <a:cubicBezTo>
                  <a:pt x="1192162" y="3374"/>
                  <a:pt x="1197098" y="3063"/>
                  <a:pt x="1201353" y="3063"/>
                </a:cubicBezTo>
                <a:cubicBezTo>
                  <a:pt x="1207877" y="3063"/>
                  <a:pt x="1215337" y="4003"/>
                  <a:pt x="1223733" y="5882"/>
                </a:cubicBezTo>
                <a:cubicBezTo>
                  <a:pt x="1235136" y="8502"/>
                  <a:pt x="1240837" y="11920"/>
                  <a:pt x="1240837" y="16134"/>
                </a:cubicBezTo>
                <a:cubicBezTo>
                  <a:pt x="1240837" y="18412"/>
                  <a:pt x="1240100" y="20434"/>
                  <a:pt x="1238625" y="22199"/>
                </a:cubicBezTo>
                <a:cubicBezTo>
                  <a:pt x="1236979" y="24192"/>
                  <a:pt x="1234937" y="25188"/>
                  <a:pt x="1232498" y="25188"/>
                </a:cubicBezTo>
                <a:close/>
                <a:moveTo>
                  <a:pt x="1273294" y="29273"/>
                </a:moveTo>
                <a:cubicBezTo>
                  <a:pt x="1270571" y="29273"/>
                  <a:pt x="1268217" y="28309"/>
                  <a:pt x="1266231" y="26380"/>
                </a:cubicBezTo>
                <a:cubicBezTo>
                  <a:pt x="1264246" y="24451"/>
                  <a:pt x="1263253" y="22125"/>
                  <a:pt x="1263253" y="19402"/>
                </a:cubicBezTo>
                <a:cubicBezTo>
                  <a:pt x="1263253" y="16679"/>
                  <a:pt x="1264246" y="14353"/>
                  <a:pt x="1266231" y="12424"/>
                </a:cubicBezTo>
                <a:cubicBezTo>
                  <a:pt x="1268217" y="10495"/>
                  <a:pt x="1270571" y="9531"/>
                  <a:pt x="1273294" y="9531"/>
                </a:cubicBezTo>
                <a:cubicBezTo>
                  <a:pt x="1276017" y="9531"/>
                  <a:pt x="1278358" y="10495"/>
                  <a:pt x="1280315" y="12424"/>
                </a:cubicBezTo>
                <a:cubicBezTo>
                  <a:pt x="1282272" y="14353"/>
                  <a:pt x="1283251" y="16679"/>
                  <a:pt x="1283251" y="19402"/>
                </a:cubicBezTo>
                <a:cubicBezTo>
                  <a:pt x="1283251" y="22125"/>
                  <a:pt x="1282272" y="24451"/>
                  <a:pt x="1280315" y="26380"/>
                </a:cubicBezTo>
                <a:cubicBezTo>
                  <a:pt x="1278358" y="28309"/>
                  <a:pt x="1276017" y="29273"/>
                  <a:pt x="1273294" y="29273"/>
                </a:cubicBezTo>
                <a:moveTo>
                  <a:pt x="1277124" y="98419"/>
                </a:moveTo>
                <a:cubicBezTo>
                  <a:pt x="1277124" y="101826"/>
                  <a:pt x="1277223" y="106923"/>
                  <a:pt x="1277422" y="113709"/>
                </a:cubicBezTo>
                <a:cubicBezTo>
                  <a:pt x="1277620" y="120494"/>
                  <a:pt x="1277719" y="125590"/>
                  <a:pt x="1277719" y="128997"/>
                </a:cubicBezTo>
                <a:cubicBezTo>
                  <a:pt x="1277719" y="131495"/>
                  <a:pt x="1276954" y="133539"/>
                  <a:pt x="1275422" y="135129"/>
                </a:cubicBezTo>
                <a:cubicBezTo>
                  <a:pt x="1273890" y="136720"/>
                  <a:pt x="1271876" y="137515"/>
                  <a:pt x="1269380" y="137515"/>
                </a:cubicBezTo>
                <a:cubicBezTo>
                  <a:pt x="1266941" y="137515"/>
                  <a:pt x="1264941" y="136720"/>
                  <a:pt x="1263381" y="135129"/>
                </a:cubicBezTo>
                <a:cubicBezTo>
                  <a:pt x="1261821" y="133539"/>
                  <a:pt x="1261041" y="131495"/>
                  <a:pt x="1261041" y="128997"/>
                </a:cubicBezTo>
                <a:cubicBezTo>
                  <a:pt x="1261041" y="125590"/>
                  <a:pt x="1260941" y="120494"/>
                  <a:pt x="1260743" y="113709"/>
                </a:cubicBezTo>
                <a:cubicBezTo>
                  <a:pt x="1260544" y="106923"/>
                  <a:pt x="1260445" y="101826"/>
                  <a:pt x="1260445" y="98419"/>
                </a:cubicBezTo>
                <a:cubicBezTo>
                  <a:pt x="1260445" y="93081"/>
                  <a:pt x="1260729" y="86423"/>
                  <a:pt x="1261296" y="78445"/>
                </a:cubicBezTo>
                <a:cubicBezTo>
                  <a:pt x="1261863" y="70466"/>
                  <a:pt x="1262147" y="63807"/>
                  <a:pt x="1262147" y="58469"/>
                </a:cubicBezTo>
                <a:cubicBezTo>
                  <a:pt x="1262147" y="55914"/>
                  <a:pt x="1262927" y="53842"/>
                  <a:pt x="1264487" y="52251"/>
                </a:cubicBezTo>
                <a:cubicBezTo>
                  <a:pt x="1266047" y="50661"/>
                  <a:pt x="1268047" y="49866"/>
                  <a:pt x="1270486" y="49866"/>
                </a:cubicBezTo>
                <a:cubicBezTo>
                  <a:pt x="1272926" y="49866"/>
                  <a:pt x="1274925" y="50661"/>
                  <a:pt x="1276486" y="52251"/>
                </a:cubicBezTo>
                <a:cubicBezTo>
                  <a:pt x="1278046" y="53842"/>
                  <a:pt x="1278826" y="55914"/>
                  <a:pt x="1278826" y="58469"/>
                </a:cubicBezTo>
                <a:cubicBezTo>
                  <a:pt x="1278826" y="63807"/>
                  <a:pt x="1278542" y="70466"/>
                  <a:pt x="1277975" y="78445"/>
                </a:cubicBezTo>
                <a:cubicBezTo>
                  <a:pt x="1277407" y="86423"/>
                  <a:pt x="1277124" y="93081"/>
                  <a:pt x="1277124" y="98419"/>
                </a:cubicBezTo>
                <a:close/>
                <a:moveTo>
                  <a:pt x="1326581" y="70119"/>
                </a:moveTo>
                <a:lnTo>
                  <a:pt x="1325305" y="112462"/>
                </a:lnTo>
                <a:cubicBezTo>
                  <a:pt x="1325305" y="116949"/>
                  <a:pt x="1325078" y="123538"/>
                  <a:pt x="1324624" y="132228"/>
                </a:cubicBezTo>
                <a:cubicBezTo>
                  <a:pt x="1324057" y="137908"/>
                  <a:pt x="1321277" y="140748"/>
                  <a:pt x="1316285" y="140748"/>
                </a:cubicBezTo>
                <a:cubicBezTo>
                  <a:pt x="1310725" y="140748"/>
                  <a:pt x="1307945" y="137852"/>
                  <a:pt x="1307945" y="132058"/>
                </a:cubicBezTo>
                <a:cubicBezTo>
                  <a:pt x="1307945" y="125185"/>
                  <a:pt x="1308258" y="114862"/>
                  <a:pt x="1308882" y="101088"/>
                </a:cubicBezTo>
                <a:cubicBezTo>
                  <a:pt x="1309506" y="87315"/>
                  <a:pt x="1309818" y="76992"/>
                  <a:pt x="1309818" y="70119"/>
                </a:cubicBezTo>
                <a:cubicBezTo>
                  <a:pt x="1309818" y="61145"/>
                  <a:pt x="1309959" y="50878"/>
                  <a:pt x="1310243" y="39320"/>
                </a:cubicBezTo>
                <a:cubicBezTo>
                  <a:pt x="1310527" y="27761"/>
                  <a:pt x="1310669" y="17494"/>
                  <a:pt x="1310669" y="8520"/>
                </a:cubicBezTo>
                <a:cubicBezTo>
                  <a:pt x="1310669" y="2840"/>
                  <a:pt x="1313448" y="0"/>
                  <a:pt x="1319008" y="0"/>
                </a:cubicBezTo>
                <a:cubicBezTo>
                  <a:pt x="1324624" y="0"/>
                  <a:pt x="1327432" y="2840"/>
                  <a:pt x="1327432" y="8520"/>
                </a:cubicBezTo>
                <a:cubicBezTo>
                  <a:pt x="1327432" y="17494"/>
                  <a:pt x="1327291" y="27761"/>
                  <a:pt x="1327007" y="39320"/>
                </a:cubicBezTo>
                <a:cubicBezTo>
                  <a:pt x="1326723" y="50878"/>
                  <a:pt x="1326581" y="61145"/>
                  <a:pt x="1326581" y="70119"/>
                </a:cubicBezTo>
                <a:close/>
                <a:moveTo>
                  <a:pt x="1392633" y="140919"/>
                </a:moveTo>
                <a:cubicBezTo>
                  <a:pt x="1379812" y="140919"/>
                  <a:pt x="1369430" y="137711"/>
                  <a:pt x="1361488" y="131295"/>
                </a:cubicBezTo>
                <a:cubicBezTo>
                  <a:pt x="1352808" y="124196"/>
                  <a:pt x="1348468" y="114259"/>
                  <a:pt x="1348468" y="101482"/>
                </a:cubicBezTo>
                <a:cubicBezTo>
                  <a:pt x="1348468" y="86720"/>
                  <a:pt x="1352042" y="74342"/>
                  <a:pt x="1359190" y="64348"/>
                </a:cubicBezTo>
                <a:cubicBezTo>
                  <a:pt x="1366962" y="53445"/>
                  <a:pt x="1377344" y="47994"/>
                  <a:pt x="1390335" y="47994"/>
                </a:cubicBezTo>
                <a:cubicBezTo>
                  <a:pt x="1399753" y="47994"/>
                  <a:pt x="1407440" y="49582"/>
                  <a:pt x="1413396" y="52759"/>
                </a:cubicBezTo>
                <a:cubicBezTo>
                  <a:pt x="1420714" y="56674"/>
                  <a:pt x="1424374" y="62687"/>
                  <a:pt x="1424374" y="70800"/>
                </a:cubicBezTo>
                <a:cubicBezTo>
                  <a:pt x="1424374" y="76473"/>
                  <a:pt x="1421168" y="81635"/>
                  <a:pt x="1414758" y="86287"/>
                </a:cubicBezTo>
                <a:cubicBezTo>
                  <a:pt x="1411921" y="88329"/>
                  <a:pt x="1405908" y="91506"/>
                  <a:pt x="1396717" y="95818"/>
                </a:cubicBezTo>
                <a:lnTo>
                  <a:pt x="1364211" y="111220"/>
                </a:lnTo>
                <a:cubicBezTo>
                  <a:pt x="1367388" y="115929"/>
                  <a:pt x="1371345" y="119474"/>
                  <a:pt x="1376082" y="121857"/>
                </a:cubicBezTo>
                <a:cubicBezTo>
                  <a:pt x="1380819" y="124240"/>
                  <a:pt x="1386336" y="125431"/>
                  <a:pt x="1392633" y="125431"/>
                </a:cubicBezTo>
                <a:cubicBezTo>
                  <a:pt x="1396547" y="125431"/>
                  <a:pt x="1401142" y="124694"/>
                  <a:pt x="1406418" y="123219"/>
                </a:cubicBezTo>
                <a:cubicBezTo>
                  <a:pt x="1413113" y="121347"/>
                  <a:pt x="1417424" y="118893"/>
                  <a:pt x="1419353" y="115858"/>
                </a:cubicBezTo>
                <a:cubicBezTo>
                  <a:pt x="1421282" y="112823"/>
                  <a:pt x="1423352" y="111305"/>
                  <a:pt x="1425565" y="111305"/>
                </a:cubicBezTo>
                <a:cubicBezTo>
                  <a:pt x="1427550" y="111305"/>
                  <a:pt x="1429323" y="112060"/>
                  <a:pt x="1430883" y="113568"/>
                </a:cubicBezTo>
                <a:cubicBezTo>
                  <a:pt x="1432443" y="115075"/>
                  <a:pt x="1433224" y="116824"/>
                  <a:pt x="1433224" y="118815"/>
                </a:cubicBezTo>
                <a:cubicBezTo>
                  <a:pt x="1433224" y="125130"/>
                  <a:pt x="1428146" y="130564"/>
                  <a:pt x="1417991" y="135116"/>
                </a:cubicBezTo>
                <a:cubicBezTo>
                  <a:pt x="1409312" y="138984"/>
                  <a:pt x="1400859" y="140919"/>
                  <a:pt x="1392633" y="140919"/>
                </a:cubicBezTo>
                <a:moveTo>
                  <a:pt x="1390335" y="63311"/>
                </a:moveTo>
                <a:cubicBezTo>
                  <a:pt x="1383414" y="63311"/>
                  <a:pt x="1377656" y="65992"/>
                  <a:pt x="1373061" y="71353"/>
                </a:cubicBezTo>
                <a:cubicBezTo>
                  <a:pt x="1368466" y="76714"/>
                  <a:pt x="1365033" y="84784"/>
                  <a:pt x="1362764" y="95563"/>
                </a:cubicBezTo>
                <a:lnTo>
                  <a:pt x="1388889" y="83139"/>
                </a:lnTo>
                <a:cubicBezTo>
                  <a:pt x="1399157" y="78146"/>
                  <a:pt x="1406475" y="73806"/>
                  <a:pt x="1410843" y="70119"/>
                </a:cubicBezTo>
                <a:cubicBezTo>
                  <a:pt x="1405965" y="65580"/>
                  <a:pt x="1399128" y="63311"/>
                  <a:pt x="1390335" y="63311"/>
                </a:cubicBezTo>
                <a:close/>
                <a:moveTo>
                  <a:pt x="1506185" y="71480"/>
                </a:moveTo>
                <a:cubicBezTo>
                  <a:pt x="1503065" y="71480"/>
                  <a:pt x="1500880" y="70438"/>
                  <a:pt x="1499632" y="68353"/>
                </a:cubicBezTo>
                <a:cubicBezTo>
                  <a:pt x="1498781" y="66889"/>
                  <a:pt x="1498044" y="63847"/>
                  <a:pt x="1497420" y="59227"/>
                </a:cubicBezTo>
                <a:cubicBezTo>
                  <a:pt x="1493165" y="60303"/>
                  <a:pt x="1486613" y="62286"/>
                  <a:pt x="1477763" y="65175"/>
                </a:cubicBezTo>
                <a:cubicBezTo>
                  <a:pt x="1468629" y="68803"/>
                  <a:pt x="1464034" y="73279"/>
                  <a:pt x="1463977" y="78605"/>
                </a:cubicBezTo>
                <a:cubicBezTo>
                  <a:pt x="1465679" y="79229"/>
                  <a:pt x="1467353" y="79682"/>
                  <a:pt x="1468998" y="79966"/>
                </a:cubicBezTo>
                <a:cubicBezTo>
                  <a:pt x="1482046" y="82289"/>
                  <a:pt x="1491747" y="85490"/>
                  <a:pt x="1498101" y="89571"/>
                </a:cubicBezTo>
                <a:cubicBezTo>
                  <a:pt x="1507348" y="95523"/>
                  <a:pt x="1511971" y="104138"/>
                  <a:pt x="1511971" y="115416"/>
                </a:cubicBezTo>
                <a:cubicBezTo>
                  <a:pt x="1511971" y="124655"/>
                  <a:pt x="1507972" y="131625"/>
                  <a:pt x="1499973" y="136329"/>
                </a:cubicBezTo>
                <a:cubicBezTo>
                  <a:pt x="1493335" y="140183"/>
                  <a:pt x="1484939" y="142110"/>
                  <a:pt x="1474784" y="142110"/>
                </a:cubicBezTo>
                <a:cubicBezTo>
                  <a:pt x="1467353" y="142110"/>
                  <a:pt x="1460261" y="140862"/>
                  <a:pt x="1453510" y="138366"/>
                </a:cubicBezTo>
                <a:cubicBezTo>
                  <a:pt x="1444774" y="135189"/>
                  <a:pt x="1440406" y="130764"/>
                  <a:pt x="1440406" y="125091"/>
                </a:cubicBezTo>
                <a:cubicBezTo>
                  <a:pt x="1440406" y="122822"/>
                  <a:pt x="1441299" y="120836"/>
                  <a:pt x="1443086" y="119134"/>
                </a:cubicBezTo>
                <a:cubicBezTo>
                  <a:pt x="1444873" y="117432"/>
                  <a:pt x="1446901" y="116581"/>
                  <a:pt x="1449171" y="116581"/>
                </a:cubicBezTo>
                <a:cubicBezTo>
                  <a:pt x="1450929" y="116581"/>
                  <a:pt x="1453198" y="117943"/>
                  <a:pt x="1455978" y="120666"/>
                </a:cubicBezTo>
                <a:cubicBezTo>
                  <a:pt x="1457340" y="121971"/>
                  <a:pt x="1460403" y="123048"/>
                  <a:pt x="1465169" y="123899"/>
                </a:cubicBezTo>
                <a:cubicBezTo>
                  <a:pt x="1468970" y="124580"/>
                  <a:pt x="1472175" y="124921"/>
                  <a:pt x="1474784" y="124921"/>
                </a:cubicBezTo>
                <a:cubicBezTo>
                  <a:pt x="1479550" y="124921"/>
                  <a:pt x="1483748" y="124354"/>
                  <a:pt x="1487379" y="123221"/>
                </a:cubicBezTo>
                <a:cubicBezTo>
                  <a:pt x="1492655" y="121578"/>
                  <a:pt x="1495292" y="118972"/>
                  <a:pt x="1495292" y="115403"/>
                </a:cubicBezTo>
                <a:cubicBezTo>
                  <a:pt x="1495292" y="107697"/>
                  <a:pt x="1489903" y="102484"/>
                  <a:pt x="1479124" y="99764"/>
                </a:cubicBezTo>
                <a:lnTo>
                  <a:pt x="1470274" y="97807"/>
                </a:lnTo>
                <a:cubicBezTo>
                  <a:pt x="1462729" y="96160"/>
                  <a:pt x="1457368" y="94229"/>
                  <a:pt x="1454191" y="92015"/>
                </a:cubicBezTo>
                <a:cubicBezTo>
                  <a:pt x="1449596" y="88836"/>
                  <a:pt x="1447298" y="84041"/>
                  <a:pt x="1447298" y="77629"/>
                </a:cubicBezTo>
                <a:cubicBezTo>
                  <a:pt x="1447298" y="65765"/>
                  <a:pt x="1452886" y="57307"/>
                  <a:pt x="1464062" y="52254"/>
                </a:cubicBezTo>
                <a:cubicBezTo>
                  <a:pt x="1467466" y="50722"/>
                  <a:pt x="1472912" y="48893"/>
                  <a:pt x="1480401" y="46765"/>
                </a:cubicBezTo>
                <a:cubicBezTo>
                  <a:pt x="1487889" y="44636"/>
                  <a:pt x="1493250" y="42833"/>
                  <a:pt x="1496484" y="41357"/>
                </a:cubicBezTo>
                <a:cubicBezTo>
                  <a:pt x="1498810" y="40335"/>
                  <a:pt x="1501334" y="39825"/>
                  <a:pt x="1504057" y="39825"/>
                </a:cubicBezTo>
                <a:cubicBezTo>
                  <a:pt x="1506497" y="39825"/>
                  <a:pt x="1508497" y="40619"/>
                  <a:pt x="1510057" y="42208"/>
                </a:cubicBezTo>
                <a:cubicBezTo>
                  <a:pt x="1511617" y="43796"/>
                  <a:pt x="1512397" y="45867"/>
                  <a:pt x="1512397" y="48419"/>
                </a:cubicBezTo>
                <a:cubicBezTo>
                  <a:pt x="1512397" y="50065"/>
                  <a:pt x="1512751" y="52476"/>
                  <a:pt x="1513460" y="55653"/>
                </a:cubicBezTo>
                <a:cubicBezTo>
                  <a:pt x="1514170" y="58830"/>
                  <a:pt x="1514524" y="61241"/>
                  <a:pt x="1514524" y="62886"/>
                </a:cubicBezTo>
                <a:cubicBezTo>
                  <a:pt x="1514524" y="65439"/>
                  <a:pt x="1513744" y="67509"/>
                  <a:pt x="1512184" y="69098"/>
                </a:cubicBezTo>
                <a:cubicBezTo>
                  <a:pt x="1510624" y="70686"/>
                  <a:pt x="1508624" y="71480"/>
                  <a:pt x="1506185" y="714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F4A2C-7352-42CF-BFF6-EFFB532E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472" y="1582328"/>
            <a:ext cx="878617" cy="104566"/>
          </a:xfrm>
          <a:custGeom xmlns:a="http://schemas.openxmlformats.org/drawingml/2006/main">
            <a:pathLst>
              <a:path w="878617" h="104566">
                <a:moveTo>
                  <a:pt x="278842" y="69709"/>
                </a:moveTo>
                <a:lnTo>
                  <a:pt x="278842" y="34853"/>
                </a:lnTo>
                <a:lnTo>
                  <a:pt x="0" y="34853"/>
                </a:lnTo>
                <a:lnTo>
                  <a:pt x="0" y="69709"/>
                </a:lnTo>
                <a:lnTo>
                  <a:pt x="278842" y="69709"/>
                </a:lnTo>
                <a:close/>
                <a:moveTo>
                  <a:pt x="418263" y="69709"/>
                </a:moveTo>
                <a:lnTo>
                  <a:pt x="418263" y="34853"/>
                </a:lnTo>
                <a:lnTo>
                  <a:pt x="383408" y="34853"/>
                </a:lnTo>
                <a:lnTo>
                  <a:pt x="383408" y="69709"/>
                </a:lnTo>
                <a:lnTo>
                  <a:pt x="418263" y="69709"/>
                </a:lnTo>
                <a:close/>
                <a:moveTo>
                  <a:pt x="522829" y="69709"/>
                </a:moveTo>
                <a:lnTo>
                  <a:pt x="774051" y="69710"/>
                </a:lnTo>
                <a:lnTo>
                  <a:pt x="774051" y="104566"/>
                </a:lnTo>
                <a:lnTo>
                  <a:pt x="878617" y="52283"/>
                </a:lnTo>
                <a:lnTo>
                  <a:pt x="774051" y="0"/>
                </a:lnTo>
                <a:lnTo>
                  <a:pt x="774051" y="34855"/>
                </a:lnTo>
                <a:lnTo>
                  <a:pt x="522829" y="34853"/>
                </a:lnTo>
                <a:lnTo>
                  <a:pt x="522829" y="69709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1B25F-7FA0-4B8B-BDED-369BF7AA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850" y="315062"/>
            <a:ext cx="4062976" cy="2367173"/>
          </a:xfrm>
          <a:custGeom xmlns:a="http://schemas.openxmlformats.org/drawingml/2006/main">
            <a:pathLst>
              <a:path w="4062976" h="2367173">
                <a:moveTo>
                  <a:pt x="0" y="394535"/>
                </a:moveTo>
                <a:cubicBezTo>
                  <a:pt x="0" y="176639"/>
                  <a:pt x="176639" y="0"/>
                  <a:pt x="394537" y="0"/>
                </a:cubicBezTo>
                <a:lnTo>
                  <a:pt x="3668441" y="0"/>
                </a:lnTo>
                <a:cubicBezTo>
                  <a:pt x="3886337" y="0"/>
                  <a:pt x="4062976" y="176639"/>
                  <a:pt x="4062976" y="394535"/>
                </a:cubicBezTo>
                <a:lnTo>
                  <a:pt x="4062976" y="1972636"/>
                </a:lnTo>
                <a:cubicBezTo>
                  <a:pt x="4062976" y="2190533"/>
                  <a:pt x="3886337" y="2367173"/>
                  <a:pt x="3668441" y="2367173"/>
                </a:cubicBezTo>
                <a:lnTo>
                  <a:pt x="394537" y="2367173"/>
                </a:lnTo>
                <a:cubicBezTo>
                  <a:pt x="176639" y="2367173"/>
                  <a:pt x="0" y="2190533"/>
                  <a:pt x="0" y="1972636"/>
                </a:cubicBezTo>
                <a:lnTo>
                  <a:pt x="0" y="394535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cef0194f64a39"/>
          <a:stretch xmlns:a="http://schemas.openxmlformats.org/drawingml/2006/main"/>
        </p:blipFill>
        <p:spPr>
          <a:xfrm xmlns:a="http://schemas.openxmlformats.org/drawingml/2006/main">
            <a:off x="4731637" y="952034"/>
            <a:ext cx="558287" cy="590999"/>
          </a:xfrm>
          <a:prstGeom xmlns:a="http://schemas.openxmlformats.org/drawingml/2006/main" prst="rect">
            <a:avLst/>
          </a:prstGeom>
        </p:spPr>
      </p:pic>
      <p:sp>
        <p:nvSpPr>
          <p:cNvPr id="20" name="Text Generator">
            <a:extLst xmlns:a="http://schemas.openxmlformats.org/drawingml/2006/main">
              <a:ext uri="{FF2B5EF4-FFF2-40B4-BE49-F238E27FC236}">
                <a16:creationId xmlns:a16="http://schemas.microsoft.com/office/drawing/2014/main" id="{B8A3CDF8-E4C9-4278-8EBB-1E922CBF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10" y="1743026"/>
            <a:ext cx="818692" cy="139897"/>
          </a:xfrm>
          <a:custGeom xmlns:a="http://schemas.openxmlformats.org/drawingml/2006/main">
            <a:pathLst>
              <a:path w="818692" h="139897">
                <a:moveTo>
                  <a:pt x="103902" y="82306"/>
                </a:moveTo>
                <a:cubicBezTo>
                  <a:pt x="100385" y="99742"/>
                  <a:pt x="92996" y="113671"/>
                  <a:pt x="81734" y="124094"/>
                </a:cubicBezTo>
                <a:cubicBezTo>
                  <a:pt x="70473" y="134516"/>
                  <a:pt x="57184" y="139727"/>
                  <a:pt x="41867" y="139727"/>
                </a:cubicBezTo>
                <a:cubicBezTo>
                  <a:pt x="27911" y="139727"/>
                  <a:pt x="17445" y="135823"/>
                  <a:pt x="10467" y="128013"/>
                </a:cubicBezTo>
                <a:cubicBezTo>
                  <a:pt x="3489" y="120202"/>
                  <a:pt x="0" y="108487"/>
                  <a:pt x="0" y="92869"/>
                </a:cubicBezTo>
                <a:cubicBezTo>
                  <a:pt x="0" y="78156"/>
                  <a:pt x="3475" y="63005"/>
                  <a:pt x="10424" y="47414"/>
                </a:cubicBezTo>
                <a:cubicBezTo>
                  <a:pt x="17374" y="31822"/>
                  <a:pt x="26295" y="19226"/>
                  <a:pt x="37187" y="9626"/>
                </a:cubicBezTo>
                <a:cubicBezTo>
                  <a:pt x="44448" y="3209"/>
                  <a:pt x="52135" y="0"/>
                  <a:pt x="60248" y="0"/>
                </a:cubicBezTo>
                <a:cubicBezTo>
                  <a:pt x="65410" y="0"/>
                  <a:pt x="72218" y="1702"/>
                  <a:pt x="80671" y="5106"/>
                </a:cubicBezTo>
                <a:cubicBezTo>
                  <a:pt x="90996" y="9190"/>
                  <a:pt x="96158" y="13700"/>
                  <a:pt x="96158" y="18636"/>
                </a:cubicBezTo>
                <a:cubicBezTo>
                  <a:pt x="96158" y="20962"/>
                  <a:pt x="95307" y="23033"/>
                  <a:pt x="93605" y="24848"/>
                </a:cubicBezTo>
                <a:cubicBezTo>
                  <a:pt x="91903" y="26663"/>
                  <a:pt x="89861" y="27571"/>
                  <a:pt x="87478" y="27571"/>
                </a:cubicBezTo>
                <a:cubicBezTo>
                  <a:pt x="86230" y="27571"/>
                  <a:pt x="84472" y="26862"/>
                  <a:pt x="82203" y="25444"/>
                </a:cubicBezTo>
                <a:cubicBezTo>
                  <a:pt x="73523" y="20168"/>
                  <a:pt x="66205" y="17530"/>
                  <a:pt x="60248" y="17530"/>
                </a:cubicBezTo>
                <a:cubicBezTo>
                  <a:pt x="55993" y="17530"/>
                  <a:pt x="51540" y="19744"/>
                  <a:pt x="46888" y="24173"/>
                </a:cubicBezTo>
                <a:cubicBezTo>
                  <a:pt x="44562" y="26387"/>
                  <a:pt x="41215" y="30418"/>
                  <a:pt x="36846" y="36267"/>
                </a:cubicBezTo>
                <a:cubicBezTo>
                  <a:pt x="23742" y="53640"/>
                  <a:pt x="17189" y="72490"/>
                  <a:pt x="17189" y="92816"/>
                </a:cubicBezTo>
                <a:cubicBezTo>
                  <a:pt x="17189" y="103490"/>
                  <a:pt x="18835" y="110956"/>
                  <a:pt x="22125" y="115214"/>
                </a:cubicBezTo>
                <a:cubicBezTo>
                  <a:pt x="25699" y="119870"/>
                  <a:pt x="32280" y="122198"/>
                  <a:pt x="41867" y="122198"/>
                </a:cubicBezTo>
                <a:cubicBezTo>
                  <a:pt x="52022" y="122198"/>
                  <a:pt x="60843" y="118992"/>
                  <a:pt x="68332" y="112582"/>
                </a:cubicBezTo>
                <a:cubicBezTo>
                  <a:pt x="76217" y="105774"/>
                  <a:pt x="81720" y="96045"/>
                  <a:pt x="84840" y="83394"/>
                </a:cubicBezTo>
                <a:cubicBezTo>
                  <a:pt x="69126" y="84188"/>
                  <a:pt x="55653" y="87223"/>
                  <a:pt x="44420" y="92499"/>
                </a:cubicBezTo>
                <a:cubicBezTo>
                  <a:pt x="43115" y="93123"/>
                  <a:pt x="41839" y="93435"/>
                  <a:pt x="40591" y="93435"/>
                </a:cubicBezTo>
                <a:cubicBezTo>
                  <a:pt x="38095" y="93435"/>
                  <a:pt x="36024" y="92471"/>
                  <a:pt x="34379" y="90542"/>
                </a:cubicBezTo>
                <a:cubicBezTo>
                  <a:pt x="32847" y="88783"/>
                  <a:pt x="32081" y="86741"/>
                  <a:pt x="32081" y="84415"/>
                </a:cubicBezTo>
                <a:cubicBezTo>
                  <a:pt x="32081" y="81295"/>
                  <a:pt x="33584" y="78799"/>
                  <a:pt x="36591" y="76927"/>
                </a:cubicBezTo>
                <a:cubicBezTo>
                  <a:pt x="48845" y="69438"/>
                  <a:pt x="69977" y="65694"/>
                  <a:pt x="99988" y="65694"/>
                </a:cubicBezTo>
                <a:cubicBezTo>
                  <a:pt x="102427" y="65694"/>
                  <a:pt x="104469" y="66517"/>
                  <a:pt x="106114" y="68164"/>
                </a:cubicBezTo>
                <a:cubicBezTo>
                  <a:pt x="107760" y="69811"/>
                  <a:pt x="108582" y="71885"/>
                  <a:pt x="108582" y="74384"/>
                </a:cubicBezTo>
                <a:cubicBezTo>
                  <a:pt x="108582" y="78075"/>
                  <a:pt x="107022" y="80716"/>
                  <a:pt x="103902" y="82306"/>
                </a:cubicBezTo>
                <a:close/>
                <a:moveTo>
                  <a:pt x="162482" y="137685"/>
                </a:moveTo>
                <a:cubicBezTo>
                  <a:pt x="149661" y="137685"/>
                  <a:pt x="139279" y="134477"/>
                  <a:pt x="131337" y="128061"/>
                </a:cubicBezTo>
                <a:cubicBezTo>
                  <a:pt x="122657" y="120963"/>
                  <a:pt x="118317" y="111025"/>
                  <a:pt x="118317" y="98248"/>
                </a:cubicBezTo>
                <a:cubicBezTo>
                  <a:pt x="118317" y="83486"/>
                  <a:pt x="121891" y="71108"/>
                  <a:pt x="129039" y="61115"/>
                </a:cubicBezTo>
                <a:cubicBezTo>
                  <a:pt x="136811" y="50212"/>
                  <a:pt x="147193" y="44760"/>
                  <a:pt x="160184" y="44760"/>
                </a:cubicBezTo>
                <a:cubicBezTo>
                  <a:pt x="169602" y="44760"/>
                  <a:pt x="177289" y="46349"/>
                  <a:pt x="183245" y="49526"/>
                </a:cubicBezTo>
                <a:cubicBezTo>
                  <a:pt x="190564" y="53440"/>
                  <a:pt x="194223" y="59454"/>
                  <a:pt x="194223" y="67566"/>
                </a:cubicBezTo>
                <a:cubicBezTo>
                  <a:pt x="194223" y="73239"/>
                  <a:pt x="191017" y="78402"/>
                  <a:pt x="184607" y="83053"/>
                </a:cubicBezTo>
                <a:cubicBezTo>
                  <a:pt x="181770" y="85096"/>
                  <a:pt x="175757" y="88273"/>
                  <a:pt x="166566" y="92584"/>
                </a:cubicBezTo>
                <a:lnTo>
                  <a:pt x="134060" y="107987"/>
                </a:lnTo>
                <a:cubicBezTo>
                  <a:pt x="137237" y="112695"/>
                  <a:pt x="141194" y="116241"/>
                  <a:pt x="145931" y="118624"/>
                </a:cubicBezTo>
                <a:cubicBezTo>
                  <a:pt x="150668" y="121006"/>
                  <a:pt x="156185" y="122198"/>
                  <a:pt x="162482" y="122198"/>
                </a:cubicBezTo>
                <a:cubicBezTo>
                  <a:pt x="166396" y="122198"/>
                  <a:pt x="170991" y="121460"/>
                  <a:pt x="176267" y="119985"/>
                </a:cubicBezTo>
                <a:cubicBezTo>
                  <a:pt x="182962" y="118113"/>
                  <a:pt x="187273" y="115659"/>
                  <a:pt x="189202" y="112624"/>
                </a:cubicBezTo>
                <a:cubicBezTo>
                  <a:pt x="191131" y="109589"/>
                  <a:pt x="193201" y="108072"/>
                  <a:pt x="195414" y="108072"/>
                </a:cubicBezTo>
                <a:cubicBezTo>
                  <a:pt x="197400" y="108072"/>
                  <a:pt x="199172" y="108826"/>
                  <a:pt x="200732" y="110335"/>
                </a:cubicBezTo>
                <a:cubicBezTo>
                  <a:pt x="202293" y="111842"/>
                  <a:pt x="203073" y="113590"/>
                  <a:pt x="203073" y="115581"/>
                </a:cubicBezTo>
                <a:cubicBezTo>
                  <a:pt x="203073" y="121896"/>
                  <a:pt x="197995" y="127330"/>
                  <a:pt x="187840" y="131882"/>
                </a:cubicBezTo>
                <a:cubicBezTo>
                  <a:pt x="179161" y="135751"/>
                  <a:pt x="170708" y="137685"/>
                  <a:pt x="162482" y="137685"/>
                </a:cubicBezTo>
                <a:moveTo>
                  <a:pt x="160184" y="60078"/>
                </a:moveTo>
                <a:cubicBezTo>
                  <a:pt x="153263" y="60078"/>
                  <a:pt x="147505" y="62758"/>
                  <a:pt x="142910" y="68119"/>
                </a:cubicBezTo>
                <a:cubicBezTo>
                  <a:pt x="138315" y="73480"/>
                  <a:pt x="134882" y="81550"/>
                  <a:pt x="132613" y="92329"/>
                </a:cubicBezTo>
                <a:lnTo>
                  <a:pt x="158738" y="79905"/>
                </a:lnTo>
                <a:cubicBezTo>
                  <a:pt x="169006" y="74913"/>
                  <a:pt x="176324" y="70573"/>
                  <a:pt x="180692" y="66885"/>
                </a:cubicBezTo>
                <a:cubicBezTo>
                  <a:pt x="175814" y="62347"/>
                  <a:pt x="168978" y="60078"/>
                  <a:pt x="160184" y="60078"/>
                </a:cubicBezTo>
                <a:close/>
                <a:moveTo>
                  <a:pt x="283863" y="139897"/>
                </a:moveTo>
                <a:cubicBezTo>
                  <a:pt x="278984" y="139897"/>
                  <a:pt x="276232" y="137226"/>
                  <a:pt x="275608" y="131882"/>
                </a:cubicBezTo>
                <a:lnTo>
                  <a:pt x="273226" y="113207"/>
                </a:lnTo>
                <a:cubicBezTo>
                  <a:pt x="272431" y="106555"/>
                  <a:pt x="272034" y="100330"/>
                  <a:pt x="272034" y="94531"/>
                </a:cubicBezTo>
                <a:cubicBezTo>
                  <a:pt x="272034" y="92939"/>
                  <a:pt x="272134" y="90239"/>
                  <a:pt x="272332" y="86431"/>
                </a:cubicBezTo>
                <a:cubicBezTo>
                  <a:pt x="272531" y="82621"/>
                  <a:pt x="272630" y="79920"/>
                  <a:pt x="272630" y="78328"/>
                </a:cubicBezTo>
                <a:cubicBezTo>
                  <a:pt x="272630" y="66048"/>
                  <a:pt x="270361" y="59907"/>
                  <a:pt x="265822" y="59907"/>
                </a:cubicBezTo>
                <a:cubicBezTo>
                  <a:pt x="259468" y="59907"/>
                  <a:pt x="253398" y="63684"/>
                  <a:pt x="247612" y="71238"/>
                </a:cubicBezTo>
                <a:cubicBezTo>
                  <a:pt x="242393" y="78110"/>
                  <a:pt x="238308" y="86799"/>
                  <a:pt x="235358" y="97304"/>
                </a:cubicBezTo>
                <a:cubicBezTo>
                  <a:pt x="235245" y="99520"/>
                  <a:pt x="234989" y="102304"/>
                  <a:pt x="234592" y="105654"/>
                </a:cubicBezTo>
                <a:cubicBezTo>
                  <a:pt x="234252" y="108494"/>
                  <a:pt x="234082" y="111249"/>
                  <a:pt x="234082" y="113917"/>
                </a:cubicBezTo>
                <a:cubicBezTo>
                  <a:pt x="234082" y="115620"/>
                  <a:pt x="234252" y="118176"/>
                  <a:pt x="234592" y="121583"/>
                </a:cubicBezTo>
                <a:cubicBezTo>
                  <a:pt x="234933" y="124991"/>
                  <a:pt x="235103" y="127546"/>
                  <a:pt x="235103" y="129250"/>
                </a:cubicBezTo>
                <a:cubicBezTo>
                  <a:pt x="235103" y="131806"/>
                  <a:pt x="234323" y="133880"/>
                  <a:pt x="232763" y="135470"/>
                </a:cubicBezTo>
                <a:cubicBezTo>
                  <a:pt x="231203" y="137060"/>
                  <a:pt x="229203" y="137855"/>
                  <a:pt x="226763" y="137855"/>
                </a:cubicBezTo>
                <a:cubicBezTo>
                  <a:pt x="224267" y="137855"/>
                  <a:pt x="222253" y="137059"/>
                  <a:pt x="220722" y="135467"/>
                </a:cubicBezTo>
                <a:cubicBezTo>
                  <a:pt x="219190" y="133877"/>
                  <a:pt x="218424" y="131803"/>
                  <a:pt x="218424" y="129245"/>
                </a:cubicBezTo>
                <a:cubicBezTo>
                  <a:pt x="218424" y="127541"/>
                  <a:pt x="218240" y="124984"/>
                  <a:pt x="217871" y="121575"/>
                </a:cubicBezTo>
                <a:cubicBezTo>
                  <a:pt x="217502" y="118164"/>
                  <a:pt x="217318" y="115606"/>
                  <a:pt x="217318" y="113901"/>
                </a:cubicBezTo>
                <a:cubicBezTo>
                  <a:pt x="217318" y="108047"/>
                  <a:pt x="217729" y="99934"/>
                  <a:pt x="218552" y="89563"/>
                </a:cubicBezTo>
                <a:cubicBezTo>
                  <a:pt x="219374" y="79192"/>
                  <a:pt x="219785" y="71080"/>
                  <a:pt x="219785" y="65226"/>
                </a:cubicBezTo>
                <a:cubicBezTo>
                  <a:pt x="219785" y="63407"/>
                  <a:pt x="219686" y="60708"/>
                  <a:pt x="219488" y="57129"/>
                </a:cubicBezTo>
                <a:cubicBezTo>
                  <a:pt x="219289" y="53547"/>
                  <a:pt x="219190" y="50848"/>
                  <a:pt x="219190" y="49031"/>
                </a:cubicBezTo>
                <a:cubicBezTo>
                  <a:pt x="219190" y="46586"/>
                  <a:pt x="219998" y="44583"/>
                  <a:pt x="221615" y="43021"/>
                </a:cubicBezTo>
                <a:cubicBezTo>
                  <a:pt x="223232" y="41458"/>
                  <a:pt x="225232" y="40676"/>
                  <a:pt x="227614" y="40676"/>
                </a:cubicBezTo>
                <a:cubicBezTo>
                  <a:pt x="232834" y="40676"/>
                  <a:pt x="235698" y="44378"/>
                  <a:pt x="236209" y="51783"/>
                </a:cubicBezTo>
                <a:lnTo>
                  <a:pt x="236464" y="61780"/>
                </a:lnTo>
                <a:cubicBezTo>
                  <a:pt x="245995" y="49072"/>
                  <a:pt x="255781" y="42718"/>
                  <a:pt x="265822" y="42718"/>
                </a:cubicBezTo>
                <a:cubicBezTo>
                  <a:pt x="274899" y="42718"/>
                  <a:pt x="281225" y="46725"/>
                  <a:pt x="284799" y="54738"/>
                </a:cubicBezTo>
                <a:cubicBezTo>
                  <a:pt x="287238" y="60079"/>
                  <a:pt x="288571" y="67979"/>
                  <a:pt x="288798" y="78437"/>
                </a:cubicBezTo>
                <a:lnTo>
                  <a:pt x="288798" y="87045"/>
                </a:lnTo>
                <a:lnTo>
                  <a:pt x="288713" y="94972"/>
                </a:lnTo>
                <a:cubicBezTo>
                  <a:pt x="288713" y="99690"/>
                  <a:pt x="289323" y="105786"/>
                  <a:pt x="290543" y="113260"/>
                </a:cubicBezTo>
                <a:cubicBezTo>
                  <a:pt x="291762" y="120732"/>
                  <a:pt x="292372" y="126798"/>
                  <a:pt x="292372" y="131457"/>
                </a:cubicBezTo>
                <a:cubicBezTo>
                  <a:pt x="292372" y="133958"/>
                  <a:pt x="291564" y="135990"/>
                  <a:pt x="289947" y="137552"/>
                </a:cubicBezTo>
                <a:cubicBezTo>
                  <a:pt x="288330" y="139116"/>
                  <a:pt x="286302" y="139897"/>
                  <a:pt x="283863" y="139897"/>
                </a:cubicBezTo>
                <a:close/>
                <a:moveTo>
                  <a:pt x="349829" y="137685"/>
                </a:moveTo>
                <a:cubicBezTo>
                  <a:pt x="337008" y="137685"/>
                  <a:pt x="326626" y="134477"/>
                  <a:pt x="318684" y="128061"/>
                </a:cubicBezTo>
                <a:cubicBezTo>
                  <a:pt x="310004" y="120963"/>
                  <a:pt x="305664" y="111025"/>
                  <a:pt x="305664" y="98248"/>
                </a:cubicBezTo>
                <a:cubicBezTo>
                  <a:pt x="305664" y="83486"/>
                  <a:pt x="309238" y="71108"/>
                  <a:pt x="316386" y="61115"/>
                </a:cubicBezTo>
                <a:cubicBezTo>
                  <a:pt x="324158" y="50212"/>
                  <a:pt x="334540" y="44760"/>
                  <a:pt x="347531" y="44760"/>
                </a:cubicBezTo>
                <a:cubicBezTo>
                  <a:pt x="356949" y="44760"/>
                  <a:pt x="364636" y="46349"/>
                  <a:pt x="370592" y="49526"/>
                </a:cubicBezTo>
                <a:cubicBezTo>
                  <a:pt x="377911" y="53440"/>
                  <a:pt x="381570" y="59454"/>
                  <a:pt x="381570" y="67566"/>
                </a:cubicBezTo>
                <a:cubicBezTo>
                  <a:pt x="381570" y="73239"/>
                  <a:pt x="378364" y="78402"/>
                  <a:pt x="371954" y="83053"/>
                </a:cubicBezTo>
                <a:cubicBezTo>
                  <a:pt x="369117" y="85096"/>
                  <a:pt x="363104" y="88273"/>
                  <a:pt x="353914" y="92584"/>
                </a:cubicBezTo>
                <a:lnTo>
                  <a:pt x="321407" y="107987"/>
                </a:lnTo>
                <a:cubicBezTo>
                  <a:pt x="324584" y="112695"/>
                  <a:pt x="328541" y="116241"/>
                  <a:pt x="333278" y="118624"/>
                </a:cubicBezTo>
                <a:cubicBezTo>
                  <a:pt x="338015" y="121006"/>
                  <a:pt x="343532" y="122198"/>
                  <a:pt x="349829" y="122198"/>
                </a:cubicBezTo>
                <a:cubicBezTo>
                  <a:pt x="353743" y="122198"/>
                  <a:pt x="358339" y="121460"/>
                  <a:pt x="363615" y="119985"/>
                </a:cubicBezTo>
                <a:cubicBezTo>
                  <a:pt x="370309" y="118113"/>
                  <a:pt x="374620" y="115659"/>
                  <a:pt x="376549" y="112624"/>
                </a:cubicBezTo>
                <a:cubicBezTo>
                  <a:pt x="378478" y="109589"/>
                  <a:pt x="380549" y="108072"/>
                  <a:pt x="382761" y="108072"/>
                </a:cubicBezTo>
                <a:cubicBezTo>
                  <a:pt x="384747" y="108072"/>
                  <a:pt x="386519" y="108826"/>
                  <a:pt x="388080" y="110335"/>
                </a:cubicBezTo>
                <a:cubicBezTo>
                  <a:pt x="389640" y="111842"/>
                  <a:pt x="390420" y="113590"/>
                  <a:pt x="390420" y="115581"/>
                </a:cubicBezTo>
                <a:cubicBezTo>
                  <a:pt x="390420" y="121896"/>
                  <a:pt x="385342" y="127330"/>
                  <a:pt x="375188" y="131882"/>
                </a:cubicBezTo>
                <a:cubicBezTo>
                  <a:pt x="366508" y="135751"/>
                  <a:pt x="358055" y="137685"/>
                  <a:pt x="349829" y="137685"/>
                </a:cubicBezTo>
                <a:moveTo>
                  <a:pt x="347531" y="60078"/>
                </a:moveTo>
                <a:cubicBezTo>
                  <a:pt x="340610" y="60078"/>
                  <a:pt x="334852" y="62758"/>
                  <a:pt x="330257" y="68119"/>
                </a:cubicBezTo>
                <a:cubicBezTo>
                  <a:pt x="325662" y="73480"/>
                  <a:pt x="322230" y="81550"/>
                  <a:pt x="319960" y="92329"/>
                </a:cubicBezTo>
                <a:lnTo>
                  <a:pt x="346085" y="79905"/>
                </a:lnTo>
                <a:cubicBezTo>
                  <a:pt x="356353" y="74913"/>
                  <a:pt x="363671" y="70573"/>
                  <a:pt x="368040" y="66885"/>
                </a:cubicBezTo>
                <a:cubicBezTo>
                  <a:pt x="363161" y="62347"/>
                  <a:pt x="356325" y="60078"/>
                  <a:pt x="347531" y="60078"/>
                </a:cubicBezTo>
                <a:close/>
                <a:moveTo>
                  <a:pt x="472146" y="70715"/>
                </a:moveTo>
                <a:cubicBezTo>
                  <a:pt x="471749" y="77806"/>
                  <a:pt x="468912" y="81352"/>
                  <a:pt x="463636" y="81352"/>
                </a:cubicBezTo>
                <a:cubicBezTo>
                  <a:pt x="458757" y="81352"/>
                  <a:pt x="456318" y="78555"/>
                  <a:pt x="456318" y="72962"/>
                </a:cubicBezTo>
                <a:cubicBezTo>
                  <a:pt x="456318" y="71887"/>
                  <a:pt x="456233" y="69909"/>
                  <a:pt x="456063" y="67026"/>
                </a:cubicBezTo>
                <a:lnTo>
                  <a:pt x="455807" y="59907"/>
                </a:lnTo>
                <a:cubicBezTo>
                  <a:pt x="446844" y="60987"/>
                  <a:pt x="439668" y="63517"/>
                  <a:pt x="434278" y="67497"/>
                </a:cubicBezTo>
                <a:cubicBezTo>
                  <a:pt x="429229" y="71193"/>
                  <a:pt x="425031" y="76765"/>
                  <a:pt x="421684" y="84213"/>
                </a:cubicBezTo>
                <a:lnTo>
                  <a:pt x="421854" y="130944"/>
                </a:lnTo>
                <a:cubicBezTo>
                  <a:pt x="421854" y="136686"/>
                  <a:pt x="419046" y="139557"/>
                  <a:pt x="413430" y="139557"/>
                </a:cubicBezTo>
                <a:cubicBezTo>
                  <a:pt x="408437" y="139557"/>
                  <a:pt x="405941" y="136687"/>
                  <a:pt x="405941" y="130946"/>
                </a:cubicBezTo>
                <a:lnTo>
                  <a:pt x="405941" y="71100"/>
                </a:lnTo>
                <a:cubicBezTo>
                  <a:pt x="405941" y="69225"/>
                  <a:pt x="406012" y="66412"/>
                  <a:pt x="406154" y="62662"/>
                </a:cubicBezTo>
                <a:cubicBezTo>
                  <a:pt x="406296" y="58911"/>
                  <a:pt x="406367" y="56098"/>
                  <a:pt x="406367" y="54222"/>
                </a:cubicBezTo>
                <a:cubicBezTo>
                  <a:pt x="406367" y="48482"/>
                  <a:pt x="408863" y="45611"/>
                  <a:pt x="413855" y="45611"/>
                </a:cubicBezTo>
                <a:cubicBezTo>
                  <a:pt x="419415" y="45611"/>
                  <a:pt x="422223" y="50320"/>
                  <a:pt x="422280" y="59737"/>
                </a:cubicBezTo>
                <a:cubicBezTo>
                  <a:pt x="433172" y="49185"/>
                  <a:pt x="445256" y="43909"/>
                  <a:pt x="458530" y="43909"/>
                </a:cubicBezTo>
                <a:cubicBezTo>
                  <a:pt x="463126" y="43909"/>
                  <a:pt x="466558" y="45640"/>
                  <a:pt x="468827" y="49100"/>
                </a:cubicBezTo>
                <a:cubicBezTo>
                  <a:pt x="471096" y="52561"/>
                  <a:pt x="472231" y="57780"/>
                  <a:pt x="472231" y="64758"/>
                </a:cubicBezTo>
                <a:cubicBezTo>
                  <a:pt x="472231" y="67708"/>
                  <a:pt x="472203" y="69693"/>
                  <a:pt x="472146" y="70715"/>
                </a:cubicBezTo>
                <a:close/>
                <a:moveTo>
                  <a:pt x="555182" y="139387"/>
                </a:moveTo>
                <a:cubicBezTo>
                  <a:pt x="554104" y="139387"/>
                  <a:pt x="552147" y="138128"/>
                  <a:pt x="549310" y="135611"/>
                </a:cubicBezTo>
                <a:cubicBezTo>
                  <a:pt x="546758" y="133265"/>
                  <a:pt x="544857" y="131177"/>
                  <a:pt x="543609" y="129346"/>
                </a:cubicBezTo>
                <a:cubicBezTo>
                  <a:pt x="538163" y="132324"/>
                  <a:pt x="533369" y="134572"/>
                  <a:pt x="529228" y="136089"/>
                </a:cubicBezTo>
                <a:cubicBezTo>
                  <a:pt x="525086" y="137607"/>
                  <a:pt x="521626" y="138366"/>
                  <a:pt x="518846" y="138366"/>
                </a:cubicBezTo>
                <a:cubicBezTo>
                  <a:pt x="505571" y="138366"/>
                  <a:pt x="495899" y="134622"/>
                  <a:pt x="489828" y="127133"/>
                </a:cubicBezTo>
                <a:cubicBezTo>
                  <a:pt x="484099" y="120099"/>
                  <a:pt x="481234" y="109320"/>
                  <a:pt x="481234" y="94797"/>
                </a:cubicBezTo>
                <a:cubicBezTo>
                  <a:pt x="481234" y="81068"/>
                  <a:pt x="485957" y="69325"/>
                  <a:pt x="495402" y="59567"/>
                </a:cubicBezTo>
                <a:cubicBezTo>
                  <a:pt x="504848" y="49809"/>
                  <a:pt x="516123" y="44931"/>
                  <a:pt x="529228" y="44931"/>
                </a:cubicBezTo>
                <a:cubicBezTo>
                  <a:pt x="534163" y="44931"/>
                  <a:pt x="539695" y="46207"/>
                  <a:pt x="545821" y="48760"/>
                </a:cubicBezTo>
                <a:cubicBezTo>
                  <a:pt x="553537" y="51937"/>
                  <a:pt x="557394" y="55766"/>
                  <a:pt x="557394" y="60248"/>
                </a:cubicBezTo>
                <a:cubicBezTo>
                  <a:pt x="557394" y="61780"/>
                  <a:pt x="556827" y="63141"/>
                  <a:pt x="555693" y="64332"/>
                </a:cubicBezTo>
                <a:cubicBezTo>
                  <a:pt x="555125" y="66488"/>
                  <a:pt x="554686" y="70034"/>
                  <a:pt x="554374" y="74969"/>
                </a:cubicBezTo>
                <a:cubicBezTo>
                  <a:pt x="554062" y="79905"/>
                  <a:pt x="553877" y="86230"/>
                  <a:pt x="553820" y="93946"/>
                </a:cubicBezTo>
                <a:cubicBezTo>
                  <a:pt x="553764" y="100980"/>
                  <a:pt x="554246" y="106540"/>
                  <a:pt x="555267" y="110625"/>
                </a:cubicBezTo>
                <a:cubicBezTo>
                  <a:pt x="555834" y="113121"/>
                  <a:pt x="557621" y="118113"/>
                  <a:pt x="560628" y="125601"/>
                </a:cubicBezTo>
                <a:cubicBezTo>
                  <a:pt x="561025" y="126623"/>
                  <a:pt x="561678" y="128126"/>
                  <a:pt x="562585" y="130111"/>
                </a:cubicBezTo>
                <a:lnTo>
                  <a:pt x="563096" y="131558"/>
                </a:lnTo>
                <a:cubicBezTo>
                  <a:pt x="563096" y="133827"/>
                  <a:pt x="562302" y="135699"/>
                  <a:pt x="560713" y="137174"/>
                </a:cubicBezTo>
                <a:cubicBezTo>
                  <a:pt x="559125" y="138649"/>
                  <a:pt x="557281" y="139387"/>
                  <a:pt x="555182" y="139387"/>
                </a:cubicBezTo>
                <a:moveTo>
                  <a:pt x="537482" y="80277"/>
                </a:moveTo>
                <a:cubicBezTo>
                  <a:pt x="537482" y="77843"/>
                  <a:pt x="537638" y="75198"/>
                  <a:pt x="537950" y="72342"/>
                </a:cubicBezTo>
                <a:cubicBezTo>
                  <a:pt x="538262" y="69484"/>
                  <a:pt x="538730" y="66443"/>
                  <a:pt x="539354" y="63218"/>
                </a:cubicBezTo>
                <a:cubicBezTo>
                  <a:pt x="537255" y="62142"/>
                  <a:pt x="535454" y="61350"/>
                  <a:pt x="533951" y="60841"/>
                </a:cubicBezTo>
                <a:cubicBezTo>
                  <a:pt x="532447" y="60332"/>
                  <a:pt x="531242" y="60078"/>
                  <a:pt x="530334" y="60078"/>
                </a:cubicBezTo>
                <a:cubicBezTo>
                  <a:pt x="521541" y="60078"/>
                  <a:pt x="513953" y="63656"/>
                  <a:pt x="507571" y="70813"/>
                </a:cubicBezTo>
                <a:cubicBezTo>
                  <a:pt x="501189" y="77970"/>
                  <a:pt x="497998" y="86216"/>
                  <a:pt x="497998" y="95552"/>
                </a:cubicBezTo>
                <a:cubicBezTo>
                  <a:pt x="497998" y="104831"/>
                  <a:pt x="499643" y="111790"/>
                  <a:pt x="502933" y="116430"/>
                </a:cubicBezTo>
                <a:cubicBezTo>
                  <a:pt x="506224" y="121069"/>
                  <a:pt x="511159" y="123389"/>
                  <a:pt x="517740" y="123389"/>
                </a:cubicBezTo>
                <a:cubicBezTo>
                  <a:pt x="523186" y="123389"/>
                  <a:pt x="527810" y="122399"/>
                  <a:pt x="531610" y="120418"/>
                </a:cubicBezTo>
                <a:cubicBezTo>
                  <a:pt x="533653" y="119344"/>
                  <a:pt x="536518" y="117195"/>
                  <a:pt x="540205" y="113970"/>
                </a:cubicBezTo>
                <a:cubicBezTo>
                  <a:pt x="538390" y="98975"/>
                  <a:pt x="537482" y="87744"/>
                  <a:pt x="537482" y="80277"/>
                </a:cubicBezTo>
                <a:close/>
                <a:moveTo>
                  <a:pt x="635055" y="61343"/>
                </a:moveTo>
                <a:cubicBezTo>
                  <a:pt x="633864" y="61343"/>
                  <a:pt x="632460" y="61287"/>
                  <a:pt x="630843" y="61173"/>
                </a:cubicBezTo>
                <a:cubicBezTo>
                  <a:pt x="629226" y="61058"/>
                  <a:pt x="627822" y="61000"/>
                  <a:pt x="626631" y="61000"/>
                </a:cubicBezTo>
                <a:cubicBezTo>
                  <a:pt x="625326" y="61000"/>
                  <a:pt x="621468" y="61430"/>
                  <a:pt x="615058" y="62290"/>
                </a:cubicBezTo>
                <a:lnTo>
                  <a:pt x="616674" y="112526"/>
                </a:lnTo>
                <a:lnTo>
                  <a:pt x="616759" y="116267"/>
                </a:lnTo>
                <a:lnTo>
                  <a:pt x="616845" y="120602"/>
                </a:lnTo>
                <a:cubicBezTo>
                  <a:pt x="617071" y="133012"/>
                  <a:pt x="614093" y="139217"/>
                  <a:pt x="607909" y="139217"/>
                </a:cubicBezTo>
                <a:cubicBezTo>
                  <a:pt x="605640" y="139217"/>
                  <a:pt x="603669" y="138480"/>
                  <a:pt x="601995" y="137007"/>
                </a:cubicBezTo>
                <a:cubicBezTo>
                  <a:pt x="600322" y="135534"/>
                  <a:pt x="599485" y="133692"/>
                  <a:pt x="599485" y="131481"/>
                </a:cubicBezTo>
                <a:cubicBezTo>
                  <a:pt x="599485" y="129329"/>
                  <a:pt x="599570" y="126100"/>
                  <a:pt x="599740" y="121793"/>
                </a:cubicBezTo>
                <a:cubicBezTo>
                  <a:pt x="599910" y="117485"/>
                  <a:pt x="599996" y="114254"/>
                  <a:pt x="599996" y="112100"/>
                </a:cubicBezTo>
                <a:lnTo>
                  <a:pt x="598294" y="62460"/>
                </a:lnTo>
                <a:cubicBezTo>
                  <a:pt x="594152" y="62290"/>
                  <a:pt x="587855" y="61805"/>
                  <a:pt x="579402" y="61006"/>
                </a:cubicBezTo>
                <a:cubicBezTo>
                  <a:pt x="574353" y="60321"/>
                  <a:pt x="571829" y="57500"/>
                  <a:pt x="571829" y="52541"/>
                </a:cubicBezTo>
                <a:cubicBezTo>
                  <a:pt x="571829" y="50033"/>
                  <a:pt x="572595" y="47953"/>
                  <a:pt x="574126" y="46303"/>
                </a:cubicBezTo>
                <a:cubicBezTo>
                  <a:pt x="575658" y="44650"/>
                  <a:pt x="577615" y="43824"/>
                  <a:pt x="579998" y="43824"/>
                </a:cubicBezTo>
                <a:lnTo>
                  <a:pt x="597868" y="45271"/>
                </a:lnTo>
                <a:cubicBezTo>
                  <a:pt x="597868" y="42369"/>
                  <a:pt x="597741" y="38486"/>
                  <a:pt x="597485" y="33623"/>
                </a:cubicBezTo>
                <a:cubicBezTo>
                  <a:pt x="597230" y="28759"/>
                  <a:pt x="597102" y="25246"/>
                  <a:pt x="597102" y="23085"/>
                </a:cubicBezTo>
                <a:cubicBezTo>
                  <a:pt x="597102" y="20695"/>
                  <a:pt x="597925" y="18718"/>
                  <a:pt x="599570" y="17155"/>
                </a:cubicBezTo>
                <a:cubicBezTo>
                  <a:pt x="601215" y="15589"/>
                  <a:pt x="603229" y="14807"/>
                  <a:pt x="605612" y="14807"/>
                </a:cubicBezTo>
                <a:cubicBezTo>
                  <a:pt x="610718" y="14807"/>
                  <a:pt x="613696" y="18976"/>
                  <a:pt x="614547" y="27316"/>
                </a:cubicBezTo>
                <a:cubicBezTo>
                  <a:pt x="614717" y="29415"/>
                  <a:pt x="614802" y="31939"/>
                  <a:pt x="614802" y="34889"/>
                </a:cubicBezTo>
                <a:lnTo>
                  <a:pt x="614632" y="39825"/>
                </a:lnTo>
                <a:lnTo>
                  <a:pt x="614547" y="45101"/>
                </a:lnTo>
                <a:cubicBezTo>
                  <a:pt x="621582" y="44193"/>
                  <a:pt x="625609" y="43739"/>
                  <a:pt x="626631" y="43739"/>
                </a:cubicBezTo>
                <a:cubicBezTo>
                  <a:pt x="632531" y="43739"/>
                  <a:pt x="636388" y="44023"/>
                  <a:pt x="638204" y="44590"/>
                </a:cubicBezTo>
                <a:cubicBezTo>
                  <a:pt x="641664" y="45732"/>
                  <a:pt x="643394" y="48423"/>
                  <a:pt x="643394" y="52664"/>
                </a:cubicBezTo>
                <a:cubicBezTo>
                  <a:pt x="643394" y="55185"/>
                  <a:pt x="642614" y="57261"/>
                  <a:pt x="641054" y="58894"/>
                </a:cubicBezTo>
                <a:cubicBezTo>
                  <a:pt x="639494" y="60527"/>
                  <a:pt x="637494" y="61343"/>
                  <a:pt x="635055" y="61343"/>
                </a:cubicBezTo>
                <a:close/>
                <a:moveTo>
                  <a:pt x="692818" y="138876"/>
                </a:moveTo>
                <a:cubicBezTo>
                  <a:pt x="683287" y="138876"/>
                  <a:pt x="675090" y="135353"/>
                  <a:pt x="668225" y="128306"/>
                </a:cubicBezTo>
                <a:cubicBezTo>
                  <a:pt x="660567" y="120463"/>
                  <a:pt x="656539" y="109920"/>
                  <a:pt x="656142" y="96677"/>
                </a:cubicBezTo>
                <a:cubicBezTo>
                  <a:pt x="655801" y="83833"/>
                  <a:pt x="659035" y="72523"/>
                  <a:pt x="665843" y="62747"/>
                </a:cubicBezTo>
                <a:cubicBezTo>
                  <a:pt x="673785" y="51210"/>
                  <a:pt x="684847" y="45441"/>
                  <a:pt x="699030" y="45441"/>
                </a:cubicBezTo>
                <a:cubicBezTo>
                  <a:pt x="710376" y="45441"/>
                  <a:pt x="718971" y="50642"/>
                  <a:pt x="724814" y="61043"/>
                </a:cubicBezTo>
                <a:cubicBezTo>
                  <a:pt x="729466" y="69453"/>
                  <a:pt x="731707" y="79569"/>
                  <a:pt x="731537" y="91390"/>
                </a:cubicBezTo>
                <a:cubicBezTo>
                  <a:pt x="731366" y="104007"/>
                  <a:pt x="728076" y="114778"/>
                  <a:pt x="721666" y="123703"/>
                </a:cubicBezTo>
                <a:cubicBezTo>
                  <a:pt x="714404" y="133818"/>
                  <a:pt x="704788" y="138876"/>
                  <a:pt x="692818" y="138876"/>
                </a:cubicBezTo>
                <a:moveTo>
                  <a:pt x="697924" y="62801"/>
                </a:moveTo>
                <a:cubicBezTo>
                  <a:pt x="689584" y="62744"/>
                  <a:pt x="683089" y="66720"/>
                  <a:pt x="678437" y="74730"/>
                </a:cubicBezTo>
                <a:cubicBezTo>
                  <a:pt x="674749" y="81151"/>
                  <a:pt x="672906" y="88480"/>
                  <a:pt x="672906" y="96717"/>
                </a:cubicBezTo>
                <a:cubicBezTo>
                  <a:pt x="672906" y="104955"/>
                  <a:pt x="675147" y="111375"/>
                  <a:pt x="679628" y="115978"/>
                </a:cubicBezTo>
                <a:cubicBezTo>
                  <a:pt x="683372" y="119784"/>
                  <a:pt x="687769" y="121687"/>
                  <a:pt x="692818" y="121687"/>
                </a:cubicBezTo>
                <a:cubicBezTo>
                  <a:pt x="698718" y="121687"/>
                  <a:pt x="703795" y="119528"/>
                  <a:pt x="708050" y="115209"/>
                </a:cubicBezTo>
                <a:cubicBezTo>
                  <a:pt x="712872" y="110438"/>
                  <a:pt x="715425" y="103991"/>
                  <a:pt x="715709" y="95866"/>
                </a:cubicBezTo>
                <a:cubicBezTo>
                  <a:pt x="716503" y="73879"/>
                  <a:pt x="710575" y="62857"/>
                  <a:pt x="697924" y="62801"/>
                </a:cubicBezTo>
                <a:close/>
                <a:moveTo>
                  <a:pt x="818607" y="70715"/>
                </a:moveTo>
                <a:cubicBezTo>
                  <a:pt x="818209" y="77806"/>
                  <a:pt x="815373" y="81352"/>
                  <a:pt x="810097" y="81352"/>
                </a:cubicBezTo>
                <a:cubicBezTo>
                  <a:pt x="805218" y="81352"/>
                  <a:pt x="802779" y="78555"/>
                  <a:pt x="802779" y="72962"/>
                </a:cubicBezTo>
                <a:cubicBezTo>
                  <a:pt x="802779" y="71887"/>
                  <a:pt x="802694" y="69909"/>
                  <a:pt x="802523" y="67026"/>
                </a:cubicBezTo>
                <a:lnTo>
                  <a:pt x="802268" y="59907"/>
                </a:lnTo>
                <a:cubicBezTo>
                  <a:pt x="793305" y="60987"/>
                  <a:pt x="786128" y="63517"/>
                  <a:pt x="780739" y="67497"/>
                </a:cubicBezTo>
                <a:cubicBezTo>
                  <a:pt x="775690" y="71193"/>
                  <a:pt x="771492" y="76765"/>
                  <a:pt x="768145" y="84213"/>
                </a:cubicBezTo>
                <a:lnTo>
                  <a:pt x="768315" y="130944"/>
                </a:lnTo>
                <a:cubicBezTo>
                  <a:pt x="768315" y="136686"/>
                  <a:pt x="765507" y="139557"/>
                  <a:pt x="759890" y="139557"/>
                </a:cubicBezTo>
                <a:cubicBezTo>
                  <a:pt x="754898" y="139557"/>
                  <a:pt x="752402" y="136687"/>
                  <a:pt x="752402" y="130946"/>
                </a:cubicBezTo>
                <a:lnTo>
                  <a:pt x="752402" y="71100"/>
                </a:lnTo>
                <a:cubicBezTo>
                  <a:pt x="752402" y="69225"/>
                  <a:pt x="752473" y="66412"/>
                  <a:pt x="752615" y="62662"/>
                </a:cubicBezTo>
                <a:cubicBezTo>
                  <a:pt x="752757" y="58911"/>
                  <a:pt x="752827" y="56098"/>
                  <a:pt x="752827" y="54222"/>
                </a:cubicBezTo>
                <a:cubicBezTo>
                  <a:pt x="752827" y="48482"/>
                  <a:pt x="755324" y="45611"/>
                  <a:pt x="760316" y="45611"/>
                </a:cubicBezTo>
                <a:cubicBezTo>
                  <a:pt x="765876" y="45611"/>
                  <a:pt x="768684" y="50320"/>
                  <a:pt x="768740" y="59737"/>
                </a:cubicBezTo>
                <a:cubicBezTo>
                  <a:pt x="779633" y="49185"/>
                  <a:pt x="791716" y="43909"/>
                  <a:pt x="804991" y="43909"/>
                </a:cubicBezTo>
                <a:cubicBezTo>
                  <a:pt x="809586" y="43909"/>
                  <a:pt x="813019" y="45640"/>
                  <a:pt x="815288" y="49100"/>
                </a:cubicBezTo>
                <a:cubicBezTo>
                  <a:pt x="817557" y="52561"/>
                  <a:pt x="818692" y="57780"/>
                  <a:pt x="818692" y="64758"/>
                </a:cubicBezTo>
                <a:cubicBezTo>
                  <a:pt x="818692" y="67708"/>
                  <a:pt x="818663" y="69693"/>
                  <a:pt x="818607" y="707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DA160-A4B1-4422-BEE0-8B8A0B44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48" y="1582329"/>
            <a:ext cx="1171626" cy="104566"/>
          </a:xfrm>
          <a:custGeom xmlns:a="http://schemas.openxmlformats.org/drawingml/2006/main">
            <a:pathLst>
              <a:path w="1171626" h="104566">
                <a:moveTo>
                  <a:pt x="278842" y="69710"/>
                </a:moveTo>
                <a:lnTo>
                  <a:pt x="278842" y="34855"/>
                </a:lnTo>
                <a:lnTo>
                  <a:pt x="0" y="34855"/>
                </a:lnTo>
                <a:lnTo>
                  <a:pt x="0" y="69710"/>
                </a:lnTo>
                <a:lnTo>
                  <a:pt x="278842" y="69710"/>
                </a:lnTo>
                <a:close/>
                <a:moveTo>
                  <a:pt x="418263" y="34855"/>
                </a:moveTo>
                <a:lnTo>
                  <a:pt x="383408" y="34855"/>
                </a:lnTo>
                <a:lnTo>
                  <a:pt x="383408" y="69710"/>
                </a:lnTo>
                <a:lnTo>
                  <a:pt x="418263" y="69710"/>
                </a:lnTo>
                <a:lnTo>
                  <a:pt x="418263" y="34855"/>
                </a:lnTo>
                <a:close/>
                <a:moveTo>
                  <a:pt x="801671" y="34855"/>
                </a:moveTo>
                <a:lnTo>
                  <a:pt x="522829" y="34855"/>
                </a:lnTo>
                <a:lnTo>
                  <a:pt x="522829" y="69710"/>
                </a:lnTo>
                <a:lnTo>
                  <a:pt x="801671" y="69710"/>
                </a:lnTo>
                <a:lnTo>
                  <a:pt x="801671" y="34855"/>
                </a:lnTo>
                <a:close/>
                <a:moveTo>
                  <a:pt x="941092" y="34855"/>
                </a:moveTo>
                <a:lnTo>
                  <a:pt x="906236" y="34855"/>
                </a:lnTo>
                <a:lnTo>
                  <a:pt x="906236" y="69710"/>
                </a:lnTo>
                <a:lnTo>
                  <a:pt x="941092" y="69710"/>
                </a:lnTo>
                <a:lnTo>
                  <a:pt x="941092" y="34855"/>
                </a:lnTo>
                <a:close/>
                <a:moveTo>
                  <a:pt x="1067060" y="69710"/>
                </a:moveTo>
                <a:lnTo>
                  <a:pt x="1067060" y="104566"/>
                </a:lnTo>
                <a:lnTo>
                  <a:pt x="1171626" y="52283"/>
                </a:lnTo>
                <a:lnTo>
                  <a:pt x="1067060" y="0"/>
                </a:lnTo>
                <a:lnTo>
                  <a:pt x="1067060" y="34855"/>
                </a:lnTo>
                <a:lnTo>
                  <a:pt x="1045657" y="34855"/>
                </a:lnTo>
                <a:lnTo>
                  <a:pt x="1045657" y="69710"/>
                </a:lnTo>
                <a:lnTo>
                  <a:pt x="1067060" y="6971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Select">
            <a:extLst xmlns:a="http://schemas.openxmlformats.org/drawingml/2006/main">
              <a:ext uri="{FF2B5EF4-FFF2-40B4-BE49-F238E27FC236}">
                <a16:creationId xmlns:a16="http://schemas.microsoft.com/office/drawing/2014/main" id="{A2F9E779-4657-4A71-BA4F-D874C1FE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60" y="1350807"/>
            <a:ext cx="514773" cy="142450"/>
          </a:xfrm>
          <a:custGeom xmlns:a="http://schemas.openxmlformats.org/drawingml/2006/main">
            <a:pathLst>
              <a:path w="514773" h="142450">
                <a:moveTo>
                  <a:pt x="57" y="115837"/>
                </a:moveTo>
                <a:cubicBezTo>
                  <a:pt x="0" y="113447"/>
                  <a:pt x="808" y="111499"/>
                  <a:pt x="2482" y="109992"/>
                </a:cubicBezTo>
                <a:cubicBezTo>
                  <a:pt x="4156" y="108485"/>
                  <a:pt x="6212" y="107731"/>
                  <a:pt x="8651" y="107731"/>
                </a:cubicBezTo>
                <a:cubicBezTo>
                  <a:pt x="11431" y="107731"/>
                  <a:pt x="13871" y="109327"/>
                  <a:pt x="15970" y="112518"/>
                </a:cubicBezTo>
                <a:cubicBezTo>
                  <a:pt x="18863" y="116851"/>
                  <a:pt x="21444" y="119786"/>
                  <a:pt x="23713" y="121325"/>
                </a:cubicBezTo>
                <a:cubicBezTo>
                  <a:pt x="28535" y="124516"/>
                  <a:pt x="35542" y="126112"/>
                  <a:pt x="44732" y="126112"/>
                </a:cubicBezTo>
                <a:cubicBezTo>
                  <a:pt x="53525" y="126112"/>
                  <a:pt x="61694" y="124208"/>
                  <a:pt x="69240" y="120400"/>
                </a:cubicBezTo>
                <a:cubicBezTo>
                  <a:pt x="78884" y="115512"/>
                  <a:pt x="83706" y="108721"/>
                  <a:pt x="83706" y="100027"/>
                </a:cubicBezTo>
                <a:cubicBezTo>
                  <a:pt x="83706" y="92867"/>
                  <a:pt x="79650" y="87213"/>
                  <a:pt x="71537" y="83064"/>
                </a:cubicBezTo>
                <a:cubicBezTo>
                  <a:pt x="64673" y="79483"/>
                  <a:pt x="56192" y="77551"/>
                  <a:pt x="46094" y="77267"/>
                </a:cubicBezTo>
                <a:cubicBezTo>
                  <a:pt x="37130" y="76927"/>
                  <a:pt x="29500" y="74967"/>
                  <a:pt x="23203" y="71387"/>
                </a:cubicBezTo>
                <a:cubicBezTo>
                  <a:pt x="15147" y="66787"/>
                  <a:pt x="11119" y="60197"/>
                  <a:pt x="11119" y="51619"/>
                </a:cubicBezTo>
                <a:cubicBezTo>
                  <a:pt x="11119" y="41508"/>
                  <a:pt x="16849" y="32278"/>
                  <a:pt x="28309" y="23928"/>
                </a:cubicBezTo>
                <a:cubicBezTo>
                  <a:pt x="39258" y="16032"/>
                  <a:pt x="50575" y="12084"/>
                  <a:pt x="62262" y="12084"/>
                </a:cubicBezTo>
                <a:cubicBezTo>
                  <a:pt x="67765" y="12084"/>
                  <a:pt x="73977" y="13024"/>
                  <a:pt x="80898" y="14905"/>
                </a:cubicBezTo>
                <a:cubicBezTo>
                  <a:pt x="90088" y="17355"/>
                  <a:pt x="94683" y="20489"/>
                  <a:pt x="94683" y="24305"/>
                </a:cubicBezTo>
                <a:cubicBezTo>
                  <a:pt x="94683" y="29319"/>
                  <a:pt x="92130" y="31826"/>
                  <a:pt x="87025" y="31826"/>
                </a:cubicBezTo>
                <a:cubicBezTo>
                  <a:pt x="84755" y="31826"/>
                  <a:pt x="80784" y="31216"/>
                  <a:pt x="75111" y="29996"/>
                </a:cubicBezTo>
                <a:cubicBezTo>
                  <a:pt x="69438" y="28777"/>
                  <a:pt x="65042" y="28195"/>
                  <a:pt x="61921" y="28252"/>
                </a:cubicBezTo>
                <a:cubicBezTo>
                  <a:pt x="53071" y="28365"/>
                  <a:pt x="45555" y="30544"/>
                  <a:pt x="39371" y="34788"/>
                </a:cubicBezTo>
                <a:cubicBezTo>
                  <a:pt x="33017" y="39146"/>
                  <a:pt x="29840" y="44437"/>
                  <a:pt x="29840" y="50661"/>
                </a:cubicBezTo>
                <a:cubicBezTo>
                  <a:pt x="29840" y="55359"/>
                  <a:pt x="34038" y="58670"/>
                  <a:pt x="42434" y="60594"/>
                </a:cubicBezTo>
                <a:cubicBezTo>
                  <a:pt x="45555" y="61329"/>
                  <a:pt x="51596" y="62008"/>
                  <a:pt x="60560" y="62630"/>
                </a:cubicBezTo>
                <a:cubicBezTo>
                  <a:pt x="73551" y="63597"/>
                  <a:pt x="83706" y="67690"/>
                  <a:pt x="91024" y="74911"/>
                </a:cubicBezTo>
                <a:cubicBezTo>
                  <a:pt x="97718" y="81506"/>
                  <a:pt x="101065" y="89550"/>
                  <a:pt x="101065" y="99044"/>
                </a:cubicBezTo>
                <a:cubicBezTo>
                  <a:pt x="101065" y="112576"/>
                  <a:pt x="94825" y="123378"/>
                  <a:pt x="82344" y="131452"/>
                </a:cubicBezTo>
                <a:cubicBezTo>
                  <a:pt x="71509" y="138444"/>
                  <a:pt x="58943" y="141940"/>
                  <a:pt x="44647" y="141940"/>
                </a:cubicBezTo>
                <a:cubicBezTo>
                  <a:pt x="34265" y="141940"/>
                  <a:pt x="24763" y="139949"/>
                  <a:pt x="16140" y="135967"/>
                </a:cubicBezTo>
                <a:cubicBezTo>
                  <a:pt x="5588" y="131078"/>
                  <a:pt x="227" y="124367"/>
                  <a:pt x="57" y="115837"/>
                </a:cubicBezTo>
                <a:close/>
                <a:moveTo>
                  <a:pt x="160037" y="140919"/>
                </a:moveTo>
                <a:cubicBezTo>
                  <a:pt x="147216" y="140919"/>
                  <a:pt x="136834" y="137711"/>
                  <a:pt x="128892" y="131295"/>
                </a:cubicBezTo>
                <a:cubicBezTo>
                  <a:pt x="120212" y="124196"/>
                  <a:pt x="115872" y="114259"/>
                  <a:pt x="115872" y="101482"/>
                </a:cubicBezTo>
                <a:cubicBezTo>
                  <a:pt x="115872" y="86720"/>
                  <a:pt x="119446" y="74342"/>
                  <a:pt x="126594" y="64348"/>
                </a:cubicBezTo>
                <a:cubicBezTo>
                  <a:pt x="134366" y="53445"/>
                  <a:pt x="144748" y="47994"/>
                  <a:pt x="157739" y="47994"/>
                </a:cubicBezTo>
                <a:cubicBezTo>
                  <a:pt x="167157" y="47994"/>
                  <a:pt x="174844" y="49582"/>
                  <a:pt x="180800" y="52759"/>
                </a:cubicBezTo>
                <a:cubicBezTo>
                  <a:pt x="188118" y="56674"/>
                  <a:pt x="191778" y="62687"/>
                  <a:pt x="191778" y="70800"/>
                </a:cubicBezTo>
                <a:cubicBezTo>
                  <a:pt x="191778" y="76473"/>
                  <a:pt x="188572" y="81635"/>
                  <a:pt x="182162" y="86287"/>
                </a:cubicBezTo>
                <a:cubicBezTo>
                  <a:pt x="179325" y="88329"/>
                  <a:pt x="173312" y="91506"/>
                  <a:pt x="164121" y="95818"/>
                </a:cubicBezTo>
                <a:lnTo>
                  <a:pt x="131615" y="111220"/>
                </a:lnTo>
                <a:cubicBezTo>
                  <a:pt x="134792" y="115929"/>
                  <a:pt x="138749" y="119474"/>
                  <a:pt x="143486" y="121857"/>
                </a:cubicBezTo>
                <a:cubicBezTo>
                  <a:pt x="148223" y="124240"/>
                  <a:pt x="153740" y="125431"/>
                  <a:pt x="160037" y="125431"/>
                </a:cubicBezTo>
                <a:cubicBezTo>
                  <a:pt x="163951" y="125431"/>
                  <a:pt x="168546" y="124694"/>
                  <a:pt x="173822" y="123219"/>
                </a:cubicBezTo>
                <a:cubicBezTo>
                  <a:pt x="180517" y="121347"/>
                  <a:pt x="184828" y="118893"/>
                  <a:pt x="186757" y="115858"/>
                </a:cubicBezTo>
                <a:cubicBezTo>
                  <a:pt x="188686" y="112823"/>
                  <a:pt x="190756" y="111305"/>
                  <a:pt x="192969" y="111305"/>
                </a:cubicBezTo>
                <a:cubicBezTo>
                  <a:pt x="194954" y="111305"/>
                  <a:pt x="196727" y="112060"/>
                  <a:pt x="198287" y="113568"/>
                </a:cubicBezTo>
                <a:cubicBezTo>
                  <a:pt x="199848" y="115075"/>
                  <a:pt x="200628" y="116824"/>
                  <a:pt x="200628" y="118815"/>
                </a:cubicBezTo>
                <a:cubicBezTo>
                  <a:pt x="200628" y="125130"/>
                  <a:pt x="195550" y="130564"/>
                  <a:pt x="185395" y="135116"/>
                </a:cubicBezTo>
                <a:cubicBezTo>
                  <a:pt x="176716" y="138984"/>
                  <a:pt x="168263" y="140919"/>
                  <a:pt x="160037" y="140919"/>
                </a:cubicBezTo>
                <a:moveTo>
                  <a:pt x="157739" y="63311"/>
                </a:moveTo>
                <a:cubicBezTo>
                  <a:pt x="150818" y="63311"/>
                  <a:pt x="145060" y="65992"/>
                  <a:pt x="140465" y="71353"/>
                </a:cubicBezTo>
                <a:cubicBezTo>
                  <a:pt x="135870" y="76714"/>
                  <a:pt x="132437" y="84784"/>
                  <a:pt x="130168" y="95563"/>
                </a:cubicBezTo>
                <a:lnTo>
                  <a:pt x="156293" y="83139"/>
                </a:lnTo>
                <a:cubicBezTo>
                  <a:pt x="166561" y="78146"/>
                  <a:pt x="173879" y="73806"/>
                  <a:pt x="178247" y="70119"/>
                </a:cubicBezTo>
                <a:cubicBezTo>
                  <a:pt x="173369" y="65580"/>
                  <a:pt x="166532" y="63311"/>
                  <a:pt x="157739" y="63311"/>
                </a:cubicBezTo>
                <a:close/>
                <a:moveTo>
                  <a:pt x="237850" y="70119"/>
                </a:moveTo>
                <a:lnTo>
                  <a:pt x="236574" y="112462"/>
                </a:lnTo>
                <a:cubicBezTo>
                  <a:pt x="236574" y="116949"/>
                  <a:pt x="236347" y="123538"/>
                  <a:pt x="235893" y="132228"/>
                </a:cubicBezTo>
                <a:cubicBezTo>
                  <a:pt x="235326" y="137908"/>
                  <a:pt x="232546" y="140748"/>
                  <a:pt x="227554" y="140748"/>
                </a:cubicBezTo>
                <a:cubicBezTo>
                  <a:pt x="221994" y="140748"/>
                  <a:pt x="219214" y="137852"/>
                  <a:pt x="219214" y="132058"/>
                </a:cubicBezTo>
                <a:cubicBezTo>
                  <a:pt x="219214" y="125185"/>
                  <a:pt x="219526" y="114862"/>
                  <a:pt x="220150" y="101088"/>
                </a:cubicBezTo>
                <a:cubicBezTo>
                  <a:pt x="220774" y="87315"/>
                  <a:pt x="221086" y="76992"/>
                  <a:pt x="221086" y="70119"/>
                </a:cubicBezTo>
                <a:cubicBezTo>
                  <a:pt x="221086" y="61145"/>
                  <a:pt x="221228" y="50878"/>
                  <a:pt x="221512" y="39320"/>
                </a:cubicBezTo>
                <a:cubicBezTo>
                  <a:pt x="221796" y="27761"/>
                  <a:pt x="221937" y="17494"/>
                  <a:pt x="221937" y="8520"/>
                </a:cubicBezTo>
                <a:cubicBezTo>
                  <a:pt x="221937" y="2840"/>
                  <a:pt x="224717" y="0"/>
                  <a:pt x="230277" y="0"/>
                </a:cubicBezTo>
                <a:cubicBezTo>
                  <a:pt x="235893" y="0"/>
                  <a:pt x="238701" y="2840"/>
                  <a:pt x="238701" y="8520"/>
                </a:cubicBezTo>
                <a:cubicBezTo>
                  <a:pt x="238701" y="17494"/>
                  <a:pt x="238559" y="27761"/>
                  <a:pt x="238276" y="39320"/>
                </a:cubicBezTo>
                <a:cubicBezTo>
                  <a:pt x="237992" y="50878"/>
                  <a:pt x="237850" y="61145"/>
                  <a:pt x="237850" y="70119"/>
                </a:cubicBezTo>
                <a:close/>
                <a:moveTo>
                  <a:pt x="303989" y="140919"/>
                </a:moveTo>
                <a:cubicBezTo>
                  <a:pt x="291168" y="140919"/>
                  <a:pt x="280786" y="137711"/>
                  <a:pt x="272844" y="131295"/>
                </a:cubicBezTo>
                <a:cubicBezTo>
                  <a:pt x="264164" y="124196"/>
                  <a:pt x="259824" y="114259"/>
                  <a:pt x="259824" y="101482"/>
                </a:cubicBezTo>
                <a:cubicBezTo>
                  <a:pt x="259824" y="86720"/>
                  <a:pt x="263398" y="74342"/>
                  <a:pt x="270546" y="64348"/>
                </a:cubicBezTo>
                <a:cubicBezTo>
                  <a:pt x="278318" y="53445"/>
                  <a:pt x="288700" y="47994"/>
                  <a:pt x="301691" y="47994"/>
                </a:cubicBezTo>
                <a:cubicBezTo>
                  <a:pt x="311109" y="47994"/>
                  <a:pt x="318796" y="49582"/>
                  <a:pt x="324752" y="52759"/>
                </a:cubicBezTo>
                <a:cubicBezTo>
                  <a:pt x="332071" y="56674"/>
                  <a:pt x="335730" y="62687"/>
                  <a:pt x="335730" y="70800"/>
                </a:cubicBezTo>
                <a:cubicBezTo>
                  <a:pt x="335730" y="76473"/>
                  <a:pt x="332524" y="81635"/>
                  <a:pt x="326114" y="86287"/>
                </a:cubicBezTo>
                <a:cubicBezTo>
                  <a:pt x="323277" y="88329"/>
                  <a:pt x="317264" y="91506"/>
                  <a:pt x="308074" y="95818"/>
                </a:cubicBezTo>
                <a:lnTo>
                  <a:pt x="275567" y="111220"/>
                </a:lnTo>
                <a:cubicBezTo>
                  <a:pt x="278744" y="115929"/>
                  <a:pt x="282701" y="119474"/>
                  <a:pt x="287438" y="121857"/>
                </a:cubicBezTo>
                <a:cubicBezTo>
                  <a:pt x="292175" y="124240"/>
                  <a:pt x="297692" y="125431"/>
                  <a:pt x="303989" y="125431"/>
                </a:cubicBezTo>
                <a:cubicBezTo>
                  <a:pt x="307903" y="125431"/>
                  <a:pt x="312498" y="124694"/>
                  <a:pt x="317774" y="123219"/>
                </a:cubicBezTo>
                <a:cubicBezTo>
                  <a:pt x="324469" y="121347"/>
                  <a:pt x="328780" y="118893"/>
                  <a:pt x="330709" y="115858"/>
                </a:cubicBezTo>
                <a:cubicBezTo>
                  <a:pt x="332638" y="112823"/>
                  <a:pt x="334708" y="111305"/>
                  <a:pt x="336921" y="111305"/>
                </a:cubicBezTo>
                <a:cubicBezTo>
                  <a:pt x="338907" y="111305"/>
                  <a:pt x="340679" y="112060"/>
                  <a:pt x="342239" y="113568"/>
                </a:cubicBezTo>
                <a:cubicBezTo>
                  <a:pt x="343800" y="115075"/>
                  <a:pt x="344580" y="116824"/>
                  <a:pt x="344580" y="118815"/>
                </a:cubicBezTo>
                <a:cubicBezTo>
                  <a:pt x="344580" y="125130"/>
                  <a:pt x="339502" y="130564"/>
                  <a:pt x="329347" y="135116"/>
                </a:cubicBezTo>
                <a:cubicBezTo>
                  <a:pt x="320668" y="138984"/>
                  <a:pt x="312215" y="140919"/>
                  <a:pt x="303989" y="140919"/>
                </a:cubicBezTo>
                <a:moveTo>
                  <a:pt x="301691" y="63311"/>
                </a:moveTo>
                <a:cubicBezTo>
                  <a:pt x="294770" y="63311"/>
                  <a:pt x="289012" y="65992"/>
                  <a:pt x="284417" y="71353"/>
                </a:cubicBezTo>
                <a:cubicBezTo>
                  <a:pt x="279822" y="76714"/>
                  <a:pt x="276390" y="84784"/>
                  <a:pt x="274120" y="95563"/>
                </a:cubicBezTo>
                <a:lnTo>
                  <a:pt x="300245" y="83139"/>
                </a:lnTo>
                <a:cubicBezTo>
                  <a:pt x="310513" y="78146"/>
                  <a:pt x="317831" y="73806"/>
                  <a:pt x="322199" y="70119"/>
                </a:cubicBezTo>
                <a:cubicBezTo>
                  <a:pt x="317321" y="65580"/>
                  <a:pt x="310485" y="63311"/>
                  <a:pt x="301691" y="63311"/>
                </a:cubicBezTo>
                <a:close/>
                <a:moveTo>
                  <a:pt x="398652" y="142450"/>
                </a:moveTo>
                <a:cubicBezTo>
                  <a:pt x="387022" y="142450"/>
                  <a:pt x="377321" y="138927"/>
                  <a:pt x="369549" y="131880"/>
                </a:cubicBezTo>
                <a:cubicBezTo>
                  <a:pt x="361380" y="124492"/>
                  <a:pt x="357295" y="114745"/>
                  <a:pt x="357295" y="102639"/>
                </a:cubicBezTo>
                <a:cubicBezTo>
                  <a:pt x="357295" y="91103"/>
                  <a:pt x="361124" y="79198"/>
                  <a:pt x="368783" y="66923"/>
                </a:cubicBezTo>
                <a:cubicBezTo>
                  <a:pt x="377293" y="53282"/>
                  <a:pt x="386880" y="46462"/>
                  <a:pt x="397545" y="46462"/>
                </a:cubicBezTo>
                <a:cubicBezTo>
                  <a:pt x="403105" y="46462"/>
                  <a:pt x="409317" y="47772"/>
                  <a:pt x="416181" y="50390"/>
                </a:cubicBezTo>
                <a:cubicBezTo>
                  <a:pt x="424861" y="53750"/>
                  <a:pt x="429201" y="57848"/>
                  <a:pt x="429201" y="62686"/>
                </a:cubicBezTo>
                <a:cubicBezTo>
                  <a:pt x="429201" y="64849"/>
                  <a:pt x="428492" y="66771"/>
                  <a:pt x="427074" y="68452"/>
                </a:cubicBezTo>
                <a:cubicBezTo>
                  <a:pt x="425655" y="70130"/>
                  <a:pt x="423897" y="70970"/>
                  <a:pt x="421798" y="70970"/>
                </a:cubicBezTo>
                <a:cubicBezTo>
                  <a:pt x="420152" y="70970"/>
                  <a:pt x="418720" y="70469"/>
                  <a:pt x="417500" y="69467"/>
                </a:cubicBezTo>
                <a:cubicBezTo>
                  <a:pt x="416281" y="68464"/>
                  <a:pt x="415103" y="67475"/>
                  <a:pt x="413969" y="66500"/>
                </a:cubicBezTo>
                <a:cubicBezTo>
                  <a:pt x="410622" y="63807"/>
                  <a:pt x="405147" y="62460"/>
                  <a:pt x="397545" y="62460"/>
                </a:cubicBezTo>
                <a:cubicBezTo>
                  <a:pt x="391759" y="62460"/>
                  <a:pt x="386029" y="67637"/>
                  <a:pt x="380356" y="77990"/>
                </a:cubicBezTo>
                <a:cubicBezTo>
                  <a:pt x="375194" y="87489"/>
                  <a:pt x="372612" y="95708"/>
                  <a:pt x="372612" y="102647"/>
                </a:cubicBezTo>
                <a:cubicBezTo>
                  <a:pt x="372612" y="110155"/>
                  <a:pt x="375165" y="116071"/>
                  <a:pt x="380271" y="120395"/>
                </a:cubicBezTo>
                <a:cubicBezTo>
                  <a:pt x="385036" y="124433"/>
                  <a:pt x="391163" y="126452"/>
                  <a:pt x="398652" y="126452"/>
                </a:cubicBezTo>
                <a:cubicBezTo>
                  <a:pt x="402055" y="126452"/>
                  <a:pt x="405686" y="125545"/>
                  <a:pt x="409544" y="123729"/>
                </a:cubicBezTo>
                <a:lnTo>
                  <a:pt x="419415" y="118453"/>
                </a:lnTo>
                <a:cubicBezTo>
                  <a:pt x="421117" y="117546"/>
                  <a:pt x="422337" y="117092"/>
                  <a:pt x="423074" y="117092"/>
                </a:cubicBezTo>
                <a:cubicBezTo>
                  <a:pt x="425173" y="117092"/>
                  <a:pt x="426988" y="117929"/>
                  <a:pt x="428520" y="119602"/>
                </a:cubicBezTo>
                <a:cubicBezTo>
                  <a:pt x="430052" y="121276"/>
                  <a:pt x="430818" y="123190"/>
                  <a:pt x="430818" y="125346"/>
                </a:cubicBezTo>
                <a:cubicBezTo>
                  <a:pt x="430818" y="129487"/>
                  <a:pt x="426450" y="133487"/>
                  <a:pt x="417713" y="137345"/>
                </a:cubicBezTo>
                <a:cubicBezTo>
                  <a:pt x="410054" y="140748"/>
                  <a:pt x="403701" y="142450"/>
                  <a:pt x="398652" y="142450"/>
                </a:cubicBezTo>
                <a:close/>
                <a:moveTo>
                  <a:pt x="506434" y="64577"/>
                </a:moveTo>
                <a:cubicBezTo>
                  <a:pt x="505243" y="64577"/>
                  <a:pt x="503838" y="64520"/>
                  <a:pt x="502222" y="64407"/>
                </a:cubicBezTo>
                <a:cubicBezTo>
                  <a:pt x="500605" y="64292"/>
                  <a:pt x="499201" y="64234"/>
                  <a:pt x="498009" y="64234"/>
                </a:cubicBezTo>
                <a:cubicBezTo>
                  <a:pt x="496705" y="64234"/>
                  <a:pt x="492847" y="64664"/>
                  <a:pt x="486436" y="65524"/>
                </a:cubicBezTo>
                <a:lnTo>
                  <a:pt x="488053" y="115760"/>
                </a:lnTo>
                <a:lnTo>
                  <a:pt x="488138" y="119501"/>
                </a:lnTo>
                <a:lnTo>
                  <a:pt x="488223" y="123836"/>
                </a:lnTo>
                <a:cubicBezTo>
                  <a:pt x="488450" y="136245"/>
                  <a:pt x="485472" y="142450"/>
                  <a:pt x="479288" y="142450"/>
                </a:cubicBezTo>
                <a:cubicBezTo>
                  <a:pt x="477019" y="142450"/>
                  <a:pt x="475048" y="141714"/>
                  <a:pt x="473374" y="140240"/>
                </a:cubicBezTo>
                <a:cubicBezTo>
                  <a:pt x="471701" y="138767"/>
                  <a:pt x="470864" y="136925"/>
                  <a:pt x="470864" y="134715"/>
                </a:cubicBezTo>
                <a:cubicBezTo>
                  <a:pt x="470864" y="132562"/>
                  <a:pt x="470949" y="129333"/>
                  <a:pt x="471119" y="125027"/>
                </a:cubicBezTo>
                <a:cubicBezTo>
                  <a:pt x="471289" y="120719"/>
                  <a:pt x="471374" y="117488"/>
                  <a:pt x="471374" y="115334"/>
                </a:cubicBezTo>
                <a:lnTo>
                  <a:pt x="469673" y="65694"/>
                </a:lnTo>
                <a:cubicBezTo>
                  <a:pt x="465531" y="65524"/>
                  <a:pt x="459234" y="65039"/>
                  <a:pt x="450781" y="64239"/>
                </a:cubicBezTo>
                <a:cubicBezTo>
                  <a:pt x="445732" y="63555"/>
                  <a:pt x="443208" y="60734"/>
                  <a:pt x="443208" y="55775"/>
                </a:cubicBezTo>
                <a:cubicBezTo>
                  <a:pt x="443208" y="53266"/>
                  <a:pt x="443974" y="51187"/>
                  <a:pt x="445505" y="49536"/>
                </a:cubicBezTo>
                <a:cubicBezTo>
                  <a:pt x="447037" y="47884"/>
                  <a:pt x="448994" y="47058"/>
                  <a:pt x="451377" y="47058"/>
                </a:cubicBezTo>
                <a:lnTo>
                  <a:pt x="469247" y="48505"/>
                </a:lnTo>
                <a:cubicBezTo>
                  <a:pt x="469247" y="45602"/>
                  <a:pt x="469119" y="41720"/>
                  <a:pt x="468864" y="36857"/>
                </a:cubicBezTo>
                <a:cubicBezTo>
                  <a:pt x="468609" y="31992"/>
                  <a:pt x="468481" y="28480"/>
                  <a:pt x="468481" y="26319"/>
                </a:cubicBezTo>
                <a:cubicBezTo>
                  <a:pt x="468481" y="23929"/>
                  <a:pt x="469304" y="21952"/>
                  <a:pt x="470949" y="20388"/>
                </a:cubicBezTo>
                <a:cubicBezTo>
                  <a:pt x="472594" y="18823"/>
                  <a:pt x="474608" y="18040"/>
                  <a:pt x="476991" y="18040"/>
                </a:cubicBezTo>
                <a:cubicBezTo>
                  <a:pt x="482096" y="18040"/>
                  <a:pt x="485075" y="22210"/>
                  <a:pt x="485926" y="30549"/>
                </a:cubicBezTo>
                <a:cubicBezTo>
                  <a:pt x="486096" y="32648"/>
                  <a:pt x="486181" y="35173"/>
                  <a:pt x="486181" y="38123"/>
                </a:cubicBezTo>
                <a:lnTo>
                  <a:pt x="486011" y="43058"/>
                </a:lnTo>
                <a:lnTo>
                  <a:pt x="485926" y="48334"/>
                </a:lnTo>
                <a:cubicBezTo>
                  <a:pt x="492960" y="47427"/>
                  <a:pt x="496988" y="46973"/>
                  <a:pt x="498009" y="46973"/>
                </a:cubicBezTo>
                <a:cubicBezTo>
                  <a:pt x="503909" y="46973"/>
                  <a:pt x="507767" y="47257"/>
                  <a:pt x="509582" y="47824"/>
                </a:cubicBezTo>
                <a:cubicBezTo>
                  <a:pt x="513043" y="48966"/>
                  <a:pt x="514773" y="51657"/>
                  <a:pt x="514773" y="55897"/>
                </a:cubicBezTo>
                <a:cubicBezTo>
                  <a:pt x="514773" y="58418"/>
                  <a:pt x="513993" y="60495"/>
                  <a:pt x="512433" y="62128"/>
                </a:cubicBezTo>
                <a:cubicBezTo>
                  <a:pt x="510873" y="63761"/>
                  <a:pt x="508873" y="64577"/>
                  <a:pt x="506434" y="64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TargetConfig">
            <a:extLst xmlns:a="http://schemas.openxmlformats.org/drawingml/2006/main">
              <a:ext uri="{FF2B5EF4-FFF2-40B4-BE49-F238E27FC236}">
                <a16:creationId xmlns:a16="http://schemas.microsoft.com/office/drawing/2014/main" id="{3128D7B6-F087-4BDF-A1B9-9E09D487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685" y="1740643"/>
            <a:ext cx="1113193" cy="184147"/>
          </a:xfrm>
          <a:custGeom xmlns:a="http://schemas.openxmlformats.org/drawingml/2006/main">
            <a:pathLst>
              <a:path w="1113193" h="184147">
                <a:moveTo>
                  <a:pt x="106029" y="28762"/>
                </a:moveTo>
                <a:cubicBezTo>
                  <a:pt x="101831" y="28762"/>
                  <a:pt x="95364" y="28422"/>
                  <a:pt x="86628" y="27741"/>
                </a:cubicBezTo>
                <a:cubicBezTo>
                  <a:pt x="78118" y="27117"/>
                  <a:pt x="71651" y="26834"/>
                  <a:pt x="67226" y="26890"/>
                </a:cubicBezTo>
                <a:lnTo>
                  <a:pt x="61184" y="26890"/>
                </a:lnTo>
                <a:cubicBezTo>
                  <a:pt x="61354" y="34714"/>
                  <a:pt x="62120" y="47412"/>
                  <a:pt x="63481" y="64984"/>
                </a:cubicBezTo>
                <a:cubicBezTo>
                  <a:pt x="64730" y="81367"/>
                  <a:pt x="65354" y="94093"/>
                  <a:pt x="65354" y="103163"/>
                </a:cubicBezTo>
                <a:cubicBezTo>
                  <a:pt x="65354" y="105146"/>
                  <a:pt x="65552" y="108151"/>
                  <a:pt x="65949" y="112175"/>
                </a:cubicBezTo>
                <a:cubicBezTo>
                  <a:pt x="66346" y="116199"/>
                  <a:pt x="66545" y="119232"/>
                  <a:pt x="66545" y="121275"/>
                </a:cubicBezTo>
                <a:cubicBezTo>
                  <a:pt x="66545" y="125129"/>
                  <a:pt x="65921" y="128445"/>
                  <a:pt x="64673" y="131223"/>
                </a:cubicBezTo>
                <a:cubicBezTo>
                  <a:pt x="63084" y="134964"/>
                  <a:pt x="60617" y="136834"/>
                  <a:pt x="57269" y="136834"/>
                </a:cubicBezTo>
                <a:cubicBezTo>
                  <a:pt x="55000" y="136834"/>
                  <a:pt x="52958" y="136041"/>
                  <a:pt x="51143" y="134454"/>
                </a:cubicBezTo>
                <a:cubicBezTo>
                  <a:pt x="49327" y="132866"/>
                  <a:pt x="48419" y="130824"/>
                  <a:pt x="48419" y="128330"/>
                </a:cubicBezTo>
                <a:cubicBezTo>
                  <a:pt x="48419" y="127481"/>
                  <a:pt x="48561" y="126206"/>
                  <a:pt x="48845" y="124506"/>
                </a:cubicBezTo>
                <a:cubicBezTo>
                  <a:pt x="49129" y="122804"/>
                  <a:pt x="49270" y="121528"/>
                  <a:pt x="49270" y="120679"/>
                </a:cubicBezTo>
                <a:cubicBezTo>
                  <a:pt x="49270" y="117901"/>
                  <a:pt x="49086" y="113735"/>
                  <a:pt x="48717" y="108181"/>
                </a:cubicBezTo>
                <a:cubicBezTo>
                  <a:pt x="48349" y="102625"/>
                  <a:pt x="48164" y="98429"/>
                  <a:pt x="48164" y="95594"/>
                </a:cubicBezTo>
                <a:cubicBezTo>
                  <a:pt x="48164" y="87489"/>
                  <a:pt x="47512" y="76095"/>
                  <a:pt x="46207" y="61413"/>
                </a:cubicBezTo>
                <a:cubicBezTo>
                  <a:pt x="44845" y="45540"/>
                  <a:pt x="44080" y="34146"/>
                  <a:pt x="43909" y="27231"/>
                </a:cubicBezTo>
                <a:lnTo>
                  <a:pt x="36166" y="27316"/>
                </a:lnTo>
                <a:cubicBezTo>
                  <a:pt x="23742" y="27316"/>
                  <a:pt x="13984" y="26404"/>
                  <a:pt x="6893" y="24579"/>
                </a:cubicBezTo>
                <a:cubicBezTo>
                  <a:pt x="2298" y="23383"/>
                  <a:pt x="0" y="20561"/>
                  <a:pt x="0" y="16115"/>
                </a:cubicBezTo>
                <a:cubicBezTo>
                  <a:pt x="0" y="13778"/>
                  <a:pt x="737" y="11726"/>
                  <a:pt x="2212" y="9959"/>
                </a:cubicBezTo>
                <a:cubicBezTo>
                  <a:pt x="3914" y="7972"/>
                  <a:pt x="6099" y="7063"/>
                  <a:pt x="8765" y="7233"/>
                </a:cubicBezTo>
                <a:cubicBezTo>
                  <a:pt x="10750" y="7347"/>
                  <a:pt x="15289" y="7857"/>
                  <a:pt x="22380" y="8765"/>
                </a:cubicBezTo>
                <a:cubicBezTo>
                  <a:pt x="28053" y="9447"/>
                  <a:pt x="32648" y="9789"/>
                  <a:pt x="36166" y="9789"/>
                </a:cubicBezTo>
                <a:cubicBezTo>
                  <a:pt x="39570" y="9789"/>
                  <a:pt x="44732" y="9718"/>
                  <a:pt x="51653" y="9576"/>
                </a:cubicBezTo>
                <a:cubicBezTo>
                  <a:pt x="58574" y="9432"/>
                  <a:pt x="63737" y="9361"/>
                  <a:pt x="67141" y="9361"/>
                </a:cubicBezTo>
                <a:cubicBezTo>
                  <a:pt x="71509" y="9361"/>
                  <a:pt x="77990" y="9674"/>
                  <a:pt x="86585" y="10302"/>
                </a:cubicBezTo>
                <a:cubicBezTo>
                  <a:pt x="95180" y="10928"/>
                  <a:pt x="101661" y="11241"/>
                  <a:pt x="106029" y="11241"/>
                </a:cubicBezTo>
                <a:cubicBezTo>
                  <a:pt x="108469" y="11241"/>
                  <a:pt x="110511" y="12082"/>
                  <a:pt x="112156" y="13764"/>
                </a:cubicBezTo>
                <a:cubicBezTo>
                  <a:pt x="113801" y="15447"/>
                  <a:pt x="114624" y="17542"/>
                  <a:pt x="114624" y="20051"/>
                </a:cubicBezTo>
                <a:cubicBezTo>
                  <a:pt x="114624" y="22501"/>
                  <a:pt x="113801" y="24565"/>
                  <a:pt x="112156" y="26244"/>
                </a:cubicBezTo>
                <a:cubicBezTo>
                  <a:pt x="110511" y="27923"/>
                  <a:pt x="108469" y="28762"/>
                  <a:pt x="106029" y="28762"/>
                </a:cubicBezTo>
                <a:close/>
                <a:moveTo>
                  <a:pt x="186053" y="141770"/>
                </a:moveTo>
                <a:cubicBezTo>
                  <a:pt x="184976" y="141770"/>
                  <a:pt x="183018" y="140511"/>
                  <a:pt x="180182" y="137993"/>
                </a:cubicBezTo>
                <a:cubicBezTo>
                  <a:pt x="177629" y="135648"/>
                  <a:pt x="175729" y="133560"/>
                  <a:pt x="174480" y="131728"/>
                </a:cubicBezTo>
                <a:cubicBezTo>
                  <a:pt x="169034" y="134707"/>
                  <a:pt x="164241" y="136955"/>
                  <a:pt x="160099" y="138472"/>
                </a:cubicBezTo>
                <a:cubicBezTo>
                  <a:pt x="155958" y="139990"/>
                  <a:pt x="152497" y="140748"/>
                  <a:pt x="149718" y="140748"/>
                </a:cubicBezTo>
                <a:cubicBezTo>
                  <a:pt x="136443" y="140748"/>
                  <a:pt x="126770" y="137004"/>
                  <a:pt x="120700" y="129516"/>
                </a:cubicBezTo>
                <a:cubicBezTo>
                  <a:pt x="114970" y="122481"/>
                  <a:pt x="112105" y="111702"/>
                  <a:pt x="112105" y="97179"/>
                </a:cubicBezTo>
                <a:cubicBezTo>
                  <a:pt x="112105" y="83451"/>
                  <a:pt x="116828" y="71707"/>
                  <a:pt x="126274" y="61950"/>
                </a:cubicBezTo>
                <a:cubicBezTo>
                  <a:pt x="135719" y="52192"/>
                  <a:pt x="146994" y="47313"/>
                  <a:pt x="160099" y="47313"/>
                </a:cubicBezTo>
                <a:cubicBezTo>
                  <a:pt x="165035" y="47313"/>
                  <a:pt x="170566" y="48590"/>
                  <a:pt x="176693" y="51143"/>
                </a:cubicBezTo>
                <a:cubicBezTo>
                  <a:pt x="184408" y="54319"/>
                  <a:pt x="188266" y="58149"/>
                  <a:pt x="188266" y="62630"/>
                </a:cubicBezTo>
                <a:cubicBezTo>
                  <a:pt x="188266" y="64162"/>
                  <a:pt x="187699" y="65524"/>
                  <a:pt x="186564" y="66715"/>
                </a:cubicBezTo>
                <a:cubicBezTo>
                  <a:pt x="185997" y="68871"/>
                  <a:pt x="185557" y="72417"/>
                  <a:pt x="185245" y="77352"/>
                </a:cubicBezTo>
                <a:cubicBezTo>
                  <a:pt x="184933" y="82288"/>
                  <a:pt x="184749" y="88613"/>
                  <a:pt x="184692" y="96328"/>
                </a:cubicBezTo>
                <a:cubicBezTo>
                  <a:pt x="184635" y="103363"/>
                  <a:pt x="185117" y="108923"/>
                  <a:pt x="186139" y="113007"/>
                </a:cubicBezTo>
                <a:cubicBezTo>
                  <a:pt x="186706" y="115503"/>
                  <a:pt x="188493" y="120496"/>
                  <a:pt x="191500" y="127984"/>
                </a:cubicBezTo>
                <a:cubicBezTo>
                  <a:pt x="191897" y="129005"/>
                  <a:pt x="192549" y="130509"/>
                  <a:pt x="193457" y="132494"/>
                </a:cubicBezTo>
                <a:lnTo>
                  <a:pt x="193967" y="133941"/>
                </a:lnTo>
                <a:cubicBezTo>
                  <a:pt x="193967" y="136210"/>
                  <a:pt x="193173" y="138082"/>
                  <a:pt x="191585" y="139557"/>
                </a:cubicBezTo>
                <a:cubicBezTo>
                  <a:pt x="189996" y="141032"/>
                  <a:pt x="188152" y="141770"/>
                  <a:pt x="186053" y="141770"/>
                </a:cubicBezTo>
                <a:moveTo>
                  <a:pt x="168354" y="82660"/>
                </a:moveTo>
                <a:cubicBezTo>
                  <a:pt x="168354" y="80226"/>
                  <a:pt x="168510" y="77581"/>
                  <a:pt x="168822" y="74725"/>
                </a:cubicBezTo>
                <a:cubicBezTo>
                  <a:pt x="169134" y="71867"/>
                  <a:pt x="169602" y="68826"/>
                  <a:pt x="170226" y="65601"/>
                </a:cubicBezTo>
                <a:cubicBezTo>
                  <a:pt x="168127" y="64525"/>
                  <a:pt x="166325" y="63732"/>
                  <a:pt x="164822" y="63224"/>
                </a:cubicBezTo>
                <a:cubicBezTo>
                  <a:pt x="163319" y="62715"/>
                  <a:pt x="162113" y="62460"/>
                  <a:pt x="161205" y="62460"/>
                </a:cubicBezTo>
                <a:cubicBezTo>
                  <a:pt x="152412" y="62460"/>
                  <a:pt x="144825" y="66039"/>
                  <a:pt x="138442" y="73196"/>
                </a:cubicBezTo>
                <a:cubicBezTo>
                  <a:pt x="132060" y="80353"/>
                  <a:pt x="128869" y="88599"/>
                  <a:pt x="128869" y="97935"/>
                </a:cubicBezTo>
                <a:cubicBezTo>
                  <a:pt x="128869" y="107214"/>
                  <a:pt x="130514" y="114173"/>
                  <a:pt x="133805" y="118812"/>
                </a:cubicBezTo>
                <a:cubicBezTo>
                  <a:pt x="137095" y="123452"/>
                  <a:pt x="142031" y="125772"/>
                  <a:pt x="148611" y="125772"/>
                </a:cubicBezTo>
                <a:cubicBezTo>
                  <a:pt x="154057" y="125772"/>
                  <a:pt x="158681" y="124781"/>
                  <a:pt x="162482" y="122801"/>
                </a:cubicBezTo>
                <a:cubicBezTo>
                  <a:pt x="164524" y="121727"/>
                  <a:pt x="167389" y="119577"/>
                  <a:pt x="171077" y="116353"/>
                </a:cubicBezTo>
                <a:cubicBezTo>
                  <a:pt x="169261" y="101358"/>
                  <a:pt x="168354" y="90127"/>
                  <a:pt x="168354" y="82660"/>
                </a:cubicBezTo>
                <a:close/>
                <a:moveTo>
                  <a:pt x="275202" y="73097"/>
                </a:moveTo>
                <a:cubicBezTo>
                  <a:pt x="274805" y="80189"/>
                  <a:pt x="271968" y="83734"/>
                  <a:pt x="266692" y="83734"/>
                </a:cubicBezTo>
                <a:cubicBezTo>
                  <a:pt x="261813" y="83734"/>
                  <a:pt x="259374" y="80938"/>
                  <a:pt x="259374" y="75344"/>
                </a:cubicBezTo>
                <a:cubicBezTo>
                  <a:pt x="259374" y="74270"/>
                  <a:pt x="259289" y="72292"/>
                  <a:pt x="259119" y="69409"/>
                </a:cubicBezTo>
                <a:lnTo>
                  <a:pt x="258863" y="62290"/>
                </a:lnTo>
                <a:cubicBezTo>
                  <a:pt x="249900" y="63370"/>
                  <a:pt x="242724" y="65900"/>
                  <a:pt x="237334" y="69880"/>
                </a:cubicBezTo>
                <a:cubicBezTo>
                  <a:pt x="232285" y="73576"/>
                  <a:pt x="228087" y="79148"/>
                  <a:pt x="224740" y="86596"/>
                </a:cubicBezTo>
                <a:lnTo>
                  <a:pt x="224910" y="133326"/>
                </a:lnTo>
                <a:cubicBezTo>
                  <a:pt x="224910" y="139069"/>
                  <a:pt x="222102" y="141940"/>
                  <a:pt x="216486" y="141940"/>
                </a:cubicBezTo>
                <a:cubicBezTo>
                  <a:pt x="211493" y="141940"/>
                  <a:pt x="208997" y="139070"/>
                  <a:pt x="208997" y="133329"/>
                </a:cubicBezTo>
                <a:lnTo>
                  <a:pt x="208997" y="73483"/>
                </a:lnTo>
                <a:cubicBezTo>
                  <a:pt x="208997" y="71607"/>
                  <a:pt x="209068" y="68795"/>
                  <a:pt x="209210" y="65045"/>
                </a:cubicBezTo>
                <a:cubicBezTo>
                  <a:pt x="209352" y="61294"/>
                  <a:pt x="209423" y="58480"/>
                  <a:pt x="209423" y="56605"/>
                </a:cubicBezTo>
                <a:cubicBezTo>
                  <a:pt x="209423" y="50864"/>
                  <a:pt x="211919" y="47994"/>
                  <a:pt x="216911" y="47994"/>
                </a:cubicBezTo>
                <a:cubicBezTo>
                  <a:pt x="222471" y="47994"/>
                  <a:pt x="225279" y="52703"/>
                  <a:pt x="225336" y="62120"/>
                </a:cubicBezTo>
                <a:cubicBezTo>
                  <a:pt x="236228" y="51568"/>
                  <a:pt x="248312" y="46292"/>
                  <a:pt x="261587" y="46292"/>
                </a:cubicBezTo>
                <a:cubicBezTo>
                  <a:pt x="266182" y="46292"/>
                  <a:pt x="269614" y="48022"/>
                  <a:pt x="271883" y="51483"/>
                </a:cubicBezTo>
                <a:cubicBezTo>
                  <a:pt x="274152" y="54944"/>
                  <a:pt x="275287" y="60163"/>
                  <a:pt x="275287" y="67141"/>
                </a:cubicBezTo>
                <a:cubicBezTo>
                  <a:pt x="275287" y="70091"/>
                  <a:pt x="275259" y="72076"/>
                  <a:pt x="275202" y="73097"/>
                </a:cubicBezTo>
                <a:close/>
                <a:moveTo>
                  <a:pt x="361812" y="99477"/>
                </a:moveTo>
                <a:lnTo>
                  <a:pt x="359855" y="128069"/>
                </a:lnTo>
                <a:cubicBezTo>
                  <a:pt x="359515" y="139415"/>
                  <a:pt x="358352" y="148691"/>
                  <a:pt x="356366" y="155895"/>
                </a:cubicBezTo>
                <a:cubicBezTo>
                  <a:pt x="353813" y="165086"/>
                  <a:pt x="349729" y="171865"/>
                  <a:pt x="344112" y="176233"/>
                </a:cubicBezTo>
                <a:cubicBezTo>
                  <a:pt x="337305" y="181509"/>
                  <a:pt x="327462" y="184147"/>
                  <a:pt x="314584" y="184147"/>
                </a:cubicBezTo>
                <a:cubicBezTo>
                  <a:pt x="307039" y="184147"/>
                  <a:pt x="300713" y="183637"/>
                  <a:pt x="295608" y="182616"/>
                </a:cubicBezTo>
                <a:cubicBezTo>
                  <a:pt x="288460" y="181197"/>
                  <a:pt x="284886" y="178247"/>
                  <a:pt x="284886" y="173766"/>
                </a:cubicBezTo>
                <a:cubicBezTo>
                  <a:pt x="284886" y="168717"/>
                  <a:pt x="287353" y="166192"/>
                  <a:pt x="292289" y="166192"/>
                </a:cubicBezTo>
                <a:cubicBezTo>
                  <a:pt x="294331" y="166192"/>
                  <a:pt x="297735" y="166688"/>
                  <a:pt x="302500" y="167681"/>
                </a:cubicBezTo>
                <a:cubicBezTo>
                  <a:pt x="307266" y="168674"/>
                  <a:pt x="312542" y="169114"/>
                  <a:pt x="318328" y="169000"/>
                </a:cubicBezTo>
                <a:cubicBezTo>
                  <a:pt x="329221" y="168819"/>
                  <a:pt x="336737" y="163233"/>
                  <a:pt x="340879" y="152242"/>
                </a:cubicBezTo>
                <a:cubicBezTo>
                  <a:pt x="343602" y="144913"/>
                  <a:pt x="345048" y="133650"/>
                  <a:pt x="345219" y="118453"/>
                </a:cubicBezTo>
                <a:cubicBezTo>
                  <a:pt x="342155" y="125091"/>
                  <a:pt x="338510" y="130069"/>
                  <a:pt x="334284" y="133388"/>
                </a:cubicBezTo>
                <a:cubicBezTo>
                  <a:pt x="330057" y="136706"/>
                  <a:pt x="325221" y="138366"/>
                  <a:pt x="319775" y="138366"/>
                </a:cubicBezTo>
                <a:cubicBezTo>
                  <a:pt x="309507" y="138366"/>
                  <a:pt x="301153" y="134859"/>
                  <a:pt x="294714" y="127846"/>
                </a:cubicBezTo>
                <a:cubicBezTo>
                  <a:pt x="288275" y="120832"/>
                  <a:pt x="285056" y="111733"/>
                  <a:pt x="285056" y="100546"/>
                </a:cubicBezTo>
                <a:cubicBezTo>
                  <a:pt x="285056" y="85215"/>
                  <a:pt x="289452" y="72864"/>
                  <a:pt x="298246" y="63495"/>
                </a:cubicBezTo>
                <a:cubicBezTo>
                  <a:pt x="307323" y="53842"/>
                  <a:pt x="319690" y="49015"/>
                  <a:pt x="335347" y="49015"/>
                </a:cubicBezTo>
                <a:cubicBezTo>
                  <a:pt x="340623" y="49015"/>
                  <a:pt x="345048" y="49696"/>
                  <a:pt x="348622" y="51057"/>
                </a:cubicBezTo>
                <a:cubicBezTo>
                  <a:pt x="352196" y="52419"/>
                  <a:pt x="354919" y="54461"/>
                  <a:pt x="356792" y="57184"/>
                </a:cubicBezTo>
                <a:cubicBezTo>
                  <a:pt x="362862" y="57355"/>
                  <a:pt x="365897" y="60730"/>
                  <a:pt x="365897" y="67311"/>
                </a:cubicBezTo>
                <a:cubicBezTo>
                  <a:pt x="365897" y="71339"/>
                  <a:pt x="365301" y="76728"/>
                  <a:pt x="364110" y="83479"/>
                </a:cubicBezTo>
                <a:cubicBezTo>
                  <a:pt x="362805" y="91308"/>
                  <a:pt x="362039" y="96640"/>
                  <a:pt x="361812" y="99477"/>
                </a:cubicBezTo>
                <a:moveTo>
                  <a:pt x="334497" y="66034"/>
                </a:moveTo>
                <a:cubicBezTo>
                  <a:pt x="323718" y="66034"/>
                  <a:pt x="315378" y="69380"/>
                  <a:pt x="309478" y="76070"/>
                </a:cubicBezTo>
                <a:cubicBezTo>
                  <a:pt x="304202" y="82096"/>
                  <a:pt x="301564" y="89757"/>
                  <a:pt x="301564" y="99054"/>
                </a:cubicBezTo>
                <a:cubicBezTo>
                  <a:pt x="301564" y="106459"/>
                  <a:pt x="303125" y="112026"/>
                  <a:pt x="306245" y="115754"/>
                </a:cubicBezTo>
                <a:cubicBezTo>
                  <a:pt x="309365" y="119482"/>
                  <a:pt x="314045" y="121347"/>
                  <a:pt x="320286" y="121347"/>
                </a:cubicBezTo>
                <a:cubicBezTo>
                  <a:pt x="326015" y="121347"/>
                  <a:pt x="331575" y="118436"/>
                  <a:pt x="336964" y="112614"/>
                </a:cubicBezTo>
                <a:cubicBezTo>
                  <a:pt x="341843" y="107251"/>
                  <a:pt x="344623" y="101939"/>
                  <a:pt x="345304" y="96679"/>
                </a:cubicBezTo>
                <a:cubicBezTo>
                  <a:pt x="346495" y="91162"/>
                  <a:pt x="347771" y="82505"/>
                  <a:pt x="349133" y="70707"/>
                </a:cubicBezTo>
                <a:cubicBezTo>
                  <a:pt x="346864" y="69123"/>
                  <a:pt x="344509" y="67949"/>
                  <a:pt x="342070" y="67183"/>
                </a:cubicBezTo>
                <a:cubicBezTo>
                  <a:pt x="339631" y="66417"/>
                  <a:pt x="337106" y="66034"/>
                  <a:pt x="334497" y="66034"/>
                </a:cubicBezTo>
                <a:close/>
                <a:moveTo>
                  <a:pt x="423013" y="140068"/>
                </a:moveTo>
                <a:cubicBezTo>
                  <a:pt x="410192" y="140068"/>
                  <a:pt x="399810" y="136860"/>
                  <a:pt x="391868" y="130444"/>
                </a:cubicBezTo>
                <a:cubicBezTo>
                  <a:pt x="383188" y="123345"/>
                  <a:pt x="378849" y="113408"/>
                  <a:pt x="378849" y="100631"/>
                </a:cubicBezTo>
                <a:cubicBezTo>
                  <a:pt x="378849" y="85869"/>
                  <a:pt x="382423" y="73491"/>
                  <a:pt x="389571" y="63497"/>
                </a:cubicBezTo>
                <a:cubicBezTo>
                  <a:pt x="397343" y="52595"/>
                  <a:pt x="407724" y="47143"/>
                  <a:pt x="420716" y="47143"/>
                </a:cubicBezTo>
                <a:cubicBezTo>
                  <a:pt x="430133" y="47143"/>
                  <a:pt x="437820" y="48732"/>
                  <a:pt x="443777" y="51908"/>
                </a:cubicBezTo>
                <a:cubicBezTo>
                  <a:pt x="451095" y="55823"/>
                  <a:pt x="454754" y="61836"/>
                  <a:pt x="454754" y="69949"/>
                </a:cubicBezTo>
                <a:cubicBezTo>
                  <a:pt x="454754" y="75622"/>
                  <a:pt x="451549" y="80784"/>
                  <a:pt x="445138" y="85436"/>
                </a:cubicBezTo>
                <a:cubicBezTo>
                  <a:pt x="442302" y="87478"/>
                  <a:pt x="436288" y="90655"/>
                  <a:pt x="427098" y="94967"/>
                </a:cubicBezTo>
                <a:lnTo>
                  <a:pt x="394591" y="110369"/>
                </a:lnTo>
                <a:cubicBezTo>
                  <a:pt x="397768" y="115078"/>
                  <a:pt x="401725" y="118624"/>
                  <a:pt x="406462" y="121006"/>
                </a:cubicBezTo>
                <a:cubicBezTo>
                  <a:pt x="411199" y="123389"/>
                  <a:pt x="416716" y="124580"/>
                  <a:pt x="423013" y="124580"/>
                </a:cubicBezTo>
                <a:cubicBezTo>
                  <a:pt x="426928" y="124580"/>
                  <a:pt x="431523" y="123843"/>
                  <a:pt x="436799" y="122368"/>
                </a:cubicBezTo>
                <a:cubicBezTo>
                  <a:pt x="443493" y="120496"/>
                  <a:pt x="447804" y="118042"/>
                  <a:pt x="449733" y="115007"/>
                </a:cubicBezTo>
                <a:cubicBezTo>
                  <a:pt x="451662" y="111972"/>
                  <a:pt x="453733" y="110454"/>
                  <a:pt x="455945" y="110454"/>
                </a:cubicBezTo>
                <a:cubicBezTo>
                  <a:pt x="457931" y="110454"/>
                  <a:pt x="459704" y="111209"/>
                  <a:pt x="461264" y="112717"/>
                </a:cubicBezTo>
                <a:cubicBezTo>
                  <a:pt x="462824" y="114224"/>
                  <a:pt x="463604" y="115973"/>
                  <a:pt x="463604" y="117964"/>
                </a:cubicBezTo>
                <a:cubicBezTo>
                  <a:pt x="463604" y="124279"/>
                  <a:pt x="458527" y="129713"/>
                  <a:pt x="448372" y="134265"/>
                </a:cubicBezTo>
                <a:cubicBezTo>
                  <a:pt x="439692" y="138133"/>
                  <a:pt x="431239" y="140068"/>
                  <a:pt x="423013" y="140068"/>
                </a:cubicBezTo>
                <a:moveTo>
                  <a:pt x="420716" y="62460"/>
                </a:moveTo>
                <a:cubicBezTo>
                  <a:pt x="413795" y="62460"/>
                  <a:pt x="408036" y="65141"/>
                  <a:pt x="403441" y="70502"/>
                </a:cubicBezTo>
                <a:cubicBezTo>
                  <a:pt x="398846" y="75863"/>
                  <a:pt x="395414" y="83933"/>
                  <a:pt x="393145" y="94712"/>
                </a:cubicBezTo>
                <a:lnTo>
                  <a:pt x="419269" y="82288"/>
                </a:lnTo>
                <a:cubicBezTo>
                  <a:pt x="429537" y="77295"/>
                  <a:pt x="436855" y="72955"/>
                  <a:pt x="441224" y="69268"/>
                </a:cubicBezTo>
                <a:cubicBezTo>
                  <a:pt x="436345" y="64730"/>
                  <a:pt x="429509" y="62460"/>
                  <a:pt x="420716" y="62460"/>
                </a:cubicBezTo>
                <a:close/>
                <a:moveTo>
                  <a:pt x="536054" y="63726"/>
                </a:moveTo>
                <a:cubicBezTo>
                  <a:pt x="534863" y="63726"/>
                  <a:pt x="533459" y="63669"/>
                  <a:pt x="531842" y="63556"/>
                </a:cubicBezTo>
                <a:cubicBezTo>
                  <a:pt x="530225" y="63441"/>
                  <a:pt x="528821" y="63383"/>
                  <a:pt x="527630" y="63383"/>
                </a:cubicBezTo>
                <a:cubicBezTo>
                  <a:pt x="526325" y="63383"/>
                  <a:pt x="522467" y="63813"/>
                  <a:pt x="516057" y="64673"/>
                </a:cubicBezTo>
                <a:lnTo>
                  <a:pt x="517674" y="114909"/>
                </a:lnTo>
                <a:lnTo>
                  <a:pt x="517759" y="118650"/>
                </a:lnTo>
                <a:lnTo>
                  <a:pt x="517844" y="122985"/>
                </a:lnTo>
                <a:cubicBezTo>
                  <a:pt x="518071" y="135394"/>
                  <a:pt x="515093" y="141599"/>
                  <a:pt x="508909" y="141599"/>
                </a:cubicBezTo>
                <a:cubicBezTo>
                  <a:pt x="506640" y="141599"/>
                  <a:pt x="504668" y="140863"/>
                  <a:pt x="502995" y="139390"/>
                </a:cubicBezTo>
                <a:cubicBezTo>
                  <a:pt x="501321" y="137916"/>
                  <a:pt x="500484" y="136074"/>
                  <a:pt x="500484" y="133864"/>
                </a:cubicBezTo>
                <a:cubicBezTo>
                  <a:pt x="500484" y="131711"/>
                  <a:pt x="500570" y="128482"/>
                  <a:pt x="500740" y="124176"/>
                </a:cubicBezTo>
                <a:cubicBezTo>
                  <a:pt x="500910" y="119868"/>
                  <a:pt x="500995" y="116637"/>
                  <a:pt x="500995" y="114483"/>
                </a:cubicBezTo>
                <a:lnTo>
                  <a:pt x="499293" y="64843"/>
                </a:lnTo>
                <a:cubicBezTo>
                  <a:pt x="495152" y="64673"/>
                  <a:pt x="488855" y="64188"/>
                  <a:pt x="480402" y="63388"/>
                </a:cubicBezTo>
                <a:cubicBezTo>
                  <a:pt x="475353" y="62704"/>
                  <a:pt x="472828" y="59883"/>
                  <a:pt x="472828" y="54924"/>
                </a:cubicBezTo>
                <a:cubicBezTo>
                  <a:pt x="472828" y="52415"/>
                  <a:pt x="473594" y="50336"/>
                  <a:pt x="475126" y="48685"/>
                </a:cubicBezTo>
                <a:cubicBezTo>
                  <a:pt x="476658" y="47033"/>
                  <a:pt x="478615" y="46207"/>
                  <a:pt x="480997" y="46207"/>
                </a:cubicBezTo>
                <a:lnTo>
                  <a:pt x="498868" y="47654"/>
                </a:lnTo>
                <a:cubicBezTo>
                  <a:pt x="498868" y="44752"/>
                  <a:pt x="498740" y="40869"/>
                  <a:pt x="498485" y="36006"/>
                </a:cubicBezTo>
                <a:cubicBezTo>
                  <a:pt x="498229" y="31142"/>
                  <a:pt x="498102" y="27629"/>
                  <a:pt x="498102" y="25468"/>
                </a:cubicBezTo>
                <a:cubicBezTo>
                  <a:pt x="498102" y="23078"/>
                  <a:pt x="498924" y="21101"/>
                  <a:pt x="500570" y="19537"/>
                </a:cubicBezTo>
                <a:cubicBezTo>
                  <a:pt x="502215" y="17972"/>
                  <a:pt x="504229" y="17189"/>
                  <a:pt x="506611" y="17189"/>
                </a:cubicBezTo>
                <a:cubicBezTo>
                  <a:pt x="511717" y="17189"/>
                  <a:pt x="514695" y="21359"/>
                  <a:pt x="515546" y="29698"/>
                </a:cubicBezTo>
                <a:cubicBezTo>
                  <a:pt x="515717" y="31797"/>
                  <a:pt x="515802" y="34322"/>
                  <a:pt x="515802" y="37272"/>
                </a:cubicBezTo>
                <a:lnTo>
                  <a:pt x="515631" y="42208"/>
                </a:lnTo>
                <a:lnTo>
                  <a:pt x="515546" y="47483"/>
                </a:lnTo>
                <a:cubicBezTo>
                  <a:pt x="522581" y="46576"/>
                  <a:pt x="526609" y="46122"/>
                  <a:pt x="527630" y="46122"/>
                </a:cubicBezTo>
                <a:cubicBezTo>
                  <a:pt x="533530" y="46122"/>
                  <a:pt x="537388" y="46406"/>
                  <a:pt x="539203" y="46973"/>
                </a:cubicBezTo>
                <a:cubicBezTo>
                  <a:pt x="542664" y="48115"/>
                  <a:pt x="544394" y="50806"/>
                  <a:pt x="544394" y="55046"/>
                </a:cubicBezTo>
                <a:cubicBezTo>
                  <a:pt x="544394" y="57567"/>
                  <a:pt x="543614" y="59644"/>
                  <a:pt x="542054" y="61277"/>
                </a:cubicBezTo>
                <a:cubicBezTo>
                  <a:pt x="540494" y="62910"/>
                  <a:pt x="538494" y="63726"/>
                  <a:pt x="536054" y="63726"/>
                </a:cubicBezTo>
                <a:close/>
                <a:moveTo>
                  <a:pt x="696307" y="40676"/>
                </a:moveTo>
                <a:cubicBezTo>
                  <a:pt x="692676" y="40676"/>
                  <a:pt x="689953" y="38548"/>
                  <a:pt x="688138" y="34294"/>
                </a:cubicBezTo>
                <a:cubicBezTo>
                  <a:pt x="686549" y="30663"/>
                  <a:pt x="685074" y="28450"/>
                  <a:pt x="683713" y="27656"/>
                </a:cubicBezTo>
                <a:cubicBezTo>
                  <a:pt x="682521" y="27032"/>
                  <a:pt x="679571" y="26720"/>
                  <a:pt x="674863" y="26720"/>
                </a:cubicBezTo>
                <a:cubicBezTo>
                  <a:pt x="666637" y="26720"/>
                  <a:pt x="657503" y="33012"/>
                  <a:pt x="647462" y="45595"/>
                </a:cubicBezTo>
                <a:cubicBezTo>
                  <a:pt x="633847" y="62485"/>
                  <a:pt x="627039" y="78496"/>
                  <a:pt x="627039" y="93629"/>
                </a:cubicBezTo>
                <a:cubicBezTo>
                  <a:pt x="627039" y="100940"/>
                  <a:pt x="629393" y="107232"/>
                  <a:pt x="634102" y="112505"/>
                </a:cubicBezTo>
                <a:cubicBezTo>
                  <a:pt x="638924" y="117945"/>
                  <a:pt x="644739" y="120666"/>
                  <a:pt x="651546" y="120666"/>
                </a:cubicBezTo>
                <a:cubicBezTo>
                  <a:pt x="657390" y="120666"/>
                  <a:pt x="663261" y="119155"/>
                  <a:pt x="669161" y="116134"/>
                </a:cubicBezTo>
                <a:cubicBezTo>
                  <a:pt x="672452" y="114425"/>
                  <a:pt x="677501" y="111062"/>
                  <a:pt x="684308" y="106045"/>
                </a:cubicBezTo>
                <a:cubicBezTo>
                  <a:pt x="687542" y="103652"/>
                  <a:pt x="689981" y="102455"/>
                  <a:pt x="691627" y="102455"/>
                </a:cubicBezTo>
                <a:cubicBezTo>
                  <a:pt x="694066" y="102455"/>
                  <a:pt x="696108" y="103382"/>
                  <a:pt x="697753" y="105234"/>
                </a:cubicBezTo>
                <a:cubicBezTo>
                  <a:pt x="699399" y="107087"/>
                  <a:pt x="700221" y="109153"/>
                  <a:pt x="700221" y="111433"/>
                </a:cubicBezTo>
                <a:cubicBezTo>
                  <a:pt x="700221" y="113998"/>
                  <a:pt x="699143" y="116250"/>
                  <a:pt x="696988" y="118187"/>
                </a:cubicBezTo>
                <a:cubicBezTo>
                  <a:pt x="682011" y="131526"/>
                  <a:pt x="666864" y="138196"/>
                  <a:pt x="651546" y="138196"/>
                </a:cubicBezTo>
                <a:cubicBezTo>
                  <a:pt x="639803" y="138196"/>
                  <a:pt x="629875" y="133683"/>
                  <a:pt x="621763" y="124657"/>
                </a:cubicBezTo>
                <a:cubicBezTo>
                  <a:pt x="613934" y="115914"/>
                  <a:pt x="610020" y="105582"/>
                  <a:pt x="610020" y="93661"/>
                </a:cubicBezTo>
                <a:cubicBezTo>
                  <a:pt x="610020" y="74417"/>
                  <a:pt x="618075" y="54690"/>
                  <a:pt x="634187" y="34480"/>
                </a:cubicBezTo>
                <a:cubicBezTo>
                  <a:pt x="647632" y="17620"/>
                  <a:pt x="661191" y="9190"/>
                  <a:pt x="674863" y="9190"/>
                </a:cubicBezTo>
                <a:cubicBezTo>
                  <a:pt x="677643" y="9190"/>
                  <a:pt x="680139" y="9318"/>
                  <a:pt x="682351" y="9573"/>
                </a:cubicBezTo>
                <a:cubicBezTo>
                  <a:pt x="684564" y="9829"/>
                  <a:pt x="686521" y="10240"/>
                  <a:pt x="688223" y="10807"/>
                </a:cubicBezTo>
                <a:cubicBezTo>
                  <a:pt x="690208" y="7914"/>
                  <a:pt x="692790" y="6467"/>
                  <a:pt x="695966" y="6467"/>
                </a:cubicBezTo>
                <a:cubicBezTo>
                  <a:pt x="699881" y="6467"/>
                  <a:pt x="702349" y="9055"/>
                  <a:pt x="703370" y="14230"/>
                </a:cubicBezTo>
                <a:cubicBezTo>
                  <a:pt x="704278" y="18837"/>
                  <a:pt x="704731" y="24496"/>
                  <a:pt x="704731" y="31206"/>
                </a:cubicBezTo>
                <a:cubicBezTo>
                  <a:pt x="704731" y="33537"/>
                  <a:pt x="704107" y="35585"/>
                  <a:pt x="702859" y="37349"/>
                </a:cubicBezTo>
                <a:cubicBezTo>
                  <a:pt x="701328" y="39567"/>
                  <a:pt x="699143" y="40676"/>
                  <a:pt x="696307" y="40676"/>
                </a:cubicBezTo>
                <a:close/>
                <a:moveTo>
                  <a:pt x="750666" y="141259"/>
                </a:moveTo>
                <a:cubicBezTo>
                  <a:pt x="741135" y="141259"/>
                  <a:pt x="732938" y="137735"/>
                  <a:pt x="726073" y="130689"/>
                </a:cubicBezTo>
                <a:cubicBezTo>
                  <a:pt x="718415" y="122846"/>
                  <a:pt x="714387" y="112302"/>
                  <a:pt x="713990" y="99059"/>
                </a:cubicBezTo>
                <a:cubicBezTo>
                  <a:pt x="713649" y="86215"/>
                  <a:pt x="716883" y="74906"/>
                  <a:pt x="723691" y="65130"/>
                </a:cubicBezTo>
                <a:cubicBezTo>
                  <a:pt x="731633" y="53593"/>
                  <a:pt x="742695" y="47824"/>
                  <a:pt x="756878" y="47824"/>
                </a:cubicBezTo>
                <a:cubicBezTo>
                  <a:pt x="768224" y="47824"/>
                  <a:pt x="776819" y="53024"/>
                  <a:pt x="782662" y="63426"/>
                </a:cubicBezTo>
                <a:cubicBezTo>
                  <a:pt x="787314" y="71836"/>
                  <a:pt x="789555" y="81952"/>
                  <a:pt x="789385" y="93773"/>
                </a:cubicBezTo>
                <a:cubicBezTo>
                  <a:pt x="789214" y="106390"/>
                  <a:pt x="785924" y="117161"/>
                  <a:pt x="779514" y="126085"/>
                </a:cubicBezTo>
                <a:cubicBezTo>
                  <a:pt x="772252" y="136201"/>
                  <a:pt x="762636" y="141259"/>
                  <a:pt x="750666" y="141259"/>
                </a:cubicBezTo>
                <a:moveTo>
                  <a:pt x="755772" y="65183"/>
                </a:moveTo>
                <a:cubicBezTo>
                  <a:pt x="747432" y="65127"/>
                  <a:pt x="740937" y="69103"/>
                  <a:pt x="736285" y="77113"/>
                </a:cubicBezTo>
                <a:cubicBezTo>
                  <a:pt x="732597" y="83534"/>
                  <a:pt x="730754" y="90863"/>
                  <a:pt x="730754" y="99099"/>
                </a:cubicBezTo>
                <a:cubicBezTo>
                  <a:pt x="730754" y="107338"/>
                  <a:pt x="732994" y="113758"/>
                  <a:pt x="737476" y="118360"/>
                </a:cubicBezTo>
                <a:cubicBezTo>
                  <a:pt x="741220" y="122167"/>
                  <a:pt x="745617" y="124070"/>
                  <a:pt x="750666" y="124070"/>
                </a:cubicBezTo>
                <a:cubicBezTo>
                  <a:pt x="756566" y="124070"/>
                  <a:pt x="761643" y="121910"/>
                  <a:pt x="765898" y="117592"/>
                </a:cubicBezTo>
                <a:cubicBezTo>
                  <a:pt x="770720" y="112821"/>
                  <a:pt x="773273" y="106373"/>
                  <a:pt x="773557" y="98248"/>
                </a:cubicBezTo>
                <a:cubicBezTo>
                  <a:pt x="774351" y="76262"/>
                  <a:pt x="768423" y="65240"/>
                  <a:pt x="755772" y="65183"/>
                </a:cubicBezTo>
                <a:close/>
                <a:moveTo>
                  <a:pt x="875518" y="142280"/>
                </a:moveTo>
                <a:cubicBezTo>
                  <a:pt x="870640" y="142280"/>
                  <a:pt x="867888" y="139608"/>
                  <a:pt x="867264" y="134265"/>
                </a:cubicBezTo>
                <a:lnTo>
                  <a:pt x="864881" y="115589"/>
                </a:lnTo>
                <a:cubicBezTo>
                  <a:pt x="864087" y="108938"/>
                  <a:pt x="863690" y="102712"/>
                  <a:pt x="863690" y="96913"/>
                </a:cubicBezTo>
                <a:cubicBezTo>
                  <a:pt x="863690" y="95321"/>
                  <a:pt x="863789" y="92621"/>
                  <a:pt x="863988" y="88813"/>
                </a:cubicBezTo>
                <a:cubicBezTo>
                  <a:pt x="864187" y="85004"/>
                  <a:pt x="864286" y="82303"/>
                  <a:pt x="864286" y="80711"/>
                </a:cubicBezTo>
                <a:cubicBezTo>
                  <a:pt x="864286" y="68430"/>
                  <a:pt x="862017" y="62290"/>
                  <a:pt x="857478" y="62290"/>
                </a:cubicBezTo>
                <a:cubicBezTo>
                  <a:pt x="851124" y="62290"/>
                  <a:pt x="845054" y="66067"/>
                  <a:pt x="839268" y="73621"/>
                </a:cubicBezTo>
                <a:cubicBezTo>
                  <a:pt x="834048" y="80493"/>
                  <a:pt x="829964" y="89181"/>
                  <a:pt x="827014" y="99687"/>
                </a:cubicBezTo>
                <a:cubicBezTo>
                  <a:pt x="826900" y="101903"/>
                  <a:pt x="826645" y="104686"/>
                  <a:pt x="826248" y="108037"/>
                </a:cubicBezTo>
                <a:cubicBezTo>
                  <a:pt x="825908" y="110877"/>
                  <a:pt x="825737" y="113631"/>
                  <a:pt x="825737" y="116299"/>
                </a:cubicBezTo>
                <a:cubicBezTo>
                  <a:pt x="825737" y="118003"/>
                  <a:pt x="825908" y="120559"/>
                  <a:pt x="826248" y="123966"/>
                </a:cubicBezTo>
                <a:cubicBezTo>
                  <a:pt x="826588" y="127373"/>
                  <a:pt x="826759" y="129929"/>
                  <a:pt x="826759" y="131633"/>
                </a:cubicBezTo>
                <a:cubicBezTo>
                  <a:pt x="826759" y="134189"/>
                  <a:pt x="825979" y="136262"/>
                  <a:pt x="824418" y="137853"/>
                </a:cubicBezTo>
                <a:cubicBezTo>
                  <a:pt x="822858" y="139443"/>
                  <a:pt x="820859" y="140238"/>
                  <a:pt x="818419" y="140238"/>
                </a:cubicBezTo>
                <a:cubicBezTo>
                  <a:pt x="815923" y="140238"/>
                  <a:pt x="813909" y="139442"/>
                  <a:pt x="812377" y="137850"/>
                </a:cubicBezTo>
                <a:cubicBezTo>
                  <a:pt x="810846" y="136260"/>
                  <a:pt x="810080" y="134185"/>
                  <a:pt x="810080" y="131627"/>
                </a:cubicBezTo>
                <a:cubicBezTo>
                  <a:pt x="810080" y="129924"/>
                  <a:pt x="809895" y="127367"/>
                  <a:pt x="809527" y="123958"/>
                </a:cubicBezTo>
                <a:cubicBezTo>
                  <a:pt x="809158" y="120547"/>
                  <a:pt x="808974" y="117989"/>
                  <a:pt x="808974" y="116283"/>
                </a:cubicBezTo>
                <a:cubicBezTo>
                  <a:pt x="808974" y="110430"/>
                  <a:pt x="809385" y="102317"/>
                  <a:pt x="810207" y="91946"/>
                </a:cubicBezTo>
                <a:cubicBezTo>
                  <a:pt x="811030" y="81575"/>
                  <a:pt x="811441" y="73462"/>
                  <a:pt x="811441" y="67609"/>
                </a:cubicBezTo>
                <a:cubicBezTo>
                  <a:pt x="811441" y="65790"/>
                  <a:pt x="811342" y="63091"/>
                  <a:pt x="811144" y="59511"/>
                </a:cubicBezTo>
                <a:cubicBezTo>
                  <a:pt x="810945" y="55930"/>
                  <a:pt x="810846" y="53231"/>
                  <a:pt x="810846" y="51414"/>
                </a:cubicBezTo>
                <a:cubicBezTo>
                  <a:pt x="810846" y="48969"/>
                  <a:pt x="811654" y="46966"/>
                  <a:pt x="813271" y="45404"/>
                </a:cubicBezTo>
                <a:cubicBezTo>
                  <a:pt x="814888" y="43840"/>
                  <a:pt x="816887" y="43058"/>
                  <a:pt x="819270" y="43058"/>
                </a:cubicBezTo>
                <a:cubicBezTo>
                  <a:pt x="824489" y="43058"/>
                  <a:pt x="827354" y="46761"/>
                  <a:pt x="827865" y="54166"/>
                </a:cubicBezTo>
                <a:lnTo>
                  <a:pt x="828120" y="64162"/>
                </a:lnTo>
                <a:cubicBezTo>
                  <a:pt x="837651" y="51455"/>
                  <a:pt x="847437" y="45101"/>
                  <a:pt x="857478" y="45101"/>
                </a:cubicBezTo>
                <a:cubicBezTo>
                  <a:pt x="866555" y="45101"/>
                  <a:pt x="872880" y="49107"/>
                  <a:pt x="876455" y="57121"/>
                </a:cubicBezTo>
                <a:cubicBezTo>
                  <a:pt x="878894" y="62462"/>
                  <a:pt x="880227" y="70362"/>
                  <a:pt x="880454" y="80820"/>
                </a:cubicBezTo>
                <a:lnTo>
                  <a:pt x="880454" y="89428"/>
                </a:lnTo>
                <a:lnTo>
                  <a:pt x="880369" y="97355"/>
                </a:lnTo>
                <a:cubicBezTo>
                  <a:pt x="880369" y="102072"/>
                  <a:pt x="880979" y="108168"/>
                  <a:pt x="882198" y="115643"/>
                </a:cubicBezTo>
                <a:cubicBezTo>
                  <a:pt x="883418" y="123115"/>
                  <a:pt x="884028" y="129181"/>
                  <a:pt x="884028" y="133840"/>
                </a:cubicBezTo>
                <a:cubicBezTo>
                  <a:pt x="884028" y="136341"/>
                  <a:pt x="883220" y="138373"/>
                  <a:pt x="881603" y="139935"/>
                </a:cubicBezTo>
                <a:cubicBezTo>
                  <a:pt x="879986" y="141498"/>
                  <a:pt x="877958" y="142280"/>
                  <a:pt x="875518" y="142280"/>
                </a:cubicBezTo>
                <a:close/>
                <a:moveTo>
                  <a:pt x="958930" y="16509"/>
                </a:moveTo>
                <a:cubicBezTo>
                  <a:pt x="945201" y="16509"/>
                  <a:pt x="937514" y="25991"/>
                  <a:pt x="935869" y="44957"/>
                </a:cubicBezTo>
                <a:lnTo>
                  <a:pt x="935613" y="50207"/>
                </a:lnTo>
                <a:cubicBezTo>
                  <a:pt x="945257" y="49526"/>
                  <a:pt x="951498" y="49185"/>
                  <a:pt x="954334" y="49185"/>
                </a:cubicBezTo>
                <a:cubicBezTo>
                  <a:pt x="963354" y="49185"/>
                  <a:pt x="967865" y="52035"/>
                  <a:pt x="967865" y="57735"/>
                </a:cubicBezTo>
                <a:cubicBezTo>
                  <a:pt x="967865" y="61897"/>
                  <a:pt x="965652" y="64378"/>
                  <a:pt x="961227" y="65175"/>
                </a:cubicBezTo>
                <a:cubicBezTo>
                  <a:pt x="959298" y="65518"/>
                  <a:pt x="957043" y="65646"/>
                  <a:pt x="954462" y="65561"/>
                </a:cubicBezTo>
                <a:cubicBezTo>
                  <a:pt x="951881" y="65476"/>
                  <a:pt x="945343" y="65861"/>
                  <a:pt x="934847" y="66715"/>
                </a:cubicBezTo>
                <a:lnTo>
                  <a:pt x="934167" y="86136"/>
                </a:lnTo>
                <a:cubicBezTo>
                  <a:pt x="934167" y="89658"/>
                  <a:pt x="934280" y="94940"/>
                  <a:pt x="934507" y="101982"/>
                </a:cubicBezTo>
                <a:cubicBezTo>
                  <a:pt x="934734" y="109024"/>
                  <a:pt x="934847" y="114277"/>
                  <a:pt x="934847" y="117741"/>
                </a:cubicBezTo>
                <a:cubicBezTo>
                  <a:pt x="934847" y="128530"/>
                  <a:pt x="934223" y="136934"/>
                  <a:pt x="932975" y="142953"/>
                </a:cubicBezTo>
                <a:cubicBezTo>
                  <a:pt x="932011" y="147497"/>
                  <a:pt x="929373" y="149769"/>
                  <a:pt x="925061" y="149769"/>
                </a:cubicBezTo>
                <a:cubicBezTo>
                  <a:pt x="922735" y="149769"/>
                  <a:pt x="920750" y="149016"/>
                  <a:pt x="919105" y="147511"/>
                </a:cubicBezTo>
                <a:cubicBezTo>
                  <a:pt x="917460" y="146006"/>
                  <a:pt x="916637" y="144118"/>
                  <a:pt x="916637" y="141847"/>
                </a:cubicBezTo>
                <a:cubicBezTo>
                  <a:pt x="916637" y="141393"/>
                  <a:pt x="916694" y="140825"/>
                  <a:pt x="916807" y="140142"/>
                </a:cubicBezTo>
                <a:cubicBezTo>
                  <a:pt x="917998" y="132760"/>
                  <a:pt x="918594" y="124725"/>
                  <a:pt x="918594" y="116036"/>
                </a:cubicBezTo>
                <a:lnTo>
                  <a:pt x="918339" y="92781"/>
                </a:lnTo>
                <a:lnTo>
                  <a:pt x="918339" y="68077"/>
                </a:lnTo>
                <a:cubicBezTo>
                  <a:pt x="911248" y="68644"/>
                  <a:pt x="906766" y="68928"/>
                  <a:pt x="904894" y="68928"/>
                </a:cubicBezTo>
                <a:cubicBezTo>
                  <a:pt x="899164" y="68928"/>
                  <a:pt x="896299" y="66176"/>
                  <a:pt x="896299" y="60673"/>
                </a:cubicBezTo>
                <a:cubicBezTo>
                  <a:pt x="896299" y="55057"/>
                  <a:pt x="901263" y="52107"/>
                  <a:pt x="911191" y="51823"/>
                </a:cubicBezTo>
                <a:lnTo>
                  <a:pt x="919360" y="51568"/>
                </a:lnTo>
                <a:cubicBezTo>
                  <a:pt x="919530" y="48391"/>
                  <a:pt x="919956" y="44080"/>
                  <a:pt x="920636" y="38633"/>
                </a:cubicBezTo>
                <a:cubicBezTo>
                  <a:pt x="922111" y="26039"/>
                  <a:pt x="925288" y="16764"/>
                  <a:pt x="930167" y="10807"/>
                </a:cubicBezTo>
                <a:cubicBezTo>
                  <a:pt x="936067" y="3602"/>
                  <a:pt x="945286" y="0"/>
                  <a:pt x="957823" y="0"/>
                </a:cubicBezTo>
                <a:cubicBezTo>
                  <a:pt x="965936" y="0"/>
                  <a:pt x="969992" y="2766"/>
                  <a:pt x="969992" y="8297"/>
                </a:cubicBezTo>
                <a:cubicBezTo>
                  <a:pt x="969992" y="13771"/>
                  <a:pt x="966304" y="16509"/>
                  <a:pt x="958930" y="16509"/>
                </a:cubicBezTo>
                <a:close/>
                <a:moveTo>
                  <a:pt x="1007402" y="28422"/>
                </a:moveTo>
                <a:cubicBezTo>
                  <a:pt x="1004679" y="28422"/>
                  <a:pt x="1002325" y="27458"/>
                  <a:pt x="1000339" y="25529"/>
                </a:cubicBezTo>
                <a:cubicBezTo>
                  <a:pt x="998354" y="23600"/>
                  <a:pt x="997361" y="21274"/>
                  <a:pt x="997361" y="18551"/>
                </a:cubicBezTo>
                <a:cubicBezTo>
                  <a:pt x="997361" y="15828"/>
                  <a:pt x="998354" y="13502"/>
                  <a:pt x="1000339" y="11573"/>
                </a:cubicBezTo>
                <a:cubicBezTo>
                  <a:pt x="1002325" y="9644"/>
                  <a:pt x="1004679" y="8680"/>
                  <a:pt x="1007402" y="8680"/>
                </a:cubicBezTo>
                <a:cubicBezTo>
                  <a:pt x="1010125" y="8680"/>
                  <a:pt x="1012465" y="9644"/>
                  <a:pt x="1014423" y="11573"/>
                </a:cubicBezTo>
                <a:cubicBezTo>
                  <a:pt x="1016380" y="13502"/>
                  <a:pt x="1017358" y="15828"/>
                  <a:pt x="1017358" y="18551"/>
                </a:cubicBezTo>
                <a:cubicBezTo>
                  <a:pt x="1017358" y="21274"/>
                  <a:pt x="1016380" y="23600"/>
                  <a:pt x="1014423" y="25529"/>
                </a:cubicBezTo>
                <a:cubicBezTo>
                  <a:pt x="1012465" y="27458"/>
                  <a:pt x="1010125" y="28422"/>
                  <a:pt x="1007402" y="28422"/>
                </a:cubicBezTo>
                <a:moveTo>
                  <a:pt x="1011231" y="97568"/>
                </a:moveTo>
                <a:cubicBezTo>
                  <a:pt x="1011231" y="100975"/>
                  <a:pt x="1011331" y="106072"/>
                  <a:pt x="1011529" y="112858"/>
                </a:cubicBezTo>
                <a:cubicBezTo>
                  <a:pt x="1011728" y="119643"/>
                  <a:pt x="1011827" y="124739"/>
                  <a:pt x="1011827" y="128146"/>
                </a:cubicBezTo>
                <a:cubicBezTo>
                  <a:pt x="1011827" y="130644"/>
                  <a:pt x="1011061" y="132688"/>
                  <a:pt x="1009530" y="134278"/>
                </a:cubicBezTo>
                <a:cubicBezTo>
                  <a:pt x="1007998" y="135869"/>
                  <a:pt x="1005984" y="136664"/>
                  <a:pt x="1003488" y="136664"/>
                </a:cubicBezTo>
                <a:cubicBezTo>
                  <a:pt x="1001048" y="136664"/>
                  <a:pt x="999049" y="135869"/>
                  <a:pt x="997488" y="134278"/>
                </a:cubicBezTo>
                <a:cubicBezTo>
                  <a:pt x="995928" y="132688"/>
                  <a:pt x="995148" y="130644"/>
                  <a:pt x="995148" y="128146"/>
                </a:cubicBezTo>
                <a:cubicBezTo>
                  <a:pt x="995148" y="124739"/>
                  <a:pt x="995049" y="119643"/>
                  <a:pt x="994851" y="112858"/>
                </a:cubicBezTo>
                <a:cubicBezTo>
                  <a:pt x="994652" y="106072"/>
                  <a:pt x="994553" y="100975"/>
                  <a:pt x="994553" y="97568"/>
                </a:cubicBezTo>
                <a:cubicBezTo>
                  <a:pt x="994553" y="92230"/>
                  <a:pt x="994836" y="85572"/>
                  <a:pt x="995404" y="77594"/>
                </a:cubicBezTo>
                <a:cubicBezTo>
                  <a:pt x="995971" y="69615"/>
                  <a:pt x="996255" y="62956"/>
                  <a:pt x="996255" y="57618"/>
                </a:cubicBezTo>
                <a:cubicBezTo>
                  <a:pt x="996255" y="55063"/>
                  <a:pt x="997035" y="52991"/>
                  <a:pt x="998595" y="51401"/>
                </a:cubicBezTo>
                <a:cubicBezTo>
                  <a:pt x="1000155" y="49810"/>
                  <a:pt x="1002155" y="49015"/>
                  <a:pt x="1004594" y="49015"/>
                </a:cubicBezTo>
                <a:cubicBezTo>
                  <a:pt x="1007033" y="49015"/>
                  <a:pt x="1009033" y="49810"/>
                  <a:pt x="1010593" y="51401"/>
                </a:cubicBezTo>
                <a:cubicBezTo>
                  <a:pt x="1012153" y="52991"/>
                  <a:pt x="1012933" y="55063"/>
                  <a:pt x="1012933" y="57618"/>
                </a:cubicBezTo>
                <a:cubicBezTo>
                  <a:pt x="1012933" y="62956"/>
                  <a:pt x="1012650" y="69615"/>
                  <a:pt x="1012082" y="77594"/>
                </a:cubicBezTo>
                <a:cubicBezTo>
                  <a:pt x="1011515" y="85572"/>
                  <a:pt x="1011231" y="92230"/>
                  <a:pt x="1011231" y="97568"/>
                </a:cubicBezTo>
                <a:close/>
                <a:moveTo>
                  <a:pt x="1109109" y="99477"/>
                </a:moveTo>
                <a:lnTo>
                  <a:pt x="1107151" y="128069"/>
                </a:lnTo>
                <a:cubicBezTo>
                  <a:pt x="1106811" y="139415"/>
                  <a:pt x="1105648" y="148691"/>
                  <a:pt x="1103663" y="155895"/>
                </a:cubicBezTo>
                <a:cubicBezTo>
                  <a:pt x="1101110" y="165086"/>
                  <a:pt x="1097025" y="171865"/>
                  <a:pt x="1091409" y="176233"/>
                </a:cubicBezTo>
                <a:cubicBezTo>
                  <a:pt x="1084601" y="181509"/>
                  <a:pt x="1074758" y="184147"/>
                  <a:pt x="1061881" y="184147"/>
                </a:cubicBezTo>
                <a:cubicBezTo>
                  <a:pt x="1054335" y="184147"/>
                  <a:pt x="1048010" y="183637"/>
                  <a:pt x="1042904" y="182616"/>
                </a:cubicBezTo>
                <a:cubicBezTo>
                  <a:pt x="1035756" y="181197"/>
                  <a:pt x="1032182" y="178247"/>
                  <a:pt x="1032182" y="173766"/>
                </a:cubicBezTo>
                <a:cubicBezTo>
                  <a:pt x="1032182" y="168717"/>
                  <a:pt x="1034650" y="166192"/>
                  <a:pt x="1039585" y="166192"/>
                </a:cubicBezTo>
                <a:cubicBezTo>
                  <a:pt x="1041628" y="166192"/>
                  <a:pt x="1045032" y="166688"/>
                  <a:pt x="1049797" y="167681"/>
                </a:cubicBezTo>
                <a:cubicBezTo>
                  <a:pt x="1054562" y="168674"/>
                  <a:pt x="1059838" y="169114"/>
                  <a:pt x="1065625" y="169000"/>
                </a:cubicBezTo>
                <a:cubicBezTo>
                  <a:pt x="1076517" y="168819"/>
                  <a:pt x="1084034" y="163233"/>
                  <a:pt x="1088175" y="152242"/>
                </a:cubicBezTo>
                <a:cubicBezTo>
                  <a:pt x="1090898" y="144913"/>
                  <a:pt x="1092345" y="133650"/>
                  <a:pt x="1092515" y="118453"/>
                </a:cubicBezTo>
                <a:cubicBezTo>
                  <a:pt x="1089452" y="125091"/>
                  <a:pt x="1085807" y="130069"/>
                  <a:pt x="1081580" y="133388"/>
                </a:cubicBezTo>
                <a:cubicBezTo>
                  <a:pt x="1077354" y="136706"/>
                  <a:pt x="1072517" y="138366"/>
                  <a:pt x="1067071" y="138366"/>
                </a:cubicBezTo>
                <a:cubicBezTo>
                  <a:pt x="1056803" y="138366"/>
                  <a:pt x="1048450" y="134859"/>
                  <a:pt x="1042011" y="127846"/>
                </a:cubicBezTo>
                <a:cubicBezTo>
                  <a:pt x="1035572" y="120832"/>
                  <a:pt x="1032352" y="111733"/>
                  <a:pt x="1032352" y="100546"/>
                </a:cubicBezTo>
                <a:cubicBezTo>
                  <a:pt x="1032352" y="85215"/>
                  <a:pt x="1036749" y="72864"/>
                  <a:pt x="1045542" y="63495"/>
                </a:cubicBezTo>
                <a:cubicBezTo>
                  <a:pt x="1054619" y="53842"/>
                  <a:pt x="1066986" y="49015"/>
                  <a:pt x="1082644" y="49015"/>
                </a:cubicBezTo>
                <a:cubicBezTo>
                  <a:pt x="1087920" y="49015"/>
                  <a:pt x="1092345" y="49696"/>
                  <a:pt x="1095919" y="51057"/>
                </a:cubicBezTo>
                <a:cubicBezTo>
                  <a:pt x="1099493" y="52419"/>
                  <a:pt x="1102216" y="54461"/>
                  <a:pt x="1104088" y="57184"/>
                </a:cubicBezTo>
                <a:cubicBezTo>
                  <a:pt x="1110158" y="57355"/>
                  <a:pt x="1113193" y="60730"/>
                  <a:pt x="1113193" y="67311"/>
                </a:cubicBezTo>
                <a:cubicBezTo>
                  <a:pt x="1113193" y="71339"/>
                  <a:pt x="1112598" y="76728"/>
                  <a:pt x="1111406" y="83479"/>
                </a:cubicBezTo>
                <a:cubicBezTo>
                  <a:pt x="1110101" y="91308"/>
                  <a:pt x="1109336" y="96640"/>
                  <a:pt x="1109109" y="99477"/>
                </a:cubicBezTo>
                <a:moveTo>
                  <a:pt x="1081793" y="66034"/>
                </a:moveTo>
                <a:cubicBezTo>
                  <a:pt x="1071014" y="66034"/>
                  <a:pt x="1062675" y="69380"/>
                  <a:pt x="1056775" y="76070"/>
                </a:cubicBezTo>
                <a:cubicBezTo>
                  <a:pt x="1051499" y="82096"/>
                  <a:pt x="1048861" y="89757"/>
                  <a:pt x="1048861" y="99054"/>
                </a:cubicBezTo>
                <a:cubicBezTo>
                  <a:pt x="1048861" y="106459"/>
                  <a:pt x="1050421" y="112026"/>
                  <a:pt x="1053541" y="115754"/>
                </a:cubicBezTo>
                <a:cubicBezTo>
                  <a:pt x="1056661" y="119482"/>
                  <a:pt x="1061342" y="121347"/>
                  <a:pt x="1067582" y="121347"/>
                </a:cubicBezTo>
                <a:cubicBezTo>
                  <a:pt x="1073312" y="121347"/>
                  <a:pt x="1078871" y="118436"/>
                  <a:pt x="1084261" y="112614"/>
                </a:cubicBezTo>
                <a:cubicBezTo>
                  <a:pt x="1089140" y="107251"/>
                  <a:pt x="1091919" y="101939"/>
                  <a:pt x="1092600" y="96679"/>
                </a:cubicBezTo>
                <a:cubicBezTo>
                  <a:pt x="1093791" y="91162"/>
                  <a:pt x="1095068" y="82505"/>
                  <a:pt x="1096429" y="70707"/>
                </a:cubicBezTo>
                <a:cubicBezTo>
                  <a:pt x="1094160" y="69123"/>
                  <a:pt x="1091806" y="67949"/>
                  <a:pt x="1089366" y="67183"/>
                </a:cubicBezTo>
                <a:cubicBezTo>
                  <a:pt x="1086927" y="66417"/>
                  <a:pt x="1084403" y="66034"/>
                  <a:pt x="1081793" y="660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98155-1966-4BF6-AADC-D49BD5B3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019" y="393353"/>
            <a:ext cx="1165075" cy="2186734"/>
          </a:xfrm>
          <a:custGeom xmlns:a="http://schemas.openxmlformats.org/drawingml/2006/main">
            <a:pathLst>
              <a:path w="1165075" h="2186734">
                <a:moveTo>
                  <a:pt x="0" y="194184"/>
                </a:moveTo>
                <a:cubicBezTo>
                  <a:pt x="0" y="86939"/>
                  <a:pt x="86939" y="0"/>
                  <a:pt x="194184" y="0"/>
                </a:cubicBezTo>
                <a:lnTo>
                  <a:pt x="970891" y="0"/>
                </a:lnTo>
                <a:cubicBezTo>
                  <a:pt x="1078135" y="0"/>
                  <a:pt x="1165075" y="86939"/>
                  <a:pt x="1165075" y="194184"/>
                </a:cubicBezTo>
                <a:lnTo>
                  <a:pt x="1165075" y="1992550"/>
                </a:lnTo>
                <a:cubicBezTo>
                  <a:pt x="1165075" y="2099795"/>
                  <a:pt x="1078135" y="2186734"/>
                  <a:pt x="970891" y="2186734"/>
                </a:cubicBezTo>
                <a:lnTo>
                  <a:pt x="194184" y="2186734"/>
                </a:lnTo>
                <a:cubicBezTo>
                  <a:pt x="86939" y="2186734"/>
                  <a:pt x="0" y="2099795"/>
                  <a:pt x="0" y="1992550"/>
                </a:cubicBezTo>
                <a:lnTo>
                  <a:pt x="0" y="194184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Proc.Mem.">
            <a:extLst xmlns:a="http://schemas.openxmlformats.org/drawingml/2006/main">
              <a:ext uri="{FF2B5EF4-FFF2-40B4-BE49-F238E27FC236}">
                <a16:creationId xmlns:a16="http://schemas.microsoft.com/office/drawing/2014/main" id="{8C4B505E-E9CA-4DE4-B680-6C6E534A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214" y="479872"/>
            <a:ext cx="861289" cy="144322"/>
          </a:xfrm>
          <a:custGeom xmlns:a="http://schemas.openxmlformats.org/drawingml/2006/main">
            <a:pathLst>
              <a:path w="861289" h="144322">
                <a:moveTo>
                  <a:pt x="26635" y="83734"/>
                </a:moveTo>
                <a:cubicBezTo>
                  <a:pt x="25047" y="83734"/>
                  <a:pt x="21586" y="83365"/>
                  <a:pt x="16253" y="82628"/>
                </a:cubicBezTo>
                <a:cubicBezTo>
                  <a:pt x="15799" y="91207"/>
                  <a:pt x="15573" y="106236"/>
                  <a:pt x="15573" y="127715"/>
                </a:cubicBezTo>
                <a:cubicBezTo>
                  <a:pt x="15573" y="129988"/>
                  <a:pt x="14835" y="131906"/>
                  <a:pt x="13360" y="133470"/>
                </a:cubicBezTo>
                <a:cubicBezTo>
                  <a:pt x="11885" y="135032"/>
                  <a:pt x="10041" y="135813"/>
                  <a:pt x="7829" y="135813"/>
                </a:cubicBezTo>
                <a:cubicBezTo>
                  <a:pt x="5560" y="135813"/>
                  <a:pt x="3687" y="135033"/>
                  <a:pt x="2212" y="133473"/>
                </a:cubicBezTo>
                <a:cubicBezTo>
                  <a:pt x="737" y="131911"/>
                  <a:pt x="0" y="129994"/>
                  <a:pt x="0" y="127723"/>
                </a:cubicBezTo>
                <a:lnTo>
                  <a:pt x="0" y="102689"/>
                </a:lnTo>
                <a:cubicBezTo>
                  <a:pt x="0" y="94345"/>
                  <a:pt x="511" y="82594"/>
                  <a:pt x="1532" y="67438"/>
                </a:cubicBezTo>
                <a:cubicBezTo>
                  <a:pt x="2666" y="51033"/>
                  <a:pt x="3290" y="39282"/>
                  <a:pt x="3404" y="32187"/>
                </a:cubicBezTo>
                <a:lnTo>
                  <a:pt x="3404" y="20436"/>
                </a:lnTo>
                <a:cubicBezTo>
                  <a:pt x="3404" y="14816"/>
                  <a:pt x="3744" y="10729"/>
                  <a:pt x="4425" y="8175"/>
                </a:cubicBezTo>
                <a:cubicBezTo>
                  <a:pt x="5730" y="3179"/>
                  <a:pt x="8510" y="1021"/>
                  <a:pt x="12764" y="1702"/>
                </a:cubicBezTo>
                <a:cubicBezTo>
                  <a:pt x="14580" y="1135"/>
                  <a:pt x="17161" y="709"/>
                  <a:pt x="20508" y="425"/>
                </a:cubicBezTo>
                <a:cubicBezTo>
                  <a:pt x="23855" y="142"/>
                  <a:pt x="27968" y="0"/>
                  <a:pt x="32847" y="0"/>
                </a:cubicBezTo>
                <a:cubicBezTo>
                  <a:pt x="43229" y="0"/>
                  <a:pt x="52958" y="3546"/>
                  <a:pt x="62035" y="10637"/>
                </a:cubicBezTo>
                <a:cubicBezTo>
                  <a:pt x="72019" y="18466"/>
                  <a:pt x="77012" y="27883"/>
                  <a:pt x="77012" y="38889"/>
                </a:cubicBezTo>
                <a:cubicBezTo>
                  <a:pt x="77012" y="52958"/>
                  <a:pt x="71679" y="64162"/>
                  <a:pt x="61014" y="72502"/>
                </a:cubicBezTo>
                <a:cubicBezTo>
                  <a:pt x="51483" y="79990"/>
                  <a:pt x="40023" y="83734"/>
                  <a:pt x="26635" y="83734"/>
                </a:cubicBezTo>
                <a:moveTo>
                  <a:pt x="30890" y="16168"/>
                </a:moveTo>
                <a:cubicBezTo>
                  <a:pt x="28394" y="16168"/>
                  <a:pt x="26167" y="16225"/>
                  <a:pt x="24210" y="16338"/>
                </a:cubicBezTo>
                <a:cubicBezTo>
                  <a:pt x="22253" y="16452"/>
                  <a:pt x="20593" y="16622"/>
                  <a:pt x="19232" y="16849"/>
                </a:cubicBezTo>
                <a:lnTo>
                  <a:pt x="19061" y="32480"/>
                </a:lnTo>
                <a:lnTo>
                  <a:pt x="17274" y="66292"/>
                </a:lnTo>
                <a:lnTo>
                  <a:pt x="26635" y="67396"/>
                </a:lnTo>
                <a:cubicBezTo>
                  <a:pt x="36166" y="67396"/>
                  <a:pt x="44193" y="64989"/>
                  <a:pt x="50717" y="60176"/>
                </a:cubicBezTo>
                <a:cubicBezTo>
                  <a:pt x="57865" y="54907"/>
                  <a:pt x="61439" y="47799"/>
                  <a:pt x="61439" y="38852"/>
                </a:cubicBezTo>
                <a:cubicBezTo>
                  <a:pt x="61439" y="32508"/>
                  <a:pt x="58035" y="27043"/>
                  <a:pt x="51228" y="22455"/>
                </a:cubicBezTo>
                <a:cubicBezTo>
                  <a:pt x="44931" y="18264"/>
                  <a:pt x="38151" y="16168"/>
                  <a:pt x="30890" y="16168"/>
                </a:cubicBezTo>
                <a:close/>
                <a:moveTo>
                  <a:pt x="161018" y="70715"/>
                </a:moveTo>
                <a:cubicBezTo>
                  <a:pt x="160621" y="77806"/>
                  <a:pt x="157784" y="81352"/>
                  <a:pt x="152509" y="81352"/>
                </a:cubicBezTo>
                <a:cubicBezTo>
                  <a:pt x="147630" y="81352"/>
                  <a:pt x="145190" y="78555"/>
                  <a:pt x="145190" y="72962"/>
                </a:cubicBezTo>
                <a:cubicBezTo>
                  <a:pt x="145190" y="71887"/>
                  <a:pt x="145105" y="69909"/>
                  <a:pt x="144935" y="67026"/>
                </a:cubicBezTo>
                <a:lnTo>
                  <a:pt x="144680" y="59907"/>
                </a:lnTo>
                <a:cubicBezTo>
                  <a:pt x="135716" y="60987"/>
                  <a:pt x="128540" y="63517"/>
                  <a:pt x="123150" y="67497"/>
                </a:cubicBezTo>
                <a:cubicBezTo>
                  <a:pt x="118101" y="71193"/>
                  <a:pt x="113903" y="76765"/>
                  <a:pt x="110556" y="84213"/>
                </a:cubicBezTo>
                <a:lnTo>
                  <a:pt x="110727" y="130944"/>
                </a:lnTo>
                <a:cubicBezTo>
                  <a:pt x="110727" y="136686"/>
                  <a:pt x="107918" y="139557"/>
                  <a:pt x="102302" y="139557"/>
                </a:cubicBezTo>
                <a:cubicBezTo>
                  <a:pt x="97310" y="139557"/>
                  <a:pt x="94814" y="136687"/>
                  <a:pt x="94814" y="130946"/>
                </a:cubicBezTo>
                <a:lnTo>
                  <a:pt x="94814" y="71100"/>
                </a:lnTo>
                <a:cubicBezTo>
                  <a:pt x="94814" y="69225"/>
                  <a:pt x="94885" y="66412"/>
                  <a:pt x="95026" y="62662"/>
                </a:cubicBezTo>
                <a:cubicBezTo>
                  <a:pt x="95168" y="58911"/>
                  <a:pt x="95239" y="56098"/>
                  <a:pt x="95239" y="54222"/>
                </a:cubicBezTo>
                <a:cubicBezTo>
                  <a:pt x="95239" y="48482"/>
                  <a:pt x="97735" y="45611"/>
                  <a:pt x="102728" y="45611"/>
                </a:cubicBezTo>
                <a:cubicBezTo>
                  <a:pt x="108287" y="45611"/>
                  <a:pt x="111095" y="50320"/>
                  <a:pt x="111152" y="59737"/>
                </a:cubicBezTo>
                <a:cubicBezTo>
                  <a:pt x="122044" y="49185"/>
                  <a:pt x="134128" y="43909"/>
                  <a:pt x="147403" y="43909"/>
                </a:cubicBezTo>
                <a:cubicBezTo>
                  <a:pt x="151998" y="43909"/>
                  <a:pt x="155430" y="45640"/>
                  <a:pt x="157699" y="49100"/>
                </a:cubicBezTo>
                <a:cubicBezTo>
                  <a:pt x="159969" y="52561"/>
                  <a:pt x="161103" y="57780"/>
                  <a:pt x="161103" y="64758"/>
                </a:cubicBezTo>
                <a:cubicBezTo>
                  <a:pt x="161103" y="67708"/>
                  <a:pt x="161075" y="69693"/>
                  <a:pt x="161018" y="70715"/>
                </a:cubicBezTo>
                <a:close/>
                <a:moveTo>
                  <a:pt x="209506" y="138876"/>
                </a:moveTo>
                <a:cubicBezTo>
                  <a:pt x="199975" y="138876"/>
                  <a:pt x="191777" y="135353"/>
                  <a:pt x="184913" y="128306"/>
                </a:cubicBezTo>
                <a:cubicBezTo>
                  <a:pt x="177254" y="120463"/>
                  <a:pt x="173227" y="109920"/>
                  <a:pt x="172829" y="96677"/>
                </a:cubicBezTo>
                <a:cubicBezTo>
                  <a:pt x="172489" y="83833"/>
                  <a:pt x="175723" y="72523"/>
                  <a:pt x="182530" y="62747"/>
                </a:cubicBezTo>
                <a:cubicBezTo>
                  <a:pt x="190473" y="51210"/>
                  <a:pt x="201535" y="45441"/>
                  <a:pt x="215718" y="45441"/>
                </a:cubicBezTo>
                <a:cubicBezTo>
                  <a:pt x="227064" y="45441"/>
                  <a:pt x="235658" y="50642"/>
                  <a:pt x="241502" y="61043"/>
                </a:cubicBezTo>
                <a:cubicBezTo>
                  <a:pt x="246154" y="69453"/>
                  <a:pt x="248394" y="79569"/>
                  <a:pt x="248224" y="91390"/>
                </a:cubicBezTo>
                <a:cubicBezTo>
                  <a:pt x="248054" y="104007"/>
                  <a:pt x="244764" y="114778"/>
                  <a:pt x="238353" y="123703"/>
                </a:cubicBezTo>
                <a:cubicBezTo>
                  <a:pt x="231092" y="133818"/>
                  <a:pt x="221476" y="138876"/>
                  <a:pt x="209506" y="138876"/>
                </a:cubicBezTo>
                <a:moveTo>
                  <a:pt x="214611" y="62801"/>
                </a:moveTo>
                <a:cubicBezTo>
                  <a:pt x="206272" y="62744"/>
                  <a:pt x="199776" y="66720"/>
                  <a:pt x="195125" y="74730"/>
                </a:cubicBezTo>
                <a:cubicBezTo>
                  <a:pt x="191437" y="81151"/>
                  <a:pt x="189593" y="88480"/>
                  <a:pt x="189593" y="96717"/>
                </a:cubicBezTo>
                <a:cubicBezTo>
                  <a:pt x="189593" y="104955"/>
                  <a:pt x="191834" y="111375"/>
                  <a:pt x="196316" y="115978"/>
                </a:cubicBezTo>
                <a:cubicBezTo>
                  <a:pt x="200060" y="119784"/>
                  <a:pt x="204457" y="121687"/>
                  <a:pt x="209506" y="121687"/>
                </a:cubicBezTo>
                <a:cubicBezTo>
                  <a:pt x="215406" y="121687"/>
                  <a:pt x="220483" y="119528"/>
                  <a:pt x="224738" y="115209"/>
                </a:cubicBezTo>
                <a:cubicBezTo>
                  <a:pt x="229560" y="110438"/>
                  <a:pt x="232113" y="103991"/>
                  <a:pt x="232396" y="95866"/>
                </a:cubicBezTo>
                <a:cubicBezTo>
                  <a:pt x="233191" y="73879"/>
                  <a:pt x="227262" y="62857"/>
                  <a:pt x="214611" y="62801"/>
                </a:cubicBezTo>
                <a:close/>
                <a:moveTo>
                  <a:pt x="307553" y="139217"/>
                </a:moveTo>
                <a:cubicBezTo>
                  <a:pt x="295923" y="139217"/>
                  <a:pt x="286223" y="135693"/>
                  <a:pt x="278450" y="128646"/>
                </a:cubicBezTo>
                <a:cubicBezTo>
                  <a:pt x="270281" y="121259"/>
                  <a:pt x="266197" y="111512"/>
                  <a:pt x="266197" y="99405"/>
                </a:cubicBezTo>
                <a:cubicBezTo>
                  <a:pt x="266197" y="87869"/>
                  <a:pt x="270026" y="75964"/>
                  <a:pt x="277685" y="63689"/>
                </a:cubicBezTo>
                <a:cubicBezTo>
                  <a:pt x="286194" y="50049"/>
                  <a:pt x="295782" y="43229"/>
                  <a:pt x="306447" y="43229"/>
                </a:cubicBezTo>
                <a:cubicBezTo>
                  <a:pt x="312007" y="43229"/>
                  <a:pt x="318219" y="44538"/>
                  <a:pt x="325083" y="47156"/>
                </a:cubicBezTo>
                <a:cubicBezTo>
                  <a:pt x="333763" y="50516"/>
                  <a:pt x="338103" y="54615"/>
                  <a:pt x="338103" y="59453"/>
                </a:cubicBezTo>
                <a:cubicBezTo>
                  <a:pt x="338103" y="61616"/>
                  <a:pt x="337394" y="63537"/>
                  <a:pt x="335975" y="65218"/>
                </a:cubicBezTo>
                <a:cubicBezTo>
                  <a:pt x="334557" y="66897"/>
                  <a:pt x="332798" y="67736"/>
                  <a:pt x="330699" y="67736"/>
                </a:cubicBezTo>
                <a:cubicBezTo>
                  <a:pt x="329054" y="67736"/>
                  <a:pt x="327622" y="67235"/>
                  <a:pt x="326402" y="66234"/>
                </a:cubicBezTo>
                <a:cubicBezTo>
                  <a:pt x="325182" y="65230"/>
                  <a:pt x="324005" y="64241"/>
                  <a:pt x="322870" y="63266"/>
                </a:cubicBezTo>
                <a:cubicBezTo>
                  <a:pt x="319523" y="60573"/>
                  <a:pt x="314049" y="59227"/>
                  <a:pt x="306447" y="59227"/>
                </a:cubicBezTo>
                <a:cubicBezTo>
                  <a:pt x="300660" y="59227"/>
                  <a:pt x="294931" y="64403"/>
                  <a:pt x="289258" y="74757"/>
                </a:cubicBezTo>
                <a:cubicBezTo>
                  <a:pt x="284095" y="84255"/>
                  <a:pt x="281514" y="92474"/>
                  <a:pt x="281514" y="99413"/>
                </a:cubicBezTo>
                <a:cubicBezTo>
                  <a:pt x="281514" y="106921"/>
                  <a:pt x="284067" y="112837"/>
                  <a:pt x="289173" y="117161"/>
                </a:cubicBezTo>
                <a:cubicBezTo>
                  <a:pt x="293938" y="121199"/>
                  <a:pt x="300065" y="123219"/>
                  <a:pt x="307553" y="123219"/>
                </a:cubicBezTo>
                <a:cubicBezTo>
                  <a:pt x="310957" y="123219"/>
                  <a:pt x="314588" y="122311"/>
                  <a:pt x="318446" y="120496"/>
                </a:cubicBezTo>
                <a:lnTo>
                  <a:pt x="328317" y="115220"/>
                </a:lnTo>
                <a:cubicBezTo>
                  <a:pt x="330019" y="114312"/>
                  <a:pt x="331238" y="113858"/>
                  <a:pt x="331976" y="113858"/>
                </a:cubicBezTo>
                <a:cubicBezTo>
                  <a:pt x="334075" y="113858"/>
                  <a:pt x="335890" y="114695"/>
                  <a:pt x="337422" y="116368"/>
                </a:cubicBezTo>
                <a:cubicBezTo>
                  <a:pt x="338954" y="118042"/>
                  <a:pt x="339719" y="119957"/>
                  <a:pt x="339719" y="122112"/>
                </a:cubicBezTo>
                <a:cubicBezTo>
                  <a:pt x="339719" y="126254"/>
                  <a:pt x="335351" y="130253"/>
                  <a:pt x="326615" y="134111"/>
                </a:cubicBezTo>
                <a:cubicBezTo>
                  <a:pt x="318956" y="137515"/>
                  <a:pt x="312602" y="139217"/>
                  <a:pt x="307553" y="139217"/>
                </a:cubicBezTo>
                <a:close/>
                <a:moveTo>
                  <a:pt x="369211" y="141770"/>
                </a:moveTo>
                <a:cubicBezTo>
                  <a:pt x="366261" y="141770"/>
                  <a:pt x="363765" y="140748"/>
                  <a:pt x="361723" y="138706"/>
                </a:cubicBezTo>
                <a:cubicBezTo>
                  <a:pt x="359681" y="136664"/>
                  <a:pt x="358659" y="134168"/>
                  <a:pt x="358659" y="131218"/>
                </a:cubicBezTo>
                <a:cubicBezTo>
                  <a:pt x="358659" y="128324"/>
                  <a:pt x="359681" y="125842"/>
                  <a:pt x="361723" y="123772"/>
                </a:cubicBezTo>
                <a:cubicBezTo>
                  <a:pt x="363765" y="121701"/>
                  <a:pt x="366261" y="120666"/>
                  <a:pt x="369211" y="120666"/>
                </a:cubicBezTo>
                <a:cubicBezTo>
                  <a:pt x="372105" y="120666"/>
                  <a:pt x="374587" y="121701"/>
                  <a:pt x="376657" y="123772"/>
                </a:cubicBezTo>
                <a:cubicBezTo>
                  <a:pt x="378728" y="125842"/>
                  <a:pt x="379763" y="128324"/>
                  <a:pt x="379763" y="131218"/>
                </a:cubicBezTo>
                <a:cubicBezTo>
                  <a:pt x="379763" y="134168"/>
                  <a:pt x="378728" y="136664"/>
                  <a:pt x="376657" y="138706"/>
                </a:cubicBezTo>
                <a:cubicBezTo>
                  <a:pt x="374587" y="140748"/>
                  <a:pt x="372105" y="141770"/>
                  <a:pt x="369211" y="141770"/>
                </a:cubicBezTo>
                <a:close/>
                <a:moveTo>
                  <a:pt x="580623" y="140748"/>
                </a:moveTo>
                <a:cubicBezTo>
                  <a:pt x="577560" y="140748"/>
                  <a:pt x="575035" y="139160"/>
                  <a:pt x="573050" y="135983"/>
                </a:cubicBezTo>
                <a:cubicBezTo>
                  <a:pt x="571348" y="133260"/>
                  <a:pt x="569816" y="128722"/>
                  <a:pt x="568455" y="122368"/>
                </a:cubicBezTo>
                <a:lnTo>
                  <a:pt x="565391" y="107731"/>
                </a:lnTo>
                <a:cubicBezTo>
                  <a:pt x="563065" y="98654"/>
                  <a:pt x="559378" y="78628"/>
                  <a:pt x="554329" y="47654"/>
                </a:cubicBezTo>
                <a:lnTo>
                  <a:pt x="537310" y="98966"/>
                </a:lnTo>
                <a:lnTo>
                  <a:pt x="532289" y="115135"/>
                </a:lnTo>
                <a:cubicBezTo>
                  <a:pt x="530247" y="121545"/>
                  <a:pt x="528119" y="126793"/>
                  <a:pt x="525907" y="130877"/>
                </a:cubicBezTo>
                <a:cubicBezTo>
                  <a:pt x="523524" y="135189"/>
                  <a:pt x="520319" y="137345"/>
                  <a:pt x="516291" y="137345"/>
                </a:cubicBezTo>
                <a:cubicBezTo>
                  <a:pt x="512944" y="137345"/>
                  <a:pt x="510306" y="135529"/>
                  <a:pt x="508377" y="131898"/>
                </a:cubicBezTo>
                <a:cubicBezTo>
                  <a:pt x="507129" y="129516"/>
                  <a:pt x="505994" y="126481"/>
                  <a:pt x="504973" y="122793"/>
                </a:cubicBezTo>
                <a:lnTo>
                  <a:pt x="502505" y="113348"/>
                </a:lnTo>
                <a:cubicBezTo>
                  <a:pt x="496776" y="93322"/>
                  <a:pt x="491727" y="71878"/>
                  <a:pt x="487358" y="49015"/>
                </a:cubicBezTo>
                <a:lnTo>
                  <a:pt x="484295" y="64247"/>
                </a:lnTo>
                <a:lnTo>
                  <a:pt x="473318" y="109178"/>
                </a:lnTo>
                <a:cubicBezTo>
                  <a:pt x="472864" y="114454"/>
                  <a:pt x="471446" y="122254"/>
                  <a:pt x="469063" y="132579"/>
                </a:cubicBezTo>
                <a:cubicBezTo>
                  <a:pt x="467361" y="137004"/>
                  <a:pt x="464553" y="139217"/>
                  <a:pt x="460638" y="139217"/>
                </a:cubicBezTo>
                <a:cubicBezTo>
                  <a:pt x="457859" y="139217"/>
                  <a:pt x="455646" y="138224"/>
                  <a:pt x="454001" y="136238"/>
                </a:cubicBezTo>
                <a:cubicBezTo>
                  <a:pt x="452583" y="134536"/>
                  <a:pt x="451873" y="132437"/>
                  <a:pt x="451873" y="129941"/>
                </a:cubicBezTo>
                <a:cubicBezTo>
                  <a:pt x="451873" y="120467"/>
                  <a:pt x="453831" y="108837"/>
                  <a:pt x="457745" y="95052"/>
                </a:cubicBezTo>
                <a:lnTo>
                  <a:pt x="467106" y="60758"/>
                </a:lnTo>
                <a:lnTo>
                  <a:pt x="472041" y="33953"/>
                </a:lnTo>
                <a:cubicBezTo>
                  <a:pt x="474537" y="21416"/>
                  <a:pt x="477175" y="13218"/>
                  <a:pt x="479955" y="9361"/>
                </a:cubicBezTo>
                <a:cubicBezTo>
                  <a:pt x="482224" y="6070"/>
                  <a:pt x="485032" y="4425"/>
                  <a:pt x="488380" y="4425"/>
                </a:cubicBezTo>
                <a:cubicBezTo>
                  <a:pt x="492067" y="4425"/>
                  <a:pt x="494819" y="6524"/>
                  <a:pt x="496634" y="10722"/>
                </a:cubicBezTo>
                <a:cubicBezTo>
                  <a:pt x="498846" y="15771"/>
                  <a:pt x="501229" y="26068"/>
                  <a:pt x="503782" y="41612"/>
                </a:cubicBezTo>
                <a:cubicBezTo>
                  <a:pt x="506789" y="60276"/>
                  <a:pt x="511469" y="80472"/>
                  <a:pt x="517823" y="102200"/>
                </a:cubicBezTo>
                <a:cubicBezTo>
                  <a:pt x="526219" y="80359"/>
                  <a:pt x="533480" y="57610"/>
                  <a:pt x="539607" y="33953"/>
                </a:cubicBezTo>
                <a:lnTo>
                  <a:pt x="542160" y="21529"/>
                </a:lnTo>
                <a:cubicBezTo>
                  <a:pt x="543181" y="16537"/>
                  <a:pt x="544514" y="12509"/>
                  <a:pt x="546160" y="9446"/>
                </a:cubicBezTo>
                <a:cubicBezTo>
                  <a:pt x="548372" y="5304"/>
                  <a:pt x="551407" y="3234"/>
                  <a:pt x="555265" y="3234"/>
                </a:cubicBezTo>
                <a:cubicBezTo>
                  <a:pt x="560144" y="3234"/>
                  <a:pt x="563860" y="7914"/>
                  <a:pt x="566412" y="17274"/>
                </a:cubicBezTo>
                <a:cubicBezTo>
                  <a:pt x="567320" y="20508"/>
                  <a:pt x="568426" y="27202"/>
                  <a:pt x="569731" y="37357"/>
                </a:cubicBezTo>
                <a:cubicBezTo>
                  <a:pt x="573078" y="62999"/>
                  <a:pt x="577248" y="84897"/>
                  <a:pt x="582240" y="103051"/>
                </a:cubicBezTo>
                <a:lnTo>
                  <a:pt x="586410" y="117687"/>
                </a:lnTo>
                <a:cubicBezTo>
                  <a:pt x="588566" y="125516"/>
                  <a:pt x="589644" y="130338"/>
                  <a:pt x="589644" y="132154"/>
                </a:cubicBezTo>
                <a:cubicBezTo>
                  <a:pt x="589644" y="134593"/>
                  <a:pt x="588722" y="136635"/>
                  <a:pt x="586878" y="138281"/>
                </a:cubicBezTo>
                <a:cubicBezTo>
                  <a:pt x="585034" y="139926"/>
                  <a:pt x="582949" y="140748"/>
                  <a:pt x="580623" y="140748"/>
                </a:cubicBezTo>
                <a:close/>
                <a:moveTo>
                  <a:pt x="648668" y="137685"/>
                </a:moveTo>
                <a:cubicBezTo>
                  <a:pt x="635847" y="137685"/>
                  <a:pt x="625466" y="134477"/>
                  <a:pt x="617523" y="128061"/>
                </a:cubicBezTo>
                <a:cubicBezTo>
                  <a:pt x="608844" y="120963"/>
                  <a:pt x="604504" y="111025"/>
                  <a:pt x="604504" y="98248"/>
                </a:cubicBezTo>
                <a:cubicBezTo>
                  <a:pt x="604504" y="83486"/>
                  <a:pt x="608078" y="71108"/>
                  <a:pt x="615226" y="61115"/>
                </a:cubicBezTo>
                <a:cubicBezTo>
                  <a:pt x="622998" y="50212"/>
                  <a:pt x="633380" y="44760"/>
                  <a:pt x="646371" y="44760"/>
                </a:cubicBezTo>
                <a:cubicBezTo>
                  <a:pt x="655788" y="44760"/>
                  <a:pt x="663475" y="46349"/>
                  <a:pt x="669432" y="49526"/>
                </a:cubicBezTo>
                <a:cubicBezTo>
                  <a:pt x="676750" y="53440"/>
                  <a:pt x="680409" y="59454"/>
                  <a:pt x="680409" y="67566"/>
                </a:cubicBezTo>
                <a:cubicBezTo>
                  <a:pt x="680409" y="73239"/>
                  <a:pt x="677204" y="78402"/>
                  <a:pt x="670793" y="83053"/>
                </a:cubicBezTo>
                <a:cubicBezTo>
                  <a:pt x="667957" y="85096"/>
                  <a:pt x="661943" y="88273"/>
                  <a:pt x="652753" y="92584"/>
                </a:cubicBezTo>
                <a:lnTo>
                  <a:pt x="620246" y="107987"/>
                </a:lnTo>
                <a:cubicBezTo>
                  <a:pt x="623423" y="112695"/>
                  <a:pt x="627380" y="116241"/>
                  <a:pt x="632117" y="118624"/>
                </a:cubicBezTo>
                <a:cubicBezTo>
                  <a:pt x="636854" y="121006"/>
                  <a:pt x="642371" y="122198"/>
                  <a:pt x="648668" y="122198"/>
                </a:cubicBezTo>
                <a:cubicBezTo>
                  <a:pt x="652583" y="122198"/>
                  <a:pt x="657178" y="121460"/>
                  <a:pt x="662454" y="119985"/>
                </a:cubicBezTo>
                <a:cubicBezTo>
                  <a:pt x="669148" y="118113"/>
                  <a:pt x="673460" y="115659"/>
                  <a:pt x="675389" y="112624"/>
                </a:cubicBezTo>
                <a:cubicBezTo>
                  <a:pt x="677317" y="109589"/>
                  <a:pt x="679388" y="108072"/>
                  <a:pt x="681601" y="108072"/>
                </a:cubicBezTo>
                <a:cubicBezTo>
                  <a:pt x="683586" y="108072"/>
                  <a:pt x="685359" y="108826"/>
                  <a:pt x="686919" y="110335"/>
                </a:cubicBezTo>
                <a:cubicBezTo>
                  <a:pt x="688479" y="111842"/>
                  <a:pt x="689259" y="113590"/>
                  <a:pt x="689259" y="115581"/>
                </a:cubicBezTo>
                <a:cubicBezTo>
                  <a:pt x="689259" y="121896"/>
                  <a:pt x="684182" y="127330"/>
                  <a:pt x="674027" y="131882"/>
                </a:cubicBezTo>
                <a:cubicBezTo>
                  <a:pt x="665347" y="135751"/>
                  <a:pt x="656894" y="137685"/>
                  <a:pt x="648668" y="137685"/>
                </a:cubicBezTo>
                <a:moveTo>
                  <a:pt x="646371" y="60078"/>
                </a:moveTo>
                <a:cubicBezTo>
                  <a:pt x="639450" y="60078"/>
                  <a:pt x="633692" y="62758"/>
                  <a:pt x="629096" y="68119"/>
                </a:cubicBezTo>
                <a:cubicBezTo>
                  <a:pt x="624501" y="73480"/>
                  <a:pt x="621069" y="81550"/>
                  <a:pt x="618800" y="92329"/>
                </a:cubicBezTo>
                <a:lnTo>
                  <a:pt x="644924" y="79905"/>
                </a:lnTo>
                <a:cubicBezTo>
                  <a:pt x="655192" y="74913"/>
                  <a:pt x="662511" y="70573"/>
                  <a:pt x="666879" y="66885"/>
                </a:cubicBezTo>
                <a:cubicBezTo>
                  <a:pt x="662000" y="62347"/>
                  <a:pt x="655164" y="60078"/>
                  <a:pt x="646371" y="60078"/>
                </a:cubicBezTo>
                <a:close/>
                <a:moveTo>
                  <a:pt x="812852" y="140919"/>
                </a:moveTo>
                <a:cubicBezTo>
                  <a:pt x="808200" y="140919"/>
                  <a:pt x="805477" y="138446"/>
                  <a:pt x="804683" y="133499"/>
                </a:cubicBezTo>
                <a:cubicBezTo>
                  <a:pt x="803662" y="127245"/>
                  <a:pt x="802641" y="118433"/>
                  <a:pt x="801620" y="107064"/>
                </a:cubicBezTo>
                <a:lnTo>
                  <a:pt x="798726" y="80626"/>
                </a:lnTo>
                <a:cubicBezTo>
                  <a:pt x="798159" y="76704"/>
                  <a:pt x="797195" y="72867"/>
                  <a:pt x="795833" y="69114"/>
                </a:cubicBezTo>
                <a:cubicBezTo>
                  <a:pt x="793904" y="63997"/>
                  <a:pt x="791805" y="61439"/>
                  <a:pt x="789536" y="61439"/>
                </a:cubicBezTo>
                <a:cubicBezTo>
                  <a:pt x="787437" y="61439"/>
                  <a:pt x="783523" y="63228"/>
                  <a:pt x="777793" y="66805"/>
                </a:cubicBezTo>
                <a:cubicBezTo>
                  <a:pt x="772347" y="70099"/>
                  <a:pt x="768773" y="72740"/>
                  <a:pt x="767071" y="74727"/>
                </a:cubicBezTo>
                <a:cubicBezTo>
                  <a:pt x="767014" y="80065"/>
                  <a:pt x="767156" y="85403"/>
                  <a:pt x="767496" y="90741"/>
                </a:cubicBezTo>
                <a:lnTo>
                  <a:pt x="770049" y="113486"/>
                </a:lnTo>
                <a:cubicBezTo>
                  <a:pt x="771127" y="122458"/>
                  <a:pt x="771666" y="129869"/>
                  <a:pt x="771666" y="135720"/>
                </a:cubicBezTo>
                <a:cubicBezTo>
                  <a:pt x="771666" y="138218"/>
                  <a:pt x="770886" y="140276"/>
                  <a:pt x="769326" y="141895"/>
                </a:cubicBezTo>
                <a:cubicBezTo>
                  <a:pt x="767766" y="143513"/>
                  <a:pt x="765766" y="144322"/>
                  <a:pt x="763327" y="144322"/>
                </a:cubicBezTo>
                <a:cubicBezTo>
                  <a:pt x="760887" y="144322"/>
                  <a:pt x="758887" y="143513"/>
                  <a:pt x="757327" y="141895"/>
                </a:cubicBezTo>
                <a:cubicBezTo>
                  <a:pt x="755767" y="140276"/>
                  <a:pt x="754987" y="138218"/>
                  <a:pt x="754987" y="135720"/>
                </a:cubicBezTo>
                <a:cubicBezTo>
                  <a:pt x="754987" y="128848"/>
                  <a:pt x="754292" y="118697"/>
                  <a:pt x="752902" y="105266"/>
                </a:cubicBezTo>
                <a:cubicBezTo>
                  <a:pt x="751512" y="91835"/>
                  <a:pt x="750818" y="81684"/>
                  <a:pt x="750818" y="74812"/>
                </a:cubicBezTo>
                <a:cubicBezTo>
                  <a:pt x="750818" y="68794"/>
                  <a:pt x="749967" y="64109"/>
                  <a:pt x="748265" y="60758"/>
                </a:cubicBezTo>
                <a:cubicBezTo>
                  <a:pt x="744293" y="62577"/>
                  <a:pt x="740266" y="65533"/>
                  <a:pt x="736181" y="69627"/>
                </a:cubicBezTo>
                <a:lnTo>
                  <a:pt x="726140" y="80886"/>
                </a:lnTo>
                <a:cubicBezTo>
                  <a:pt x="725232" y="82249"/>
                  <a:pt x="723785" y="84040"/>
                  <a:pt x="721800" y="86258"/>
                </a:cubicBezTo>
                <a:cubicBezTo>
                  <a:pt x="721800" y="89669"/>
                  <a:pt x="721488" y="94701"/>
                  <a:pt x="720864" y="101354"/>
                </a:cubicBezTo>
                <a:cubicBezTo>
                  <a:pt x="720240" y="108006"/>
                  <a:pt x="719928" y="112924"/>
                  <a:pt x="719928" y="116108"/>
                </a:cubicBezTo>
                <a:cubicBezTo>
                  <a:pt x="719928" y="117813"/>
                  <a:pt x="720197" y="120201"/>
                  <a:pt x="720736" y="123272"/>
                </a:cubicBezTo>
                <a:cubicBezTo>
                  <a:pt x="721275" y="126341"/>
                  <a:pt x="721545" y="128558"/>
                  <a:pt x="721545" y="129923"/>
                </a:cubicBezTo>
                <a:cubicBezTo>
                  <a:pt x="721545" y="132254"/>
                  <a:pt x="720679" y="134216"/>
                  <a:pt x="718949" y="135808"/>
                </a:cubicBezTo>
                <a:cubicBezTo>
                  <a:pt x="717219" y="137400"/>
                  <a:pt x="715191" y="138196"/>
                  <a:pt x="712865" y="138196"/>
                </a:cubicBezTo>
                <a:cubicBezTo>
                  <a:pt x="706454" y="138196"/>
                  <a:pt x="703249" y="130899"/>
                  <a:pt x="703249" y="116307"/>
                </a:cubicBezTo>
                <a:cubicBezTo>
                  <a:pt x="703249" y="112900"/>
                  <a:pt x="703561" y="107818"/>
                  <a:pt x="704185" y="101062"/>
                </a:cubicBezTo>
                <a:cubicBezTo>
                  <a:pt x="704809" y="94306"/>
                  <a:pt x="705121" y="89224"/>
                  <a:pt x="705121" y="85816"/>
                </a:cubicBezTo>
                <a:cubicBezTo>
                  <a:pt x="705121" y="82808"/>
                  <a:pt x="704852" y="78294"/>
                  <a:pt x="704313" y="72276"/>
                </a:cubicBezTo>
                <a:cubicBezTo>
                  <a:pt x="703774" y="66257"/>
                  <a:pt x="703504" y="61714"/>
                  <a:pt x="703504" y="58647"/>
                </a:cubicBezTo>
                <a:cubicBezTo>
                  <a:pt x="703504" y="45758"/>
                  <a:pt x="706398" y="39314"/>
                  <a:pt x="712184" y="39314"/>
                </a:cubicBezTo>
                <a:cubicBezTo>
                  <a:pt x="714397" y="39314"/>
                  <a:pt x="716425" y="40264"/>
                  <a:pt x="718268" y="42165"/>
                </a:cubicBezTo>
                <a:cubicBezTo>
                  <a:pt x="720112" y="44065"/>
                  <a:pt x="721034" y="46150"/>
                  <a:pt x="721034" y="48419"/>
                </a:cubicBezTo>
                <a:cubicBezTo>
                  <a:pt x="721034" y="49497"/>
                  <a:pt x="720892" y="51171"/>
                  <a:pt x="720609" y="53440"/>
                </a:cubicBezTo>
                <a:cubicBezTo>
                  <a:pt x="720325" y="55709"/>
                  <a:pt x="720183" y="57440"/>
                  <a:pt x="720183" y="58631"/>
                </a:cubicBezTo>
                <a:lnTo>
                  <a:pt x="720353" y="67566"/>
                </a:lnTo>
                <a:cubicBezTo>
                  <a:pt x="723303" y="61496"/>
                  <a:pt x="727643" y="56007"/>
                  <a:pt x="733373" y="51100"/>
                </a:cubicBezTo>
                <a:cubicBezTo>
                  <a:pt x="739103" y="46193"/>
                  <a:pt x="743981" y="43739"/>
                  <a:pt x="748009" y="43739"/>
                </a:cubicBezTo>
                <a:cubicBezTo>
                  <a:pt x="756916" y="43739"/>
                  <a:pt x="763043" y="48164"/>
                  <a:pt x="766390" y="57014"/>
                </a:cubicBezTo>
                <a:cubicBezTo>
                  <a:pt x="769510" y="52873"/>
                  <a:pt x="773226" y="49767"/>
                  <a:pt x="777538" y="47696"/>
                </a:cubicBezTo>
                <a:cubicBezTo>
                  <a:pt x="781849" y="45626"/>
                  <a:pt x="786785" y="44590"/>
                  <a:pt x="792344" y="44590"/>
                </a:cubicBezTo>
                <a:cubicBezTo>
                  <a:pt x="801818" y="44590"/>
                  <a:pt x="808286" y="49705"/>
                  <a:pt x="811746" y="59934"/>
                </a:cubicBezTo>
                <a:cubicBezTo>
                  <a:pt x="812427" y="61980"/>
                  <a:pt x="813590" y="69965"/>
                  <a:pt x="815235" y="83888"/>
                </a:cubicBezTo>
                <a:cubicBezTo>
                  <a:pt x="816823" y="93664"/>
                  <a:pt x="818866" y="109946"/>
                  <a:pt x="821362" y="132736"/>
                </a:cubicBezTo>
                <a:cubicBezTo>
                  <a:pt x="821532" y="135009"/>
                  <a:pt x="820766" y="136940"/>
                  <a:pt x="819064" y="138531"/>
                </a:cubicBezTo>
                <a:cubicBezTo>
                  <a:pt x="817362" y="140123"/>
                  <a:pt x="815292" y="140919"/>
                  <a:pt x="812852" y="140919"/>
                </a:cubicBezTo>
                <a:close/>
                <a:moveTo>
                  <a:pt x="850737" y="141770"/>
                </a:moveTo>
                <a:cubicBezTo>
                  <a:pt x="847787" y="141770"/>
                  <a:pt x="845291" y="140748"/>
                  <a:pt x="843248" y="138706"/>
                </a:cubicBezTo>
                <a:cubicBezTo>
                  <a:pt x="841206" y="136664"/>
                  <a:pt x="840185" y="134168"/>
                  <a:pt x="840185" y="131218"/>
                </a:cubicBezTo>
                <a:cubicBezTo>
                  <a:pt x="840185" y="128324"/>
                  <a:pt x="841206" y="125842"/>
                  <a:pt x="843248" y="123772"/>
                </a:cubicBezTo>
                <a:cubicBezTo>
                  <a:pt x="845291" y="121701"/>
                  <a:pt x="847787" y="120666"/>
                  <a:pt x="850737" y="120666"/>
                </a:cubicBezTo>
                <a:cubicBezTo>
                  <a:pt x="853630" y="120666"/>
                  <a:pt x="856112" y="121701"/>
                  <a:pt x="858183" y="123772"/>
                </a:cubicBezTo>
                <a:cubicBezTo>
                  <a:pt x="860253" y="125842"/>
                  <a:pt x="861289" y="128324"/>
                  <a:pt x="861289" y="131218"/>
                </a:cubicBezTo>
                <a:cubicBezTo>
                  <a:pt x="861289" y="134168"/>
                  <a:pt x="860253" y="136664"/>
                  <a:pt x="858183" y="138706"/>
                </a:cubicBezTo>
                <a:cubicBezTo>
                  <a:pt x="856112" y="140748"/>
                  <a:pt x="853630" y="141770"/>
                  <a:pt x="850737" y="1417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E9833-A6A9-4192-BB06-3AF3E02B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218" y="393353"/>
            <a:ext cx="1165073" cy="2186734"/>
          </a:xfrm>
          <a:custGeom xmlns:a="http://schemas.openxmlformats.org/drawingml/2006/main">
            <a:pathLst>
              <a:path w="1165073" h="2186734">
                <a:moveTo>
                  <a:pt x="0" y="194184"/>
                </a:moveTo>
                <a:cubicBezTo>
                  <a:pt x="0" y="86939"/>
                  <a:pt x="86938" y="0"/>
                  <a:pt x="194182" y="0"/>
                </a:cubicBezTo>
                <a:lnTo>
                  <a:pt x="970891" y="0"/>
                </a:lnTo>
                <a:cubicBezTo>
                  <a:pt x="1078135" y="0"/>
                  <a:pt x="1165073" y="86939"/>
                  <a:pt x="1165073" y="194184"/>
                </a:cubicBezTo>
                <a:lnTo>
                  <a:pt x="1165073" y="1992550"/>
                </a:lnTo>
                <a:cubicBezTo>
                  <a:pt x="1165073" y="2099795"/>
                  <a:pt x="1078135" y="2186734"/>
                  <a:pt x="970891" y="2186734"/>
                </a:cubicBezTo>
                <a:lnTo>
                  <a:pt x="194182" y="2186734"/>
                </a:lnTo>
                <a:cubicBezTo>
                  <a:pt x="86938" y="2186734"/>
                  <a:pt x="0" y="2099795"/>
                  <a:pt x="0" y="1992550"/>
                </a:cubicBezTo>
                <a:lnTo>
                  <a:pt x="0" y="194184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Priming">
            <a:extLst xmlns:a="http://schemas.openxmlformats.org/drawingml/2006/main">
              <a:ext uri="{FF2B5EF4-FFF2-40B4-BE49-F238E27FC236}">
                <a16:creationId xmlns:a16="http://schemas.microsoft.com/office/drawing/2014/main" id="{4A05B2DC-8997-4AAD-BE60-526A88B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03" y="479872"/>
            <a:ext cx="574124" cy="181765"/>
          </a:xfrm>
          <a:custGeom xmlns:a="http://schemas.openxmlformats.org/drawingml/2006/main">
            <a:pathLst>
              <a:path w="574124" h="181765">
                <a:moveTo>
                  <a:pt x="26635" y="83734"/>
                </a:moveTo>
                <a:cubicBezTo>
                  <a:pt x="25047" y="83734"/>
                  <a:pt x="21586" y="83365"/>
                  <a:pt x="16253" y="82628"/>
                </a:cubicBezTo>
                <a:cubicBezTo>
                  <a:pt x="15799" y="91207"/>
                  <a:pt x="15573" y="106236"/>
                  <a:pt x="15573" y="127715"/>
                </a:cubicBezTo>
                <a:cubicBezTo>
                  <a:pt x="15573" y="129988"/>
                  <a:pt x="14835" y="131906"/>
                  <a:pt x="13360" y="133470"/>
                </a:cubicBezTo>
                <a:cubicBezTo>
                  <a:pt x="11885" y="135032"/>
                  <a:pt x="10041" y="135813"/>
                  <a:pt x="7829" y="135813"/>
                </a:cubicBezTo>
                <a:cubicBezTo>
                  <a:pt x="5560" y="135813"/>
                  <a:pt x="3687" y="135033"/>
                  <a:pt x="2212" y="133473"/>
                </a:cubicBezTo>
                <a:cubicBezTo>
                  <a:pt x="737" y="131911"/>
                  <a:pt x="0" y="129994"/>
                  <a:pt x="0" y="127723"/>
                </a:cubicBezTo>
                <a:lnTo>
                  <a:pt x="0" y="102689"/>
                </a:lnTo>
                <a:cubicBezTo>
                  <a:pt x="0" y="94345"/>
                  <a:pt x="511" y="82594"/>
                  <a:pt x="1532" y="67438"/>
                </a:cubicBezTo>
                <a:cubicBezTo>
                  <a:pt x="2666" y="51033"/>
                  <a:pt x="3290" y="39282"/>
                  <a:pt x="3404" y="32187"/>
                </a:cubicBezTo>
                <a:lnTo>
                  <a:pt x="3404" y="20436"/>
                </a:lnTo>
                <a:cubicBezTo>
                  <a:pt x="3404" y="14816"/>
                  <a:pt x="3744" y="10729"/>
                  <a:pt x="4425" y="8175"/>
                </a:cubicBezTo>
                <a:cubicBezTo>
                  <a:pt x="5730" y="3179"/>
                  <a:pt x="8510" y="1021"/>
                  <a:pt x="12764" y="1702"/>
                </a:cubicBezTo>
                <a:cubicBezTo>
                  <a:pt x="14580" y="1135"/>
                  <a:pt x="17161" y="709"/>
                  <a:pt x="20508" y="425"/>
                </a:cubicBezTo>
                <a:cubicBezTo>
                  <a:pt x="23855" y="142"/>
                  <a:pt x="27968" y="0"/>
                  <a:pt x="32847" y="0"/>
                </a:cubicBezTo>
                <a:cubicBezTo>
                  <a:pt x="43229" y="0"/>
                  <a:pt x="52958" y="3546"/>
                  <a:pt x="62035" y="10637"/>
                </a:cubicBezTo>
                <a:cubicBezTo>
                  <a:pt x="72019" y="18466"/>
                  <a:pt x="77012" y="27883"/>
                  <a:pt x="77012" y="38889"/>
                </a:cubicBezTo>
                <a:cubicBezTo>
                  <a:pt x="77012" y="52958"/>
                  <a:pt x="71679" y="64162"/>
                  <a:pt x="61014" y="72502"/>
                </a:cubicBezTo>
                <a:cubicBezTo>
                  <a:pt x="51483" y="79990"/>
                  <a:pt x="40023" y="83734"/>
                  <a:pt x="26635" y="83734"/>
                </a:cubicBezTo>
                <a:moveTo>
                  <a:pt x="30890" y="16168"/>
                </a:moveTo>
                <a:cubicBezTo>
                  <a:pt x="28394" y="16168"/>
                  <a:pt x="26167" y="16225"/>
                  <a:pt x="24210" y="16338"/>
                </a:cubicBezTo>
                <a:cubicBezTo>
                  <a:pt x="22253" y="16452"/>
                  <a:pt x="20593" y="16622"/>
                  <a:pt x="19232" y="16849"/>
                </a:cubicBezTo>
                <a:lnTo>
                  <a:pt x="19061" y="32480"/>
                </a:lnTo>
                <a:lnTo>
                  <a:pt x="17274" y="66292"/>
                </a:lnTo>
                <a:lnTo>
                  <a:pt x="26635" y="67396"/>
                </a:lnTo>
                <a:cubicBezTo>
                  <a:pt x="36166" y="67396"/>
                  <a:pt x="44193" y="64989"/>
                  <a:pt x="50717" y="60176"/>
                </a:cubicBezTo>
                <a:cubicBezTo>
                  <a:pt x="57865" y="54907"/>
                  <a:pt x="61439" y="47799"/>
                  <a:pt x="61439" y="38852"/>
                </a:cubicBezTo>
                <a:cubicBezTo>
                  <a:pt x="61439" y="32508"/>
                  <a:pt x="58035" y="27043"/>
                  <a:pt x="51228" y="22455"/>
                </a:cubicBezTo>
                <a:cubicBezTo>
                  <a:pt x="44931" y="18264"/>
                  <a:pt x="38151" y="16168"/>
                  <a:pt x="30890" y="16168"/>
                </a:cubicBezTo>
                <a:close/>
                <a:moveTo>
                  <a:pt x="161019" y="70715"/>
                </a:moveTo>
                <a:cubicBezTo>
                  <a:pt x="160622" y="77806"/>
                  <a:pt x="157785" y="81352"/>
                  <a:pt x="152509" y="81352"/>
                </a:cubicBezTo>
                <a:cubicBezTo>
                  <a:pt x="147630" y="81352"/>
                  <a:pt x="145191" y="78555"/>
                  <a:pt x="145191" y="72962"/>
                </a:cubicBezTo>
                <a:cubicBezTo>
                  <a:pt x="145191" y="71887"/>
                  <a:pt x="145106" y="69909"/>
                  <a:pt x="144936" y="67026"/>
                </a:cubicBezTo>
                <a:lnTo>
                  <a:pt x="144680" y="59907"/>
                </a:lnTo>
                <a:cubicBezTo>
                  <a:pt x="135717" y="60987"/>
                  <a:pt x="128540" y="63517"/>
                  <a:pt x="123151" y="67497"/>
                </a:cubicBezTo>
                <a:cubicBezTo>
                  <a:pt x="118102" y="71193"/>
                  <a:pt x="113904" y="76765"/>
                  <a:pt x="110557" y="84213"/>
                </a:cubicBezTo>
                <a:lnTo>
                  <a:pt x="110727" y="130944"/>
                </a:lnTo>
                <a:cubicBezTo>
                  <a:pt x="110727" y="136686"/>
                  <a:pt x="107919" y="139557"/>
                  <a:pt x="102303" y="139557"/>
                </a:cubicBezTo>
                <a:cubicBezTo>
                  <a:pt x="97310" y="139557"/>
                  <a:pt x="94814" y="136687"/>
                  <a:pt x="94814" y="130946"/>
                </a:cubicBezTo>
                <a:lnTo>
                  <a:pt x="94814" y="71100"/>
                </a:lnTo>
                <a:cubicBezTo>
                  <a:pt x="94814" y="69225"/>
                  <a:pt x="94885" y="66412"/>
                  <a:pt x="95027" y="62662"/>
                </a:cubicBezTo>
                <a:cubicBezTo>
                  <a:pt x="95169" y="58911"/>
                  <a:pt x="95240" y="56098"/>
                  <a:pt x="95240" y="54222"/>
                </a:cubicBezTo>
                <a:cubicBezTo>
                  <a:pt x="95240" y="48482"/>
                  <a:pt x="97736" y="45611"/>
                  <a:pt x="102728" y="45611"/>
                </a:cubicBezTo>
                <a:cubicBezTo>
                  <a:pt x="108288" y="45611"/>
                  <a:pt x="111096" y="50320"/>
                  <a:pt x="111153" y="59737"/>
                </a:cubicBezTo>
                <a:cubicBezTo>
                  <a:pt x="122045" y="49185"/>
                  <a:pt x="134128" y="43909"/>
                  <a:pt x="147403" y="43909"/>
                </a:cubicBezTo>
                <a:cubicBezTo>
                  <a:pt x="151999" y="43909"/>
                  <a:pt x="155431" y="45640"/>
                  <a:pt x="157700" y="49100"/>
                </a:cubicBezTo>
                <a:cubicBezTo>
                  <a:pt x="159969" y="52561"/>
                  <a:pt x="161104" y="57780"/>
                  <a:pt x="161104" y="64758"/>
                </a:cubicBezTo>
                <a:cubicBezTo>
                  <a:pt x="161104" y="67708"/>
                  <a:pt x="161075" y="69693"/>
                  <a:pt x="161019" y="70715"/>
                </a:cubicBezTo>
                <a:close/>
                <a:moveTo>
                  <a:pt x="193849" y="26039"/>
                </a:moveTo>
                <a:cubicBezTo>
                  <a:pt x="191126" y="26039"/>
                  <a:pt x="188771" y="25075"/>
                  <a:pt x="186786" y="23146"/>
                </a:cubicBezTo>
                <a:cubicBezTo>
                  <a:pt x="184800" y="21217"/>
                  <a:pt x="183807" y="18891"/>
                  <a:pt x="183807" y="16168"/>
                </a:cubicBezTo>
                <a:cubicBezTo>
                  <a:pt x="183807" y="13445"/>
                  <a:pt x="184800" y="11119"/>
                  <a:pt x="186786" y="9190"/>
                </a:cubicBezTo>
                <a:cubicBezTo>
                  <a:pt x="188771" y="7262"/>
                  <a:pt x="191126" y="6297"/>
                  <a:pt x="193849" y="6297"/>
                </a:cubicBezTo>
                <a:cubicBezTo>
                  <a:pt x="196572" y="6297"/>
                  <a:pt x="198912" y="7262"/>
                  <a:pt x="200869" y="9190"/>
                </a:cubicBezTo>
                <a:cubicBezTo>
                  <a:pt x="202826" y="11119"/>
                  <a:pt x="203805" y="13445"/>
                  <a:pt x="203805" y="16168"/>
                </a:cubicBezTo>
                <a:cubicBezTo>
                  <a:pt x="203805" y="18891"/>
                  <a:pt x="202826" y="21217"/>
                  <a:pt x="200869" y="23146"/>
                </a:cubicBezTo>
                <a:cubicBezTo>
                  <a:pt x="198912" y="25075"/>
                  <a:pt x="196572" y="26039"/>
                  <a:pt x="193849" y="26039"/>
                </a:cubicBezTo>
                <a:moveTo>
                  <a:pt x="197678" y="95185"/>
                </a:moveTo>
                <a:cubicBezTo>
                  <a:pt x="197678" y="98592"/>
                  <a:pt x="197777" y="103689"/>
                  <a:pt x="197976" y="110476"/>
                </a:cubicBezTo>
                <a:cubicBezTo>
                  <a:pt x="198174" y="117260"/>
                  <a:pt x="198274" y="122356"/>
                  <a:pt x="198274" y="125764"/>
                </a:cubicBezTo>
                <a:cubicBezTo>
                  <a:pt x="198274" y="128261"/>
                  <a:pt x="197508" y="130306"/>
                  <a:pt x="195976" y="131896"/>
                </a:cubicBezTo>
                <a:cubicBezTo>
                  <a:pt x="194444" y="133486"/>
                  <a:pt x="192430" y="134281"/>
                  <a:pt x="189934" y="134281"/>
                </a:cubicBezTo>
                <a:cubicBezTo>
                  <a:pt x="187495" y="134281"/>
                  <a:pt x="185495" y="133486"/>
                  <a:pt x="183935" y="131896"/>
                </a:cubicBezTo>
                <a:cubicBezTo>
                  <a:pt x="182375" y="130306"/>
                  <a:pt x="181595" y="128261"/>
                  <a:pt x="181595" y="125764"/>
                </a:cubicBezTo>
                <a:cubicBezTo>
                  <a:pt x="181595" y="122356"/>
                  <a:pt x="181496" y="117260"/>
                  <a:pt x="181297" y="110476"/>
                </a:cubicBezTo>
                <a:cubicBezTo>
                  <a:pt x="181098" y="103689"/>
                  <a:pt x="180999" y="98592"/>
                  <a:pt x="180999" y="95185"/>
                </a:cubicBezTo>
                <a:cubicBezTo>
                  <a:pt x="180999" y="89847"/>
                  <a:pt x="181283" y="83189"/>
                  <a:pt x="181850" y="75211"/>
                </a:cubicBezTo>
                <a:cubicBezTo>
                  <a:pt x="182417" y="67232"/>
                  <a:pt x="182701" y="60573"/>
                  <a:pt x="182701" y="55235"/>
                </a:cubicBezTo>
                <a:cubicBezTo>
                  <a:pt x="182701" y="52680"/>
                  <a:pt x="183481" y="50608"/>
                  <a:pt x="185041" y="49018"/>
                </a:cubicBezTo>
                <a:cubicBezTo>
                  <a:pt x="186601" y="47428"/>
                  <a:pt x="188601" y="46632"/>
                  <a:pt x="191041" y="46632"/>
                </a:cubicBezTo>
                <a:cubicBezTo>
                  <a:pt x="193480" y="46632"/>
                  <a:pt x="195480" y="47428"/>
                  <a:pt x="197040" y="49018"/>
                </a:cubicBezTo>
                <a:cubicBezTo>
                  <a:pt x="198600" y="50608"/>
                  <a:pt x="199380" y="52680"/>
                  <a:pt x="199380" y="55235"/>
                </a:cubicBezTo>
                <a:cubicBezTo>
                  <a:pt x="199380" y="60573"/>
                  <a:pt x="199096" y="67232"/>
                  <a:pt x="198529" y="75211"/>
                </a:cubicBezTo>
                <a:cubicBezTo>
                  <a:pt x="197962" y="83189"/>
                  <a:pt x="197678" y="89847"/>
                  <a:pt x="197678" y="95185"/>
                </a:cubicBezTo>
                <a:close/>
                <a:moveTo>
                  <a:pt x="333592" y="140919"/>
                </a:moveTo>
                <a:cubicBezTo>
                  <a:pt x="328941" y="140919"/>
                  <a:pt x="326217" y="138446"/>
                  <a:pt x="325423" y="133499"/>
                </a:cubicBezTo>
                <a:cubicBezTo>
                  <a:pt x="324402" y="127245"/>
                  <a:pt x="323381" y="118433"/>
                  <a:pt x="322360" y="107064"/>
                </a:cubicBezTo>
                <a:lnTo>
                  <a:pt x="319467" y="80626"/>
                </a:lnTo>
                <a:cubicBezTo>
                  <a:pt x="318899" y="76704"/>
                  <a:pt x="317935" y="72867"/>
                  <a:pt x="316573" y="69114"/>
                </a:cubicBezTo>
                <a:cubicBezTo>
                  <a:pt x="314644" y="63997"/>
                  <a:pt x="312545" y="61439"/>
                  <a:pt x="310276" y="61439"/>
                </a:cubicBezTo>
                <a:cubicBezTo>
                  <a:pt x="308177" y="61439"/>
                  <a:pt x="304263" y="63228"/>
                  <a:pt x="298533" y="66805"/>
                </a:cubicBezTo>
                <a:cubicBezTo>
                  <a:pt x="293087" y="70099"/>
                  <a:pt x="289513" y="72740"/>
                  <a:pt x="287811" y="74727"/>
                </a:cubicBezTo>
                <a:cubicBezTo>
                  <a:pt x="287754" y="80065"/>
                  <a:pt x="287896" y="85403"/>
                  <a:pt x="288236" y="90741"/>
                </a:cubicBezTo>
                <a:lnTo>
                  <a:pt x="290789" y="113486"/>
                </a:lnTo>
                <a:cubicBezTo>
                  <a:pt x="291867" y="122458"/>
                  <a:pt x="292406" y="129869"/>
                  <a:pt x="292406" y="135720"/>
                </a:cubicBezTo>
                <a:cubicBezTo>
                  <a:pt x="292406" y="138218"/>
                  <a:pt x="291626" y="140276"/>
                  <a:pt x="290066" y="141895"/>
                </a:cubicBezTo>
                <a:cubicBezTo>
                  <a:pt x="288506" y="143513"/>
                  <a:pt x="286506" y="144322"/>
                  <a:pt x="284067" y="144322"/>
                </a:cubicBezTo>
                <a:cubicBezTo>
                  <a:pt x="281627" y="144322"/>
                  <a:pt x="279628" y="143513"/>
                  <a:pt x="278067" y="141895"/>
                </a:cubicBezTo>
                <a:cubicBezTo>
                  <a:pt x="276507" y="140276"/>
                  <a:pt x="275727" y="138218"/>
                  <a:pt x="275727" y="135720"/>
                </a:cubicBezTo>
                <a:cubicBezTo>
                  <a:pt x="275727" y="128848"/>
                  <a:pt x="275032" y="118697"/>
                  <a:pt x="273642" y="105266"/>
                </a:cubicBezTo>
                <a:cubicBezTo>
                  <a:pt x="272253" y="91835"/>
                  <a:pt x="271558" y="81684"/>
                  <a:pt x="271558" y="74812"/>
                </a:cubicBezTo>
                <a:cubicBezTo>
                  <a:pt x="271558" y="68794"/>
                  <a:pt x="270707" y="64109"/>
                  <a:pt x="269005" y="60758"/>
                </a:cubicBezTo>
                <a:cubicBezTo>
                  <a:pt x="265034" y="62577"/>
                  <a:pt x="261006" y="65533"/>
                  <a:pt x="256921" y="69627"/>
                </a:cubicBezTo>
                <a:lnTo>
                  <a:pt x="246880" y="80886"/>
                </a:lnTo>
                <a:cubicBezTo>
                  <a:pt x="245972" y="82249"/>
                  <a:pt x="244526" y="84040"/>
                  <a:pt x="242540" y="86258"/>
                </a:cubicBezTo>
                <a:cubicBezTo>
                  <a:pt x="242540" y="89669"/>
                  <a:pt x="242228" y="94701"/>
                  <a:pt x="241604" y="101354"/>
                </a:cubicBezTo>
                <a:cubicBezTo>
                  <a:pt x="240980" y="108006"/>
                  <a:pt x="240668" y="112924"/>
                  <a:pt x="240668" y="116108"/>
                </a:cubicBezTo>
                <a:cubicBezTo>
                  <a:pt x="240668" y="117813"/>
                  <a:pt x="240937" y="120201"/>
                  <a:pt x="241476" y="123272"/>
                </a:cubicBezTo>
                <a:cubicBezTo>
                  <a:pt x="242015" y="126341"/>
                  <a:pt x="242285" y="128558"/>
                  <a:pt x="242285" y="129923"/>
                </a:cubicBezTo>
                <a:cubicBezTo>
                  <a:pt x="242285" y="132254"/>
                  <a:pt x="241420" y="134216"/>
                  <a:pt x="239689" y="135808"/>
                </a:cubicBezTo>
                <a:cubicBezTo>
                  <a:pt x="237959" y="137400"/>
                  <a:pt x="235931" y="138196"/>
                  <a:pt x="233605" y="138196"/>
                </a:cubicBezTo>
                <a:cubicBezTo>
                  <a:pt x="227194" y="138196"/>
                  <a:pt x="223989" y="130899"/>
                  <a:pt x="223989" y="116307"/>
                </a:cubicBezTo>
                <a:cubicBezTo>
                  <a:pt x="223989" y="112900"/>
                  <a:pt x="224301" y="107818"/>
                  <a:pt x="224925" y="101062"/>
                </a:cubicBezTo>
                <a:cubicBezTo>
                  <a:pt x="225549" y="94306"/>
                  <a:pt x="225861" y="89224"/>
                  <a:pt x="225861" y="85816"/>
                </a:cubicBezTo>
                <a:cubicBezTo>
                  <a:pt x="225861" y="82808"/>
                  <a:pt x="225592" y="78294"/>
                  <a:pt x="225053" y="72276"/>
                </a:cubicBezTo>
                <a:cubicBezTo>
                  <a:pt x="224514" y="66257"/>
                  <a:pt x="224244" y="61714"/>
                  <a:pt x="224244" y="58647"/>
                </a:cubicBezTo>
                <a:cubicBezTo>
                  <a:pt x="224244" y="45758"/>
                  <a:pt x="227138" y="39314"/>
                  <a:pt x="232924" y="39314"/>
                </a:cubicBezTo>
                <a:cubicBezTo>
                  <a:pt x="235137" y="39314"/>
                  <a:pt x="237165" y="40264"/>
                  <a:pt x="239008" y="42165"/>
                </a:cubicBezTo>
                <a:cubicBezTo>
                  <a:pt x="240852" y="44065"/>
                  <a:pt x="241774" y="46150"/>
                  <a:pt x="241774" y="48419"/>
                </a:cubicBezTo>
                <a:cubicBezTo>
                  <a:pt x="241774" y="49497"/>
                  <a:pt x="241632" y="51171"/>
                  <a:pt x="241349" y="53440"/>
                </a:cubicBezTo>
                <a:cubicBezTo>
                  <a:pt x="241065" y="55709"/>
                  <a:pt x="240923" y="57440"/>
                  <a:pt x="240923" y="58631"/>
                </a:cubicBezTo>
                <a:lnTo>
                  <a:pt x="241093" y="67566"/>
                </a:lnTo>
                <a:cubicBezTo>
                  <a:pt x="244043" y="61496"/>
                  <a:pt x="248383" y="56007"/>
                  <a:pt x="254113" y="51100"/>
                </a:cubicBezTo>
                <a:cubicBezTo>
                  <a:pt x="259843" y="46193"/>
                  <a:pt x="264722" y="43739"/>
                  <a:pt x="268749" y="43739"/>
                </a:cubicBezTo>
                <a:cubicBezTo>
                  <a:pt x="277656" y="43739"/>
                  <a:pt x="283783" y="48164"/>
                  <a:pt x="287130" y="57014"/>
                </a:cubicBezTo>
                <a:cubicBezTo>
                  <a:pt x="290250" y="52873"/>
                  <a:pt x="293966" y="49767"/>
                  <a:pt x="298278" y="47696"/>
                </a:cubicBezTo>
                <a:cubicBezTo>
                  <a:pt x="302589" y="45626"/>
                  <a:pt x="307525" y="44590"/>
                  <a:pt x="313084" y="44590"/>
                </a:cubicBezTo>
                <a:cubicBezTo>
                  <a:pt x="322558" y="44590"/>
                  <a:pt x="329026" y="49705"/>
                  <a:pt x="332486" y="59934"/>
                </a:cubicBezTo>
                <a:cubicBezTo>
                  <a:pt x="333167" y="61980"/>
                  <a:pt x="334330" y="69965"/>
                  <a:pt x="335975" y="83888"/>
                </a:cubicBezTo>
                <a:cubicBezTo>
                  <a:pt x="337564" y="93664"/>
                  <a:pt x="339606" y="109946"/>
                  <a:pt x="342102" y="132736"/>
                </a:cubicBezTo>
                <a:cubicBezTo>
                  <a:pt x="342272" y="135009"/>
                  <a:pt x="341506" y="136940"/>
                  <a:pt x="339804" y="138531"/>
                </a:cubicBezTo>
                <a:cubicBezTo>
                  <a:pt x="338103" y="140123"/>
                  <a:pt x="336032" y="140919"/>
                  <a:pt x="333592" y="140919"/>
                </a:cubicBezTo>
                <a:close/>
                <a:moveTo>
                  <a:pt x="376838" y="26039"/>
                </a:moveTo>
                <a:cubicBezTo>
                  <a:pt x="374115" y="26039"/>
                  <a:pt x="371761" y="25075"/>
                  <a:pt x="369775" y="23146"/>
                </a:cubicBezTo>
                <a:cubicBezTo>
                  <a:pt x="367790" y="21217"/>
                  <a:pt x="366797" y="18891"/>
                  <a:pt x="366797" y="16168"/>
                </a:cubicBezTo>
                <a:cubicBezTo>
                  <a:pt x="366797" y="13445"/>
                  <a:pt x="367790" y="11119"/>
                  <a:pt x="369775" y="9190"/>
                </a:cubicBezTo>
                <a:cubicBezTo>
                  <a:pt x="371761" y="7262"/>
                  <a:pt x="374115" y="6297"/>
                  <a:pt x="376838" y="6297"/>
                </a:cubicBezTo>
                <a:cubicBezTo>
                  <a:pt x="379561" y="6297"/>
                  <a:pt x="381902" y="7262"/>
                  <a:pt x="383859" y="9190"/>
                </a:cubicBezTo>
                <a:cubicBezTo>
                  <a:pt x="385816" y="11119"/>
                  <a:pt x="386795" y="13445"/>
                  <a:pt x="386795" y="16168"/>
                </a:cubicBezTo>
                <a:cubicBezTo>
                  <a:pt x="386795" y="18891"/>
                  <a:pt x="385816" y="21217"/>
                  <a:pt x="383859" y="23146"/>
                </a:cubicBezTo>
                <a:cubicBezTo>
                  <a:pt x="381902" y="25075"/>
                  <a:pt x="379561" y="26039"/>
                  <a:pt x="376838" y="26039"/>
                </a:cubicBezTo>
                <a:moveTo>
                  <a:pt x="380668" y="95185"/>
                </a:moveTo>
                <a:cubicBezTo>
                  <a:pt x="380668" y="98592"/>
                  <a:pt x="380767" y="103689"/>
                  <a:pt x="380966" y="110476"/>
                </a:cubicBezTo>
                <a:cubicBezTo>
                  <a:pt x="381164" y="117260"/>
                  <a:pt x="381263" y="122356"/>
                  <a:pt x="381263" y="125764"/>
                </a:cubicBezTo>
                <a:cubicBezTo>
                  <a:pt x="381263" y="128261"/>
                  <a:pt x="380498" y="130306"/>
                  <a:pt x="378966" y="131896"/>
                </a:cubicBezTo>
                <a:cubicBezTo>
                  <a:pt x="377434" y="133486"/>
                  <a:pt x="375420" y="134281"/>
                  <a:pt x="372924" y="134281"/>
                </a:cubicBezTo>
                <a:cubicBezTo>
                  <a:pt x="370485" y="134281"/>
                  <a:pt x="368485" y="133486"/>
                  <a:pt x="366925" y="131896"/>
                </a:cubicBezTo>
                <a:cubicBezTo>
                  <a:pt x="365365" y="130306"/>
                  <a:pt x="364585" y="128261"/>
                  <a:pt x="364585" y="125764"/>
                </a:cubicBezTo>
                <a:cubicBezTo>
                  <a:pt x="364585" y="122356"/>
                  <a:pt x="364485" y="117260"/>
                  <a:pt x="364287" y="110476"/>
                </a:cubicBezTo>
                <a:cubicBezTo>
                  <a:pt x="364088" y="103689"/>
                  <a:pt x="363989" y="98592"/>
                  <a:pt x="363989" y="95185"/>
                </a:cubicBezTo>
                <a:cubicBezTo>
                  <a:pt x="363989" y="89847"/>
                  <a:pt x="364273" y="83189"/>
                  <a:pt x="364840" y="75211"/>
                </a:cubicBezTo>
                <a:cubicBezTo>
                  <a:pt x="365407" y="67232"/>
                  <a:pt x="365691" y="60573"/>
                  <a:pt x="365691" y="55235"/>
                </a:cubicBezTo>
                <a:cubicBezTo>
                  <a:pt x="365691" y="52680"/>
                  <a:pt x="366471" y="50608"/>
                  <a:pt x="368031" y="49018"/>
                </a:cubicBezTo>
                <a:cubicBezTo>
                  <a:pt x="369591" y="47428"/>
                  <a:pt x="371591" y="46632"/>
                  <a:pt x="374030" y="46632"/>
                </a:cubicBezTo>
                <a:cubicBezTo>
                  <a:pt x="376470" y="46632"/>
                  <a:pt x="378469" y="47428"/>
                  <a:pt x="380029" y="49018"/>
                </a:cubicBezTo>
                <a:cubicBezTo>
                  <a:pt x="381590" y="50608"/>
                  <a:pt x="382370" y="52680"/>
                  <a:pt x="382370" y="55235"/>
                </a:cubicBezTo>
                <a:cubicBezTo>
                  <a:pt x="382370" y="60573"/>
                  <a:pt x="382086" y="67232"/>
                  <a:pt x="381519" y="75211"/>
                </a:cubicBezTo>
                <a:cubicBezTo>
                  <a:pt x="380951" y="83189"/>
                  <a:pt x="380668" y="89847"/>
                  <a:pt x="380668" y="95185"/>
                </a:cubicBezTo>
                <a:close/>
                <a:moveTo>
                  <a:pt x="473780" y="139897"/>
                </a:moveTo>
                <a:cubicBezTo>
                  <a:pt x="468901" y="139897"/>
                  <a:pt x="466150" y="137226"/>
                  <a:pt x="465526" y="131882"/>
                </a:cubicBezTo>
                <a:lnTo>
                  <a:pt x="463143" y="113207"/>
                </a:lnTo>
                <a:cubicBezTo>
                  <a:pt x="462349" y="106555"/>
                  <a:pt x="461952" y="100330"/>
                  <a:pt x="461952" y="94531"/>
                </a:cubicBezTo>
                <a:cubicBezTo>
                  <a:pt x="461952" y="92939"/>
                  <a:pt x="462051" y="90239"/>
                  <a:pt x="462249" y="86431"/>
                </a:cubicBezTo>
                <a:cubicBezTo>
                  <a:pt x="462448" y="82621"/>
                  <a:pt x="462547" y="79920"/>
                  <a:pt x="462547" y="78328"/>
                </a:cubicBezTo>
                <a:cubicBezTo>
                  <a:pt x="462547" y="66048"/>
                  <a:pt x="460278" y="59907"/>
                  <a:pt x="455740" y="59907"/>
                </a:cubicBezTo>
                <a:cubicBezTo>
                  <a:pt x="449386" y="59907"/>
                  <a:pt x="443316" y="63684"/>
                  <a:pt x="437529" y="71238"/>
                </a:cubicBezTo>
                <a:cubicBezTo>
                  <a:pt x="432310" y="78110"/>
                  <a:pt x="428225" y="86799"/>
                  <a:pt x="425275" y="97304"/>
                </a:cubicBezTo>
                <a:cubicBezTo>
                  <a:pt x="425162" y="99520"/>
                  <a:pt x="424906" y="102304"/>
                  <a:pt x="424509" y="105654"/>
                </a:cubicBezTo>
                <a:cubicBezTo>
                  <a:pt x="424169" y="108494"/>
                  <a:pt x="423999" y="111249"/>
                  <a:pt x="423999" y="113917"/>
                </a:cubicBezTo>
                <a:cubicBezTo>
                  <a:pt x="423999" y="115620"/>
                  <a:pt x="424169" y="118176"/>
                  <a:pt x="424509" y="121583"/>
                </a:cubicBezTo>
                <a:cubicBezTo>
                  <a:pt x="424850" y="124991"/>
                  <a:pt x="425020" y="127546"/>
                  <a:pt x="425020" y="129250"/>
                </a:cubicBezTo>
                <a:cubicBezTo>
                  <a:pt x="425020" y="131806"/>
                  <a:pt x="424240" y="133880"/>
                  <a:pt x="422680" y="135470"/>
                </a:cubicBezTo>
                <a:cubicBezTo>
                  <a:pt x="421120" y="137060"/>
                  <a:pt x="419120" y="137855"/>
                  <a:pt x="416681" y="137855"/>
                </a:cubicBezTo>
                <a:cubicBezTo>
                  <a:pt x="414184" y="137855"/>
                  <a:pt x="412170" y="137059"/>
                  <a:pt x="410639" y="135467"/>
                </a:cubicBezTo>
                <a:cubicBezTo>
                  <a:pt x="409107" y="133877"/>
                  <a:pt x="408341" y="131803"/>
                  <a:pt x="408341" y="129245"/>
                </a:cubicBezTo>
                <a:cubicBezTo>
                  <a:pt x="408341" y="127541"/>
                  <a:pt x="408157" y="124984"/>
                  <a:pt x="407788" y="121575"/>
                </a:cubicBezTo>
                <a:cubicBezTo>
                  <a:pt x="407419" y="118164"/>
                  <a:pt x="407235" y="115606"/>
                  <a:pt x="407235" y="113901"/>
                </a:cubicBezTo>
                <a:cubicBezTo>
                  <a:pt x="407235" y="108047"/>
                  <a:pt x="407646" y="99934"/>
                  <a:pt x="408469" y="89563"/>
                </a:cubicBezTo>
                <a:cubicBezTo>
                  <a:pt x="409291" y="79192"/>
                  <a:pt x="409703" y="71080"/>
                  <a:pt x="409703" y="65226"/>
                </a:cubicBezTo>
                <a:cubicBezTo>
                  <a:pt x="409703" y="63407"/>
                  <a:pt x="409603" y="60708"/>
                  <a:pt x="409405" y="57129"/>
                </a:cubicBezTo>
                <a:cubicBezTo>
                  <a:pt x="409206" y="53547"/>
                  <a:pt x="409107" y="50848"/>
                  <a:pt x="409107" y="49031"/>
                </a:cubicBezTo>
                <a:cubicBezTo>
                  <a:pt x="409107" y="46586"/>
                  <a:pt x="409915" y="44583"/>
                  <a:pt x="411532" y="43021"/>
                </a:cubicBezTo>
                <a:cubicBezTo>
                  <a:pt x="413149" y="41458"/>
                  <a:pt x="415149" y="40676"/>
                  <a:pt x="417532" y="40676"/>
                </a:cubicBezTo>
                <a:cubicBezTo>
                  <a:pt x="422751" y="40676"/>
                  <a:pt x="425616" y="44378"/>
                  <a:pt x="426126" y="51783"/>
                </a:cubicBezTo>
                <a:lnTo>
                  <a:pt x="426381" y="61780"/>
                </a:lnTo>
                <a:cubicBezTo>
                  <a:pt x="435912" y="49072"/>
                  <a:pt x="445698" y="42718"/>
                  <a:pt x="455740" y="42718"/>
                </a:cubicBezTo>
                <a:cubicBezTo>
                  <a:pt x="464816" y="42718"/>
                  <a:pt x="471142" y="46725"/>
                  <a:pt x="474716" y="54738"/>
                </a:cubicBezTo>
                <a:cubicBezTo>
                  <a:pt x="477155" y="60079"/>
                  <a:pt x="478488" y="67979"/>
                  <a:pt x="478715" y="78437"/>
                </a:cubicBezTo>
                <a:lnTo>
                  <a:pt x="478715" y="87045"/>
                </a:lnTo>
                <a:lnTo>
                  <a:pt x="478630" y="94972"/>
                </a:lnTo>
                <a:cubicBezTo>
                  <a:pt x="478630" y="99690"/>
                  <a:pt x="479240" y="105786"/>
                  <a:pt x="480460" y="113260"/>
                </a:cubicBezTo>
                <a:cubicBezTo>
                  <a:pt x="481680" y="120732"/>
                  <a:pt x="482289" y="126798"/>
                  <a:pt x="482289" y="131457"/>
                </a:cubicBezTo>
                <a:cubicBezTo>
                  <a:pt x="482289" y="133958"/>
                  <a:pt x="481481" y="135990"/>
                  <a:pt x="479864" y="137552"/>
                </a:cubicBezTo>
                <a:cubicBezTo>
                  <a:pt x="478247" y="139116"/>
                  <a:pt x="476219" y="139897"/>
                  <a:pt x="473780" y="139897"/>
                </a:cubicBezTo>
                <a:close/>
                <a:moveTo>
                  <a:pt x="570039" y="97094"/>
                </a:moveTo>
                <a:lnTo>
                  <a:pt x="568082" y="125686"/>
                </a:lnTo>
                <a:cubicBezTo>
                  <a:pt x="567742" y="137033"/>
                  <a:pt x="566579" y="146308"/>
                  <a:pt x="564593" y="153513"/>
                </a:cubicBezTo>
                <a:cubicBezTo>
                  <a:pt x="562040" y="162703"/>
                  <a:pt x="557956" y="169482"/>
                  <a:pt x="552340" y="173851"/>
                </a:cubicBezTo>
                <a:cubicBezTo>
                  <a:pt x="545532" y="179127"/>
                  <a:pt x="535689" y="181765"/>
                  <a:pt x="522811" y="181765"/>
                </a:cubicBezTo>
                <a:cubicBezTo>
                  <a:pt x="515266" y="181765"/>
                  <a:pt x="508941" y="181254"/>
                  <a:pt x="503835" y="180233"/>
                </a:cubicBezTo>
                <a:cubicBezTo>
                  <a:pt x="496687" y="178815"/>
                  <a:pt x="493113" y="175865"/>
                  <a:pt x="493113" y="171383"/>
                </a:cubicBezTo>
                <a:cubicBezTo>
                  <a:pt x="493113" y="166334"/>
                  <a:pt x="495581" y="163809"/>
                  <a:pt x="500516" y="163809"/>
                </a:cubicBezTo>
                <a:cubicBezTo>
                  <a:pt x="502559" y="163809"/>
                  <a:pt x="505962" y="164306"/>
                  <a:pt x="510728" y="165299"/>
                </a:cubicBezTo>
                <a:cubicBezTo>
                  <a:pt x="515493" y="166291"/>
                  <a:pt x="520769" y="166731"/>
                  <a:pt x="526556" y="166618"/>
                </a:cubicBezTo>
                <a:cubicBezTo>
                  <a:pt x="537448" y="166437"/>
                  <a:pt x="544965" y="160851"/>
                  <a:pt x="549106" y="149859"/>
                </a:cubicBezTo>
                <a:cubicBezTo>
                  <a:pt x="551829" y="142530"/>
                  <a:pt x="553276" y="131267"/>
                  <a:pt x="553446" y="116071"/>
                </a:cubicBezTo>
                <a:cubicBezTo>
                  <a:pt x="550382" y="122708"/>
                  <a:pt x="546737" y="127686"/>
                  <a:pt x="542511" y="131005"/>
                </a:cubicBezTo>
                <a:cubicBezTo>
                  <a:pt x="538285" y="134324"/>
                  <a:pt x="533448" y="135983"/>
                  <a:pt x="528002" y="135983"/>
                </a:cubicBezTo>
                <a:cubicBezTo>
                  <a:pt x="517734" y="135983"/>
                  <a:pt x="509380" y="132476"/>
                  <a:pt x="502941" y="125463"/>
                </a:cubicBezTo>
                <a:cubicBezTo>
                  <a:pt x="496503" y="118450"/>
                  <a:pt x="493283" y="109350"/>
                  <a:pt x="493283" y="98163"/>
                </a:cubicBezTo>
                <a:cubicBezTo>
                  <a:pt x="493283" y="82832"/>
                  <a:pt x="497680" y="70481"/>
                  <a:pt x="506473" y="61112"/>
                </a:cubicBezTo>
                <a:cubicBezTo>
                  <a:pt x="515550" y="51459"/>
                  <a:pt x="527917" y="46632"/>
                  <a:pt x="543575" y="46632"/>
                </a:cubicBezTo>
                <a:cubicBezTo>
                  <a:pt x="548851" y="46632"/>
                  <a:pt x="553276" y="47313"/>
                  <a:pt x="556850" y="48675"/>
                </a:cubicBezTo>
                <a:cubicBezTo>
                  <a:pt x="560424" y="50036"/>
                  <a:pt x="563147" y="52079"/>
                  <a:pt x="565019" y="54802"/>
                </a:cubicBezTo>
                <a:cubicBezTo>
                  <a:pt x="571089" y="54972"/>
                  <a:pt x="574124" y="58347"/>
                  <a:pt x="574124" y="64928"/>
                </a:cubicBezTo>
                <a:cubicBezTo>
                  <a:pt x="574124" y="68956"/>
                  <a:pt x="573528" y="74345"/>
                  <a:pt x="572337" y="81096"/>
                </a:cubicBezTo>
                <a:cubicBezTo>
                  <a:pt x="571032" y="88925"/>
                  <a:pt x="570266" y="94258"/>
                  <a:pt x="570039" y="97094"/>
                </a:cubicBezTo>
                <a:moveTo>
                  <a:pt x="542724" y="63652"/>
                </a:moveTo>
                <a:cubicBezTo>
                  <a:pt x="531945" y="63652"/>
                  <a:pt x="523606" y="66997"/>
                  <a:pt x="517706" y="73688"/>
                </a:cubicBezTo>
                <a:cubicBezTo>
                  <a:pt x="512430" y="79713"/>
                  <a:pt x="509792" y="87375"/>
                  <a:pt x="509792" y="96671"/>
                </a:cubicBezTo>
                <a:cubicBezTo>
                  <a:pt x="509792" y="104077"/>
                  <a:pt x="511352" y="109643"/>
                  <a:pt x="514472" y="113372"/>
                </a:cubicBezTo>
                <a:cubicBezTo>
                  <a:pt x="517592" y="117100"/>
                  <a:pt x="522272" y="118964"/>
                  <a:pt x="528513" y="118964"/>
                </a:cubicBezTo>
                <a:cubicBezTo>
                  <a:pt x="534243" y="118964"/>
                  <a:pt x="539802" y="116053"/>
                  <a:pt x="545192" y="110231"/>
                </a:cubicBezTo>
                <a:cubicBezTo>
                  <a:pt x="550070" y="104868"/>
                  <a:pt x="552850" y="99557"/>
                  <a:pt x="553531" y="94297"/>
                </a:cubicBezTo>
                <a:cubicBezTo>
                  <a:pt x="554722" y="88780"/>
                  <a:pt x="555999" y="80122"/>
                  <a:pt x="557360" y="68324"/>
                </a:cubicBezTo>
                <a:cubicBezTo>
                  <a:pt x="555091" y="66741"/>
                  <a:pt x="552737" y="65566"/>
                  <a:pt x="550297" y="64800"/>
                </a:cubicBezTo>
                <a:cubicBezTo>
                  <a:pt x="547858" y="64035"/>
                  <a:pt x="545333" y="63652"/>
                  <a:pt x="542724" y="63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4CA84-3386-4DE4-8BA9-D9FDED2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532" y="397863"/>
            <a:ext cx="1165073" cy="2186732"/>
          </a:xfrm>
          <a:custGeom xmlns:a="http://schemas.openxmlformats.org/drawingml/2006/main">
            <a:pathLst>
              <a:path w="1165073" h="2186732">
                <a:moveTo>
                  <a:pt x="0" y="194182"/>
                </a:moveTo>
                <a:cubicBezTo>
                  <a:pt x="0" y="86938"/>
                  <a:pt x="86939" y="0"/>
                  <a:pt x="194182" y="0"/>
                </a:cubicBezTo>
                <a:lnTo>
                  <a:pt x="970891" y="0"/>
                </a:lnTo>
                <a:cubicBezTo>
                  <a:pt x="1078135" y="0"/>
                  <a:pt x="1165073" y="86938"/>
                  <a:pt x="1165073" y="194182"/>
                </a:cubicBezTo>
                <a:lnTo>
                  <a:pt x="1165073" y="1992550"/>
                </a:lnTo>
                <a:cubicBezTo>
                  <a:pt x="1165073" y="2099795"/>
                  <a:pt x="1078135" y="2186732"/>
                  <a:pt x="970891" y="2186732"/>
                </a:cubicBezTo>
                <a:lnTo>
                  <a:pt x="194182" y="2186732"/>
                </a:lnTo>
                <a:cubicBezTo>
                  <a:pt x="86939" y="2186732"/>
                  <a:pt x="0" y="2099795"/>
                  <a:pt x="0" y="1992550"/>
                </a:cubicBezTo>
                <a:lnTo>
                  <a:pt x="0" y="194182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Clas.Cond.">
            <a:extLst xmlns:a="http://schemas.openxmlformats.org/drawingml/2006/main">
              <a:ext uri="{FF2B5EF4-FFF2-40B4-BE49-F238E27FC236}">
                <a16:creationId xmlns:a16="http://schemas.microsoft.com/office/drawing/2014/main" id="{1F84B972-4830-4C4C-8766-D2DFE1C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877" y="480821"/>
            <a:ext cx="838438" cy="145003"/>
          </a:xfrm>
          <a:custGeom xmlns:a="http://schemas.openxmlformats.org/drawingml/2006/main">
            <a:pathLst>
              <a:path w="838438" h="145003">
                <a:moveTo>
                  <a:pt x="86287" y="41527"/>
                </a:moveTo>
                <a:cubicBezTo>
                  <a:pt x="82656" y="41527"/>
                  <a:pt x="79933" y="39399"/>
                  <a:pt x="78118" y="35145"/>
                </a:cubicBezTo>
                <a:cubicBezTo>
                  <a:pt x="76529" y="31514"/>
                  <a:pt x="75054" y="29301"/>
                  <a:pt x="73693" y="28507"/>
                </a:cubicBezTo>
                <a:cubicBezTo>
                  <a:pt x="72502" y="27883"/>
                  <a:pt x="69552" y="27571"/>
                  <a:pt x="64843" y="27571"/>
                </a:cubicBezTo>
                <a:cubicBezTo>
                  <a:pt x="56617" y="27571"/>
                  <a:pt x="47483" y="33863"/>
                  <a:pt x="37442" y="46446"/>
                </a:cubicBezTo>
                <a:cubicBezTo>
                  <a:pt x="23827" y="63336"/>
                  <a:pt x="17019" y="79347"/>
                  <a:pt x="17019" y="94480"/>
                </a:cubicBezTo>
                <a:cubicBezTo>
                  <a:pt x="17019" y="101791"/>
                  <a:pt x="19373" y="108083"/>
                  <a:pt x="24082" y="113356"/>
                </a:cubicBezTo>
                <a:cubicBezTo>
                  <a:pt x="28904" y="118796"/>
                  <a:pt x="34719" y="121517"/>
                  <a:pt x="41527" y="121517"/>
                </a:cubicBezTo>
                <a:cubicBezTo>
                  <a:pt x="47370" y="121517"/>
                  <a:pt x="53242" y="120006"/>
                  <a:pt x="59142" y="116985"/>
                </a:cubicBezTo>
                <a:cubicBezTo>
                  <a:pt x="62432" y="115276"/>
                  <a:pt x="67481" y="111913"/>
                  <a:pt x="74289" y="106896"/>
                </a:cubicBezTo>
                <a:cubicBezTo>
                  <a:pt x="77522" y="104503"/>
                  <a:pt x="79962" y="103306"/>
                  <a:pt x="81607" y="103306"/>
                </a:cubicBezTo>
                <a:cubicBezTo>
                  <a:pt x="84046" y="103306"/>
                  <a:pt x="86089" y="104233"/>
                  <a:pt x="87734" y="106085"/>
                </a:cubicBezTo>
                <a:cubicBezTo>
                  <a:pt x="89379" y="107938"/>
                  <a:pt x="90202" y="110004"/>
                  <a:pt x="90202" y="112284"/>
                </a:cubicBezTo>
                <a:cubicBezTo>
                  <a:pt x="90202" y="114849"/>
                  <a:pt x="89124" y="117101"/>
                  <a:pt x="86968" y="119038"/>
                </a:cubicBezTo>
                <a:cubicBezTo>
                  <a:pt x="71991" y="132377"/>
                  <a:pt x="56844" y="139046"/>
                  <a:pt x="41527" y="139046"/>
                </a:cubicBezTo>
                <a:cubicBezTo>
                  <a:pt x="29784" y="139046"/>
                  <a:pt x="19856" y="134534"/>
                  <a:pt x="11743" y="125508"/>
                </a:cubicBezTo>
                <a:cubicBezTo>
                  <a:pt x="3914" y="116765"/>
                  <a:pt x="0" y="106433"/>
                  <a:pt x="0" y="94512"/>
                </a:cubicBezTo>
                <a:cubicBezTo>
                  <a:pt x="0" y="75268"/>
                  <a:pt x="8056" y="55541"/>
                  <a:pt x="24167" y="35331"/>
                </a:cubicBezTo>
                <a:cubicBezTo>
                  <a:pt x="37612" y="18471"/>
                  <a:pt x="51171" y="10041"/>
                  <a:pt x="64843" y="10041"/>
                </a:cubicBezTo>
                <a:cubicBezTo>
                  <a:pt x="67623" y="10041"/>
                  <a:pt x="70119" y="10169"/>
                  <a:pt x="72331" y="10424"/>
                </a:cubicBezTo>
                <a:cubicBezTo>
                  <a:pt x="74544" y="10680"/>
                  <a:pt x="76501" y="11091"/>
                  <a:pt x="78203" y="11658"/>
                </a:cubicBezTo>
                <a:cubicBezTo>
                  <a:pt x="80189" y="8765"/>
                  <a:pt x="82770" y="7318"/>
                  <a:pt x="85947" y="7318"/>
                </a:cubicBezTo>
                <a:cubicBezTo>
                  <a:pt x="89861" y="7318"/>
                  <a:pt x="92329" y="9906"/>
                  <a:pt x="93350" y="15081"/>
                </a:cubicBezTo>
                <a:cubicBezTo>
                  <a:pt x="94258" y="19688"/>
                  <a:pt x="94712" y="25347"/>
                  <a:pt x="94712" y="32057"/>
                </a:cubicBezTo>
                <a:cubicBezTo>
                  <a:pt x="94712" y="34388"/>
                  <a:pt x="94088" y="36436"/>
                  <a:pt x="92839" y="38200"/>
                </a:cubicBezTo>
                <a:cubicBezTo>
                  <a:pt x="91308" y="40418"/>
                  <a:pt x="89124" y="41527"/>
                  <a:pt x="86287" y="41527"/>
                </a:cubicBezTo>
                <a:close/>
                <a:moveTo>
                  <a:pt x="130349" y="70119"/>
                </a:moveTo>
                <a:lnTo>
                  <a:pt x="129073" y="112462"/>
                </a:lnTo>
                <a:cubicBezTo>
                  <a:pt x="129073" y="116949"/>
                  <a:pt x="128846" y="123538"/>
                  <a:pt x="128392" y="132228"/>
                </a:cubicBezTo>
                <a:cubicBezTo>
                  <a:pt x="127825" y="137908"/>
                  <a:pt x="125045" y="140748"/>
                  <a:pt x="120053" y="140748"/>
                </a:cubicBezTo>
                <a:cubicBezTo>
                  <a:pt x="114493" y="140748"/>
                  <a:pt x="111713" y="137852"/>
                  <a:pt x="111713" y="132058"/>
                </a:cubicBezTo>
                <a:cubicBezTo>
                  <a:pt x="111713" y="125185"/>
                  <a:pt x="112025" y="114862"/>
                  <a:pt x="112649" y="101088"/>
                </a:cubicBezTo>
                <a:cubicBezTo>
                  <a:pt x="113273" y="87315"/>
                  <a:pt x="113586" y="76992"/>
                  <a:pt x="113586" y="70119"/>
                </a:cubicBezTo>
                <a:cubicBezTo>
                  <a:pt x="113586" y="61145"/>
                  <a:pt x="113727" y="50878"/>
                  <a:pt x="114011" y="39320"/>
                </a:cubicBezTo>
                <a:cubicBezTo>
                  <a:pt x="114295" y="27761"/>
                  <a:pt x="114436" y="17494"/>
                  <a:pt x="114436" y="8520"/>
                </a:cubicBezTo>
                <a:cubicBezTo>
                  <a:pt x="114436" y="2840"/>
                  <a:pt x="117216" y="0"/>
                  <a:pt x="122776" y="0"/>
                </a:cubicBezTo>
                <a:cubicBezTo>
                  <a:pt x="128392" y="0"/>
                  <a:pt x="131200" y="2840"/>
                  <a:pt x="131200" y="8520"/>
                </a:cubicBezTo>
                <a:cubicBezTo>
                  <a:pt x="131200" y="17494"/>
                  <a:pt x="131059" y="27761"/>
                  <a:pt x="130775" y="39320"/>
                </a:cubicBezTo>
                <a:cubicBezTo>
                  <a:pt x="130491" y="50878"/>
                  <a:pt x="130349" y="61145"/>
                  <a:pt x="130349" y="70119"/>
                </a:cubicBezTo>
                <a:close/>
                <a:moveTo>
                  <a:pt x="223121" y="142621"/>
                </a:moveTo>
                <a:cubicBezTo>
                  <a:pt x="222043" y="142621"/>
                  <a:pt x="220086" y="141362"/>
                  <a:pt x="217250" y="138844"/>
                </a:cubicBezTo>
                <a:cubicBezTo>
                  <a:pt x="214697" y="136499"/>
                  <a:pt x="212796" y="134411"/>
                  <a:pt x="211548" y="132579"/>
                </a:cubicBezTo>
                <a:cubicBezTo>
                  <a:pt x="206102" y="135558"/>
                  <a:pt x="201308" y="137806"/>
                  <a:pt x="197167" y="139323"/>
                </a:cubicBezTo>
                <a:cubicBezTo>
                  <a:pt x="193026" y="140841"/>
                  <a:pt x="189565" y="141599"/>
                  <a:pt x="186785" y="141599"/>
                </a:cubicBezTo>
                <a:cubicBezTo>
                  <a:pt x="173510" y="141599"/>
                  <a:pt x="163838" y="137855"/>
                  <a:pt x="157768" y="130367"/>
                </a:cubicBezTo>
                <a:cubicBezTo>
                  <a:pt x="152038" y="123332"/>
                  <a:pt x="149173" y="112553"/>
                  <a:pt x="149173" y="98030"/>
                </a:cubicBezTo>
                <a:cubicBezTo>
                  <a:pt x="149173" y="84302"/>
                  <a:pt x="153896" y="72558"/>
                  <a:pt x="163341" y="62801"/>
                </a:cubicBezTo>
                <a:cubicBezTo>
                  <a:pt x="172787" y="53043"/>
                  <a:pt x="184062" y="48164"/>
                  <a:pt x="197167" y="48164"/>
                </a:cubicBezTo>
                <a:cubicBezTo>
                  <a:pt x="202102" y="48164"/>
                  <a:pt x="207634" y="49441"/>
                  <a:pt x="213761" y="51994"/>
                </a:cubicBezTo>
                <a:cubicBezTo>
                  <a:pt x="221476" y="55170"/>
                  <a:pt x="225334" y="59000"/>
                  <a:pt x="225334" y="63481"/>
                </a:cubicBezTo>
                <a:cubicBezTo>
                  <a:pt x="225334" y="65013"/>
                  <a:pt x="224766" y="66375"/>
                  <a:pt x="223632" y="67566"/>
                </a:cubicBezTo>
                <a:cubicBezTo>
                  <a:pt x="223064" y="69722"/>
                  <a:pt x="222625" y="73267"/>
                  <a:pt x="222313" y="78203"/>
                </a:cubicBezTo>
                <a:cubicBezTo>
                  <a:pt x="222001" y="83139"/>
                  <a:pt x="221816" y="89464"/>
                  <a:pt x="221760" y="97179"/>
                </a:cubicBezTo>
                <a:cubicBezTo>
                  <a:pt x="221703" y="104214"/>
                  <a:pt x="222185" y="109774"/>
                  <a:pt x="223206" y="113858"/>
                </a:cubicBezTo>
                <a:cubicBezTo>
                  <a:pt x="223774" y="116354"/>
                  <a:pt x="225561" y="121347"/>
                  <a:pt x="228567" y="128835"/>
                </a:cubicBezTo>
                <a:cubicBezTo>
                  <a:pt x="228964" y="129856"/>
                  <a:pt x="229617" y="131360"/>
                  <a:pt x="230524" y="133345"/>
                </a:cubicBezTo>
                <a:lnTo>
                  <a:pt x="231035" y="134792"/>
                </a:lnTo>
                <a:cubicBezTo>
                  <a:pt x="231035" y="137061"/>
                  <a:pt x="230241" y="138933"/>
                  <a:pt x="228652" y="140408"/>
                </a:cubicBezTo>
                <a:cubicBezTo>
                  <a:pt x="227064" y="141883"/>
                  <a:pt x="225220" y="142621"/>
                  <a:pt x="223121" y="142621"/>
                </a:cubicBezTo>
                <a:moveTo>
                  <a:pt x="205421" y="83511"/>
                </a:moveTo>
                <a:cubicBezTo>
                  <a:pt x="205421" y="81077"/>
                  <a:pt x="205577" y="78432"/>
                  <a:pt x="205889" y="75576"/>
                </a:cubicBezTo>
                <a:cubicBezTo>
                  <a:pt x="206201" y="72718"/>
                  <a:pt x="206669" y="69677"/>
                  <a:pt x="207293" y="66452"/>
                </a:cubicBezTo>
                <a:cubicBezTo>
                  <a:pt x="205194" y="65376"/>
                  <a:pt x="203393" y="64583"/>
                  <a:pt x="201890" y="64074"/>
                </a:cubicBezTo>
                <a:cubicBezTo>
                  <a:pt x="200386" y="63566"/>
                  <a:pt x="199181" y="63311"/>
                  <a:pt x="198273" y="63311"/>
                </a:cubicBezTo>
                <a:cubicBezTo>
                  <a:pt x="189480" y="63311"/>
                  <a:pt x="181892" y="66890"/>
                  <a:pt x="175510" y="74047"/>
                </a:cubicBezTo>
                <a:cubicBezTo>
                  <a:pt x="169128" y="81204"/>
                  <a:pt x="165937" y="89450"/>
                  <a:pt x="165937" y="98786"/>
                </a:cubicBezTo>
                <a:cubicBezTo>
                  <a:pt x="165937" y="108065"/>
                  <a:pt x="167582" y="115024"/>
                  <a:pt x="170872" y="119663"/>
                </a:cubicBezTo>
                <a:cubicBezTo>
                  <a:pt x="174163" y="124303"/>
                  <a:pt x="179098" y="126623"/>
                  <a:pt x="185679" y="126623"/>
                </a:cubicBezTo>
                <a:cubicBezTo>
                  <a:pt x="191125" y="126623"/>
                  <a:pt x="195749" y="125632"/>
                  <a:pt x="199550" y="123652"/>
                </a:cubicBezTo>
                <a:cubicBezTo>
                  <a:pt x="201592" y="122578"/>
                  <a:pt x="204457" y="120428"/>
                  <a:pt x="208144" y="117203"/>
                </a:cubicBezTo>
                <a:cubicBezTo>
                  <a:pt x="206329" y="102209"/>
                  <a:pt x="205421" y="90978"/>
                  <a:pt x="205421" y="83511"/>
                </a:cubicBezTo>
                <a:close/>
                <a:moveTo>
                  <a:pt x="303504" y="71480"/>
                </a:moveTo>
                <a:cubicBezTo>
                  <a:pt x="300384" y="71480"/>
                  <a:pt x="298200" y="70438"/>
                  <a:pt x="296952" y="68353"/>
                </a:cubicBezTo>
                <a:cubicBezTo>
                  <a:pt x="296101" y="66889"/>
                  <a:pt x="295364" y="63847"/>
                  <a:pt x="294740" y="59227"/>
                </a:cubicBezTo>
                <a:cubicBezTo>
                  <a:pt x="290485" y="60303"/>
                  <a:pt x="283932" y="62286"/>
                  <a:pt x="275082" y="65175"/>
                </a:cubicBezTo>
                <a:cubicBezTo>
                  <a:pt x="265949" y="68803"/>
                  <a:pt x="261354" y="73279"/>
                  <a:pt x="261297" y="78605"/>
                </a:cubicBezTo>
                <a:cubicBezTo>
                  <a:pt x="262999" y="79229"/>
                  <a:pt x="264672" y="79682"/>
                  <a:pt x="266318" y="79966"/>
                </a:cubicBezTo>
                <a:cubicBezTo>
                  <a:pt x="279366" y="82289"/>
                  <a:pt x="289067" y="85490"/>
                  <a:pt x="295420" y="89571"/>
                </a:cubicBezTo>
                <a:cubicBezTo>
                  <a:pt x="304667" y="95523"/>
                  <a:pt x="309291" y="104138"/>
                  <a:pt x="309291" y="115416"/>
                </a:cubicBezTo>
                <a:cubicBezTo>
                  <a:pt x="309291" y="124655"/>
                  <a:pt x="305291" y="131625"/>
                  <a:pt x="297292" y="136329"/>
                </a:cubicBezTo>
                <a:cubicBezTo>
                  <a:pt x="290655" y="140183"/>
                  <a:pt x="282259" y="142110"/>
                  <a:pt x="272104" y="142110"/>
                </a:cubicBezTo>
                <a:cubicBezTo>
                  <a:pt x="264672" y="142110"/>
                  <a:pt x="257581" y="140862"/>
                  <a:pt x="250830" y="138366"/>
                </a:cubicBezTo>
                <a:cubicBezTo>
                  <a:pt x="242094" y="135189"/>
                  <a:pt x="237725" y="130764"/>
                  <a:pt x="237725" y="125091"/>
                </a:cubicBezTo>
                <a:cubicBezTo>
                  <a:pt x="237725" y="122822"/>
                  <a:pt x="238619" y="120836"/>
                  <a:pt x="240406" y="119134"/>
                </a:cubicBezTo>
                <a:cubicBezTo>
                  <a:pt x="242193" y="117432"/>
                  <a:pt x="244221" y="116581"/>
                  <a:pt x="246490" y="116581"/>
                </a:cubicBezTo>
                <a:cubicBezTo>
                  <a:pt x="248249" y="116581"/>
                  <a:pt x="250518" y="117943"/>
                  <a:pt x="253298" y="120666"/>
                </a:cubicBezTo>
                <a:cubicBezTo>
                  <a:pt x="254659" y="121971"/>
                  <a:pt x="257723" y="123048"/>
                  <a:pt x="262488" y="123899"/>
                </a:cubicBezTo>
                <a:cubicBezTo>
                  <a:pt x="266289" y="124580"/>
                  <a:pt x="269494" y="124921"/>
                  <a:pt x="272104" y="124921"/>
                </a:cubicBezTo>
                <a:cubicBezTo>
                  <a:pt x="276869" y="124921"/>
                  <a:pt x="281068" y="124354"/>
                  <a:pt x="284698" y="123221"/>
                </a:cubicBezTo>
                <a:cubicBezTo>
                  <a:pt x="289974" y="121578"/>
                  <a:pt x="292612" y="118972"/>
                  <a:pt x="292612" y="115403"/>
                </a:cubicBezTo>
                <a:cubicBezTo>
                  <a:pt x="292612" y="107697"/>
                  <a:pt x="287223" y="102484"/>
                  <a:pt x="276444" y="99764"/>
                </a:cubicBezTo>
                <a:lnTo>
                  <a:pt x="267594" y="97807"/>
                </a:lnTo>
                <a:cubicBezTo>
                  <a:pt x="260049" y="96160"/>
                  <a:pt x="254688" y="94229"/>
                  <a:pt x="251511" y="92015"/>
                </a:cubicBezTo>
                <a:cubicBezTo>
                  <a:pt x="246916" y="88836"/>
                  <a:pt x="244618" y="84041"/>
                  <a:pt x="244618" y="77629"/>
                </a:cubicBezTo>
                <a:cubicBezTo>
                  <a:pt x="244618" y="65765"/>
                  <a:pt x="250206" y="57307"/>
                  <a:pt x="261382" y="52254"/>
                </a:cubicBezTo>
                <a:cubicBezTo>
                  <a:pt x="264786" y="50722"/>
                  <a:pt x="270232" y="48893"/>
                  <a:pt x="277720" y="46765"/>
                </a:cubicBezTo>
                <a:cubicBezTo>
                  <a:pt x="285209" y="44636"/>
                  <a:pt x="290570" y="42833"/>
                  <a:pt x="293804" y="41357"/>
                </a:cubicBezTo>
                <a:cubicBezTo>
                  <a:pt x="296129" y="40335"/>
                  <a:pt x="298654" y="39825"/>
                  <a:pt x="301377" y="39825"/>
                </a:cubicBezTo>
                <a:cubicBezTo>
                  <a:pt x="303816" y="39825"/>
                  <a:pt x="305816" y="40619"/>
                  <a:pt x="307376" y="42208"/>
                </a:cubicBezTo>
                <a:cubicBezTo>
                  <a:pt x="308936" y="43796"/>
                  <a:pt x="309716" y="45867"/>
                  <a:pt x="309716" y="48419"/>
                </a:cubicBezTo>
                <a:cubicBezTo>
                  <a:pt x="309716" y="50065"/>
                  <a:pt x="310071" y="52476"/>
                  <a:pt x="310780" y="55653"/>
                </a:cubicBezTo>
                <a:cubicBezTo>
                  <a:pt x="311489" y="58830"/>
                  <a:pt x="311844" y="61241"/>
                  <a:pt x="311844" y="62886"/>
                </a:cubicBezTo>
                <a:cubicBezTo>
                  <a:pt x="311844" y="65439"/>
                  <a:pt x="311064" y="67509"/>
                  <a:pt x="309504" y="69098"/>
                </a:cubicBezTo>
                <a:cubicBezTo>
                  <a:pt x="307944" y="70686"/>
                  <a:pt x="305944" y="71480"/>
                  <a:pt x="303504" y="71480"/>
                </a:cubicBezTo>
                <a:close/>
                <a:moveTo>
                  <a:pt x="342004" y="145003"/>
                </a:moveTo>
                <a:cubicBezTo>
                  <a:pt x="339054" y="145003"/>
                  <a:pt x="336558" y="143982"/>
                  <a:pt x="334516" y="141940"/>
                </a:cubicBezTo>
                <a:cubicBezTo>
                  <a:pt x="332473" y="139897"/>
                  <a:pt x="331452" y="137401"/>
                  <a:pt x="331452" y="134451"/>
                </a:cubicBezTo>
                <a:cubicBezTo>
                  <a:pt x="331452" y="131558"/>
                  <a:pt x="332473" y="129076"/>
                  <a:pt x="334516" y="127005"/>
                </a:cubicBezTo>
                <a:cubicBezTo>
                  <a:pt x="336558" y="124935"/>
                  <a:pt x="339054" y="123899"/>
                  <a:pt x="342004" y="123899"/>
                </a:cubicBezTo>
                <a:cubicBezTo>
                  <a:pt x="344897" y="123899"/>
                  <a:pt x="347379" y="124935"/>
                  <a:pt x="349450" y="127005"/>
                </a:cubicBezTo>
                <a:cubicBezTo>
                  <a:pt x="351521" y="129076"/>
                  <a:pt x="352556" y="131558"/>
                  <a:pt x="352556" y="134451"/>
                </a:cubicBezTo>
                <a:cubicBezTo>
                  <a:pt x="352556" y="137401"/>
                  <a:pt x="351521" y="139897"/>
                  <a:pt x="349450" y="141940"/>
                </a:cubicBezTo>
                <a:cubicBezTo>
                  <a:pt x="347379" y="143982"/>
                  <a:pt x="344897" y="145003"/>
                  <a:pt x="342004" y="145003"/>
                </a:cubicBezTo>
                <a:close/>
                <a:moveTo>
                  <a:pt x="509081" y="41527"/>
                </a:moveTo>
                <a:cubicBezTo>
                  <a:pt x="505450" y="41527"/>
                  <a:pt x="502727" y="39399"/>
                  <a:pt x="500912" y="35145"/>
                </a:cubicBezTo>
                <a:cubicBezTo>
                  <a:pt x="499323" y="31514"/>
                  <a:pt x="497848" y="29301"/>
                  <a:pt x="496487" y="28507"/>
                </a:cubicBezTo>
                <a:cubicBezTo>
                  <a:pt x="495295" y="27883"/>
                  <a:pt x="492345" y="27571"/>
                  <a:pt x="487637" y="27571"/>
                </a:cubicBezTo>
                <a:cubicBezTo>
                  <a:pt x="479411" y="27571"/>
                  <a:pt x="470277" y="33863"/>
                  <a:pt x="460236" y="46446"/>
                </a:cubicBezTo>
                <a:cubicBezTo>
                  <a:pt x="446621" y="63336"/>
                  <a:pt x="439813" y="79347"/>
                  <a:pt x="439813" y="94480"/>
                </a:cubicBezTo>
                <a:cubicBezTo>
                  <a:pt x="439813" y="101791"/>
                  <a:pt x="442167" y="108083"/>
                  <a:pt x="446876" y="113356"/>
                </a:cubicBezTo>
                <a:cubicBezTo>
                  <a:pt x="451698" y="118796"/>
                  <a:pt x="457513" y="121517"/>
                  <a:pt x="464320" y="121517"/>
                </a:cubicBezTo>
                <a:cubicBezTo>
                  <a:pt x="470164" y="121517"/>
                  <a:pt x="476035" y="120006"/>
                  <a:pt x="481935" y="116985"/>
                </a:cubicBezTo>
                <a:cubicBezTo>
                  <a:pt x="485226" y="115276"/>
                  <a:pt x="490275" y="111913"/>
                  <a:pt x="497082" y="106896"/>
                </a:cubicBezTo>
                <a:cubicBezTo>
                  <a:pt x="500316" y="104503"/>
                  <a:pt x="502755" y="103306"/>
                  <a:pt x="504401" y="103306"/>
                </a:cubicBezTo>
                <a:cubicBezTo>
                  <a:pt x="506840" y="103306"/>
                  <a:pt x="508882" y="104233"/>
                  <a:pt x="510527" y="106085"/>
                </a:cubicBezTo>
                <a:cubicBezTo>
                  <a:pt x="512173" y="107938"/>
                  <a:pt x="512995" y="110004"/>
                  <a:pt x="512995" y="112284"/>
                </a:cubicBezTo>
                <a:cubicBezTo>
                  <a:pt x="512995" y="114849"/>
                  <a:pt x="511917" y="117101"/>
                  <a:pt x="509762" y="119038"/>
                </a:cubicBezTo>
                <a:cubicBezTo>
                  <a:pt x="494785" y="132377"/>
                  <a:pt x="479638" y="139046"/>
                  <a:pt x="464320" y="139046"/>
                </a:cubicBezTo>
                <a:cubicBezTo>
                  <a:pt x="452577" y="139046"/>
                  <a:pt x="442649" y="134534"/>
                  <a:pt x="434537" y="125508"/>
                </a:cubicBezTo>
                <a:cubicBezTo>
                  <a:pt x="426708" y="116765"/>
                  <a:pt x="422794" y="106433"/>
                  <a:pt x="422794" y="94512"/>
                </a:cubicBezTo>
                <a:cubicBezTo>
                  <a:pt x="422794" y="75268"/>
                  <a:pt x="430849" y="55541"/>
                  <a:pt x="446961" y="35331"/>
                </a:cubicBezTo>
                <a:cubicBezTo>
                  <a:pt x="460406" y="18471"/>
                  <a:pt x="473965" y="10041"/>
                  <a:pt x="487637" y="10041"/>
                </a:cubicBezTo>
                <a:cubicBezTo>
                  <a:pt x="490416" y="10041"/>
                  <a:pt x="492913" y="10169"/>
                  <a:pt x="495125" y="10424"/>
                </a:cubicBezTo>
                <a:cubicBezTo>
                  <a:pt x="497338" y="10680"/>
                  <a:pt x="499295" y="11091"/>
                  <a:pt x="500997" y="11658"/>
                </a:cubicBezTo>
                <a:cubicBezTo>
                  <a:pt x="502982" y="8765"/>
                  <a:pt x="505564" y="7318"/>
                  <a:pt x="508740" y="7318"/>
                </a:cubicBezTo>
                <a:cubicBezTo>
                  <a:pt x="512655" y="7318"/>
                  <a:pt x="515123" y="9906"/>
                  <a:pt x="516144" y="15081"/>
                </a:cubicBezTo>
                <a:cubicBezTo>
                  <a:pt x="517051" y="19688"/>
                  <a:pt x="517505" y="25347"/>
                  <a:pt x="517505" y="32057"/>
                </a:cubicBezTo>
                <a:cubicBezTo>
                  <a:pt x="517505" y="34388"/>
                  <a:pt x="516881" y="36436"/>
                  <a:pt x="515633" y="38200"/>
                </a:cubicBezTo>
                <a:cubicBezTo>
                  <a:pt x="514101" y="40418"/>
                  <a:pt x="511917" y="41527"/>
                  <a:pt x="509081" y="41527"/>
                </a:cubicBezTo>
                <a:close/>
                <a:moveTo>
                  <a:pt x="563441" y="142110"/>
                </a:moveTo>
                <a:cubicBezTo>
                  <a:pt x="553910" y="142110"/>
                  <a:pt x="545712" y="138586"/>
                  <a:pt x="538848" y="131539"/>
                </a:cubicBezTo>
                <a:cubicBezTo>
                  <a:pt x="531189" y="123696"/>
                  <a:pt x="527161" y="113153"/>
                  <a:pt x="526764" y="99910"/>
                </a:cubicBezTo>
                <a:cubicBezTo>
                  <a:pt x="526424" y="87066"/>
                  <a:pt x="529657" y="75757"/>
                  <a:pt x="536465" y="65981"/>
                </a:cubicBezTo>
                <a:cubicBezTo>
                  <a:pt x="544407" y="54444"/>
                  <a:pt x="555470" y="48675"/>
                  <a:pt x="569653" y="48675"/>
                </a:cubicBezTo>
                <a:cubicBezTo>
                  <a:pt x="580999" y="48675"/>
                  <a:pt x="589593" y="53875"/>
                  <a:pt x="595437" y="64277"/>
                </a:cubicBezTo>
                <a:cubicBezTo>
                  <a:pt x="600088" y="72687"/>
                  <a:pt x="602329" y="82803"/>
                  <a:pt x="602159" y="94624"/>
                </a:cubicBezTo>
                <a:cubicBezTo>
                  <a:pt x="601989" y="107241"/>
                  <a:pt x="598699" y="118012"/>
                  <a:pt x="592288" y="126936"/>
                </a:cubicBezTo>
                <a:cubicBezTo>
                  <a:pt x="585026" y="137052"/>
                  <a:pt x="575411" y="142110"/>
                  <a:pt x="563441" y="142110"/>
                </a:cubicBezTo>
                <a:moveTo>
                  <a:pt x="568546" y="66034"/>
                </a:moveTo>
                <a:cubicBezTo>
                  <a:pt x="560207" y="65978"/>
                  <a:pt x="553711" y="69954"/>
                  <a:pt x="549059" y="77964"/>
                </a:cubicBezTo>
                <a:cubicBezTo>
                  <a:pt x="545372" y="84385"/>
                  <a:pt x="543528" y="91714"/>
                  <a:pt x="543528" y="99950"/>
                </a:cubicBezTo>
                <a:cubicBezTo>
                  <a:pt x="543528" y="108189"/>
                  <a:pt x="545769" y="114609"/>
                  <a:pt x="550251" y="119211"/>
                </a:cubicBezTo>
                <a:cubicBezTo>
                  <a:pt x="553995" y="123017"/>
                  <a:pt x="558392" y="124921"/>
                  <a:pt x="563441" y="124921"/>
                </a:cubicBezTo>
                <a:cubicBezTo>
                  <a:pt x="569340" y="124921"/>
                  <a:pt x="574418" y="122761"/>
                  <a:pt x="578673" y="118443"/>
                </a:cubicBezTo>
                <a:cubicBezTo>
                  <a:pt x="583495" y="113672"/>
                  <a:pt x="586048" y="107224"/>
                  <a:pt x="586331" y="99099"/>
                </a:cubicBezTo>
                <a:cubicBezTo>
                  <a:pt x="587126" y="77113"/>
                  <a:pt x="581197" y="66091"/>
                  <a:pt x="568546" y="66034"/>
                </a:cubicBezTo>
                <a:close/>
                <a:moveTo>
                  <a:pt x="688292" y="143131"/>
                </a:moveTo>
                <a:cubicBezTo>
                  <a:pt x="683414" y="143131"/>
                  <a:pt x="680662" y="140459"/>
                  <a:pt x="680038" y="135116"/>
                </a:cubicBezTo>
                <a:lnTo>
                  <a:pt x="677655" y="116440"/>
                </a:lnTo>
                <a:cubicBezTo>
                  <a:pt x="676861" y="109789"/>
                  <a:pt x="676464" y="103563"/>
                  <a:pt x="676464" y="97764"/>
                </a:cubicBezTo>
                <a:cubicBezTo>
                  <a:pt x="676464" y="96172"/>
                  <a:pt x="676563" y="93472"/>
                  <a:pt x="676762" y="89664"/>
                </a:cubicBezTo>
                <a:cubicBezTo>
                  <a:pt x="676960" y="85855"/>
                  <a:pt x="677060" y="83154"/>
                  <a:pt x="677060" y="81562"/>
                </a:cubicBezTo>
                <a:cubicBezTo>
                  <a:pt x="677060" y="69281"/>
                  <a:pt x="674790" y="63141"/>
                  <a:pt x="670252" y="63141"/>
                </a:cubicBezTo>
                <a:cubicBezTo>
                  <a:pt x="663898" y="63141"/>
                  <a:pt x="657828" y="66918"/>
                  <a:pt x="652042" y="74472"/>
                </a:cubicBezTo>
                <a:cubicBezTo>
                  <a:pt x="646822" y="81344"/>
                  <a:pt x="642738" y="90032"/>
                  <a:pt x="639788" y="100538"/>
                </a:cubicBezTo>
                <a:cubicBezTo>
                  <a:pt x="639674" y="102754"/>
                  <a:pt x="639419" y="105537"/>
                  <a:pt x="639022" y="108888"/>
                </a:cubicBezTo>
                <a:cubicBezTo>
                  <a:pt x="638682" y="111728"/>
                  <a:pt x="638511" y="114482"/>
                  <a:pt x="638511" y="117150"/>
                </a:cubicBezTo>
                <a:cubicBezTo>
                  <a:pt x="638511" y="118854"/>
                  <a:pt x="638682" y="121410"/>
                  <a:pt x="639022" y="124817"/>
                </a:cubicBezTo>
                <a:cubicBezTo>
                  <a:pt x="639362" y="128224"/>
                  <a:pt x="639532" y="130780"/>
                  <a:pt x="639532" y="132483"/>
                </a:cubicBezTo>
                <a:cubicBezTo>
                  <a:pt x="639532" y="135040"/>
                  <a:pt x="638752" y="137113"/>
                  <a:pt x="637192" y="138703"/>
                </a:cubicBezTo>
                <a:cubicBezTo>
                  <a:pt x="635632" y="140294"/>
                  <a:pt x="633633" y="141089"/>
                  <a:pt x="631193" y="141089"/>
                </a:cubicBezTo>
                <a:cubicBezTo>
                  <a:pt x="628697" y="141089"/>
                  <a:pt x="626683" y="140293"/>
                  <a:pt x="625151" y="138701"/>
                </a:cubicBezTo>
                <a:cubicBezTo>
                  <a:pt x="623620" y="137111"/>
                  <a:pt x="622854" y="135036"/>
                  <a:pt x="622854" y="132478"/>
                </a:cubicBezTo>
                <a:cubicBezTo>
                  <a:pt x="622854" y="130774"/>
                  <a:pt x="622669" y="128218"/>
                  <a:pt x="622301" y="124809"/>
                </a:cubicBezTo>
                <a:cubicBezTo>
                  <a:pt x="621932" y="121398"/>
                  <a:pt x="621747" y="118840"/>
                  <a:pt x="621747" y="117134"/>
                </a:cubicBezTo>
                <a:cubicBezTo>
                  <a:pt x="621747" y="111280"/>
                  <a:pt x="622159" y="103168"/>
                  <a:pt x="622981" y="92797"/>
                </a:cubicBezTo>
                <a:cubicBezTo>
                  <a:pt x="623804" y="82426"/>
                  <a:pt x="624215" y="74313"/>
                  <a:pt x="624215" y="68460"/>
                </a:cubicBezTo>
                <a:cubicBezTo>
                  <a:pt x="624215" y="66641"/>
                  <a:pt x="624116" y="63941"/>
                  <a:pt x="623917" y="60362"/>
                </a:cubicBezTo>
                <a:cubicBezTo>
                  <a:pt x="623719" y="56781"/>
                  <a:pt x="623620" y="54082"/>
                  <a:pt x="623620" y="52265"/>
                </a:cubicBezTo>
                <a:cubicBezTo>
                  <a:pt x="623620" y="49820"/>
                  <a:pt x="624428" y="47817"/>
                  <a:pt x="626045" y="46255"/>
                </a:cubicBezTo>
                <a:cubicBezTo>
                  <a:pt x="627662" y="44691"/>
                  <a:pt x="629661" y="43909"/>
                  <a:pt x="632044" y="43909"/>
                </a:cubicBezTo>
                <a:cubicBezTo>
                  <a:pt x="637263" y="43909"/>
                  <a:pt x="640128" y="47612"/>
                  <a:pt x="640639" y="55017"/>
                </a:cubicBezTo>
                <a:lnTo>
                  <a:pt x="640894" y="65013"/>
                </a:lnTo>
                <a:cubicBezTo>
                  <a:pt x="650425" y="52306"/>
                  <a:pt x="660211" y="45952"/>
                  <a:pt x="670252" y="45952"/>
                </a:cubicBezTo>
                <a:cubicBezTo>
                  <a:pt x="679329" y="45952"/>
                  <a:pt x="685654" y="49958"/>
                  <a:pt x="689228" y="57971"/>
                </a:cubicBezTo>
                <a:cubicBezTo>
                  <a:pt x="691668" y="63313"/>
                  <a:pt x="693001" y="71213"/>
                  <a:pt x="693228" y="81671"/>
                </a:cubicBezTo>
                <a:lnTo>
                  <a:pt x="693228" y="90279"/>
                </a:lnTo>
                <a:lnTo>
                  <a:pt x="693143" y="98206"/>
                </a:lnTo>
                <a:cubicBezTo>
                  <a:pt x="693143" y="102923"/>
                  <a:pt x="693753" y="109019"/>
                  <a:pt x="694972" y="116493"/>
                </a:cubicBezTo>
                <a:cubicBezTo>
                  <a:pt x="696192" y="123966"/>
                  <a:pt x="696802" y="130032"/>
                  <a:pt x="696802" y="134691"/>
                </a:cubicBezTo>
                <a:cubicBezTo>
                  <a:pt x="696802" y="137192"/>
                  <a:pt x="695994" y="139224"/>
                  <a:pt x="694377" y="140786"/>
                </a:cubicBezTo>
                <a:cubicBezTo>
                  <a:pt x="692760" y="142349"/>
                  <a:pt x="690732" y="143131"/>
                  <a:pt x="688292" y="143131"/>
                </a:cubicBezTo>
                <a:close/>
                <a:moveTo>
                  <a:pt x="792893" y="61827"/>
                </a:moveTo>
                <a:cubicBezTo>
                  <a:pt x="792212" y="70161"/>
                  <a:pt x="791871" y="78496"/>
                  <a:pt x="791871" y="86830"/>
                </a:cubicBezTo>
                <a:cubicBezTo>
                  <a:pt x="791871" y="105710"/>
                  <a:pt x="792751" y="119969"/>
                  <a:pt x="794509" y="129606"/>
                </a:cubicBezTo>
                <a:cubicBezTo>
                  <a:pt x="794623" y="130400"/>
                  <a:pt x="794680" y="131053"/>
                  <a:pt x="794680" y="131563"/>
                </a:cubicBezTo>
                <a:cubicBezTo>
                  <a:pt x="794680" y="133831"/>
                  <a:pt x="793885" y="135701"/>
                  <a:pt x="792297" y="137174"/>
                </a:cubicBezTo>
                <a:cubicBezTo>
                  <a:pt x="790708" y="138649"/>
                  <a:pt x="788865" y="139387"/>
                  <a:pt x="786766" y="139387"/>
                </a:cubicBezTo>
                <a:cubicBezTo>
                  <a:pt x="783248" y="139387"/>
                  <a:pt x="780667" y="136834"/>
                  <a:pt x="779022" y="131728"/>
                </a:cubicBezTo>
                <a:cubicBezTo>
                  <a:pt x="774937" y="134735"/>
                  <a:pt x="770697" y="137018"/>
                  <a:pt x="766300" y="138578"/>
                </a:cubicBezTo>
                <a:cubicBezTo>
                  <a:pt x="761903" y="140139"/>
                  <a:pt x="757323" y="140919"/>
                  <a:pt x="752557" y="140919"/>
                </a:cubicBezTo>
                <a:cubicBezTo>
                  <a:pt x="740814" y="140919"/>
                  <a:pt x="731085" y="137001"/>
                  <a:pt x="723369" y="129165"/>
                </a:cubicBezTo>
                <a:cubicBezTo>
                  <a:pt x="715427" y="121159"/>
                  <a:pt x="711456" y="110881"/>
                  <a:pt x="711456" y="98331"/>
                </a:cubicBezTo>
                <a:cubicBezTo>
                  <a:pt x="711456" y="83170"/>
                  <a:pt x="715470" y="71019"/>
                  <a:pt x="723497" y="61878"/>
                </a:cubicBezTo>
                <a:cubicBezTo>
                  <a:pt x="731524" y="52735"/>
                  <a:pt x="741949" y="48164"/>
                  <a:pt x="754770" y="48164"/>
                </a:cubicBezTo>
                <a:cubicBezTo>
                  <a:pt x="761350" y="48164"/>
                  <a:pt x="766428" y="49185"/>
                  <a:pt x="770002" y="51228"/>
                </a:cubicBezTo>
                <a:lnTo>
                  <a:pt x="778001" y="57099"/>
                </a:lnTo>
                <a:cubicBezTo>
                  <a:pt x="778795" y="33248"/>
                  <a:pt x="779731" y="17188"/>
                  <a:pt x="780809" y="8922"/>
                </a:cubicBezTo>
                <a:cubicBezTo>
                  <a:pt x="781546" y="3882"/>
                  <a:pt x="784128" y="1362"/>
                  <a:pt x="788553" y="1362"/>
                </a:cubicBezTo>
                <a:cubicBezTo>
                  <a:pt x="793715" y="1362"/>
                  <a:pt x="796296" y="4111"/>
                  <a:pt x="796296" y="9610"/>
                </a:cubicBezTo>
                <a:cubicBezTo>
                  <a:pt x="796296" y="17491"/>
                  <a:pt x="795162" y="34896"/>
                  <a:pt x="792893" y="61827"/>
                </a:cubicBezTo>
                <a:moveTo>
                  <a:pt x="755110" y="63992"/>
                </a:moveTo>
                <a:cubicBezTo>
                  <a:pt x="745579" y="63992"/>
                  <a:pt x="738431" y="66814"/>
                  <a:pt x="733666" y="72459"/>
                </a:cubicBezTo>
                <a:cubicBezTo>
                  <a:pt x="728901" y="78104"/>
                  <a:pt x="726518" y="86599"/>
                  <a:pt x="726518" y="97945"/>
                </a:cubicBezTo>
                <a:cubicBezTo>
                  <a:pt x="726518" y="105263"/>
                  <a:pt x="729113" y="111561"/>
                  <a:pt x="734304" y="116837"/>
                </a:cubicBezTo>
                <a:cubicBezTo>
                  <a:pt x="739495" y="122112"/>
                  <a:pt x="745579" y="124750"/>
                  <a:pt x="752557" y="124750"/>
                </a:cubicBezTo>
                <a:cubicBezTo>
                  <a:pt x="757323" y="124750"/>
                  <a:pt x="761350" y="123871"/>
                  <a:pt x="764641" y="122112"/>
                </a:cubicBezTo>
                <a:cubicBezTo>
                  <a:pt x="766570" y="121091"/>
                  <a:pt x="769718" y="118737"/>
                  <a:pt x="774086" y="115049"/>
                </a:cubicBezTo>
                <a:cubicBezTo>
                  <a:pt x="774937" y="114312"/>
                  <a:pt x="775760" y="113433"/>
                  <a:pt x="776554" y="112412"/>
                </a:cubicBezTo>
                <a:lnTo>
                  <a:pt x="776299" y="97690"/>
                </a:lnTo>
                <a:lnTo>
                  <a:pt x="776384" y="87819"/>
                </a:lnTo>
                <a:lnTo>
                  <a:pt x="776554" y="77778"/>
                </a:lnTo>
                <a:cubicBezTo>
                  <a:pt x="774398" y="73182"/>
                  <a:pt x="771534" y="69736"/>
                  <a:pt x="767959" y="67438"/>
                </a:cubicBezTo>
                <a:cubicBezTo>
                  <a:pt x="764385" y="65141"/>
                  <a:pt x="760102" y="63992"/>
                  <a:pt x="755110" y="63992"/>
                </a:cubicBezTo>
                <a:close/>
                <a:moveTo>
                  <a:pt x="827886" y="145003"/>
                </a:moveTo>
                <a:cubicBezTo>
                  <a:pt x="824936" y="145003"/>
                  <a:pt x="822440" y="143982"/>
                  <a:pt x="820397" y="141940"/>
                </a:cubicBezTo>
                <a:cubicBezTo>
                  <a:pt x="818355" y="139897"/>
                  <a:pt x="817334" y="137401"/>
                  <a:pt x="817334" y="134451"/>
                </a:cubicBezTo>
                <a:cubicBezTo>
                  <a:pt x="817334" y="131558"/>
                  <a:pt x="818355" y="129076"/>
                  <a:pt x="820397" y="127005"/>
                </a:cubicBezTo>
                <a:cubicBezTo>
                  <a:pt x="822440" y="124935"/>
                  <a:pt x="824936" y="123899"/>
                  <a:pt x="827886" y="123899"/>
                </a:cubicBezTo>
                <a:cubicBezTo>
                  <a:pt x="830779" y="123899"/>
                  <a:pt x="833261" y="124935"/>
                  <a:pt x="835332" y="127005"/>
                </a:cubicBezTo>
                <a:cubicBezTo>
                  <a:pt x="837402" y="129076"/>
                  <a:pt x="838438" y="131558"/>
                  <a:pt x="838438" y="134451"/>
                </a:cubicBezTo>
                <a:cubicBezTo>
                  <a:pt x="838438" y="137401"/>
                  <a:pt x="837402" y="139897"/>
                  <a:pt x="835332" y="141940"/>
                </a:cubicBezTo>
                <a:cubicBezTo>
                  <a:pt x="833261" y="143982"/>
                  <a:pt x="830779" y="145003"/>
                  <a:pt x="827886" y="1450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BFED6-1CE4-4D0E-ABE2-B95599CF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405" y="1553074"/>
            <a:ext cx="1246911" cy="104566"/>
          </a:xfrm>
          <a:custGeom xmlns:a="http://schemas.openxmlformats.org/drawingml/2006/main">
            <a:pathLst>
              <a:path w="1246911" h="104566">
                <a:moveTo>
                  <a:pt x="278842" y="69709"/>
                </a:moveTo>
                <a:lnTo>
                  <a:pt x="278842" y="34853"/>
                </a:lnTo>
                <a:lnTo>
                  <a:pt x="0" y="34853"/>
                </a:lnTo>
                <a:lnTo>
                  <a:pt x="0" y="69709"/>
                </a:lnTo>
                <a:lnTo>
                  <a:pt x="278842" y="69709"/>
                </a:lnTo>
                <a:close/>
                <a:moveTo>
                  <a:pt x="418263" y="34853"/>
                </a:moveTo>
                <a:lnTo>
                  <a:pt x="383408" y="34853"/>
                </a:lnTo>
                <a:lnTo>
                  <a:pt x="383408" y="69709"/>
                </a:lnTo>
                <a:lnTo>
                  <a:pt x="418263" y="69709"/>
                </a:lnTo>
                <a:lnTo>
                  <a:pt x="418263" y="34853"/>
                </a:lnTo>
                <a:close/>
                <a:moveTo>
                  <a:pt x="801671" y="34855"/>
                </a:moveTo>
                <a:lnTo>
                  <a:pt x="522829" y="34855"/>
                </a:lnTo>
                <a:lnTo>
                  <a:pt x="522829" y="69710"/>
                </a:lnTo>
                <a:lnTo>
                  <a:pt x="801671" y="69710"/>
                </a:lnTo>
                <a:lnTo>
                  <a:pt x="801671" y="34855"/>
                </a:lnTo>
                <a:close/>
                <a:moveTo>
                  <a:pt x="941092" y="34855"/>
                </a:moveTo>
                <a:lnTo>
                  <a:pt x="906236" y="34855"/>
                </a:lnTo>
                <a:lnTo>
                  <a:pt x="906236" y="69710"/>
                </a:lnTo>
                <a:lnTo>
                  <a:pt x="941092" y="69710"/>
                </a:lnTo>
                <a:lnTo>
                  <a:pt x="941092" y="34855"/>
                </a:lnTo>
                <a:close/>
                <a:moveTo>
                  <a:pt x="1142346" y="69710"/>
                </a:moveTo>
                <a:lnTo>
                  <a:pt x="1142346" y="104566"/>
                </a:lnTo>
                <a:lnTo>
                  <a:pt x="1246911" y="52283"/>
                </a:lnTo>
                <a:lnTo>
                  <a:pt x="1142346" y="0"/>
                </a:lnTo>
                <a:lnTo>
                  <a:pt x="1142346" y="34855"/>
                </a:lnTo>
                <a:lnTo>
                  <a:pt x="1045657" y="34855"/>
                </a:lnTo>
                <a:lnTo>
                  <a:pt x="1045657" y="69710"/>
                </a:lnTo>
                <a:lnTo>
                  <a:pt x="1142346" y="6971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TaskSeedPool">
            <a:extLst xmlns:a="http://schemas.openxmlformats.org/drawingml/2006/main">
              <a:ext uri="{FF2B5EF4-FFF2-40B4-BE49-F238E27FC236}">
                <a16:creationId xmlns:a16="http://schemas.microsoft.com/office/drawing/2014/main" id="{701EAEAF-D64D-4534-BE1E-08851503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152" y="827254"/>
            <a:ext cx="842601" cy="99834"/>
          </a:xfrm>
          <a:custGeom xmlns:a="http://schemas.openxmlformats.org/drawingml/2006/main">
            <a:pathLst>
              <a:path w="842601" h="99834">
                <a:moveTo>
                  <a:pt x="74221" y="20729"/>
                </a:moveTo>
                <a:cubicBezTo>
                  <a:pt x="71282" y="20729"/>
                  <a:pt x="66755" y="20491"/>
                  <a:pt x="60639" y="20015"/>
                </a:cubicBezTo>
                <a:cubicBezTo>
                  <a:pt x="54683" y="19578"/>
                  <a:pt x="50155" y="19379"/>
                  <a:pt x="47058" y="19419"/>
                </a:cubicBezTo>
                <a:lnTo>
                  <a:pt x="42829" y="19419"/>
                </a:lnTo>
                <a:cubicBezTo>
                  <a:pt x="42948" y="24895"/>
                  <a:pt x="43484" y="33784"/>
                  <a:pt x="44437" y="46084"/>
                </a:cubicBezTo>
                <a:cubicBezTo>
                  <a:pt x="45311" y="57552"/>
                  <a:pt x="45748" y="66461"/>
                  <a:pt x="45748" y="72810"/>
                </a:cubicBezTo>
                <a:cubicBezTo>
                  <a:pt x="45748" y="74198"/>
                  <a:pt x="45886" y="76301"/>
                  <a:pt x="46164" y="79118"/>
                </a:cubicBezTo>
                <a:cubicBezTo>
                  <a:pt x="46442" y="81935"/>
                  <a:pt x="46581" y="84058"/>
                  <a:pt x="46581" y="85488"/>
                </a:cubicBezTo>
                <a:cubicBezTo>
                  <a:pt x="46581" y="88186"/>
                  <a:pt x="46145" y="90507"/>
                  <a:pt x="45271" y="92452"/>
                </a:cubicBezTo>
                <a:cubicBezTo>
                  <a:pt x="44159" y="95070"/>
                  <a:pt x="42432" y="96380"/>
                  <a:pt x="40089" y="96380"/>
                </a:cubicBezTo>
                <a:cubicBezTo>
                  <a:pt x="38500" y="96380"/>
                  <a:pt x="37071" y="95824"/>
                  <a:pt x="35800" y="94714"/>
                </a:cubicBezTo>
                <a:cubicBezTo>
                  <a:pt x="34529" y="93602"/>
                  <a:pt x="33894" y="92173"/>
                  <a:pt x="33894" y="90427"/>
                </a:cubicBezTo>
                <a:cubicBezTo>
                  <a:pt x="33894" y="89832"/>
                  <a:pt x="33993" y="88940"/>
                  <a:pt x="34191" y="87750"/>
                </a:cubicBezTo>
                <a:cubicBezTo>
                  <a:pt x="34390" y="86558"/>
                  <a:pt x="34489" y="85666"/>
                  <a:pt x="34489" y="85071"/>
                </a:cubicBezTo>
                <a:cubicBezTo>
                  <a:pt x="34489" y="83126"/>
                  <a:pt x="34360" y="80210"/>
                  <a:pt x="34102" y="76322"/>
                </a:cubicBezTo>
                <a:cubicBezTo>
                  <a:pt x="33844" y="72433"/>
                  <a:pt x="33715" y="69496"/>
                  <a:pt x="33715" y="67512"/>
                </a:cubicBezTo>
                <a:cubicBezTo>
                  <a:pt x="33715" y="61838"/>
                  <a:pt x="33258" y="53862"/>
                  <a:pt x="32345" y="43584"/>
                </a:cubicBezTo>
                <a:cubicBezTo>
                  <a:pt x="31392" y="32474"/>
                  <a:pt x="30856" y="24498"/>
                  <a:pt x="30737" y="19657"/>
                </a:cubicBezTo>
                <a:lnTo>
                  <a:pt x="25316" y="19717"/>
                </a:lnTo>
                <a:cubicBezTo>
                  <a:pt x="16619" y="19717"/>
                  <a:pt x="9789" y="19078"/>
                  <a:pt x="4825" y="17801"/>
                </a:cubicBezTo>
                <a:cubicBezTo>
                  <a:pt x="1608" y="16964"/>
                  <a:pt x="0" y="14989"/>
                  <a:pt x="0" y="11876"/>
                </a:cubicBezTo>
                <a:cubicBezTo>
                  <a:pt x="0" y="10241"/>
                  <a:pt x="516" y="8804"/>
                  <a:pt x="1549" y="7567"/>
                </a:cubicBezTo>
                <a:cubicBezTo>
                  <a:pt x="2740" y="6176"/>
                  <a:pt x="4269" y="5540"/>
                  <a:pt x="6135" y="5659"/>
                </a:cubicBezTo>
                <a:cubicBezTo>
                  <a:pt x="7525" y="5738"/>
                  <a:pt x="10702" y="6096"/>
                  <a:pt x="15666" y="6731"/>
                </a:cubicBezTo>
                <a:cubicBezTo>
                  <a:pt x="19637" y="7209"/>
                  <a:pt x="22854" y="7448"/>
                  <a:pt x="25316" y="7448"/>
                </a:cubicBezTo>
                <a:cubicBezTo>
                  <a:pt x="27699" y="7448"/>
                  <a:pt x="31312" y="7398"/>
                  <a:pt x="36157" y="7299"/>
                </a:cubicBezTo>
                <a:cubicBezTo>
                  <a:pt x="41002" y="7198"/>
                  <a:pt x="44616" y="7148"/>
                  <a:pt x="46998" y="7148"/>
                </a:cubicBezTo>
                <a:cubicBezTo>
                  <a:pt x="50056" y="7148"/>
                  <a:pt x="54593" y="7368"/>
                  <a:pt x="60609" y="7807"/>
                </a:cubicBezTo>
                <a:cubicBezTo>
                  <a:pt x="66626" y="8245"/>
                  <a:pt x="71163" y="8464"/>
                  <a:pt x="74221" y="8464"/>
                </a:cubicBezTo>
                <a:cubicBezTo>
                  <a:pt x="75928" y="8464"/>
                  <a:pt x="77358" y="9053"/>
                  <a:pt x="78509" y="10231"/>
                </a:cubicBezTo>
                <a:cubicBezTo>
                  <a:pt x="79661" y="11408"/>
                  <a:pt x="80237" y="12875"/>
                  <a:pt x="80237" y="14631"/>
                </a:cubicBezTo>
                <a:cubicBezTo>
                  <a:pt x="80237" y="16346"/>
                  <a:pt x="79661" y="17791"/>
                  <a:pt x="78509" y="18967"/>
                </a:cubicBezTo>
                <a:cubicBezTo>
                  <a:pt x="77358" y="20142"/>
                  <a:pt x="75928" y="20729"/>
                  <a:pt x="74221" y="20729"/>
                </a:cubicBezTo>
                <a:close/>
                <a:moveTo>
                  <a:pt x="130677" y="99834"/>
                </a:moveTo>
                <a:cubicBezTo>
                  <a:pt x="129922" y="99834"/>
                  <a:pt x="128552" y="98953"/>
                  <a:pt x="126566" y="97191"/>
                </a:cubicBezTo>
                <a:cubicBezTo>
                  <a:pt x="124779" y="95549"/>
                  <a:pt x="123449" y="94087"/>
                  <a:pt x="122575" y="92805"/>
                </a:cubicBezTo>
                <a:cubicBezTo>
                  <a:pt x="118763" y="94890"/>
                  <a:pt x="115408" y="96464"/>
                  <a:pt x="112509" y="97526"/>
                </a:cubicBezTo>
                <a:cubicBezTo>
                  <a:pt x="109610" y="98588"/>
                  <a:pt x="107187" y="99120"/>
                  <a:pt x="105241" y="99120"/>
                </a:cubicBezTo>
                <a:cubicBezTo>
                  <a:pt x="95949" y="99120"/>
                  <a:pt x="89178" y="96499"/>
                  <a:pt x="84929" y="91257"/>
                </a:cubicBezTo>
                <a:cubicBezTo>
                  <a:pt x="80918" y="86333"/>
                  <a:pt x="78913" y="78787"/>
                  <a:pt x="78913" y="68621"/>
                </a:cubicBezTo>
                <a:cubicBezTo>
                  <a:pt x="78913" y="59011"/>
                  <a:pt x="82219" y="50791"/>
                  <a:pt x="88831" y="43960"/>
                </a:cubicBezTo>
                <a:cubicBezTo>
                  <a:pt x="95443" y="37130"/>
                  <a:pt x="103335" y="33715"/>
                  <a:pt x="112509" y="33715"/>
                </a:cubicBezTo>
                <a:cubicBezTo>
                  <a:pt x="115963" y="33715"/>
                  <a:pt x="119835" y="34608"/>
                  <a:pt x="124124" y="36395"/>
                </a:cubicBezTo>
                <a:cubicBezTo>
                  <a:pt x="129525" y="38619"/>
                  <a:pt x="132225" y="41300"/>
                  <a:pt x="132225" y="44437"/>
                </a:cubicBezTo>
                <a:cubicBezTo>
                  <a:pt x="132225" y="45509"/>
                  <a:pt x="131828" y="46462"/>
                  <a:pt x="131034" y="47296"/>
                </a:cubicBezTo>
                <a:cubicBezTo>
                  <a:pt x="130637" y="48805"/>
                  <a:pt x="130329" y="51287"/>
                  <a:pt x="130111" y="54742"/>
                </a:cubicBezTo>
                <a:cubicBezTo>
                  <a:pt x="129892" y="58197"/>
                  <a:pt x="129763" y="62625"/>
                  <a:pt x="129723" y="68026"/>
                </a:cubicBezTo>
                <a:cubicBezTo>
                  <a:pt x="129684" y="72950"/>
                  <a:pt x="130021" y="76842"/>
                  <a:pt x="130736" y="79701"/>
                </a:cubicBezTo>
                <a:cubicBezTo>
                  <a:pt x="131133" y="81448"/>
                  <a:pt x="132384" y="84943"/>
                  <a:pt x="134489" y="90185"/>
                </a:cubicBezTo>
                <a:cubicBezTo>
                  <a:pt x="134767" y="90899"/>
                  <a:pt x="135224" y="91952"/>
                  <a:pt x="135859" y="93342"/>
                </a:cubicBezTo>
                <a:lnTo>
                  <a:pt x="136216" y="94354"/>
                </a:lnTo>
                <a:cubicBezTo>
                  <a:pt x="136216" y="95943"/>
                  <a:pt x="135660" y="97253"/>
                  <a:pt x="134548" y="98286"/>
                </a:cubicBezTo>
                <a:cubicBezTo>
                  <a:pt x="133436" y="99318"/>
                  <a:pt x="132146" y="99834"/>
                  <a:pt x="130677" y="99834"/>
                </a:cubicBezTo>
                <a:moveTo>
                  <a:pt x="118287" y="58458"/>
                </a:moveTo>
                <a:cubicBezTo>
                  <a:pt x="118287" y="56754"/>
                  <a:pt x="118396" y="54902"/>
                  <a:pt x="118614" y="52903"/>
                </a:cubicBezTo>
                <a:cubicBezTo>
                  <a:pt x="118833" y="50903"/>
                  <a:pt x="119160" y="48774"/>
                  <a:pt x="119597" y="46516"/>
                </a:cubicBezTo>
                <a:cubicBezTo>
                  <a:pt x="118128" y="45763"/>
                  <a:pt x="116867" y="45208"/>
                  <a:pt x="115815" y="44852"/>
                </a:cubicBezTo>
                <a:cubicBezTo>
                  <a:pt x="114762" y="44496"/>
                  <a:pt x="113918" y="44318"/>
                  <a:pt x="113283" y="44318"/>
                </a:cubicBezTo>
                <a:cubicBezTo>
                  <a:pt x="107128" y="44318"/>
                  <a:pt x="101816" y="46823"/>
                  <a:pt x="97349" y="51833"/>
                </a:cubicBezTo>
                <a:cubicBezTo>
                  <a:pt x="92881" y="56842"/>
                  <a:pt x="90647" y="62615"/>
                  <a:pt x="90647" y="69150"/>
                </a:cubicBezTo>
                <a:cubicBezTo>
                  <a:pt x="90647" y="75645"/>
                  <a:pt x="91799" y="80517"/>
                  <a:pt x="94102" y="83764"/>
                </a:cubicBezTo>
                <a:cubicBezTo>
                  <a:pt x="96406" y="87012"/>
                  <a:pt x="99861" y="88636"/>
                  <a:pt x="104467" y="88636"/>
                </a:cubicBezTo>
                <a:cubicBezTo>
                  <a:pt x="108279" y="88636"/>
                  <a:pt x="111516" y="87943"/>
                  <a:pt x="114176" y="86557"/>
                </a:cubicBezTo>
                <a:cubicBezTo>
                  <a:pt x="115606" y="85805"/>
                  <a:pt x="117612" y="84300"/>
                  <a:pt x="120193" y="82042"/>
                </a:cubicBezTo>
                <a:cubicBezTo>
                  <a:pt x="118922" y="71546"/>
                  <a:pt x="118287" y="63685"/>
                  <a:pt x="118287" y="58458"/>
                </a:cubicBezTo>
                <a:close/>
                <a:moveTo>
                  <a:pt x="187507" y="50036"/>
                </a:moveTo>
                <a:cubicBezTo>
                  <a:pt x="185322" y="50036"/>
                  <a:pt x="183794" y="49307"/>
                  <a:pt x="182920" y="47847"/>
                </a:cubicBezTo>
                <a:cubicBezTo>
                  <a:pt x="182324" y="46822"/>
                  <a:pt x="181808" y="44693"/>
                  <a:pt x="181371" y="41459"/>
                </a:cubicBezTo>
                <a:cubicBezTo>
                  <a:pt x="178393" y="42212"/>
                  <a:pt x="173806" y="43600"/>
                  <a:pt x="167611" y="45623"/>
                </a:cubicBezTo>
                <a:cubicBezTo>
                  <a:pt x="161218" y="48162"/>
                  <a:pt x="158001" y="51295"/>
                  <a:pt x="157961" y="55023"/>
                </a:cubicBezTo>
                <a:cubicBezTo>
                  <a:pt x="159153" y="55460"/>
                  <a:pt x="160324" y="55778"/>
                  <a:pt x="161476" y="55976"/>
                </a:cubicBezTo>
                <a:cubicBezTo>
                  <a:pt x="170609" y="57602"/>
                  <a:pt x="177400" y="59843"/>
                  <a:pt x="181848" y="62700"/>
                </a:cubicBezTo>
                <a:cubicBezTo>
                  <a:pt x="188321" y="66866"/>
                  <a:pt x="191557" y="72896"/>
                  <a:pt x="191557" y="80792"/>
                </a:cubicBezTo>
                <a:cubicBezTo>
                  <a:pt x="191557" y="87258"/>
                  <a:pt x="188758" y="92138"/>
                  <a:pt x="183158" y="95430"/>
                </a:cubicBezTo>
                <a:cubicBezTo>
                  <a:pt x="178512" y="98128"/>
                  <a:pt x="172635" y="99477"/>
                  <a:pt x="165526" y="99477"/>
                </a:cubicBezTo>
                <a:cubicBezTo>
                  <a:pt x="160324" y="99477"/>
                  <a:pt x="155360" y="98603"/>
                  <a:pt x="150635" y="96856"/>
                </a:cubicBezTo>
                <a:cubicBezTo>
                  <a:pt x="144519" y="94632"/>
                  <a:pt x="141461" y="91535"/>
                  <a:pt x="141461" y="87564"/>
                </a:cubicBezTo>
                <a:cubicBezTo>
                  <a:pt x="141461" y="85975"/>
                  <a:pt x="142087" y="84585"/>
                  <a:pt x="143338" y="83394"/>
                </a:cubicBezTo>
                <a:cubicBezTo>
                  <a:pt x="144589" y="82203"/>
                  <a:pt x="146008" y="81607"/>
                  <a:pt x="147597" y="81607"/>
                </a:cubicBezTo>
                <a:cubicBezTo>
                  <a:pt x="148828" y="81607"/>
                  <a:pt x="150416" y="82560"/>
                  <a:pt x="152362" y="84466"/>
                </a:cubicBezTo>
                <a:cubicBezTo>
                  <a:pt x="153315" y="85379"/>
                  <a:pt x="155460" y="86134"/>
                  <a:pt x="158795" y="86730"/>
                </a:cubicBezTo>
                <a:cubicBezTo>
                  <a:pt x="161456" y="87206"/>
                  <a:pt x="163700" y="87444"/>
                  <a:pt x="165526" y="87444"/>
                </a:cubicBezTo>
                <a:cubicBezTo>
                  <a:pt x="168862" y="87444"/>
                  <a:pt x="171801" y="87048"/>
                  <a:pt x="174342" y="86255"/>
                </a:cubicBezTo>
                <a:cubicBezTo>
                  <a:pt x="178035" y="85105"/>
                  <a:pt x="179882" y="83280"/>
                  <a:pt x="179882" y="80782"/>
                </a:cubicBezTo>
                <a:cubicBezTo>
                  <a:pt x="179882" y="75388"/>
                  <a:pt x="176109" y="71739"/>
                  <a:pt x="168564" y="69835"/>
                </a:cubicBezTo>
                <a:lnTo>
                  <a:pt x="162369" y="68465"/>
                </a:lnTo>
                <a:cubicBezTo>
                  <a:pt x="157088" y="67312"/>
                  <a:pt x="153335" y="65961"/>
                  <a:pt x="151111" y="64411"/>
                </a:cubicBezTo>
                <a:cubicBezTo>
                  <a:pt x="147895" y="62186"/>
                  <a:pt x="146286" y="58829"/>
                  <a:pt x="146286" y="54340"/>
                </a:cubicBezTo>
                <a:cubicBezTo>
                  <a:pt x="146286" y="46035"/>
                  <a:pt x="150198" y="40115"/>
                  <a:pt x="158021" y="36578"/>
                </a:cubicBezTo>
                <a:cubicBezTo>
                  <a:pt x="160404" y="35506"/>
                  <a:pt x="164216" y="34225"/>
                  <a:pt x="169458" y="32736"/>
                </a:cubicBezTo>
                <a:cubicBezTo>
                  <a:pt x="174700" y="31245"/>
                  <a:pt x="178452" y="29983"/>
                  <a:pt x="180716" y="28950"/>
                </a:cubicBezTo>
                <a:cubicBezTo>
                  <a:pt x="182344" y="28235"/>
                  <a:pt x="184111" y="27877"/>
                  <a:pt x="186017" y="27877"/>
                </a:cubicBezTo>
                <a:cubicBezTo>
                  <a:pt x="187725" y="27877"/>
                  <a:pt x="189125" y="28433"/>
                  <a:pt x="190217" y="29545"/>
                </a:cubicBezTo>
                <a:cubicBezTo>
                  <a:pt x="191309" y="30657"/>
                  <a:pt x="191855" y="32107"/>
                  <a:pt x="191855" y="33894"/>
                </a:cubicBezTo>
                <a:cubicBezTo>
                  <a:pt x="191855" y="35045"/>
                  <a:pt x="192103" y="36733"/>
                  <a:pt x="192600" y="38957"/>
                </a:cubicBezTo>
                <a:cubicBezTo>
                  <a:pt x="193096" y="41181"/>
                  <a:pt x="193344" y="42868"/>
                  <a:pt x="193344" y="44020"/>
                </a:cubicBezTo>
                <a:cubicBezTo>
                  <a:pt x="193344" y="45807"/>
                  <a:pt x="192798" y="47257"/>
                  <a:pt x="191706" y="48368"/>
                </a:cubicBezTo>
                <a:cubicBezTo>
                  <a:pt x="190614" y="49480"/>
                  <a:pt x="189214" y="50036"/>
                  <a:pt x="187507" y="50036"/>
                </a:cubicBezTo>
                <a:close/>
                <a:moveTo>
                  <a:pt x="255670" y="98286"/>
                </a:moveTo>
                <a:cubicBezTo>
                  <a:pt x="253486" y="98286"/>
                  <a:pt x="251798" y="97134"/>
                  <a:pt x="250607" y="94831"/>
                </a:cubicBezTo>
                <a:cubicBezTo>
                  <a:pt x="248542" y="90817"/>
                  <a:pt x="245425" y="86069"/>
                  <a:pt x="241255" y="80585"/>
                </a:cubicBezTo>
                <a:lnTo>
                  <a:pt x="230712" y="66220"/>
                </a:lnTo>
                <a:cubicBezTo>
                  <a:pt x="228408" y="68048"/>
                  <a:pt x="224834" y="70611"/>
                  <a:pt x="219989" y="73910"/>
                </a:cubicBezTo>
                <a:cubicBezTo>
                  <a:pt x="219553" y="80069"/>
                  <a:pt x="219334" y="86068"/>
                  <a:pt x="219334" y="91908"/>
                </a:cubicBezTo>
                <a:cubicBezTo>
                  <a:pt x="219334" y="93697"/>
                  <a:pt x="218788" y="95147"/>
                  <a:pt x="217696" y="96259"/>
                </a:cubicBezTo>
                <a:cubicBezTo>
                  <a:pt x="216604" y="97372"/>
                  <a:pt x="215204" y="97928"/>
                  <a:pt x="213497" y="97928"/>
                </a:cubicBezTo>
                <a:cubicBezTo>
                  <a:pt x="209486" y="97928"/>
                  <a:pt x="207480" y="95226"/>
                  <a:pt x="207480" y="89822"/>
                </a:cubicBezTo>
                <a:cubicBezTo>
                  <a:pt x="207480" y="86524"/>
                  <a:pt x="207709" y="81588"/>
                  <a:pt x="208165" y="75012"/>
                </a:cubicBezTo>
                <a:cubicBezTo>
                  <a:pt x="208622" y="68434"/>
                  <a:pt x="208850" y="63497"/>
                  <a:pt x="208850" y="60200"/>
                </a:cubicBezTo>
                <a:cubicBezTo>
                  <a:pt x="208850" y="54160"/>
                  <a:pt x="208940" y="47256"/>
                  <a:pt x="209118" y="39487"/>
                </a:cubicBezTo>
                <a:cubicBezTo>
                  <a:pt x="209297" y="31719"/>
                  <a:pt x="209387" y="24854"/>
                  <a:pt x="209387" y="18894"/>
                </a:cubicBezTo>
                <a:cubicBezTo>
                  <a:pt x="209387" y="17106"/>
                  <a:pt x="209297" y="15000"/>
                  <a:pt x="209118" y="12576"/>
                </a:cubicBezTo>
                <a:cubicBezTo>
                  <a:pt x="208940" y="10152"/>
                  <a:pt x="208850" y="8047"/>
                  <a:pt x="208850" y="6258"/>
                </a:cubicBezTo>
                <a:cubicBezTo>
                  <a:pt x="208850" y="4470"/>
                  <a:pt x="209396" y="3020"/>
                  <a:pt x="210489" y="1908"/>
                </a:cubicBezTo>
                <a:cubicBezTo>
                  <a:pt x="211581" y="795"/>
                  <a:pt x="212980" y="238"/>
                  <a:pt x="214688" y="238"/>
                </a:cubicBezTo>
                <a:cubicBezTo>
                  <a:pt x="216396" y="238"/>
                  <a:pt x="217795" y="795"/>
                  <a:pt x="218887" y="1908"/>
                </a:cubicBezTo>
                <a:cubicBezTo>
                  <a:pt x="219980" y="3020"/>
                  <a:pt x="220526" y="4470"/>
                  <a:pt x="220526" y="6258"/>
                </a:cubicBezTo>
                <a:cubicBezTo>
                  <a:pt x="220526" y="8086"/>
                  <a:pt x="220625" y="10242"/>
                  <a:pt x="220823" y="12727"/>
                </a:cubicBezTo>
                <a:cubicBezTo>
                  <a:pt x="221022" y="15210"/>
                  <a:pt x="221121" y="17365"/>
                  <a:pt x="221121" y="19192"/>
                </a:cubicBezTo>
                <a:lnTo>
                  <a:pt x="220704" y="38385"/>
                </a:lnTo>
                <a:cubicBezTo>
                  <a:pt x="220506" y="45299"/>
                  <a:pt x="220446" y="52213"/>
                  <a:pt x="220526" y="59128"/>
                </a:cubicBezTo>
                <a:cubicBezTo>
                  <a:pt x="225926" y="54995"/>
                  <a:pt x="231129" y="50465"/>
                  <a:pt x="236132" y="45537"/>
                </a:cubicBezTo>
                <a:lnTo>
                  <a:pt x="249237" y="32008"/>
                </a:lnTo>
                <a:cubicBezTo>
                  <a:pt x="250547" y="30658"/>
                  <a:pt x="251957" y="29983"/>
                  <a:pt x="253466" y="29983"/>
                </a:cubicBezTo>
                <a:cubicBezTo>
                  <a:pt x="255015" y="29983"/>
                  <a:pt x="256415" y="30598"/>
                  <a:pt x="257666" y="31829"/>
                </a:cubicBezTo>
                <a:cubicBezTo>
                  <a:pt x="258917" y="33060"/>
                  <a:pt x="259542" y="34491"/>
                  <a:pt x="259542" y="36120"/>
                </a:cubicBezTo>
                <a:cubicBezTo>
                  <a:pt x="259542" y="37471"/>
                  <a:pt x="258966" y="38802"/>
                  <a:pt x="257815" y="40113"/>
                </a:cubicBezTo>
                <a:cubicBezTo>
                  <a:pt x="252930" y="45826"/>
                  <a:pt x="246914" y="51956"/>
                  <a:pt x="239766" y="58502"/>
                </a:cubicBezTo>
                <a:lnTo>
                  <a:pt x="252751" y="76235"/>
                </a:lnTo>
                <a:cubicBezTo>
                  <a:pt x="258827" y="84539"/>
                  <a:pt x="261865" y="89943"/>
                  <a:pt x="261865" y="92446"/>
                </a:cubicBezTo>
                <a:cubicBezTo>
                  <a:pt x="261865" y="94036"/>
                  <a:pt x="261240" y="95407"/>
                  <a:pt x="259989" y="96558"/>
                </a:cubicBezTo>
                <a:cubicBezTo>
                  <a:pt x="258738" y="97710"/>
                  <a:pt x="257298" y="98286"/>
                  <a:pt x="255670" y="98286"/>
                </a:cubicBezTo>
                <a:close/>
                <a:moveTo>
                  <a:pt x="308130" y="81086"/>
                </a:moveTo>
                <a:cubicBezTo>
                  <a:pt x="308090" y="79413"/>
                  <a:pt x="308656" y="78049"/>
                  <a:pt x="309828" y="76994"/>
                </a:cubicBezTo>
                <a:cubicBezTo>
                  <a:pt x="310999" y="75939"/>
                  <a:pt x="312439" y="75412"/>
                  <a:pt x="314146" y="75412"/>
                </a:cubicBezTo>
                <a:cubicBezTo>
                  <a:pt x="316092" y="75412"/>
                  <a:pt x="317800" y="76529"/>
                  <a:pt x="319269" y="78763"/>
                </a:cubicBezTo>
                <a:cubicBezTo>
                  <a:pt x="321294" y="81796"/>
                  <a:pt x="323101" y="83851"/>
                  <a:pt x="324690" y="84928"/>
                </a:cubicBezTo>
                <a:cubicBezTo>
                  <a:pt x="328065" y="87162"/>
                  <a:pt x="332969" y="88278"/>
                  <a:pt x="339403" y="88278"/>
                </a:cubicBezTo>
                <a:cubicBezTo>
                  <a:pt x="345558" y="88278"/>
                  <a:pt x="351276" y="86946"/>
                  <a:pt x="356558" y="84280"/>
                </a:cubicBezTo>
                <a:cubicBezTo>
                  <a:pt x="363309" y="80859"/>
                  <a:pt x="366684" y="76105"/>
                  <a:pt x="366684" y="70019"/>
                </a:cubicBezTo>
                <a:cubicBezTo>
                  <a:pt x="366684" y="65007"/>
                  <a:pt x="363845" y="61049"/>
                  <a:pt x="358166" y="58145"/>
                </a:cubicBezTo>
                <a:cubicBezTo>
                  <a:pt x="353361" y="55638"/>
                  <a:pt x="347424" y="54285"/>
                  <a:pt x="340356" y="54087"/>
                </a:cubicBezTo>
                <a:cubicBezTo>
                  <a:pt x="334081" y="53849"/>
                  <a:pt x="328740" y="52477"/>
                  <a:pt x="324332" y="49971"/>
                </a:cubicBezTo>
                <a:cubicBezTo>
                  <a:pt x="318693" y="46751"/>
                  <a:pt x="315874" y="42138"/>
                  <a:pt x="315874" y="36133"/>
                </a:cubicBezTo>
                <a:cubicBezTo>
                  <a:pt x="315874" y="29056"/>
                  <a:pt x="319885" y="22595"/>
                  <a:pt x="327906" y="16750"/>
                </a:cubicBezTo>
                <a:cubicBezTo>
                  <a:pt x="335571" y="11222"/>
                  <a:pt x="343493" y="8459"/>
                  <a:pt x="351674" y="8459"/>
                </a:cubicBezTo>
                <a:cubicBezTo>
                  <a:pt x="355526" y="8459"/>
                  <a:pt x="359874" y="9117"/>
                  <a:pt x="364719" y="10434"/>
                </a:cubicBezTo>
                <a:cubicBezTo>
                  <a:pt x="371152" y="12149"/>
                  <a:pt x="374369" y="14342"/>
                  <a:pt x="374369" y="17014"/>
                </a:cubicBezTo>
                <a:cubicBezTo>
                  <a:pt x="374369" y="20523"/>
                  <a:pt x="372582" y="22278"/>
                  <a:pt x="369008" y="22278"/>
                </a:cubicBezTo>
                <a:cubicBezTo>
                  <a:pt x="367419" y="22278"/>
                  <a:pt x="364639" y="21851"/>
                  <a:pt x="360668" y="20997"/>
                </a:cubicBezTo>
                <a:cubicBezTo>
                  <a:pt x="356697" y="20144"/>
                  <a:pt x="353619" y="19737"/>
                  <a:pt x="351435" y="19776"/>
                </a:cubicBezTo>
                <a:cubicBezTo>
                  <a:pt x="345240" y="19856"/>
                  <a:pt x="339979" y="21381"/>
                  <a:pt x="335650" y="24352"/>
                </a:cubicBezTo>
                <a:cubicBezTo>
                  <a:pt x="331202" y="27402"/>
                  <a:pt x="328978" y="31106"/>
                  <a:pt x="328978" y="35463"/>
                </a:cubicBezTo>
                <a:cubicBezTo>
                  <a:pt x="328978" y="38751"/>
                  <a:pt x="331917" y="41069"/>
                  <a:pt x="337794" y="42415"/>
                </a:cubicBezTo>
                <a:cubicBezTo>
                  <a:pt x="339979" y="42930"/>
                  <a:pt x="344208" y="43406"/>
                  <a:pt x="350482" y="43841"/>
                </a:cubicBezTo>
                <a:cubicBezTo>
                  <a:pt x="359576" y="44518"/>
                  <a:pt x="366684" y="47383"/>
                  <a:pt x="371807" y="52438"/>
                </a:cubicBezTo>
                <a:cubicBezTo>
                  <a:pt x="376493" y="57054"/>
                  <a:pt x="378836" y="62685"/>
                  <a:pt x="378836" y="69330"/>
                </a:cubicBezTo>
                <a:cubicBezTo>
                  <a:pt x="378836" y="78803"/>
                  <a:pt x="374468" y="86365"/>
                  <a:pt x="365731" y="92016"/>
                </a:cubicBezTo>
                <a:cubicBezTo>
                  <a:pt x="358146" y="96911"/>
                  <a:pt x="349350" y="99358"/>
                  <a:pt x="339343" y="99358"/>
                </a:cubicBezTo>
                <a:cubicBezTo>
                  <a:pt x="332076" y="99358"/>
                  <a:pt x="325424" y="97964"/>
                  <a:pt x="319388" y="95177"/>
                </a:cubicBezTo>
                <a:cubicBezTo>
                  <a:pt x="312002" y="91754"/>
                  <a:pt x="308249" y="87057"/>
                  <a:pt x="308130" y="81086"/>
                </a:cubicBezTo>
                <a:close/>
                <a:moveTo>
                  <a:pt x="421226" y="98643"/>
                </a:moveTo>
                <a:cubicBezTo>
                  <a:pt x="412251" y="98643"/>
                  <a:pt x="404984" y="96398"/>
                  <a:pt x="399424" y="91906"/>
                </a:cubicBezTo>
                <a:cubicBezTo>
                  <a:pt x="393348" y="86938"/>
                  <a:pt x="390310" y="79981"/>
                  <a:pt x="390310" y="71037"/>
                </a:cubicBezTo>
                <a:cubicBezTo>
                  <a:pt x="390310" y="60704"/>
                  <a:pt x="392812" y="52039"/>
                  <a:pt x="397816" y="45044"/>
                </a:cubicBezTo>
                <a:cubicBezTo>
                  <a:pt x="403256" y="37412"/>
                  <a:pt x="410524" y="33596"/>
                  <a:pt x="419617" y="33596"/>
                </a:cubicBezTo>
                <a:cubicBezTo>
                  <a:pt x="426209" y="33596"/>
                  <a:pt x="431590" y="34708"/>
                  <a:pt x="435760" y="36932"/>
                </a:cubicBezTo>
                <a:cubicBezTo>
                  <a:pt x="440883" y="39672"/>
                  <a:pt x="443444" y="43881"/>
                  <a:pt x="443444" y="49560"/>
                </a:cubicBezTo>
                <a:cubicBezTo>
                  <a:pt x="443444" y="53531"/>
                  <a:pt x="441201" y="57145"/>
                  <a:pt x="436713" y="60401"/>
                </a:cubicBezTo>
                <a:cubicBezTo>
                  <a:pt x="434728" y="61831"/>
                  <a:pt x="430518" y="64054"/>
                  <a:pt x="424085" y="67073"/>
                </a:cubicBezTo>
                <a:lnTo>
                  <a:pt x="401330" y="77854"/>
                </a:lnTo>
                <a:cubicBezTo>
                  <a:pt x="403554" y="81150"/>
                  <a:pt x="406324" y="83632"/>
                  <a:pt x="409640" y="85300"/>
                </a:cubicBezTo>
                <a:cubicBezTo>
                  <a:pt x="412956" y="86968"/>
                  <a:pt x="416818" y="87802"/>
                  <a:pt x="421226" y="87802"/>
                </a:cubicBezTo>
                <a:cubicBezTo>
                  <a:pt x="423966" y="87802"/>
                  <a:pt x="427182" y="87286"/>
                  <a:pt x="430876" y="86253"/>
                </a:cubicBezTo>
                <a:cubicBezTo>
                  <a:pt x="435562" y="84943"/>
                  <a:pt x="438580" y="83225"/>
                  <a:pt x="439930" y="81101"/>
                </a:cubicBezTo>
                <a:cubicBezTo>
                  <a:pt x="441280" y="78976"/>
                  <a:pt x="442729" y="77914"/>
                  <a:pt x="444278" y="77914"/>
                </a:cubicBezTo>
                <a:cubicBezTo>
                  <a:pt x="445668" y="77914"/>
                  <a:pt x="446909" y="78442"/>
                  <a:pt x="448001" y="79498"/>
                </a:cubicBezTo>
                <a:cubicBezTo>
                  <a:pt x="449093" y="80553"/>
                  <a:pt x="449639" y="81777"/>
                  <a:pt x="449639" y="83171"/>
                </a:cubicBezTo>
                <a:cubicBezTo>
                  <a:pt x="449639" y="87591"/>
                  <a:pt x="446085" y="91394"/>
                  <a:pt x="438977" y="94581"/>
                </a:cubicBezTo>
                <a:cubicBezTo>
                  <a:pt x="432901" y="97289"/>
                  <a:pt x="426984" y="98643"/>
                  <a:pt x="421226" y="98643"/>
                </a:cubicBezTo>
                <a:moveTo>
                  <a:pt x="419617" y="44318"/>
                </a:moveTo>
                <a:cubicBezTo>
                  <a:pt x="414773" y="44318"/>
                  <a:pt x="410742" y="46194"/>
                  <a:pt x="407525" y="49947"/>
                </a:cubicBezTo>
                <a:cubicBezTo>
                  <a:pt x="404309" y="53700"/>
                  <a:pt x="401906" y="59349"/>
                  <a:pt x="400318" y="66894"/>
                </a:cubicBezTo>
                <a:lnTo>
                  <a:pt x="418605" y="58197"/>
                </a:lnTo>
                <a:cubicBezTo>
                  <a:pt x="425793" y="54702"/>
                  <a:pt x="430915" y="51665"/>
                  <a:pt x="433973" y="49083"/>
                </a:cubicBezTo>
                <a:cubicBezTo>
                  <a:pt x="430558" y="45906"/>
                  <a:pt x="425773" y="44318"/>
                  <a:pt x="419617" y="44318"/>
                </a:cubicBezTo>
                <a:close/>
                <a:moveTo>
                  <a:pt x="488761" y="98643"/>
                </a:moveTo>
                <a:cubicBezTo>
                  <a:pt x="479787" y="98643"/>
                  <a:pt x="472519" y="96398"/>
                  <a:pt x="466960" y="91906"/>
                </a:cubicBezTo>
                <a:cubicBezTo>
                  <a:pt x="460884" y="86938"/>
                  <a:pt x="457846" y="79981"/>
                  <a:pt x="457846" y="71037"/>
                </a:cubicBezTo>
                <a:cubicBezTo>
                  <a:pt x="457846" y="60704"/>
                  <a:pt x="460348" y="52039"/>
                  <a:pt x="465351" y="45044"/>
                </a:cubicBezTo>
                <a:cubicBezTo>
                  <a:pt x="470792" y="37412"/>
                  <a:pt x="478059" y="33596"/>
                  <a:pt x="487153" y="33596"/>
                </a:cubicBezTo>
                <a:cubicBezTo>
                  <a:pt x="493745" y="33596"/>
                  <a:pt x="499126" y="34708"/>
                  <a:pt x="503296" y="36932"/>
                </a:cubicBezTo>
                <a:cubicBezTo>
                  <a:pt x="508418" y="39672"/>
                  <a:pt x="510980" y="43881"/>
                  <a:pt x="510980" y="49560"/>
                </a:cubicBezTo>
                <a:cubicBezTo>
                  <a:pt x="510980" y="53531"/>
                  <a:pt x="508736" y="57145"/>
                  <a:pt x="504249" y="60401"/>
                </a:cubicBezTo>
                <a:cubicBezTo>
                  <a:pt x="502263" y="61831"/>
                  <a:pt x="498054" y="64054"/>
                  <a:pt x="491621" y="67073"/>
                </a:cubicBezTo>
                <a:lnTo>
                  <a:pt x="468866" y="77854"/>
                </a:lnTo>
                <a:cubicBezTo>
                  <a:pt x="471090" y="81150"/>
                  <a:pt x="473860" y="83632"/>
                  <a:pt x="477176" y="85300"/>
                </a:cubicBezTo>
                <a:cubicBezTo>
                  <a:pt x="480491" y="86968"/>
                  <a:pt x="484353" y="87802"/>
                  <a:pt x="488761" y="87802"/>
                </a:cubicBezTo>
                <a:cubicBezTo>
                  <a:pt x="491501" y="87802"/>
                  <a:pt x="494718" y="87286"/>
                  <a:pt x="498411" y="86253"/>
                </a:cubicBezTo>
                <a:cubicBezTo>
                  <a:pt x="503097" y="84943"/>
                  <a:pt x="506115" y="83225"/>
                  <a:pt x="507465" y="81101"/>
                </a:cubicBezTo>
                <a:cubicBezTo>
                  <a:pt x="508816" y="78976"/>
                  <a:pt x="510265" y="77914"/>
                  <a:pt x="511814" y="77914"/>
                </a:cubicBezTo>
                <a:cubicBezTo>
                  <a:pt x="513204" y="77914"/>
                  <a:pt x="514445" y="78442"/>
                  <a:pt x="515537" y="79498"/>
                </a:cubicBezTo>
                <a:cubicBezTo>
                  <a:pt x="516629" y="80553"/>
                  <a:pt x="517175" y="81777"/>
                  <a:pt x="517175" y="83171"/>
                </a:cubicBezTo>
                <a:cubicBezTo>
                  <a:pt x="517175" y="87591"/>
                  <a:pt x="513621" y="91394"/>
                  <a:pt x="506512" y="94581"/>
                </a:cubicBezTo>
                <a:cubicBezTo>
                  <a:pt x="500436" y="97289"/>
                  <a:pt x="494519" y="98643"/>
                  <a:pt x="488761" y="98643"/>
                </a:cubicBezTo>
                <a:moveTo>
                  <a:pt x="487153" y="44318"/>
                </a:moveTo>
                <a:cubicBezTo>
                  <a:pt x="482308" y="44318"/>
                  <a:pt x="478277" y="46194"/>
                  <a:pt x="475061" y="49947"/>
                </a:cubicBezTo>
                <a:cubicBezTo>
                  <a:pt x="471844" y="53700"/>
                  <a:pt x="469442" y="59349"/>
                  <a:pt x="467853" y="66894"/>
                </a:cubicBezTo>
                <a:lnTo>
                  <a:pt x="486140" y="58197"/>
                </a:lnTo>
                <a:cubicBezTo>
                  <a:pt x="493328" y="54702"/>
                  <a:pt x="498451" y="51665"/>
                  <a:pt x="501509" y="49083"/>
                </a:cubicBezTo>
                <a:cubicBezTo>
                  <a:pt x="498093" y="45906"/>
                  <a:pt x="493308" y="44318"/>
                  <a:pt x="487153" y="44318"/>
                </a:cubicBezTo>
                <a:close/>
                <a:moveTo>
                  <a:pt x="583340" y="43279"/>
                </a:moveTo>
                <a:cubicBezTo>
                  <a:pt x="582864" y="49113"/>
                  <a:pt x="582626" y="54947"/>
                  <a:pt x="582626" y="60781"/>
                </a:cubicBezTo>
                <a:cubicBezTo>
                  <a:pt x="582626" y="73997"/>
                  <a:pt x="583241" y="83978"/>
                  <a:pt x="584472" y="90724"/>
                </a:cubicBezTo>
                <a:cubicBezTo>
                  <a:pt x="584552" y="91280"/>
                  <a:pt x="584591" y="91737"/>
                  <a:pt x="584591" y="92094"/>
                </a:cubicBezTo>
                <a:cubicBezTo>
                  <a:pt x="584591" y="93682"/>
                  <a:pt x="584035" y="94991"/>
                  <a:pt x="582923" y="96022"/>
                </a:cubicBezTo>
                <a:cubicBezTo>
                  <a:pt x="581811" y="97055"/>
                  <a:pt x="580521" y="97571"/>
                  <a:pt x="579052" y="97571"/>
                </a:cubicBezTo>
                <a:cubicBezTo>
                  <a:pt x="576589" y="97571"/>
                  <a:pt x="574783" y="95784"/>
                  <a:pt x="573631" y="92210"/>
                </a:cubicBezTo>
                <a:cubicBezTo>
                  <a:pt x="570772" y="94315"/>
                  <a:pt x="567803" y="95913"/>
                  <a:pt x="564726" y="97005"/>
                </a:cubicBezTo>
                <a:cubicBezTo>
                  <a:pt x="561648" y="98097"/>
                  <a:pt x="558441" y="98643"/>
                  <a:pt x="555106" y="98643"/>
                </a:cubicBezTo>
                <a:cubicBezTo>
                  <a:pt x="546885" y="98643"/>
                  <a:pt x="540075" y="95900"/>
                  <a:pt x="534674" y="90415"/>
                </a:cubicBezTo>
                <a:cubicBezTo>
                  <a:pt x="529114" y="84811"/>
                  <a:pt x="526335" y="77617"/>
                  <a:pt x="526335" y="68832"/>
                </a:cubicBezTo>
                <a:cubicBezTo>
                  <a:pt x="526335" y="58219"/>
                  <a:pt x="529144" y="49713"/>
                  <a:pt x="534763" y="43315"/>
                </a:cubicBezTo>
                <a:cubicBezTo>
                  <a:pt x="540383" y="36915"/>
                  <a:pt x="547680" y="33715"/>
                  <a:pt x="556654" y="33715"/>
                </a:cubicBezTo>
                <a:cubicBezTo>
                  <a:pt x="561261" y="33715"/>
                  <a:pt x="564815" y="34430"/>
                  <a:pt x="567317" y="35859"/>
                </a:cubicBezTo>
                <a:lnTo>
                  <a:pt x="572916" y="39970"/>
                </a:lnTo>
                <a:cubicBezTo>
                  <a:pt x="573472" y="23273"/>
                  <a:pt x="574127" y="12032"/>
                  <a:pt x="574882" y="6245"/>
                </a:cubicBezTo>
                <a:cubicBezTo>
                  <a:pt x="575398" y="2717"/>
                  <a:pt x="577205" y="953"/>
                  <a:pt x="580302" y="953"/>
                </a:cubicBezTo>
                <a:cubicBezTo>
                  <a:pt x="583916" y="953"/>
                  <a:pt x="585723" y="2878"/>
                  <a:pt x="585723" y="6727"/>
                </a:cubicBezTo>
                <a:cubicBezTo>
                  <a:pt x="585723" y="12244"/>
                  <a:pt x="584929" y="24427"/>
                  <a:pt x="583340" y="43279"/>
                </a:cubicBezTo>
                <a:moveTo>
                  <a:pt x="556893" y="44794"/>
                </a:moveTo>
                <a:cubicBezTo>
                  <a:pt x="550221" y="44794"/>
                  <a:pt x="545217" y="46770"/>
                  <a:pt x="541882" y="50721"/>
                </a:cubicBezTo>
                <a:cubicBezTo>
                  <a:pt x="538546" y="54673"/>
                  <a:pt x="536878" y="60619"/>
                  <a:pt x="536878" y="68562"/>
                </a:cubicBezTo>
                <a:cubicBezTo>
                  <a:pt x="536878" y="73684"/>
                  <a:pt x="538695" y="78092"/>
                  <a:pt x="542328" y="81786"/>
                </a:cubicBezTo>
                <a:cubicBezTo>
                  <a:pt x="545962" y="85479"/>
                  <a:pt x="550221" y="87325"/>
                  <a:pt x="555106" y="87325"/>
                </a:cubicBezTo>
                <a:cubicBezTo>
                  <a:pt x="558441" y="87325"/>
                  <a:pt x="561261" y="86710"/>
                  <a:pt x="563564" y="85479"/>
                </a:cubicBezTo>
                <a:cubicBezTo>
                  <a:pt x="564914" y="84764"/>
                  <a:pt x="567118" y="83116"/>
                  <a:pt x="570176" y="80535"/>
                </a:cubicBezTo>
                <a:cubicBezTo>
                  <a:pt x="570772" y="80018"/>
                  <a:pt x="571348" y="79403"/>
                  <a:pt x="571903" y="78688"/>
                </a:cubicBezTo>
                <a:lnTo>
                  <a:pt x="571725" y="68383"/>
                </a:lnTo>
                <a:lnTo>
                  <a:pt x="571784" y="61473"/>
                </a:lnTo>
                <a:lnTo>
                  <a:pt x="571903" y="54444"/>
                </a:lnTo>
                <a:cubicBezTo>
                  <a:pt x="570394" y="51228"/>
                  <a:pt x="568389" y="48815"/>
                  <a:pt x="565887" y="47207"/>
                </a:cubicBezTo>
                <a:cubicBezTo>
                  <a:pt x="563385" y="45599"/>
                  <a:pt x="560387" y="44794"/>
                  <a:pt x="556893" y="44794"/>
                </a:cubicBezTo>
                <a:close/>
                <a:moveTo>
                  <a:pt x="653765" y="60878"/>
                </a:moveTo>
                <a:cubicBezTo>
                  <a:pt x="652653" y="60878"/>
                  <a:pt x="650231" y="60619"/>
                  <a:pt x="646498" y="60103"/>
                </a:cubicBezTo>
                <a:cubicBezTo>
                  <a:pt x="646180" y="66108"/>
                  <a:pt x="646021" y="76629"/>
                  <a:pt x="646021" y="91664"/>
                </a:cubicBezTo>
                <a:cubicBezTo>
                  <a:pt x="646021" y="93255"/>
                  <a:pt x="645505" y="94598"/>
                  <a:pt x="644472" y="95693"/>
                </a:cubicBezTo>
                <a:cubicBezTo>
                  <a:pt x="643440" y="96786"/>
                  <a:pt x="642149" y="97333"/>
                  <a:pt x="640601" y="97333"/>
                </a:cubicBezTo>
                <a:cubicBezTo>
                  <a:pt x="639012" y="97333"/>
                  <a:pt x="637702" y="96787"/>
                  <a:pt x="636669" y="95694"/>
                </a:cubicBezTo>
                <a:cubicBezTo>
                  <a:pt x="635637" y="94601"/>
                  <a:pt x="635120" y="93260"/>
                  <a:pt x="635120" y="91670"/>
                </a:cubicBezTo>
                <a:lnTo>
                  <a:pt x="635120" y="74146"/>
                </a:lnTo>
                <a:cubicBezTo>
                  <a:pt x="635120" y="68305"/>
                  <a:pt x="635478" y="60080"/>
                  <a:pt x="636193" y="49470"/>
                </a:cubicBezTo>
                <a:cubicBezTo>
                  <a:pt x="636987" y="37986"/>
                  <a:pt x="637424" y="29761"/>
                  <a:pt x="637503" y="24795"/>
                </a:cubicBezTo>
                <a:lnTo>
                  <a:pt x="637503" y="16569"/>
                </a:lnTo>
                <a:cubicBezTo>
                  <a:pt x="637503" y="12635"/>
                  <a:pt x="637741" y="9774"/>
                  <a:pt x="638218" y="7986"/>
                </a:cubicBezTo>
                <a:cubicBezTo>
                  <a:pt x="639131" y="4489"/>
                  <a:pt x="641077" y="2978"/>
                  <a:pt x="644055" y="3455"/>
                </a:cubicBezTo>
                <a:cubicBezTo>
                  <a:pt x="645326" y="3058"/>
                  <a:pt x="647133" y="2760"/>
                  <a:pt x="649476" y="2561"/>
                </a:cubicBezTo>
                <a:cubicBezTo>
                  <a:pt x="651819" y="2363"/>
                  <a:pt x="654698" y="2264"/>
                  <a:pt x="658113" y="2264"/>
                </a:cubicBezTo>
                <a:cubicBezTo>
                  <a:pt x="665380" y="2264"/>
                  <a:pt x="672191" y="4746"/>
                  <a:pt x="678545" y="9709"/>
                </a:cubicBezTo>
                <a:cubicBezTo>
                  <a:pt x="685534" y="15190"/>
                  <a:pt x="689029" y="21782"/>
                  <a:pt x="689029" y="29486"/>
                </a:cubicBezTo>
                <a:cubicBezTo>
                  <a:pt x="689029" y="39334"/>
                  <a:pt x="685296" y="47177"/>
                  <a:pt x="677830" y="53015"/>
                </a:cubicBezTo>
                <a:cubicBezTo>
                  <a:pt x="671159" y="58257"/>
                  <a:pt x="663137" y="60878"/>
                  <a:pt x="653765" y="60878"/>
                </a:cubicBezTo>
                <a:moveTo>
                  <a:pt x="656743" y="13581"/>
                </a:moveTo>
                <a:cubicBezTo>
                  <a:pt x="654996" y="13581"/>
                  <a:pt x="653437" y="13621"/>
                  <a:pt x="652067" y="13700"/>
                </a:cubicBezTo>
                <a:cubicBezTo>
                  <a:pt x="650697" y="13780"/>
                  <a:pt x="649536" y="13899"/>
                  <a:pt x="648583" y="14058"/>
                </a:cubicBezTo>
                <a:lnTo>
                  <a:pt x="648463" y="25000"/>
                </a:lnTo>
                <a:lnTo>
                  <a:pt x="647213" y="48668"/>
                </a:lnTo>
                <a:lnTo>
                  <a:pt x="653765" y="49441"/>
                </a:lnTo>
                <a:cubicBezTo>
                  <a:pt x="660436" y="49441"/>
                  <a:pt x="666056" y="47756"/>
                  <a:pt x="670622" y="44387"/>
                </a:cubicBezTo>
                <a:cubicBezTo>
                  <a:pt x="675626" y="40699"/>
                  <a:pt x="678128" y="35723"/>
                  <a:pt x="678128" y="29460"/>
                </a:cubicBezTo>
                <a:cubicBezTo>
                  <a:pt x="678128" y="25019"/>
                  <a:pt x="675745" y="21193"/>
                  <a:pt x="670980" y="17982"/>
                </a:cubicBezTo>
                <a:cubicBezTo>
                  <a:pt x="666572" y="15048"/>
                  <a:pt x="661826" y="13581"/>
                  <a:pt x="656743" y="13581"/>
                </a:cubicBezTo>
                <a:close/>
                <a:moveTo>
                  <a:pt x="722925" y="99477"/>
                </a:moveTo>
                <a:cubicBezTo>
                  <a:pt x="716254" y="99477"/>
                  <a:pt x="710515" y="97011"/>
                  <a:pt x="705710" y="92078"/>
                </a:cubicBezTo>
                <a:cubicBezTo>
                  <a:pt x="700349" y="86588"/>
                  <a:pt x="697530" y="79207"/>
                  <a:pt x="697252" y="69937"/>
                </a:cubicBezTo>
                <a:cubicBezTo>
                  <a:pt x="697013" y="60946"/>
                  <a:pt x="699277" y="53030"/>
                  <a:pt x="704042" y="46187"/>
                </a:cubicBezTo>
                <a:cubicBezTo>
                  <a:pt x="709602" y="38111"/>
                  <a:pt x="717346" y="34072"/>
                  <a:pt x="727273" y="34072"/>
                </a:cubicBezTo>
                <a:cubicBezTo>
                  <a:pt x="735216" y="34072"/>
                  <a:pt x="741232" y="37713"/>
                  <a:pt x="745322" y="44994"/>
                </a:cubicBezTo>
                <a:cubicBezTo>
                  <a:pt x="748579" y="50881"/>
                  <a:pt x="750147" y="57962"/>
                  <a:pt x="750028" y="66237"/>
                </a:cubicBezTo>
                <a:cubicBezTo>
                  <a:pt x="749909" y="75069"/>
                  <a:pt x="747606" y="82608"/>
                  <a:pt x="743118" y="88855"/>
                </a:cubicBezTo>
                <a:cubicBezTo>
                  <a:pt x="738035" y="95936"/>
                  <a:pt x="731304" y="99477"/>
                  <a:pt x="722925" y="99477"/>
                </a:cubicBezTo>
                <a:moveTo>
                  <a:pt x="726499" y="46224"/>
                </a:moveTo>
                <a:cubicBezTo>
                  <a:pt x="720662" y="46184"/>
                  <a:pt x="716115" y="48968"/>
                  <a:pt x="712858" y="54575"/>
                </a:cubicBezTo>
                <a:cubicBezTo>
                  <a:pt x="710277" y="59069"/>
                  <a:pt x="708986" y="64200"/>
                  <a:pt x="708986" y="69965"/>
                </a:cubicBezTo>
                <a:cubicBezTo>
                  <a:pt x="708986" y="75732"/>
                  <a:pt x="710555" y="80226"/>
                  <a:pt x="713692" y="83448"/>
                </a:cubicBezTo>
                <a:cubicBezTo>
                  <a:pt x="716313" y="86112"/>
                  <a:pt x="719391" y="87444"/>
                  <a:pt x="722925" y="87444"/>
                </a:cubicBezTo>
                <a:cubicBezTo>
                  <a:pt x="727055" y="87444"/>
                  <a:pt x="730609" y="85933"/>
                  <a:pt x="733588" y="82910"/>
                </a:cubicBezTo>
                <a:cubicBezTo>
                  <a:pt x="736963" y="79570"/>
                  <a:pt x="738750" y="75057"/>
                  <a:pt x="738949" y="69370"/>
                </a:cubicBezTo>
                <a:cubicBezTo>
                  <a:pt x="739505" y="53979"/>
                  <a:pt x="735355" y="46264"/>
                  <a:pt x="726499" y="46224"/>
                </a:cubicBezTo>
                <a:close/>
                <a:moveTo>
                  <a:pt x="786069" y="99477"/>
                </a:moveTo>
                <a:cubicBezTo>
                  <a:pt x="779397" y="99477"/>
                  <a:pt x="773659" y="97011"/>
                  <a:pt x="768854" y="92078"/>
                </a:cubicBezTo>
                <a:cubicBezTo>
                  <a:pt x="763493" y="86588"/>
                  <a:pt x="760673" y="79207"/>
                  <a:pt x="760395" y="69937"/>
                </a:cubicBezTo>
                <a:cubicBezTo>
                  <a:pt x="760157" y="60946"/>
                  <a:pt x="762421" y="53030"/>
                  <a:pt x="767186" y="46187"/>
                </a:cubicBezTo>
                <a:cubicBezTo>
                  <a:pt x="772746" y="38111"/>
                  <a:pt x="780489" y="34072"/>
                  <a:pt x="790417" y="34072"/>
                </a:cubicBezTo>
                <a:cubicBezTo>
                  <a:pt x="798359" y="34072"/>
                  <a:pt x="804376" y="37713"/>
                  <a:pt x="808466" y="44994"/>
                </a:cubicBezTo>
                <a:cubicBezTo>
                  <a:pt x="811722" y="50881"/>
                  <a:pt x="813291" y="57962"/>
                  <a:pt x="813172" y="66237"/>
                </a:cubicBezTo>
                <a:cubicBezTo>
                  <a:pt x="813053" y="75069"/>
                  <a:pt x="810749" y="82608"/>
                  <a:pt x="806262" y="88855"/>
                </a:cubicBezTo>
                <a:cubicBezTo>
                  <a:pt x="801179" y="95936"/>
                  <a:pt x="794448" y="99477"/>
                  <a:pt x="786069" y="99477"/>
                </a:cubicBezTo>
                <a:moveTo>
                  <a:pt x="789643" y="46224"/>
                </a:moveTo>
                <a:cubicBezTo>
                  <a:pt x="783805" y="46184"/>
                  <a:pt x="779258" y="48968"/>
                  <a:pt x="776002" y="54575"/>
                </a:cubicBezTo>
                <a:cubicBezTo>
                  <a:pt x="773421" y="59069"/>
                  <a:pt x="772130" y="64200"/>
                  <a:pt x="772130" y="69965"/>
                </a:cubicBezTo>
                <a:cubicBezTo>
                  <a:pt x="772130" y="75732"/>
                  <a:pt x="773699" y="80226"/>
                  <a:pt x="776836" y="83448"/>
                </a:cubicBezTo>
                <a:cubicBezTo>
                  <a:pt x="779457" y="86112"/>
                  <a:pt x="782534" y="87444"/>
                  <a:pt x="786069" y="87444"/>
                </a:cubicBezTo>
                <a:cubicBezTo>
                  <a:pt x="790199" y="87444"/>
                  <a:pt x="793753" y="85933"/>
                  <a:pt x="796731" y="82910"/>
                </a:cubicBezTo>
                <a:cubicBezTo>
                  <a:pt x="800107" y="79570"/>
                  <a:pt x="801894" y="75057"/>
                  <a:pt x="802092" y="69370"/>
                </a:cubicBezTo>
                <a:cubicBezTo>
                  <a:pt x="802648" y="53979"/>
                  <a:pt x="798498" y="46264"/>
                  <a:pt x="789643" y="46224"/>
                </a:cubicBezTo>
                <a:close/>
                <a:moveTo>
                  <a:pt x="842005" y="49083"/>
                </a:moveTo>
                <a:lnTo>
                  <a:pt x="841111" y="78723"/>
                </a:lnTo>
                <a:cubicBezTo>
                  <a:pt x="841111" y="81864"/>
                  <a:pt x="840953" y="86476"/>
                  <a:pt x="840635" y="92560"/>
                </a:cubicBezTo>
                <a:cubicBezTo>
                  <a:pt x="840238" y="96536"/>
                  <a:pt x="838292" y="98524"/>
                  <a:pt x="834797" y="98524"/>
                </a:cubicBezTo>
                <a:cubicBezTo>
                  <a:pt x="830906" y="98524"/>
                  <a:pt x="828960" y="96496"/>
                  <a:pt x="828960" y="92441"/>
                </a:cubicBezTo>
                <a:cubicBezTo>
                  <a:pt x="828960" y="87629"/>
                  <a:pt x="829178" y="80403"/>
                  <a:pt x="829615" y="70762"/>
                </a:cubicBezTo>
                <a:cubicBezTo>
                  <a:pt x="830052" y="61121"/>
                  <a:pt x="830270" y="53895"/>
                  <a:pt x="830270" y="49083"/>
                </a:cubicBezTo>
                <a:cubicBezTo>
                  <a:pt x="830270" y="42801"/>
                  <a:pt x="830370" y="35615"/>
                  <a:pt x="830568" y="27524"/>
                </a:cubicBezTo>
                <a:cubicBezTo>
                  <a:pt x="830767" y="19433"/>
                  <a:pt x="830866" y="12246"/>
                  <a:pt x="830866" y="5964"/>
                </a:cubicBezTo>
                <a:cubicBezTo>
                  <a:pt x="830866" y="1988"/>
                  <a:pt x="832812" y="0"/>
                  <a:pt x="836703" y="0"/>
                </a:cubicBezTo>
                <a:cubicBezTo>
                  <a:pt x="840635" y="0"/>
                  <a:pt x="842601" y="1988"/>
                  <a:pt x="842601" y="5964"/>
                </a:cubicBezTo>
                <a:cubicBezTo>
                  <a:pt x="842601" y="12246"/>
                  <a:pt x="842501" y="19433"/>
                  <a:pt x="842303" y="27524"/>
                </a:cubicBezTo>
                <a:cubicBezTo>
                  <a:pt x="842104" y="35615"/>
                  <a:pt x="842005" y="42801"/>
                  <a:pt x="842005" y="49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•AlienFilesystem">
            <a:extLst xmlns:a="http://schemas.openxmlformats.org/drawingml/2006/main">
              <a:ext uri="{FF2B5EF4-FFF2-40B4-BE49-F238E27FC236}">
                <a16:creationId xmlns:a16="http://schemas.microsoft.com/office/drawing/2014/main" id="{B80CD4A9-3141-42F3-A449-20E2A91D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4" y="1053116"/>
            <a:ext cx="1020990" cy="130452"/>
          </a:xfrm>
          <a:custGeom xmlns:a="http://schemas.openxmlformats.org/drawingml/2006/main">
            <a:pathLst>
              <a:path w="1020990" h="130452">
                <a:moveTo>
                  <a:pt x="0" y="53134"/>
                </a:moveTo>
                <a:cubicBezTo>
                  <a:pt x="0" y="48964"/>
                  <a:pt x="1479" y="45410"/>
                  <a:pt x="4438" y="42471"/>
                </a:cubicBezTo>
                <a:cubicBezTo>
                  <a:pt x="7396" y="39533"/>
                  <a:pt x="10940" y="38063"/>
                  <a:pt x="15070" y="38063"/>
                </a:cubicBezTo>
                <a:cubicBezTo>
                  <a:pt x="19240" y="38063"/>
                  <a:pt x="22804" y="39533"/>
                  <a:pt x="25763" y="42471"/>
                </a:cubicBezTo>
                <a:cubicBezTo>
                  <a:pt x="28721" y="45410"/>
                  <a:pt x="30201" y="48964"/>
                  <a:pt x="30201" y="53134"/>
                </a:cubicBezTo>
                <a:cubicBezTo>
                  <a:pt x="30201" y="57304"/>
                  <a:pt x="28721" y="60868"/>
                  <a:pt x="25763" y="63826"/>
                </a:cubicBezTo>
                <a:cubicBezTo>
                  <a:pt x="22804" y="66785"/>
                  <a:pt x="19240" y="68264"/>
                  <a:pt x="15070" y="68264"/>
                </a:cubicBezTo>
                <a:cubicBezTo>
                  <a:pt x="10940" y="68264"/>
                  <a:pt x="7396" y="66785"/>
                  <a:pt x="4438" y="63826"/>
                </a:cubicBezTo>
                <a:cubicBezTo>
                  <a:pt x="1479" y="60868"/>
                  <a:pt x="0" y="57304"/>
                  <a:pt x="0" y="53134"/>
                </a:cubicBezTo>
                <a:close/>
                <a:moveTo>
                  <a:pt x="166434" y="97690"/>
                </a:moveTo>
                <a:cubicBezTo>
                  <a:pt x="162781" y="97690"/>
                  <a:pt x="159604" y="93021"/>
                  <a:pt x="156904" y="83682"/>
                </a:cubicBezTo>
                <a:cubicBezTo>
                  <a:pt x="155871" y="80110"/>
                  <a:pt x="154580" y="73858"/>
                  <a:pt x="153032" y="64928"/>
                </a:cubicBezTo>
                <a:cubicBezTo>
                  <a:pt x="148981" y="65480"/>
                  <a:pt x="143680" y="66467"/>
                  <a:pt x="137127" y="67888"/>
                </a:cubicBezTo>
                <a:lnTo>
                  <a:pt x="121282" y="71144"/>
                </a:lnTo>
                <a:cubicBezTo>
                  <a:pt x="119297" y="76354"/>
                  <a:pt x="115902" y="83972"/>
                  <a:pt x="111097" y="93995"/>
                </a:cubicBezTo>
                <a:cubicBezTo>
                  <a:pt x="109826" y="96220"/>
                  <a:pt x="108098" y="97333"/>
                  <a:pt x="105914" y="97333"/>
                </a:cubicBezTo>
                <a:cubicBezTo>
                  <a:pt x="104326" y="97333"/>
                  <a:pt x="102906" y="96757"/>
                  <a:pt x="101655" y="95605"/>
                </a:cubicBezTo>
                <a:cubicBezTo>
                  <a:pt x="100404" y="94454"/>
                  <a:pt x="99779" y="93024"/>
                  <a:pt x="99779" y="91316"/>
                </a:cubicBezTo>
                <a:cubicBezTo>
                  <a:pt x="99779" y="89409"/>
                  <a:pt x="102777" y="82160"/>
                  <a:pt x="108773" y="69571"/>
                </a:cubicBezTo>
                <a:cubicBezTo>
                  <a:pt x="108098" y="68538"/>
                  <a:pt x="107761" y="67346"/>
                  <a:pt x="107761" y="65995"/>
                </a:cubicBezTo>
                <a:cubicBezTo>
                  <a:pt x="107761" y="62778"/>
                  <a:pt x="109707" y="60713"/>
                  <a:pt x="113598" y="59800"/>
                </a:cubicBezTo>
                <a:cubicBezTo>
                  <a:pt x="118125" y="51293"/>
                  <a:pt x="123844" y="41514"/>
                  <a:pt x="130754" y="30463"/>
                </a:cubicBezTo>
                <a:cubicBezTo>
                  <a:pt x="140165" y="15396"/>
                  <a:pt x="146023" y="7863"/>
                  <a:pt x="148326" y="7863"/>
                </a:cubicBezTo>
                <a:cubicBezTo>
                  <a:pt x="151463" y="7863"/>
                  <a:pt x="153608" y="10049"/>
                  <a:pt x="154759" y="14423"/>
                </a:cubicBezTo>
                <a:lnTo>
                  <a:pt x="158512" y="34450"/>
                </a:lnTo>
                <a:lnTo>
                  <a:pt x="167387" y="75874"/>
                </a:lnTo>
                <a:lnTo>
                  <a:pt x="170783" y="85267"/>
                </a:lnTo>
                <a:cubicBezTo>
                  <a:pt x="171934" y="88476"/>
                  <a:pt x="172510" y="90616"/>
                  <a:pt x="172510" y="91687"/>
                </a:cubicBezTo>
                <a:cubicBezTo>
                  <a:pt x="172510" y="93391"/>
                  <a:pt x="171895" y="94817"/>
                  <a:pt x="170664" y="95966"/>
                </a:cubicBezTo>
                <a:cubicBezTo>
                  <a:pt x="169433" y="97115"/>
                  <a:pt x="168023" y="97690"/>
                  <a:pt x="166434" y="97690"/>
                </a:cubicBezTo>
                <a:moveTo>
                  <a:pt x="145407" y="29627"/>
                </a:moveTo>
                <a:lnTo>
                  <a:pt x="128371" y="57097"/>
                </a:lnTo>
                <a:cubicBezTo>
                  <a:pt x="133176" y="55866"/>
                  <a:pt x="140463" y="54377"/>
                  <a:pt x="150232" y="52629"/>
                </a:cubicBezTo>
                <a:lnTo>
                  <a:pt x="145407" y="29627"/>
                </a:lnTo>
                <a:close/>
                <a:moveTo>
                  <a:pt x="204697" y="49083"/>
                </a:moveTo>
                <a:lnTo>
                  <a:pt x="203803" y="78723"/>
                </a:lnTo>
                <a:cubicBezTo>
                  <a:pt x="203803" y="81864"/>
                  <a:pt x="203644" y="86476"/>
                  <a:pt x="203326" y="92560"/>
                </a:cubicBezTo>
                <a:cubicBezTo>
                  <a:pt x="202929" y="96536"/>
                  <a:pt x="200984" y="98524"/>
                  <a:pt x="197489" y="98524"/>
                </a:cubicBezTo>
                <a:cubicBezTo>
                  <a:pt x="193597" y="98524"/>
                  <a:pt x="191651" y="96496"/>
                  <a:pt x="191651" y="92441"/>
                </a:cubicBezTo>
                <a:cubicBezTo>
                  <a:pt x="191651" y="87629"/>
                  <a:pt x="191870" y="80403"/>
                  <a:pt x="192307" y="70762"/>
                </a:cubicBezTo>
                <a:cubicBezTo>
                  <a:pt x="192743" y="61121"/>
                  <a:pt x="192962" y="53895"/>
                  <a:pt x="192962" y="49083"/>
                </a:cubicBezTo>
                <a:cubicBezTo>
                  <a:pt x="192962" y="42801"/>
                  <a:pt x="193061" y="35615"/>
                  <a:pt x="193260" y="27524"/>
                </a:cubicBezTo>
                <a:cubicBezTo>
                  <a:pt x="193458" y="19433"/>
                  <a:pt x="193557" y="12246"/>
                  <a:pt x="193557" y="5964"/>
                </a:cubicBezTo>
                <a:cubicBezTo>
                  <a:pt x="193557" y="1988"/>
                  <a:pt x="195503" y="0"/>
                  <a:pt x="199395" y="0"/>
                </a:cubicBezTo>
                <a:cubicBezTo>
                  <a:pt x="203326" y="0"/>
                  <a:pt x="205292" y="1988"/>
                  <a:pt x="205292" y="5964"/>
                </a:cubicBezTo>
                <a:cubicBezTo>
                  <a:pt x="205292" y="12246"/>
                  <a:pt x="205193" y="19433"/>
                  <a:pt x="204994" y="27524"/>
                </a:cubicBezTo>
                <a:cubicBezTo>
                  <a:pt x="204796" y="35615"/>
                  <a:pt x="204697" y="42801"/>
                  <a:pt x="204697" y="49083"/>
                </a:cubicBezTo>
                <a:close/>
                <a:moveTo>
                  <a:pt x="233650" y="20491"/>
                </a:moveTo>
                <a:cubicBezTo>
                  <a:pt x="231744" y="20491"/>
                  <a:pt x="230096" y="19816"/>
                  <a:pt x="228706" y="18466"/>
                </a:cubicBezTo>
                <a:cubicBezTo>
                  <a:pt x="227316" y="17116"/>
                  <a:pt x="226621" y="15487"/>
                  <a:pt x="226621" y="13581"/>
                </a:cubicBezTo>
                <a:cubicBezTo>
                  <a:pt x="226621" y="11675"/>
                  <a:pt x="227316" y="10047"/>
                  <a:pt x="228706" y="8697"/>
                </a:cubicBezTo>
                <a:cubicBezTo>
                  <a:pt x="230096" y="7347"/>
                  <a:pt x="231744" y="6672"/>
                  <a:pt x="233650" y="6672"/>
                </a:cubicBezTo>
                <a:cubicBezTo>
                  <a:pt x="235556" y="6672"/>
                  <a:pt x="237194" y="7347"/>
                  <a:pt x="238564" y="8697"/>
                </a:cubicBezTo>
                <a:cubicBezTo>
                  <a:pt x="239934" y="10047"/>
                  <a:pt x="240620" y="11675"/>
                  <a:pt x="240620" y="13581"/>
                </a:cubicBezTo>
                <a:cubicBezTo>
                  <a:pt x="240620" y="15487"/>
                  <a:pt x="239934" y="17116"/>
                  <a:pt x="238564" y="18466"/>
                </a:cubicBezTo>
                <a:cubicBezTo>
                  <a:pt x="237194" y="19816"/>
                  <a:pt x="235556" y="20491"/>
                  <a:pt x="233650" y="20491"/>
                </a:cubicBezTo>
                <a:moveTo>
                  <a:pt x="236331" y="68893"/>
                </a:moveTo>
                <a:cubicBezTo>
                  <a:pt x="236331" y="71278"/>
                  <a:pt x="236400" y="74846"/>
                  <a:pt x="236539" y="79596"/>
                </a:cubicBezTo>
                <a:cubicBezTo>
                  <a:pt x="236678" y="84346"/>
                  <a:pt x="236748" y="87913"/>
                  <a:pt x="236748" y="90298"/>
                </a:cubicBezTo>
                <a:cubicBezTo>
                  <a:pt x="236748" y="92047"/>
                  <a:pt x="236212" y="93477"/>
                  <a:pt x="235139" y="94591"/>
                </a:cubicBezTo>
                <a:cubicBezTo>
                  <a:pt x="234067" y="95704"/>
                  <a:pt x="232657" y="96260"/>
                  <a:pt x="230910" y="96260"/>
                </a:cubicBezTo>
                <a:cubicBezTo>
                  <a:pt x="229202" y="96260"/>
                  <a:pt x="227803" y="95704"/>
                  <a:pt x="226711" y="94591"/>
                </a:cubicBezTo>
                <a:cubicBezTo>
                  <a:pt x="225619" y="93477"/>
                  <a:pt x="225073" y="92047"/>
                  <a:pt x="225073" y="90298"/>
                </a:cubicBezTo>
                <a:cubicBezTo>
                  <a:pt x="225073" y="87913"/>
                  <a:pt x="225003" y="84346"/>
                  <a:pt x="224864" y="79596"/>
                </a:cubicBezTo>
                <a:cubicBezTo>
                  <a:pt x="224725" y="74846"/>
                  <a:pt x="224656" y="71278"/>
                  <a:pt x="224656" y="68893"/>
                </a:cubicBezTo>
                <a:cubicBezTo>
                  <a:pt x="224656" y="65156"/>
                  <a:pt x="224854" y="60496"/>
                  <a:pt x="225251" y="54912"/>
                </a:cubicBezTo>
                <a:cubicBezTo>
                  <a:pt x="225648" y="49326"/>
                  <a:pt x="225847" y="44665"/>
                  <a:pt x="225847" y="40928"/>
                </a:cubicBezTo>
                <a:cubicBezTo>
                  <a:pt x="225847" y="39140"/>
                  <a:pt x="226393" y="37689"/>
                  <a:pt x="227485" y="36576"/>
                </a:cubicBezTo>
                <a:cubicBezTo>
                  <a:pt x="228577" y="35463"/>
                  <a:pt x="229977" y="34906"/>
                  <a:pt x="231684" y="34906"/>
                </a:cubicBezTo>
                <a:cubicBezTo>
                  <a:pt x="233392" y="34906"/>
                  <a:pt x="234792" y="35463"/>
                  <a:pt x="235884" y="36576"/>
                </a:cubicBezTo>
                <a:cubicBezTo>
                  <a:pt x="236976" y="37689"/>
                  <a:pt x="237522" y="39140"/>
                  <a:pt x="237522" y="40928"/>
                </a:cubicBezTo>
                <a:cubicBezTo>
                  <a:pt x="237522" y="44665"/>
                  <a:pt x="237323" y="49326"/>
                  <a:pt x="236926" y="54912"/>
                </a:cubicBezTo>
                <a:cubicBezTo>
                  <a:pt x="236529" y="60496"/>
                  <a:pt x="236331" y="65156"/>
                  <a:pt x="236331" y="68893"/>
                </a:cubicBezTo>
                <a:close/>
                <a:moveTo>
                  <a:pt x="284993" y="98643"/>
                </a:moveTo>
                <a:cubicBezTo>
                  <a:pt x="276018" y="98643"/>
                  <a:pt x="268751" y="96398"/>
                  <a:pt x="263191" y="91906"/>
                </a:cubicBezTo>
                <a:cubicBezTo>
                  <a:pt x="257116" y="86938"/>
                  <a:pt x="254078" y="79981"/>
                  <a:pt x="254078" y="71037"/>
                </a:cubicBezTo>
                <a:cubicBezTo>
                  <a:pt x="254078" y="60704"/>
                  <a:pt x="256580" y="52039"/>
                  <a:pt x="261583" y="45044"/>
                </a:cubicBezTo>
                <a:cubicBezTo>
                  <a:pt x="267024" y="37412"/>
                  <a:pt x="274291" y="33596"/>
                  <a:pt x="283385" y="33596"/>
                </a:cubicBezTo>
                <a:cubicBezTo>
                  <a:pt x="289977" y="33596"/>
                  <a:pt x="295358" y="34708"/>
                  <a:pt x="299527" y="36932"/>
                </a:cubicBezTo>
                <a:cubicBezTo>
                  <a:pt x="304650" y="39672"/>
                  <a:pt x="307212" y="43881"/>
                  <a:pt x="307212" y="49560"/>
                </a:cubicBezTo>
                <a:cubicBezTo>
                  <a:pt x="307212" y="53531"/>
                  <a:pt x="304968" y="57145"/>
                  <a:pt x="300480" y="60401"/>
                </a:cubicBezTo>
                <a:cubicBezTo>
                  <a:pt x="298495" y="61831"/>
                  <a:pt x="294286" y="64054"/>
                  <a:pt x="287852" y="67073"/>
                </a:cubicBezTo>
                <a:lnTo>
                  <a:pt x="265098" y="77854"/>
                </a:lnTo>
                <a:cubicBezTo>
                  <a:pt x="267321" y="81150"/>
                  <a:pt x="270091" y="83632"/>
                  <a:pt x="273407" y="85300"/>
                </a:cubicBezTo>
                <a:cubicBezTo>
                  <a:pt x="276723" y="86968"/>
                  <a:pt x="280585" y="87802"/>
                  <a:pt x="284993" y="87802"/>
                </a:cubicBezTo>
                <a:cubicBezTo>
                  <a:pt x="287733" y="87802"/>
                  <a:pt x="290950" y="87286"/>
                  <a:pt x="294643" y="86253"/>
                </a:cubicBezTo>
                <a:cubicBezTo>
                  <a:pt x="299329" y="84943"/>
                  <a:pt x="302347" y="83225"/>
                  <a:pt x="303697" y="81101"/>
                </a:cubicBezTo>
                <a:cubicBezTo>
                  <a:pt x="305047" y="78976"/>
                  <a:pt x="306497" y="77914"/>
                  <a:pt x="308045" y="77914"/>
                </a:cubicBezTo>
                <a:cubicBezTo>
                  <a:pt x="309435" y="77914"/>
                  <a:pt x="310676" y="78442"/>
                  <a:pt x="311768" y="79498"/>
                </a:cubicBezTo>
                <a:cubicBezTo>
                  <a:pt x="312861" y="80553"/>
                  <a:pt x="313407" y="81777"/>
                  <a:pt x="313407" y="83171"/>
                </a:cubicBezTo>
                <a:cubicBezTo>
                  <a:pt x="313407" y="87591"/>
                  <a:pt x="309852" y="91394"/>
                  <a:pt x="302744" y="94581"/>
                </a:cubicBezTo>
                <a:cubicBezTo>
                  <a:pt x="296668" y="97289"/>
                  <a:pt x="290751" y="98643"/>
                  <a:pt x="284993" y="98643"/>
                </a:cubicBezTo>
                <a:moveTo>
                  <a:pt x="283385" y="44318"/>
                </a:moveTo>
                <a:cubicBezTo>
                  <a:pt x="278540" y="44318"/>
                  <a:pt x="274509" y="46194"/>
                  <a:pt x="271293" y="49947"/>
                </a:cubicBezTo>
                <a:cubicBezTo>
                  <a:pt x="268076" y="53700"/>
                  <a:pt x="265673" y="59349"/>
                  <a:pt x="264085" y="66894"/>
                </a:cubicBezTo>
                <a:lnTo>
                  <a:pt x="282372" y="58197"/>
                </a:lnTo>
                <a:cubicBezTo>
                  <a:pt x="289560" y="54702"/>
                  <a:pt x="294683" y="51665"/>
                  <a:pt x="297740" y="49083"/>
                </a:cubicBezTo>
                <a:cubicBezTo>
                  <a:pt x="294325" y="45906"/>
                  <a:pt x="289540" y="44318"/>
                  <a:pt x="283385" y="44318"/>
                </a:cubicBezTo>
                <a:close/>
                <a:moveTo>
                  <a:pt x="370460" y="100192"/>
                </a:moveTo>
                <a:cubicBezTo>
                  <a:pt x="367045" y="100192"/>
                  <a:pt x="365119" y="98322"/>
                  <a:pt x="364682" y="94581"/>
                </a:cubicBezTo>
                <a:lnTo>
                  <a:pt x="363014" y="81508"/>
                </a:lnTo>
                <a:cubicBezTo>
                  <a:pt x="362458" y="76852"/>
                  <a:pt x="362180" y="72494"/>
                  <a:pt x="362180" y="68435"/>
                </a:cubicBezTo>
                <a:cubicBezTo>
                  <a:pt x="362180" y="67321"/>
                  <a:pt x="362250" y="65431"/>
                  <a:pt x="362389" y="62765"/>
                </a:cubicBezTo>
                <a:cubicBezTo>
                  <a:pt x="362528" y="60098"/>
                  <a:pt x="362597" y="58208"/>
                  <a:pt x="362597" y="57093"/>
                </a:cubicBezTo>
                <a:cubicBezTo>
                  <a:pt x="362597" y="48497"/>
                  <a:pt x="361009" y="44199"/>
                  <a:pt x="357832" y="44199"/>
                </a:cubicBezTo>
                <a:cubicBezTo>
                  <a:pt x="353384" y="44199"/>
                  <a:pt x="349135" y="46843"/>
                  <a:pt x="345084" y="52130"/>
                </a:cubicBezTo>
                <a:cubicBezTo>
                  <a:pt x="341431" y="56941"/>
                  <a:pt x="338572" y="63023"/>
                  <a:pt x="336507" y="70377"/>
                </a:cubicBezTo>
                <a:cubicBezTo>
                  <a:pt x="336427" y="71928"/>
                  <a:pt x="336249" y="73876"/>
                  <a:pt x="335971" y="76222"/>
                </a:cubicBezTo>
                <a:cubicBezTo>
                  <a:pt x="335732" y="78210"/>
                  <a:pt x="335613" y="80138"/>
                  <a:pt x="335613" y="82005"/>
                </a:cubicBezTo>
                <a:cubicBezTo>
                  <a:pt x="335613" y="83198"/>
                  <a:pt x="335732" y="84987"/>
                  <a:pt x="335971" y="87372"/>
                </a:cubicBezTo>
                <a:cubicBezTo>
                  <a:pt x="336209" y="89757"/>
                  <a:pt x="336328" y="91546"/>
                  <a:pt x="336328" y="92738"/>
                </a:cubicBezTo>
                <a:cubicBezTo>
                  <a:pt x="336328" y="94528"/>
                  <a:pt x="335782" y="95979"/>
                  <a:pt x="334690" y="97092"/>
                </a:cubicBezTo>
                <a:cubicBezTo>
                  <a:pt x="333598" y="98206"/>
                  <a:pt x="332198" y="98762"/>
                  <a:pt x="330490" y="98762"/>
                </a:cubicBezTo>
                <a:cubicBezTo>
                  <a:pt x="328743" y="98762"/>
                  <a:pt x="327333" y="98205"/>
                  <a:pt x="326261" y="97091"/>
                </a:cubicBezTo>
                <a:cubicBezTo>
                  <a:pt x="325189" y="95977"/>
                  <a:pt x="324653" y="94525"/>
                  <a:pt x="324653" y="92735"/>
                </a:cubicBezTo>
                <a:cubicBezTo>
                  <a:pt x="324653" y="91542"/>
                  <a:pt x="324524" y="89753"/>
                  <a:pt x="324266" y="87366"/>
                </a:cubicBezTo>
                <a:cubicBezTo>
                  <a:pt x="324008" y="84979"/>
                  <a:pt x="323878" y="83188"/>
                  <a:pt x="323878" y="81994"/>
                </a:cubicBezTo>
                <a:cubicBezTo>
                  <a:pt x="323878" y="77896"/>
                  <a:pt x="324166" y="72218"/>
                  <a:pt x="324742" y="64958"/>
                </a:cubicBezTo>
                <a:cubicBezTo>
                  <a:pt x="325318" y="57698"/>
                  <a:pt x="325606" y="52019"/>
                  <a:pt x="325606" y="47922"/>
                </a:cubicBezTo>
                <a:cubicBezTo>
                  <a:pt x="325606" y="46648"/>
                  <a:pt x="325536" y="44759"/>
                  <a:pt x="325397" y="42254"/>
                </a:cubicBezTo>
                <a:cubicBezTo>
                  <a:pt x="325258" y="39747"/>
                  <a:pt x="325189" y="37857"/>
                  <a:pt x="325189" y="36585"/>
                </a:cubicBezTo>
                <a:cubicBezTo>
                  <a:pt x="325189" y="34874"/>
                  <a:pt x="325755" y="33472"/>
                  <a:pt x="326887" y="32378"/>
                </a:cubicBezTo>
                <a:cubicBezTo>
                  <a:pt x="328018" y="31284"/>
                  <a:pt x="329418" y="30737"/>
                  <a:pt x="331086" y="30737"/>
                </a:cubicBezTo>
                <a:cubicBezTo>
                  <a:pt x="334740" y="30737"/>
                  <a:pt x="336745" y="33328"/>
                  <a:pt x="337102" y="38512"/>
                </a:cubicBezTo>
                <a:lnTo>
                  <a:pt x="337281" y="45509"/>
                </a:lnTo>
                <a:cubicBezTo>
                  <a:pt x="343953" y="36614"/>
                  <a:pt x="350803" y="32166"/>
                  <a:pt x="357832" y="32166"/>
                </a:cubicBezTo>
                <a:cubicBezTo>
                  <a:pt x="364185" y="32166"/>
                  <a:pt x="368613" y="34971"/>
                  <a:pt x="371115" y="40580"/>
                </a:cubicBezTo>
                <a:cubicBezTo>
                  <a:pt x="372823" y="44319"/>
                  <a:pt x="373756" y="49849"/>
                  <a:pt x="373915" y="57169"/>
                </a:cubicBezTo>
                <a:lnTo>
                  <a:pt x="373915" y="63195"/>
                </a:lnTo>
                <a:lnTo>
                  <a:pt x="373855" y="68744"/>
                </a:lnTo>
                <a:cubicBezTo>
                  <a:pt x="373855" y="72046"/>
                  <a:pt x="374282" y="76313"/>
                  <a:pt x="375136" y="81545"/>
                </a:cubicBezTo>
                <a:cubicBezTo>
                  <a:pt x="375990" y="86776"/>
                  <a:pt x="376417" y="91022"/>
                  <a:pt x="376417" y="94284"/>
                </a:cubicBezTo>
                <a:cubicBezTo>
                  <a:pt x="376417" y="96035"/>
                  <a:pt x="375851" y="97457"/>
                  <a:pt x="374719" y="98550"/>
                </a:cubicBezTo>
                <a:cubicBezTo>
                  <a:pt x="373587" y="99645"/>
                  <a:pt x="372167" y="100192"/>
                  <a:pt x="370460" y="100192"/>
                </a:cubicBezTo>
                <a:close/>
                <a:moveTo>
                  <a:pt x="482554" y="17632"/>
                </a:moveTo>
                <a:cubicBezTo>
                  <a:pt x="481839" y="17632"/>
                  <a:pt x="481085" y="17473"/>
                  <a:pt x="480291" y="17155"/>
                </a:cubicBezTo>
                <a:cubicBezTo>
                  <a:pt x="475366" y="15329"/>
                  <a:pt x="468854" y="14415"/>
                  <a:pt x="460753" y="14415"/>
                </a:cubicBezTo>
                <a:cubicBezTo>
                  <a:pt x="458132" y="14415"/>
                  <a:pt x="455064" y="14609"/>
                  <a:pt x="451549" y="14996"/>
                </a:cubicBezTo>
                <a:cubicBezTo>
                  <a:pt x="448035" y="15383"/>
                  <a:pt x="444094" y="15984"/>
                  <a:pt x="439725" y="16798"/>
                </a:cubicBezTo>
                <a:lnTo>
                  <a:pt x="439606" y="42531"/>
                </a:lnTo>
                <a:cubicBezTo>
                  <a:pt x="447271" y="40466"/>
                  <a:pt x="453029" y="39433"/>
                  <a:pt x="456881" y="39433"/>
                </a:cubicBezTo>
                <a:cubicBezTo>
                  <a:pt x="462996" y="39433"/>
                  <a:pt x="469330" y="39791"/>
                  <a:pt x="475883" y="40506"/>
                </a:cubicBezTo>
                <a:cubicBezTo>
                  <a:pt x="479615" y="40903"/>
                  <a:pt x="481482" y="42928"/>
                  <a:pt x="481482" y="46581"/>
                </a:cubicBezTo>
                <a:cubicBezTo>
                  <a:pt x="481482" y="48368"/>
                  <a:pt x="480906" y="49848"/>
                  <a:pt x="479754" y="51019"/>
                </a:cubicBezTo>
                <a:cubicBezTo>
                  <a:pt x="478603" y="52191"/>
                  <a:pt x="477173" y="52776"/>
                  <a:pt x="475466" y="52776"/>
                </a:cubicBezTo>
                <a:cubicBezTo>
                  <a:pt x="473401" y="52776"/>
                  <a:pt x="470303" y="52598"/>
                  <a:pt x="466173" y="52240"/>
                </a:cubicBezTo>
                <a:cubicBezTo>
                  <a:pt x="462043" y="51883"/>
                  <a:pt x="458946" y="51704"/>
                  <a:pt x="456881" y="51704"/>
                </a:cubicBezTo>
                <a:cubicBezTo>
                  <a:pt x="454180" y="51704"/>
                  <a:pt x="448343" y="52856"/>
                  <a:pt x="439368" y="55159"/>
                </a:cubicBezTo>
                <a:lnTo>
                  <a:pt x="438832" y="96141"/>
                </a:lnTo>
                <a:cubicBezTo>
                  <a:pt x="438832" y="97849"/>
                  <a:pt x="438276" y="99288"/>
                  <a:pt x="437164" y="100460"/>
                </a:cubicBezTo>
                <a:cubicBezTo>
                  <a:pt x="436052" y="101631"/>
                  <a:pt x="434642" y="102217"/>
                  <a:pt x="432935" y="102217"/>
                </a:cubicBezTo>
                <a:cubicBezTo>
                  <a:pt x="431227" y="102217"/>
                  <a:pt x="429807" y="101631"/>
                  <a:pt x="428676" y="100460"/>
                </a:cubicBezTo>
                <a:cubicBezTo>
                  <a:pt x="427544" y="99288"/>
                  <a:pt x="426978" y="97849"/>
                  <a:pt x="426978" y="96141"/>
                </a:cubicBezTo>
                <a:cubicBezTo>
                  <a:pt x="426978" y="88318"/>
                  <a:pt x="427127" y="76573"/>
                  <a:pt x="427425" y="60907"/>
                </a:cubicBezTo>
                <a:cubicBezTo>
                  <a:pt x="427723" y="45241"/>
                  <a:pt x="427872" y="33497"/>
                  <a:pt x="427872" y="25673"/>
                </a:cubicBezTo>
                <a:cubicBezTo>
                  <a:pt x="427872" y="23926"/>
                  <a:pt x="427842" y="21295"/>
                  <a:pt x="427782" y="17781"/>
                </a:cubicBezTo>
                <a:cubicBezTo>
                  <a:pt x="427723" y="14266"/>
                  <a:pt x="427693" y="11635"/>
                  <a:pt x="427693" y="9888"/>
                </a:cubicBezTo>
                <a:cubicBezTo>
                  <a:pt x="427693" y="8141"/>
                  <a:pt x="428239" y="6672"/>
                  <a:pt x="429331" y="5480"/>
                </a:cubicBezTo>
                <a:cubicBezTo>
                  <a:pt x="430423" y="4289"/>
                  <a:pt x="431843" y="3693"/>
                  <a:pt x="433590" y="3693"/>
                </a:cubicBezTo>
                <a:cubicBezTo>
                  <a:pt x="434900" y="3693"/>
                  <a:pt x="436072" y="4051"/>
                  <a:pt x="437104" y="4765"/>
                </a:cubicBezTo>
                <a:cubicBezTo>
                  <a:pt x="442029" y="3886"/>
                  <a:pt x="446456" y="3229"/>
                  <a:pt x="450388" y="2796"/>
                </a:cubicBezTo>
                <a:cubicBezTo>
                  <a:pt x="454319" y="2362"/>
                  <a:pt x="457774" y="2144"/>
                  <a:pt x="460753" y="2144"/>
                </a:cubicBezTo>
                <a:cubicBezTo>
                  <a:pt x="465319" y="2144"/>
                  <a:pt x="470541" y="2802"/>
                  <a:pt x="476419" y="4118"/>
                </a:cubicBezTo>
                <a:cubicBezTo>
                  <a:pt x="484401" y="5952"/>
                  <a:pt x="488392" y="8344"/>
                  <a:pt x="488392" y="11294"/>
                </a:cubicBezTo>
                <a:cubicBezTo>
                  <a:pt x="488392" y="12888"/>
                  <a:pt x="487875" y="14304"/>
                  <a:pt x="486843" y="15540"/>
                </a:cubicBezTo>
                <a:cubicBezTo>
                  <a:pt x="485691" y="16934"/>
                  <a:pt x="484262" y="17632"/>
                  <a:pt x="482554" y="17632"/>
                </a:cubicBezTo>
                <a:close/>
                <a:moveTo>
                  <a:pt x="510392" y="20491"/>
                </a:moveTo>
                <a:cubicBezTo>
                  <a:pt x="508486" y="20491"/>
                  <a:pt x="506838" y="19816"/>
                  <a:pt x="505448" y="18466"/>
                </a:cubicBezTo>
                <a:cubicBezTo>
                  <a:pt x="504058" y="17116"/>
                  <a:pt x="503363" y="15487"/>
                  <a:pt x="503363" y="13581"/>
                </a:cubicBezTo>
                <a:cubicBezTo>
                  <a:pt x="503363" y="11675"/>
                  <a:pt x="504058" y="10047"/>
                  <a:pt x="505448" y="8697"/>
                </a:cubicBezTo>
                <a:cubicBezTo>
                  <a:pt x="506838" y="7347"/>
                  <a:pt x="508486" y="6672"/>
                  <a:pt x="510392" y="6672"/>
                </a:cubicBezTo>
                <a:cubicBezTo>
                  <a:pt x="512298" y="6672"/>
                  <a:pt x="513936" y="7347"/>
                  <a:pt x="515306" y="8697"/>
                </a:cubicBezTo>
                <a:cubicBezTo>
                  <a:pt x="516677" y="10047"/>
                  <a:pt x="517362" y="11675"/>
                  <a:pt x="517362" y="13581"/>
                </a:cubicBezTo>
                <a:cubicBezTo>
                  <a:pt x="517362" y="15487"/>
                  <a:pt x="516677" y="17116"/>
                  <a:pt x="515306" y="18466"/>
                </a:cubicBezTo>
                <a:cubicBezTo>
                  <a:pt x="513936" y="19816"/>
                  <a:pt x="512298" y="20491"/>
                  <a:pt x="510392" y="20491"/>
                </a:cubicBezTo>
                <a:moveTo>
                  <a:pt x="513073" y="68893"/>
                </a:moveTo>
                <a:cubicBezTo>
                  <a:pt x="513073" y="71278"/>
                  <a:pt x="513142" y="74846"/>
                  <a:pt x="513281" y="79596"/>
                </a:cubicBezTo>
                <a:cubicBezTo>
                  <a:pt x="513420" y="84346"/>
                  <a:pt x="513490" y="87913"/>
                  <a:pt x="513490" y="90298"/>
                </a:cubicBezTo>
                <a:cubicBezTo>
                  <a:pt x="513490" y="92047"/>
                  <a:pt x="512954" y="93477"/>
                  <a:pt x="511881" y="94591"/>
                </a:cubicBezTo>
                <a:cubicBezTo>
                  <a:pt x="510809" y="95704"/>
                  <a:pt x="509399" y="96260"/>
                  <a:pt x="507652" y="96260"/>
                </a:cubicBezTo>
                <a:cubicBezTo>
                  <a:pt x="505945" y="96260"/>
                  <a:pt x="504545" y="95704"/>
                  <a:pt x="503453" y="94591"/>
                </a:cubicBezTo>
                <a:cubicBezTo>
                  <a:pt x="502361" y="93477"/>
                  <a:pt x="501815" y="92047"/>
                  <a:pt x="501815" y="90298"/>
                </a:cubicBezTo>
                <a:cubicBezTo>
                  <a:pt x="501815" y="87913"/>
                  <a:pt x="501745" y="84346"/>
                  <a:pt x="501606" y="79596"/>
                </a:cubicBezTo>
                <a:cubicBezTo>
                  <a:pt x="501467" y="74846"/>
                  <a:pt x="501398" y="71278"/>
                  <a:pt x="501398" y="68893"/>
                </a:cubicBezTo>
                <a:cubicBezTo>
                  <a:pt x="501398" y="65156"/>
                  <a:pt x="501596" y="60496"/>
                  <a:pt x="501993" y="54912"/>
                </a:cubicBezTo>
                <a:cubicBezTo>
                  <a:pt x="502390" y="49326"/>
                  <a:pt x="502589" y="44665"/>
                  <a:pt x="502589" y="40928"/>
                </a:cubicBezTo>
                <a:cubicBezTo>
                  <a:pt x="502589" y="39140"/>
                  <a:pt x="503135" y="37689"/>
                  <a:pt x="504227" y="36576"/>
                </a:cubicBezTo>
                <a:cubicBezTo>
                  <a:pt x="505319" y="35463"/>
                  <a:pt x="506719" y="34906"/>
                  <a:pt x="508426" y="34906"/>
                </a:cubicBezTo>
                <a:cubicBezTo>
                  <a:pt x="510134" y="34906"/>
                  <a:pt x="511534" y="35463"/>
                  <a:pt x="512626" y="36576"/>
                </a:cubicBezTo>
                <a:cubicBezTo>
                  <a:pt x="513718" y="37689"/>
                  <a:pt x="514264" y="39140"/>
                  <a:pt x="514264" y="40928"/>
                </a:cubicBezTo>
                <a:cubicBezTo>
                  <a:pt x="514264" y="44665"/>
                  <a:pt x="514065" y="49326"/>
                  <a:pt x="513668" y="54912"/>
                </a:cubicBezTo>
                <a:cubicBezTo>
                  <a:pt x="513271" y="60496"/>
                  <a:pt x="513073" y="65156"/>
                  <a:pt x="513073" y="68893"/>
                </a:cubicBezTo>
                <a:close/>
                <a:moveTo>
                  <a:pt x="549047" y="49083"/>
                </a:moveTo>
                <a:lnTo>
                  <a:pt x="548154" y="78723"/>
                </a:lnTo>
                <a:cubicBezTo>
                  <a:pt x="548154" y="81864"/>
                  <a:pt x="547995" y="86476"/>
                  <a:pt x="547677" y="92560"/>
                </a:cubicBezTo>
                <a:cubicBezTo>
                  <a:pt x="547280" y="96536"/>
                  <a:pt x="545334" y="98524"/>
                  <a:pt x="541840" y="98524"/>
                </a:cubicBezTo>
                <a:cubicBezTo>
                  <a:pt x="537948" y="98524"/>
                  <a:pt x="536002" y="96496"/>
                  <a:pt x="536002" y="92441"/>
                </a:cubicBezTo>
                <a:cubicBezTo>
                  <a:pt x="536002" y="87629"/>
                  <a:pt x="536220" y="80403"/>
                  <a:pt x="536657" y="70762"/>
                </a:cubicBezTo>
                <a:cubicBezTo>
                  <a:pt x="537094" y="61121"/>
                  <a:pt x="537313" y="53895"/>
                  <a:pt x="537313" y="49083"/>
                </a:cubicBezTo>
                <a:cubicBezTo>
                  <a:pt x="537313" y="42801"/>
                  <a:pt x="537412" y="35615"/>
                  <a:pt x="537610" y="27524"/>
                </a:cubicBezTo>
                <a:cubicBezTo>
                  <a:pt x="537809" y="19433"/>
                  <a:pt x="537908" y="12246"/>
                  <a:pt x="537908" y="5964"/>
                </a:cubicBezTo>
                <a:cubicBezTo>
                  <a:pt x="537908" y="1988"/>
                  <a:pt x="539854" y="0"/>
                  <a:pt x="543746" y="0"/>
                </a:cubicBezTo>
                <a:cubicBezTo>
                  <a:pt x="547677" y="0"/>
                  <a:pt x="549643" y="1988"/>
                  <a:pt x="549643" y="5964"/>
                </a:cubicBezTo>
                <a:cubicBezTo>
                  <a:pt x="549643" y="12246"/>
                  <a:pt x="549544" y="19433"/>
                  <a:pt x="549345" y="27524"/>
                </a:cubicBezTo>
                <a:cubicBezTo>
                  <a:pt x="549147" y="35615"/>
                  <a:pt x="549047" y="42801"/>
                  <a:pt x="549047" y="49083"/>
                </a:cubicBezTo>
                <a:close/>
                <a:moveTo>
                  <a:pt x="594442" y="98643"/>
                </a:moveTo>
                <a:cubicBezTo>
                  <a:pt x="585467" y="98643"/>
                  <a:pt x="578200" y="96398"/>
                  <a:pt x="572640" y="91906"/>
                </a:cubicBezTo>
                <a:cubicBezTo>
                  <a:pt x="566564" y="86938"/>
                  <a:pt x="563526" y="79981"/>
                  <a:pt x="563526" y="71037"/>
                </a:cubicBezTo>
                <a:cubicBezTo>
                  <a:pt x="563526" y="60704"/>
                  <a:pt x="566028" y="52039"/>
                  <a:pt x="571032" y="45044"/>
                </a:cubicBezTo>
                <a:cubicBezTo>
                  <a:pt x="576472" y="37412"/>
                  <a:pt x="583739" y="33596"/>
                  <a:pt x="592833" y="33596"/>
                </a:cubicBezTo>
                <a:cubicBezTo>
                  <a:pt x="599425" y="33596"/>
                  <a:pt x="604806" y="34708"/>
                  <a:pt x="608976" y="36932"/>
                </a:cubicBezTo>
                <a:cubicBezTo>
                  <a:pt x="614099" y="39672"/>
                  <a:pt x="616660" y="43881"/>
                  <a:pt x="616660" y="49560"/>
                </a:cubicBezTo>
                <a:cubicBezTo>
                  <a:pt x="616660" y="53531"/>
                  <a:pt x="614417" y="57145"/>
                  <a:pt x="609929" y="60401"/>
                </a:cubicBezTo>
                <a:cubicBezTo>
                  <a:pt x="607944" y="61831"/>
                  <a:pt x="603734" y="64054"/>
                  <a:pt x="597301" y="67073"/>
                </a:cubicBezTo>
                <a:lnTo>
                  <a:pt x="574546" y="77854"/>
                </a:lnTo>
                <a:cubicBezTo>
                  <a:pt x="576770" y="81150"/>
                  <a:pt x="579540" y="83632"/>
                  <a:pt x="582856" y="85300"/>
                </a:cubicBezTo>
                <a:cubicBezTo>
                  <a:pt x="586172" y="86968"/>
                  <a:pt x="590034" y="87802"/>
                  <a:pt x="594442" y="87802"/>
                </a:cubicBezTo>
                <a:cubicBezTo>
                  <a:pt x="597182" y="87802"/>
                  <a:pt x="600398" y="87286"/>
                  <a:pt x="604092" y="86253"/>
                </a:cubicBezTo>
                <a:cubicBezTo>
                  <a:pt x="608778" y="84943"/>
                  <a:pt x="611796" y="83225"/>
                  <a:pt x="613146" y="81101"/>
                </a:cubicBezTo>
                <a:cubicBezTo>
                  <a:pt x="614496" y="78976"/>
                  <a:pt x="615945" y="77914"/>
                  <a:pt x="617494" y="77914"/>
                </a:cubicBezTo>
                <a:cubicBezTo>
                  <a:pt x="618884" y="77914"/>
                  <a:pt x="620125" y="78442"/>
                  <a:pt x="621217" y="79498"/>
                </a:cubicBezTo>
                <a:cubicBezTo>
                  <a:pt x="622309" y="80553"/>
                  <a:pt x="622855" y="81777"/>
                  <a:pt x="622855" y="83171"/>
                </a:cubicBezTo>
                <a:cubicBezTo>
                  <a:pt x="622855" y="87591"/>
                  <a:pt x="619301" y="91394"/>
                  <a:pt x="612193" y="94581"/>
                </a:cubicBezTo>
                <a:cubicBezTo>
                  <a:pt x="606117" y="97289"/>
                  <a:pt x="600200" y="98643"/>
                  <a:pt x="594442" y="98643"/>
                </a:cubicBezTo>
                <a:moveTo>
                  <a:pt x="592833" y="44318"/>
                </a:moveTo>
                <a:cubicBezTo>
                  <a:pt x="587989" y="44318"/>
                  <a:pt x="583958" y="46194"/>
                  <a:pt x="580741" y="49947"/>
                </a:cubicBezTo>
                <a:cubicBezTo>
                  <a:pt x="577525" y="53700"/>
                  <a:pt x="575122" y="59349"/>
                  <a:pt x="573534" y="66894"/>
                </a:cubicBezTo>
                <a:lnTo>
                  <a:pt x="591821" y="58197"/>
                </a:lnTo>
                <a:cubicBezTo>
                  <a:pt x="599009" y="54702"/>
                  <a:pt x="604131" y="51665"/>
                  <a:pt x="607189" y="49083"/>
                </a:cubicBezTo>
                <a:cubicBezTo>
                  <a:pt x="603774" y="45906"/>
                  <a:pt x="598989" y="44318"/>
                  <a:pt x="592833" y="44318"/>
                </a:cubicBezTo>
                <a:close/>
                <a:moveTo>
                  <a:pt x="674428" y="50036"/>
                </a:moveTo>
                <a:cubicBezTo>
                  <a:pt x="672244" y="50036"/>
                  <a:pt x="670715" y="49307"/>
                  <a:pt x="669841" y="47847"/>
                </a:cubicBezTo>
                <a:cubicBezTo>
                  <a:pt x="669245" y="46822"/>
                  <a:pt x="668729" y="44693"/>
                  <a:pt x="668292" y="41459"/>
                </a:cubicBezTo>
                <a:cubicBezTo>
                  <a:pt x="665314" y="42212"/>
                  <a:pt x="660727" y="43600"/>
                  <a:pt x="654532" y="45623"/>
                </a:cubicBezTo>
                <a:cubicBezTo>
                  <a:pt x="648139" y="48162"/>
                  <a:pt x="644922" y="51295"/>
                  <a:pt x="644883" y="55023"/>
                </a:cubicBezTo>
                <a:cubicBezTo>
                  <a:pt x="646074" y="55460"/>
                  <a:pt x="647245" y="55778"/>
                  <a:pt x="648397" y="55976"/>
                </a:cubicBezTo>
                <a:cubicBezTo>
                  <a:pt x="657531" y="57602"/>
                  <a:pt x="664321" y="59843"/>
                  <a:pt x="668769" y="62700"/>
                </a:cubicBezTo>
                <a:cubicBezTo>
                  <a:pt x="675242" y="66866"/>
                  <a:pt x="678478" y="72896"/>
                  <a:pt x="678478" y="80792"/>
                </a:cubicBezTo>
                <a:cubicBezTo>
                  <a:pt x="678478" y="87258"/>
                  <a:pt x="675679" y="92138"/>
                  <a:pt x="670079" y="95430"/>
                </a:cubicBezTo>
                <a:cubicBezTo>
                  <a:pt x="665433" y="98128"/>
                  <a:pt x="659556" y="99477"/>
                  <a:pt x="652448" y="99477"/>
                </a:cubicBezTo>
                <a:cubicBezTo>
                  <a:pt x="647245" y="99477"/>
                  <a:pt x="642281" y="98603"/>
                  <a:pt x="637556" y="96856"/>
                </a:cubicBezTo>
                <a:cubicBezTo>
                  <a:pt x="631440" y="94632"/>
                  <a:pt x="628382" y="91535"/>
                  <a:pt x="628382" y="87564"/>
                </a:cubicBezTo>
                <a:cubicBezTo>
                  <a:pt x="628382" y="85975"/>
                  <a:pt x="629008" y="84585"/>
                  <a:pt x="630259" y="83394"/>
                </a:cubicBezTo>
                <a:cubicBezTo>
                  <a:pt x="631510" y="82203"/>
                  <a:pt x="632929" y="81607"/>
                  <a:pt x="634518" y="81607"/>
                </a:cubicBezTo>
                <a:cubicBezTo>
                  <a:pt x="635749" y="81607"/>
                  <a:pt x="637337" y="82560"/>
                  <a:pt x="639283" y="84466"/>
                </a:cubicBezTo>
                <a:cubicBezTo>
                  <a:pt x="640236" y="85379"/>
                  <a:pt x="642381" y="86134"/>
                  <a:pt x="645717" y="86730"/>
                </a:cubicBezTo>
                <a:cubicBezTo>
                  <a:pt x="648377" y="87206"/>
                  <a:pt x="650621" y="87444"/>
                  <a:pt x="652448" y="87444"/>
                </a:cubicBezTo>
                <a:cubicBezTo>
                  <a:pt x="655783" y="87444"/>
                  <a:pt x="658722" y="87048"/>
                  <a:pt x="661264" y="86255"/>
                </a:cubicBezTo>
                <a:cubicBezTo>
                  <a:pt x="664957" y="85105"/>
                  <a:pt x="666803" y="83280"/>
                  <a:pt x="666803" y="80782"/>
                </a:cubicBezTo>
                <a:cubicBezTo>
                  <a:pt x="666803" y="75388"/>
                  <a:pt x="663031" y="71739"/>
                  <a:pt x="655486" y="69835"/>
                </a:cubicBezTo>
                <a:lnTo>
                  <a:pt x="649291" y="68465"/>
                </a:lnTo>
                <a:cubicBezTo>
                  <a:pt x="644009" y="67312"/>
                  <a:pt x="640256" y="65961"/>
                  <a:pt x="638032" y="64411"/>
                </a:cubicBezTo>
                <a:cubicBezTo>
                  <a:pt x="634816" y="62186"/>
                  <a:pt x="633207" y="58829"/>
                  <a:pt x="633207" y="54340"/>
                </a:cubicBezTo>
                <a:cubicBezTo>
                  <a:pt x="633207" y="46035"/>
                  <a:pt x="637119" y="40115"/>
                  <a:pt x="644942" y="36578"/>
                </a:cubicBezTo>
                <a:cubicBezTo>
                  <a:pt x="647325" y="35506"/>
                  <a:pt x="651137" y="34225"/>
                  <a:pt x="656379" y="32736"/>
                </a:cubicBezTo>
                <a:cubicBezTo>
                  <a:pt x="661621" y="31245"/>
                  <a:pt x="665374" y="29983"/>
                  <a:pt x="667637" y="28950"/>
                </a:cubicBezTo>
                <a:cubicBezTo>
                  <a:pt x="669265" y="28235"/>
                  <a:pt x="671033" y="27877"/>
                  <a:pt x="672939" y="27877"/>
                </a:cubicBezTo>
                <a:cubicBezTo>
                  <a:pt x="674646" y="27877"/>
                  <a:pt x="676046" y="28433"/>
                  <a:pt x="677138" y="29545"/>
                </a:cubicBezTo>
                <a:cubicBezTo>
                  <a:pt x="678230" y="30657"/>
                  <a:pt x="678776" y="32107"/>
                  <a:pt x="678776" y="33894"/>
                </a:cubicBezTo>
                <a:cubicBezTo>
                  <a:pt x="678776" y="35045"/>
                  <a:pt x="679024" y="36733"/>
                  <a:pt x="679521" y="38957"/>
                </a:cubicBezTo>
                <a:cubicBezTo>
                  <a:pt x="680017" y="41181"/>
                  <a:pt x="680265" y="42868"/>
                  <a:pt x="680265" y="44020"/>
                </a:cubicBezTo>
                <a:cubicBezTo>
                  <a:pt x="680265" y="45807"/>
                  <a:pt x="679719" y="47257"/>
                  <a:pt x="678627" y="48368"/>
                </a:cubicBezTo>
                <a:cubicBezTo>
                  <a:pt x="677535" y="49480"/>
                  <a:pt x="676135" y="50036"/>
                  <a:pt x="674428" y="50036"/>
                </a:cubicBezTo>
                <a:close/>
                <a:moveTo>
                  <a:pt x="744976" y="42760"/>
                </a:moveTo>
                <a:lnTo>
                  <a:pt x="724365" y="87322"/>
                </a:lnTo>
                <a:cubicBezTo>
                  <a:pt x="719282" y="98164"/>
                  <a:pt x="715391" y="107239"/>
                  <a:pt x="712690" y="114546"/>
                </a:cubicBezTo>
                <a:lnTo>
                  <a:pt x="708759" y="126103"/>
                </a:lnTo>
                <a:cubicBezTo>
                  <a:pt x="707726" y="129002"/>
                  <a:pt x="705939" y="130452"/>
                  <a:pt x="703398" y="130452"/>
                </a:cubicBezTo>
                <a:cubicBezTo>
                  <a:pt x="701730" y="130452"/>
                  <a:pt x="700290" y="129903"/>
                  <a:pt x="699079" y="128804"/>
                </a:cubicBezTo>
                <a:cubicBezTo>
                  <a:pt x="697868" y="127707"/>
                  <a:pt x="697262" y="126341"/>
                  <a:pt x="697262" y="124704"/>
                </a:cubicBezTo>
                <a:cubicBezTo>
                  <a:pt x="697262" y="120713"/>
                  <a:pt x="701551" y="109229"/>
                  <a:pt x="710129" y="90253"/>
                </a:cubicBezTo>
                <a:lnTo>
                  <a:pt x="688804" y="49156"/>
                </a:lnTo>
                <a:lnTo>
                  <a:pt x="686123" y="44800"/>
                </a:lnTo>
                <a:cubicBezTo>
                  <a:pt x="685051" y="42971"/>
                  <a:pt x="684515" y="41440"/>
                  <a:pt x="684515" y="40208"/>
                </a:cubicBezTo>
                <a:cubicBezTo>
                  <a:pt x="684515" y="38580"/>
                  <a:pt x="685140" y="37150"/>
                  <a:pt x="686391" y="35919"/>
                </a:cubicBezTo>
                <a:cubicBezTo>
                  <a:pt x="687642" y="34688"/>
                  <a:pt x="689042" y="34072"/>
                  <a:pt x="690591" y="34072"/>
                </a:cubicBezTo>
                <a:cubicBezTo>
                  <a:pt x="692418" y="34072"/>
                  <a:pt x="693827" y="34767"/>
                  <a:pt x="694820" y="36157"/>
                </a:cubicBezTo>
                <a:cubicBezTo>
                  <a:pt x="701571" y="45543"/>
                  <a:pt x="708818" y="58905"/>
                  <a:pt x="716562" y="76244"/>
                </a:cubicBezTo>
                <a:lnTo>
                  <a:pt x="725378" y="55630"/>
                </a:lnTo>
                <a:cubicBezTo>
                  <a:pt x="728555" y="48518"/>
                  <a:pt x="731613" y="42404"/>
                  <a:pt x="734551" y="37289"/>
                </a:cubicBezTo>
                <a:cubicBezTo>
                  <a:pt x="735822" y="35065"/>
                  <a:pt x="737490" y="33953"/>
                  <a:pt x="739555" y="33953"/>
                </a:cubicBezTo>
                <a:cubicBezTo>
                  <a:pt x="741183" y="33953"/>
                  <a:pt x="742623" y="34528"/>
                  <a:pt x="743874" y="35679"/>
                </a:cubicBezTo>
                <a:cubicBezTo>
                  <a:pt x="745125" y="36829"/>
                  <a:pt x="745750" y="38198"/>
                  <a:pt x="745750" y="39785"/>
                </a:cubicBezTo>
                <a:cubicBezTo>
                  <a:pt x="745750" y="40658"/>
                  <a:pt x="745492" y="41649"/>
                  <a:pt x="744976" y="42760"/>
                </a:cubicBezTo>
                <a:close/>
                <a:moveTo>
                  <a:pt x="796446" y="50036"/>
                </a:moveTo>
                <a:cubicBezTo>
                  <a:pt x="794262" y="50036"/>
                  <a:pt x="792733" y="49307"/>
                  <a:pt x="791859" y="47847"/>
                </a:cubicBezTo>
                <a:cubicBezTo>
                  <a:pt x="791264" y="46822"/>
                  <a:pt x="790747" y="44693"/>
                  <a:pt x="790311" y="41459"/>
                </a:cubicBezTo>
                <a:cubicBezTo>
                  <a:pt x="787332" y="42212"/>
                  <a:pt x="782746" y="43600"/>
                  <a:pt x="776551" y="45623"/>
                </a:cubicBezTo>
                <a:cubicBezTo>
                  <a:pt x="770157" y="48162"/>
                  <a:pt x="766940" y="51295"/>
                  <a:pt x="766901" y="55023"/>
                </a:cubicBezTo>
                <a:cubicBezTo>
                  <a:pt x="768092" y="55460"/>
                  <a:pt x="769263" y="55778"/>
                  <a:pt x="770415" y="55976"/>
                </a:cubicBezTo>
                <a:cubicBezTo>
                  <a:pt x="779549" y="57602"/>
                  <a:pt x="786339" y="59843"/>
                  <a:pt x="790787" y="62700"/>
                </a:cubicBezTo>
                <a:cubicBezTo>
                  <a:pt x="797260" y="66866"/>
                  <a:pt x="800496" y="72896"/>
                  <a:pt x="800496" y="80792"/>
                </a:cubicBezTo>
                <a:cubicBezTo>
                  <a:pt x="800496" y="87258"/>
                  <a:pt x="797697" y="92138"/>
                  <a:pt x="792098" y="95430"/>
                </a:cubicBezTo>
                <a:cubicBezTo>
                  <a:pt x="787451" y="98128"/>
                  <a:pt x="781574" y="99477"/>
                  <a:pt x="774466" y="99477"/>
                </a:cubicBezTo>
                <a:cubicBezTo>
                  <a:pt x="769263" y="99477"/>
                  <a:pt x="764300" y="98603"/>
                  <a:pt x="759574" y="96856"/>
                </a:cubicBezTo>
                <a:cubicBezTo>
                  <a:pt x="753458" y="94632"/>
                  <a:pt x="750401" y="91535"/>
                  <a:pt x="750401" y="87564"/>
                </a:cubicBezTo>
                <a:cubicBezTo>
                  <a:pt x="750401" y="85975"/>
                  <a:pt x="751026" y="84585"/>
                  <a:pt x="752277" y="83394"/>
                </a:cubicBezTo>
                <a:cubicBezTo>
                  <a:pt x="753528" y="82203"/>
                  <a:pt x="754948" y="81607"/>
                  <a:pt x="756536" y="81607"/>
                </a:cubicBezTo>
                <a:cubicBezTo>
                  <a:pt x="757767" y="81607"/>
                  <a:pt x="759356" y="82560"/>
                  <a:pt x="761301" y="84466"/>
                </a:cubicBezTo>
                <a:cubicBezTo>
                  <a:pt x="762254" y="85379"/>
                  <a:pt x="764399" y="86134"/>
                  <a:pt x="767735" y="86730"/>
                </a:cubicBezTo>
                <a:cubicBezTo>
                  <a:pt x="770395" y="87206"/>
                  <a:pt x="772639" y="87444"/>
                  <a:pt x="774466" y="87444"/>
                </a:cubicBezTo>
                <a:cubicBezTo>
                  <a:pt x="777801" y="87444"/>
                  <a:pt x="780740" y="87048"/>
                  <a:pt x="783282" y="86255"/>
                </a:cubicBezTo>
                <a:cubicBezTo>
                  <a:pt x="786975" y="85105"/>
                  <a:pt x="788821" y="83280"/>
                  <a:pt x="788821" y="80782"/>
                </a:cubicBezTo>
                <a:cubicBezTo>
                  <a:pt x="788821" y="75388"/>
                  <a:pt x="785049" y="71739"/>
                  <a:pt x="777504" y="69835"/>
                </a:cubicBezTo>
                <a:lnTo>
                  <a:pt x="771309" y="68465"/>
                </a:lnTo>
                <a:cubicBezTo>
                  <a:pt x="766027" y="67312"/>
                  <a:pt x="762274" y="65961"/>
                  <a:pt x="760050" y="64411"/>
                </a:cubicBezTo>
                <a:cubicBezTo>
                  <a:pt x="756834" y="62186"/>
                  <a:pt x="755226" y="58829"/>
                  <a:pt x="755226" y="54340"/>
                </a:cubicBezTo>
                <a:cubicBezTo>
                  <a:pt x="755226" y="46035"/>
                  <a:pt x="759137" y="40115"/>
                  <a:pt x="766960" y="36578"/>
                </a:cubicBezTo>
                <a:cubicBezTo>
                  <a:pt x="769343" y="35506"/>
                  <a:pt x="773155" y="34225"/>
                  <a:pt x="778397" y="32736"/>
                </a:cubicBezTo>
                <a:cubicBezTo>
                  <a:pt x="783639" y="31245"/>
                  <a:pt x="787392" y="29983"/>
                  <a:pt x="789655" y="28950"/>
                </a:cubicBezTo>
                <a:cubicBezTo>
                  <a:pt x="791283" y="28235"/>
                  <a:pt x="793051" y="27877"/>
                  <a:pt x="794957" y="27877"/>
                </a:cubicBezTo>
                <a:cubicBezTo>
                  <a:pt x="796664" y="27877"/>
                  <a:pt x="798064" y="28433"/>
                  <a:pt x="799156" y="29545"/>
                </a:cubicBezTo>
                <a:cubicBezTo>
                  <a:pt x="800248" y="30657"/>
                  <a:pt x="800794" y="32107"/>
                  <a:pt x="800794" y="33894"/>
                </a:cubicBezTo>
                <a:cubicBezTo>
                  <a:pt x="800794" y="35045"/>
                  <a:pt x="801043" y="36733"/>
                  <a:pt x="801539" y="38957"/>
                </a:cubicBezTo>
                <a:cubicBezTo>
                  <a:pt x="802035" y="41181"/>
                  <a:pt x="802284" y="42868"/>
                  <a:pt x="802284" y="44020"/>
                </a:cubicBezTo>
                <a:cubicBezTo>
                  <a:pt x="802284" y="45807"/>
                  <a:pt x="801737" y="47257"/>
                  <a:pt x="800645" y="48368"/>
                </a:cubicBezTo>
                <a:cubicBezTo>
                  <a:pt x="799553" y="49480"/>
                  <a:pt x="798154" y="50036"/>
                  <a:pt x="796446" y="50036"/>
                </a:cubicBezTo>
                <a:close/>
                <a:moveTo>
                  <a:pt x="854901" y="45204"/>
                </a:moveTo>
                <a:cubicBezTo>
                  <a:pt x="854067" y="45204"/>
                  <a:pt x="853085" y="45164"/>
                  <a:pt x="851953" y="45085"/>
                </a:cubicBezTo>
                <a:cubicBezTo>
                  <a:pt x="850821" y="45004"/>
                  <a:pt x="849838" y="44964"/>
                  <a:pt x="849004" y="44964"/>
                </a:cubicBezTo>
                <a:cubicBezTo>
                  <a:pt x="848091" y="44964"/>
                  <a:pt x="845390" y="45265"/>
                  <a:pt x="840903" y="45867"/>
                </a:cubicBezTo>
                <a:lnTo>
                  <a:pt x="842035" y="81032"/>
                </a:lnTo>
                <a:lnTo>
                  <a:pt x="842094" y="83651"/>
                </a:lnTo>
                <a:lnTo>
                  <a:pt x="842154" y="86685"/>
                </a:lnTo>
                <a:cubicBezTo>
                  <a:pt x="842313" y="95372"/>
                  <a:pt x="840228" y="99715"/>
                  <a:pt x="835899" y="99715"/>
                </a:cubicBezTo>
                <a:cubicBezTo>
                  <a:pt x="834311" y="99715"/>
                  <a:pt x="832931" y="99200"/>
                  <a:pt x="831760" y="98168"/>
                </a:cubicBezTo>
                <a:cubicBezTo>
                  <a:pt x="830588" y="97137"/>
                  <a:pt x="830002" y="95848"/>
                  <a:pt x="830002" y="94300"/>
                </a:cubicBezTo>
                <a:cubicBezTo>
                  <a:pt x="830002" y="92794"/>
                  <a:pt x="830062" y="90533"/>
                  <a:pt x="830181" y="87519"/>
                </a:cubicBezTo>
                <a:cubicBezTo>
                  <a:pt x="830300" y="84503"/>
                  <a:pt x="830360" y="82242"/>
                  <a:pt x="830360" y="80734"/>
                </a:cubicBezTo>
                <a:lnTo>
                  <a:pt x="829168" y="45986"/>
                </a:lnTo>
                <a:cubicBezTo>
                  <a:pt x="826269" y="45867"/>
                  <a:pt x="821861" y="45527"/>
                  <a:pt x="815944" y="44968"/>
                </a:cubicBezTo>
                <a:cubicBezTo>
                  <a:pt x="812410" y="44489"/>
                  <a:pt x="810643" y="42514"/>
                  <a:pt x="810643" y="39042"/>
                </a:cubicBezTo>
                <a:cubicBezTo>
                  <a:pt x="810643" y="37287"/>
                  <a:pt x="811179" y="35831"/>
                  <a:pt x="812251" y="34675"/>
                </a:cubicBezTo>
                <a:cubicBezTo>
                  <a:pt x="813323" y="33519"/>
                  <a:pt x="814694" y="32941"/>
                  <a:pt x="816361" y="32941"/>
                </a:cubicBezTo>
                <a:lnTo>
                  <a:pt x="828871" y="33953"/>
                </a:lnTo>
                <a:cubicBezTo>
                  <a:pt x="828871" y="31922"/>
                  <a:pt x="828781" y="29204"/>
                  <a:pt x="828602" y="25800"/>
                </a:cubicBezTo>
                <a:cubicBezTo>
                  <a:pt x="828424" y="22395"/>
                  <a:pt x="828334" y="19936"/>
                  <a:pt x="828334" y="18423"/>
                </a:cubicBezTo>
                <a:cubicBezTo>
                  <a:pt x="828334" y="16750"/>
                  <a:pt x="828910" y="15366"/>
                  <a:pt x="830062" y="14272"/>
                </a:cubicBezTo>
                <a:cubicBezTo>
                  <a:pt x="831213" y="13176"/>
                  <a:pt x="832623" y="12628"/>
                  <a:pt x="834291" y="12628"/>
                </a:cubicBezTo>
                <a:cubicBezTo>
                  <a:pt x="837865" y="12628"/>
                  <a:pt x="839950" y="15547"/>
                  <a:pt x="840546" y="21385"/>
                </a:cubicBezTo>
                <a:cubicBezTo>
                  <a:pt x="840665" y="22854"/>
                  <a:pt x="840724" y="24621"/>
                  <a:pt x="840724" y="26686"/>
                </a:cubicBezTo>
                <a:lnTo>
                  <a:pt x="840605" y="30141"/>
                </a:lnTo>
                <a:lnTo>
                  <a:pt x="840546" y="33834"/>
                </a:lnTo>
                <a:cubicBezTo>
                  <a:pt x="845470" y="33199"/>
                  <a:pt x="848289" y="32881"/>
                  <a:pt x="849004" y="32881"/>
                </a:cubicBezTo>
                <a:cubicBezTo>
                  <a:pt x="853134" y="32881"/>
                  <a:pt x="855835" y="33080"/>
                  <a:pt x="857105" y="33477"/>
                </a:cubicBezTo>
                <a:cubicBezTo>
                  <a:pt x="859528" y="34276"/>
                  <a:pt x="860739" y="36160"/>
                  <a:pt x="860739" y="39128"/>
                </a:cubicBezTo>
                <a:cubicBezTo>
                  <a:pt x="860739" y="40893"/>
                  <a:pt x="860193" y="42347"/>
                  <a:pt x="859101" y="43490"/>
                </a:cubicBezTo>
                <a:cubicBezTo>
                  <a:pt x="858009" y="44632"/>
                  <a:pt x="856609" y="45204"/>
                  <a:pt x="854901" y="45204"/>
                </a:cubicBezTo>
                <a:close/>
                <a:moveTo>
                  <a:pt x="899486" y="98643"/>
                </a:moveTo>
                <a:cubicBezTo>
                  <a:pt x="890511" y="98643"/>
                  <a:pt x="883244" y="96398"/>
                  <a:pt x="877685" y="91906"/>
                </a:cubicBezTo>
                <a:cubicBezTo>
                  <a:pt x="871609" y="86938"/>
                  <a:pt x="868571" y="79981"/>
                  <a:pt x="868571" y="71037"/>
                </a:cubicBezTo>
                <a:cubicBezTo>
                  <a:pt x="868571" y="60704"/>
                  <a:pt x="871073" y="52039"/>
                  <a:pt x="876076" y="45044"/>
                </a:cubicBezTo>
                <a:cubicBezTo>
                  <a:pt x="881517" y="37412"/>
                  <a:pt x="888784" y="33596"/>
                  <a:pt x="897878" y="33596"/>
                </a:cubicBezTo>
                <a:cubicBezTo>
                  <a:pt x="904470" y="33596"/>
                  <a:pt x="909851" y="34708"/>
                  <a:pt x="914020" y="36932"/>
                </a:cubicBezTo>
                <a:cubicBezTo>
                  <a:pt x="919143" y="39672"/>
                  <a:pt x="921705" y="43881"/>
                  <a:pt x="921705" y="49560"/>
                </a:cubicBezTo>
                <a:cubicBezTo>
                  <a:pt x="921705" y="53531"/>
                  <a:pt x="919461" y="57145"/>
                  <a:pt x="914974" y="60401"/>
                </a:cubicBezTo>
                <a:cubicBezTo>
                  <a:pt x="912988" y="61831"/>
                  <a:pt x="908779" y="64054"/>
                  <a:pt x="902345" y="67073"/>
                </a:cubicBezTo>
                <a:lnTo>
                  <a:pt x="879591" y="77854"/>
                </a:lnTo>
                <a:cubicBezTo>
                  <a:pt x="881815" y="81150"/>
                  <a:pt x="884584" y="83632"/>
                  <a:pt x="887900" y="85300"/>
                </a:cubicBezTo>
                <a:cubicBezTo>
                  <a:pt x="891216" y="86968"/>
                  <a:pt x="895078" y="87802"/>
                  <a:pt x="899486" y="87802"/>
                </a:cubicBezTo>
                <a:cubicBezTo>
                  <a:pt x="902226" y="87802"/>
                  <a:pt x="905443" y="87286"/>
                  <a:pt x="909136" y="86253"/>
                </a:cubicBezTo>
                <a:cubicBezTo>
                  <a:pt x="913822" y="84943"/>
                  <a:pt x="916840" y="83225"/>
                  <a:pt x="918190" y="81101"/>
                </a:cubicBezTo>
                <a:cubicBezTo>
                  <a:pt x="919540" y="78976"/>
                  <a:pt x="920990" y="77914"/>
                  <a:pt x="922539" y="77914"/>
                </a:cubicBezTo>
                <a:cubicBezTo>
                  <a:pt x="923928" y="77914"/>
                  <a:pt x="925169" y="78442"/>
                  <a:pt x="926262" y="79498"/>
                </a:cubicBezTo>
                <a:cubicBezTo>
                  <a:pt x="927354" y="80553"/>
                  <a:pt x="927900" y="81777"/>
                  <a:pt x="927900" y="83171"/>
                </a:cubicBezTo>
                <a:cubicBezTo>
                  <a:pt x="927900" y="87591"/>
                  <a:pt x="924345" y="91394"/>
                  <a:pt x="917237" y="94581"/>
                </a:cubicBezTo>
                <a:cubicBezTo>
                  <a:pt x="911161" y="97289"/>
                  <a:pt x="905244" y="98643"/>
                  <a:pt x="899486" y="98643"/>
                </a:cubicBezTo>
                <a:moveTo>
                  <a:pt x="897878" y="44318"/>
                </a:moveTo>
                <a:cubicBezTo>
                  <a:pt x="893033" y="44318"/>
                  <a:pt x="889002" y="46194"/>
                  <a:pt x="885786" y="49947"/>
                </a:cubicBezTo>
                <a:cubicBezTo>
                  <a:pt x="882569" y="53700"/>
                  <a:pt x="880167" y="59349"/>
                  <a:pt x="878578" y="66894"/>
                </a:cubicBezTo>
                <a:lnTo>
                  <a:pt x="896865" y="58197"/>
                </a:lnTo>
                <a:cubicBezTo>
                  <a:pt x="904053" y="54702"/>
                  <a:pt x="909176" y="51665"/>
                  <a:pt x="912233" y="49083"/>
                </a:cubicBezTo>
                <a:cubicBezTo>
                  <a:pt x="908818" y="45906"/>
                  <a:pt x="904033" y="44318"/>
                  <a:pt x="897878" y="44318"/>
                </a:cubicBezTo>
                <a:close/>
                <a:moveTo>
                  <a:pt x="1014914" y="100907"/>
                </a:moveTo>
                <a:cubicBezTo>
                  <a:pt x="1011658" y="100907"/>
                  <a:pt x="1009752" y="99175"/>
                  <a:pt x="1009196" y="95713"/>
                </a:cubicBezTo>
                <a:cubicBezTo>
                  <a:pt x="1008481" y="91335"/>
                  <a:pt x="1007766" y="85167"/>
                  <a:pt x="1007052" y="77208"/>
                </a:cubicBezTo>
                <a:lnTo>
                  <a:pt x="1005026" y="58701"/>
                </a:lnTo>
                <a:cubicBezTo>
                  <a:pt x="1004629" y="55956"/>
                  <a:pt x="1003954" y="53270"/>
                  <a:pt x="1003001" y="50643"/>
                </a:cubicBezTo>
                <a:cubicBezTo>
                  <a:pt x="1001651" y="47062"/>
                  <a:pt x="1000181" y="45271"/>
                  <a:pt x="998593" y="45271"/>
                </a:cubicBezTo>
                <a:cubicBezTo>
                  <a:pt x="997124" y="45271"/>
                  <a:pt x="994384" y="46523"/>
                  <a:pt x="990373" y="49027"/>
                </a:cubicBezTo>
                <a:cubicBezTo>
                  <a:pt x="986560" y="51333"/>
                  <a:pt x="984059" y="53182"/>
                  <a:pt x="982867" y="54573"/>
                </a:cubicBezTo>
                <a:cubicBezTo>
                  <a:pt x="982828" y="58309"/>
                  <a:pt x="982927" y="62046"/>
                  <a:pt x="983165" y="65783"/>
                </a:cubicBezTo>
                <a:lnTo>
                  <a:pt x="984952" y="81704"/>
                </a:lnTo>
                <a:cubicBezTo>
                  <a:pt x="985707" y="87984"/>
                  <a:pt x="986084" y="93172"/>
                  <a:pt x="986084" y="97267"/>
                </a:cubicBezTo>
                <a:cubicBezTo>
                  <a:pt x="986084" y="99016"/>
                  <a:pt x="985538" y="100457"/>
                  <a:pt x="984446" y="101590"/>
                </a:cubicBezTo>
                <a:cubicBezTo>
                  <a:pt x="983354" y="102723"/>
                  <a:pt x="981954" y="103289"/>
                  <a:pt x="980246" y="103289"/>
                </a:cubicBezTo>
                <a:cubicBezTo>
                  <a:pt x="978539" y="103289"/>
                  <a:pt x="977139" y="102723"/>
                  <a:pt x="976047" y="101590"/>
                </a:cubicBezTo>
                <a:cubicBezTo>
                  <a:pt x="974955" y="100457"/>
                  <a:pt x="974409" y="99016"/>
                  <a:pt x="974409" y="97267"/>
                </a:cubicBezTo>
                <a:cubicBezTo>
                  <a:pt x="974409" y="92457"/>
                  <a:pt x="973922" y="85352"/>
                  <a:pt x="972949" y="75950"/>
                </a:cubicBezTo>
                <a:cubicBezTo>
                  <a:pt x="971976" y="66548"/>
                  <a:pt x="971490" y="59442"/>
                  <a:pt x="971490" y="54632"/>
                </a:cubicBezTo>
                <a:cubicBezTo>
                  <a:pt x="971490" y="50419"/>
                  <a:pt x="970894" y="47140"/>
                  <a:pt x="969703" y="44794"/>
                </a:cubicBezTo>
                <a:cubicBezTo>
                  <a:pt x="966923" y="46068"/>
                  <a:pt x="964104" y="48137"/>
                  <a:pt x="961244" y="51002"/>
                </a:cubicBezTo>
                <a:lnTo>
                  <a:pt x="954216" y="58884"/>
                </a:lnTo>
                <a:cubicBezTo>
                  <a:pt x="953580" y="59838"/>
                  <a:pt x="952567" y="61092"/>
                  <a:pt x="951178" y="62644"/>
                </a:cubicBezTo>
                <a:cubicBezTo>
                  <a:pt x="951178" y="65032"/>
                  <a:pt x="950959" y="68554"/>
                  <a:pt x="950522" y="73212"/>
                </a:cubicBezTo>
                <a:cubicBezTo>
                  <a:pt x="950086" y="77868"/>
                  <a:pt x="949867" y="81310"/>
                  <a:pt x="949867" y="83539"/>
                </a:cubicBezTo>
                <a:cubicBezTo>
                  <a:pt x="949867" y="84733"/>
                  <a:pt x="950056" y="86405"/>
                  <a:pt x="950433" y="88554"/>
                </a:cubicBezTo>
                <a:cubicBezTo>
                  <a:pt x="950810" y="90702"/>
                  <a:pt x="950999" y="92254"/>
                  <a:pt x="950999" y="93209"/>
                </a:cubicBezTo>
                <a:cubicBezTo>
                  <a:pt x="950999" y="94841"/>
                  <a:pt x="950393" y="96214"/>
                  <a:pt x="949182" y="97329"/>
                </a:cubicBezTo>
                <a:cubicBezTo>
                  <a:pt x="947971" y="98443"/>
                  <a:pt x="946551" y="99000"/>
                  <a:pt x="944923" y="99000"/>
                </a:cubicBezTo>
                <a:cubicBezTo>
                  <a:pt x="940436" y="99000"/>
                  <a:pt x="938192" y="93893"/>
                  <a:pt x="938192" y="83679"/>
                </a:cubicBezTo>
                <a:cubicBezTo>
                  <a:pt x="938192" y="81294"/>
                  <a:pt x="938410" y="77736"/>
                  <a:pt x="938847" y="73007"/>
                </a:cubicBezTo>
                <a:cubicBezTo>
                  <a:pt x="939284" y="68278"/>
                  <a:pt x="939502" y="64720"/>
                  <a:pt x="939502" y="62335"/>
                </a:cubicBezTo>
                <a:cubicBezTo>
                  <a:pt x="939502" y="60229"/>
                  <a:pt x="939314" y="57070"/>
                  <a:pt x="938937" y="52856"/>
                </a:cubicBezTo>
                <a:cubicBezTo>
                  <a:pt x="938559" y="48643"/>
                  <a:pt x="938371" y="45463"/>
                  <a:pt x="938371" y="43316"/>
                </a:cubicBezTo>
                <a:cubicBezTo>
                  <a:pt x="938371" y="34294"/>
                  <a:pt x="940396" y="29784"/>
                  <a:pt x="944447" y="29784"/>
                </a:cubicBezTo>
                <a:cubicBezTo>
                  <a:pt x="945995" y="29784"/>
                  <a:pt x="947415" y="30449"/>
                  <a:pt x="948706" y="31779"/>
                </a:cubicBezTo>
                <a:cubicBezTo>
                  <a:pt x="949996" y="33109"/>
                  <a:pt x="950641" y="34569"/>
                  <a:pt x="950641" y="36157"/>
                </a:cubicBezTo>
                <a:cubicBezTo>
                  <a:pt x="950641" y="36912"/>
                  <a:pt x="950542" y="38083"/>
                  <a:pt x="950344" y="39672"/>
                </a:cubicBezTo>
                <a:cubicBezTo>
                  <a:pt x="950145" y="41260"/>
                  <a:pt x="950046" y="42471"/>
                  <a:pt x="950046" y="43305"/>
                </a:cubicBezTo>
                <a:lnTo>
                  <a:pt x="950165" y="49560"/>
                </a:lnTo>
                <a:cubicBezTo>
                  <a:pt x="952230" y="45311"/>
                  <a:pt x="955268" y="41469"/>
                  <a:pt x="959279" y="38034"/>
                </a:cubicBezTo>
                <a:cubicBezTo>
                  <a:pt x="963290" y="34599"/>
                  <a:pt x="966705" y="32881"/>
                  <a:pt x="969524" y="32881"/>
                </a:cubicBezTo>
                <a:cubicBezTo>
                  <a:pt x="975759" y="32881"/>
                  <a:pt x="980048" y="35979"/>
                  <a:pt x="982391" y="42173"/>
                </a:cubicBezTo>
                <a:cubicBezTo>
                  <a:pt x="984575" y="39275"/>
                  <a:pt x="987176" y="37100"/>
                  <a:pt x="990194" y="35651"/>
                </a:cubicBezTo>
                <a:cubicBezTo>
                  <a:pt x="993212" y="34201"/>
                  <a:pt x="996667" y="33477"/>
                  <a:pt x="1000559" y="33477"/>
                </a:cubicBezTo>
                <a:cubicBezTo>
                  <a:pt x="1007190" y="33477"/>
                  <a:pt x="1011718" y="37057"/>
                  <a:pt x="1014140" y="44217"/>
                </a:cubicBezTo>
                <a:cubicBezTo>
                  <a:pt x="1014617" y="45649"/>
                  <a:pt x="1015431" y="51239"/>
                  <a:pt x="1016582" y="60986"/>
                </a:cubicBezTo>
                <a:cubicBezTo>
                  <a:pt x="1017694" y="67828"/>
                  <a:pt x="1019124" y="79226"/>
                  <a:pt x="1020871" y="95179"/>
                </a:cubicBezTo>
                <a:cubicBezTo>
                  <a:pt x="1020990" y="96770"/>
                  <a:pt x="1020454" y="98122"/>
                  <a:pt x="1019263" y="99235"/>
                </a:cubicBezTo>
                <a:cubicBezTo>
                  <a:pt x="1018071" y="100349"/>
                  <a:pt x="1016622" y="100907"/>
                  <a:pt x="1014914" y="100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•Scribe’sSign">
            <a:extLst xmlns:a="http://schemas.openxmlformats.org/drawingml/2006/main">
              <a:ext uri="{FF2B5EF4-FFF2-40B4-BE49-F238E27FC236}">
                <a16:creationId xmlns:a16="http://schemas.microsoft.com/office/drawing/2014/main" id="{BC740B1B-8E75-473C-978C-1FE030D3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4" y="1284709"/>
            <a:ext cx="835892" cy="127950"/>
          </a:xfrm>
          <a:custGeom xmlns:a="http://schemas.openxmlformats.org/drawingml/2006/main">
            <a:pathLst>
              <a:path w="835892" h="127950">
                <a:moveTo>
                  <a:pt x="0" y="51585"/>
                </a:moveTo>
                <a:cubicBezTo>
                  <a:pt x="0" y="47415"/>
                  <a:pt x="1479" y="43861"/>
                  <a:pt x="4438" y="40923"/>
                </a:cubicBezTo>
                <a:cubicBezTo>
                  <a:pt x="7396" y="37984"/>
                  <a:pt x="10940" y="36515"/>
                  <a:pt x="15070" y="36515"/>
                </a:cubicBezTo>
                <a:cubicBezTo>
                  <a:pt x="19240" y="36515"/>
                  <a:pt x="22804" y="37984"/>
                  <a:pt x="25763" y="40923"/>
                </a:cubicBezTo>
                <a:cubicBezTo>
                  <a:pt x="28721" y="43861"/>
                  <a:pt x="30201" y="47415"/>
                  <a:pt x="30201" y="51585"/>
                </a:cubicBezTo>
                <a:cubicBezTo>
                  <a:pt x="30201" y="55755"/>
                  <a:pt x="28721" y="59319"/>
                  <a:pt x="25763" y="62277"/>
                </a:cubicBezTo>
                <a:cubicBezTo>
                  <a:pt x="22804" y="65236"/>
                  <a:pt x="19240" y="66715"/>
                  <a:pt x="15070" y="66715"/>
                </a:cubicBezTo>
                <a:cubicBezTo>
                  <a:pt x="10940" y="66715"/>
                  <a:pt x="7396" y="65236"/>
                  <a:pt x="4438" y="62277"/>
                </a:cubicBezTo>
                <a:cubicBezTo>
                  <a:pt x="1479" y="59319"/>
                  <a:pt x="0" y="55755"/>
                  <a:pt x="0" y="51585"/>
                </a:cubicBezTo>
                <a:close/>
                <a:moveTo>
                  <a:pt x="99957" y="79537"/>
                </a:moveTo>
                <a:cubicBezTo>
                  <a:pt x="99918" y="77864"/>
                  <a:pt x="100484" y="76500"/>
                  <a:pt x="101655" y="75445"/>
                </a:cubicBezTo>
                <a:cubicBezTo>
                  <a:pt x="102827" y="74391"/>
                  <a:pt x="104266" y="73863"/>
                  <a:pt x="105974" y="73863"/>
                </a:cubicBezTo>
                <a:cubicBezTo>
                  <a:pt x="107920" y="73863"/>
                  <a:pt x="109627" y="74980"/>
                  <a:pt x="111097" y="77214"/>
                </a:cubicBezTo>
                <a:cubicBezTo>
                  <a:pt x="113122" y="80247"/>
                  <a:pt x="114929" y="82302"/>
                  <a:pt x="116517" y="83379"/>
                </a:cubicBezTo>
                <a:cubicBezTo>
                  <a:pt x="119893" y="85613"/>
                  <a:pt x="124797" y="86730"/>
                  <a:pt x="131230" y="86730"/>
                </a:cubicBezTo>
                <a:cubicBezTo>
                  <a:pt x="137385" y="86730"/>
                  <a:pt x="143104" y="85397"/>
                  <a:pt x="148386" y="82731"/>
                </a:cubicBezTo>
                <a:cubicBezTo>
                  <a:pt x="155136" y="79310"/>
                  <a:pt x="158512" y="74556"/>
                  <a:pt x="158512" y="68470"/>
                </a:cubicBezTo>
                <a:cubicBezTo>
                  <a:pt x="158512" y="63458"/>
                  <a:pt x="155673" y="59500"/>
                  <a:pt x="149994" y="56596"/>
                </a:cubicBezTo>
                <a:cubicBezTo>
                  <a:pt x="145189" y="54089"/>
                  <a:pt x="139252" y="52737"/>
                  <a:pt x="132183" y="52538"/>
                </a:cubicBezTo>
                <a:cubicBezTo>
                  <a:pt x="125909" y="52300"/>
                  <a:pt x="120568" y="50928"/>
                  <a:pt x="116160" y="48422"/>
                </a:cubicBezTo>
                <a:cubicBezTo>
                  <a:pt x="110521" y="45202"/>
                  <a:pt x="107701" y="40589"/>
                  <a:pt x="107701" y="34584"/>
                </a:cubicBezTo>
                <a:cubicBezTo>
                  <a:pt x="107701" y="27507"/>
                  <a:pt x="111712" y="21046"/>
                  <a:pt x="119734" y="15201"/>
                </a:cubicBezTo>
                <a:cubicBezTo>
                  <a:pt x="127398" y="9673"/>
                  <a:pt x="135320" y="6910"/>
                  <a:pt x="143501" y="6910"/>
                </a:cubicBezTo>
                <a:cubicBezTo>
                  <a:pt x="147353" y="6910"/>
                  <a:pt x="151701" y="7568"/>
                  <a:pt x="156546" y="8885"/>
                </a:cubicBezTo>
                <a:cubicBezTo>
                  <a:pt x="162979" y="10600"/>
                  <a:pt x="166196" y="12793"/>
                  <a:pt x="166196" y="15465"/>
                </a:cubicBezTo>
                <a:cubicBezTo>
                  <a:pt x="166196" y="18975"/>
                  <a:pt x="164409" y="20729"/>
                  <a:pt x="160835" y="20729"/>
                </a:cubicBezTo>
                <a:cubicBezTo>
                  <a:pt x="159247" y="20729"/>
                  <a:pt x="156467" y="20302"/>
                  <a:pt x="152496" y="19449"/>
                </a:cubicBezTo>
                <a:cubicBezTo>
                  <a:pt x="148525" y="18595"/>
                  <a:pt x="145447" y="18188"/>
                  <a:pt x="143263" y="18228"/>
                </a:cubicBezTo>
                <a:cubicBezTo>
                  <a:pt x="137068" y="18307"/>
                  <a:pt x="131806" y="19832"/>
                  <a:pt x="127477" y="22803"/>
                </a:cubicBezTo>
                <a:cubicBezTo>
                  <a:pt x="123030" y="25853"/>
                  <a:pt x="120806" y="29557"/>
                  <a:pt x="120806" y="33914"/>
                </a:cubicBezTo>
                <a:cubicBezTo>
                  <a:pt x="120806" y="37203"/>
                  <a:pt x="123745" y="39520"/>
                  <a:pt x="129622" y="40867"/>
                </a:cubicBezTo>
                <a:cubicBezTo>
                  <a:pt x="131806" y="41382"/>
                  <a:pt x="136035" y="41857"/>
                  <a:pt x="142310" y="42293"/>
                </a:cubicBezTo>
                <a:cubicBezTo>
                  <a:pt x="151404" y="42969"/>
                  <a:pt x="158512" y="45834"/>
                  <a:pt x="163635" y="50889"/>
                </a:cubicBezTo>
                <a:cubicBezTo>
                  <a:pt x="168321" y="55505"/>
                  <a:pt x="170664" y="61136"/>
                  <a:pt x="170664" y="67782"/>
                </a:cubicBezTo>
                <a:cubicBezTo>
                  <a:pt x="170664" y="77254"/>
                  <a:pt x="166295" y="84816"/>
                  <a:pt x="157559" y="90467"/>
                </a:cubicBezTo>
                <a:cubicBezTo>
                  <a:pt x="149974" y="95362"/>
                  <a:pt x="141178" y="97809"/>
                  <a:pt x="131171" y="97809"/>
                </a:cubicBezTo>
                <a:cubicBezTo>
                  <a:pt x="123903" y="97809"/>
                  <a:pt x="117252" y="96416"/>
                  <a:pt x="111216" y="93628"/>
                </a:cubicBezTo>
                <a:cubicBezTo>
                  <a:pt x="103829" y="90206"/>
                  <a:pt x="100077" y="85509"/>
                  <a:pt x="99957" y="79537"/>
                </a:cubicBezTo>
                <a:close/>
                <a:moveTo>
                  <a:pt x="212136" y="98167"/>
                </a:moveTo>
                <a:cubicBezTo>
                  <a:pt x="203995" y="98167"/>
                  <a:pt x="197204" y="95700"/>
                  <a:pt x="191764" y="90767"/>
                </a:cubicBezTo>
                <a:cubicBezTo>
                  <a:pt x="186046" y="85596"/>
                  <a:pt x="183186" y="78773"/>
                  <a:pt x="183186" y="70298"/>
                </a:cubicBezTo>
                <a:cubicBezTo>
                  <a:pt x="183186" y="62223"/>
                  <a:pt x="185867" y="53890"/>
                  <a:pt x="191228" y="45297"/>
                </a:cubicBezTo>
                <a:cubicBezTo>
                  <a:pt x="197185" y="35749"/>
                  <a:pt x="203896" y="30975"/>
                  <a:pt x="211362" y="30975"/>
                </a:cubicBezTo>
                <a:cubicBezTo>
                  <a:pt x="215253" y="30975"/>
                  <a:pt x="219602" y="31891"/>
                  <a:pt x="224407" y="33724"/>
                </a:cubicBezTo>
                <a:cubicBezTo>
                  <a:pt x="230483" y="36076"/>
                  <a:pt x="233521" y="38945"/>
                  <a:pt x="233521" y="42332"/>
                </a:cubicBezTo>
                <a:cubicBezTo>
                  <a:pt x="233521" y="43846"/>
                  <a:pt x="233024" y="45191"/>
                  <a:pt x="232031" y="46367"/>
                </a:cubicBezTo>
                <a:cubicBezTo>
                  <a:pt x="231039" y="47543"/>
                  <a:pt x="229808" y="48130"/>
                  <a:pt x="228338" y="48130"/>
                </a:cubicBezTo>
                <a:cubicBezTo>
                  <a:pt x="227187" y="48130"/>
                  <a:pt x="226184" y="47780"/>
                  <a:pt x="225330" y="47078"/>
                </a:cubicBezTo>
                <a:cubicBezTo>
                  <a:pt x="224476" y="46376"/>
                  <a:pt x="223652" y="45684"/>
                  <a:pt x="222858" y="45001"/>
                </a:cubicBezTo>
                <a:cubicBezTo>
                  <a:pt x="220515" y="43116"/>
                  <a:pt x="216683" y="42173"/>
                  <a:pt x="211362" y="42173"/>
                </a:cubicBezTo>
                <a:cubicBezTo>
                  <a:pt x="207311" y="42173"/>
                  <a:pt x="203300" y="45797"/>
                  <a:pt x="199329" y="53044"/>
                </a:cubicBezTo>
                <a:cubicBezTo>
                  <a:pt x="195715" y="59694"/>
                  <a:pt x="193908" y="65447"/>
                  <a:pt x="193908" y="70304"/>
                </a:cubicBezTo>
                <a:cubicBezTo>
                  <a:pt x="193908" y="75560"/>
                  <a:pt x="195695" y="79701"/>
                  <a:pt x="199269" y="82727"/>
                </a:cubicBezTo>
                <a:cubicBezTo>
                  <a:pt x="202605" y="85554"/>
                  <a:pt x="206894" y="86968"/>
                  <a:pt x="212136" y="86968"/>
                </a:cubicBezTo>
                <a:cubicBezTo>
                  <a:pt x="214519" y="86968"/>
                  <a:pt x="217060" y="86333"/>
                  <a:pt x="219761" y="85062"/>
                </a:cubicBezTo>
                <a:lnTo>
                  <a:pt x="226670" y="81369"/>
                </a:lnTo>
                <a:cubicBezTo>
                  <a:pt x="227862" y="80733"/>
                  <a:pt x="228715" y="80416"/>
                  <a:pt x="229232" y="80416"/>
                </a:cubicBezTo>
                <a:cubicBezTo>
                  <a:pt x="230701" y="80416"/>
                  <a:pt x="231972" y="81001"/>
                  <a:pt x="233044" y="82173"/>
                </a:cubicBezTo>
                <a:cubicBezTo>
                  <a:pt x="234116" y="83344"/>
                  <a:pt x="234652" y="84685"/>
                  <a:pt x="234652" y="86194"/>
                </a:cubicBezTo>
                <a:cubicBezTo>
                  <a:pt x="234652" y="89092"/>
                  <a:pt x="231595" y="91892"/>
                  <a:pt x="225479" y="94593"/>
                </a:cubicBezTo>
                <a:cubicBezTo>
                  <a:pt x="220118" y="96975"/>
                  <a:pt x="215670" y="98167"/>
                  <a:pt x="212136" y="98167"/>
                </a:cubicBezTo>
                <a:close/>
                <a:moveTo>
                  <a:pt x="294796" y="50215"/>
                </a:moveTo>
                <a:cubicBezTo>
                  <a:pt x="294518" y="55179"/>
                  <a:pt x="292532" y="57661"/>
                  <a:pt x="288839" y="57661"/>
                </a:cubicBezTo>
                <a:cubicBezTo>
                  <a:pt x="285424" y="57661"/>
                  <a:pt x="283716" y="55703"/>
                  <a:pt x="283716" y="51788"/>
                </a:cubicBezTo>
                <a:cubicBezTo>
                  <a:pt x="283716" y="51036"/>
                  <a:pt x="283657" y="49651"/>
                  <a:pt x="283538" y="47633"/>
                </a:cubicBezTo>
                <a:lnTo>
                  <a:pt x="283359" y="42650"/>
                </a:lnTo>
                <a:cubicBezTo>
                  <a:pt x="277085" y="43406"/>
                  <a:pt x="272061" y="45177"/>
                  <a:pt x="268289" y="47963"/>
                </a:cubicBezTo>
                <a:cubicBezTo>
                  <a:pt x="264754" y="50550"/>
                  <a:pt x="261816" y="54451"/>
                  <a:pt x="259473" y="59664"/>
                </a:cubicBezTo>
                <a:lnTo>
                  <a:pt x="259592" y="92375"/>
                </a:lnTo>
                <a:cubicBezTo>
                  <a:pt x="259592" y="96395"/>
                  <a:pt x="257626" y="98405"/>
                  <a:pt x="253695" y="98405"/>
                </a:cubicBezTo>
                <a:cubicBezTo>
                  <a:pt x="250200" y="98405"/>
                  <a:pt x="248453" y="96396"/>
                  <a:pt x="248453" y="92377"/>
                </a:cubicBezTo>
                <a:lnTo>
                  <a:pt x="248453" y="50485"/>
                </a:lnTo>
                <a:cubicBezTo>
                  <a:pt x="248453" y="49172"/>
                  <a:pt x="248502" y="47203"/>
                  <a:pt x="248602" y="44579"/>
                </a:cubicBezTo>
                <a:cubicBezTo>
                  <a:pt x="248701" y="41953"/>
                  <a:pt x="248751" y="39983"/>
                  <a:pt x="248751" y="38670"/>
                </a:cubicBezTo>
                <a:cubicBezTo>
                  <a:pt x="248751" y="34652"/>
                  <a:pt x="250498" y="32643"/>
                  <a:pt x="253992" y="32643"/>
                </a:cubicBezTo>
                <a:cubicBezTo>
                  <a:pt x="257884" y="32643"/>
                  <a:pt x="259850" y="35939"/>
                  <a:pt x="259890" y="42531"/>
                </a:cubicBezTo>
                <a:cubicBezTo>
                  <a:pt x="267514" y="35145"/>
                  <a:pt x="275973" y="31451"/>
                  <a:pt x="285265" y="31451"/>
                </a:cubicBezTo>
                <a:cubicBezTo>
                  <a:pt x="288482" y="31451"/>
                  <a:pt x="290884" y="32663"/>
                  <a:pt x="292473" y="35085"/>
                </a:cubicBezTo>
                <a:cubicBezTo>
                  <a:pt x="294061" y="37507"/>
                  <a:pt x="294855" y="41161"/>
                  <a:pt x="294855" y="46045"/>
                </a:cubicBezTo>
                <a:cubicBezTo>
                  <a:pt x="294855" y="48110"/>
                  <a:pt x="294836" y="49500"/>
                  <a:pt x="294796" y="50215"/>
                </a:cubicBezTo>
                <a:close/>
                <a:moveTo>
                  <a:pt x="318680" y="18942"/>
                </a:moveTo>
                <a:cubicBezTo>
                  <a:pt x="316774" y="18942"/>
                  <a:pt x="315125" y="18267"/>
                  <a:pt x="313736" y="16917"/>
                </a:cubicBezTo>
                <a:cubicBezTo>
                  <a:pt x="312346" y="15567"/>
                  <a:pt x="311651" y="13939"/>
                  <a:pt x="311651" y="12033"/>
                </a:cubicBezTo>
                <a:cubicBezTo>
                  <a:pt x="311651" y="10126"/>
                  <a:pt x="312346" y="8498"/>
                  <a:pt x="313736" y="7148"/>
                </a:cubicBezTo>
                <a:cubicBezTo>
                  <a:pt x="315125" y="5798"/>
                  <a:pt x="316774" y="5123"/>
                  <a:pt x="318680" y="5123"/>
                </a:cubicBezTo>
                <a:cubicBezTo>
                  <a:pt x="320586" y="5123"/>
                  <a:pt x="322224" y="5798"/>
                  <a:pt x="323594" y="7148"/>
                </a:cubicBezTo>
                <a:cubicBezTo>
                  <a:pt x="324964" y="8498"/>
                  <a:pt x="325649" y="10126"/>
                  <a:pt x="325649" y="12033"/>
                </a:cubicBezTo>
                <a:cubicBezTo>
                  <a:pt x="325649" y="13939"/>
                  <a:pt x="324964" y="15567"/>
                  <a:pt x="323594" y="16917"/>
                </a:cubicBezTo>
                <a:cubicBezTo>
                  <a:pt x="322224" y="18267"/>
                  <a:pt x="320586" y="18942"/>
                  <a:pt x="318680" y="18942"/>
                </a:cubicBezTo>
                <a:moveTo>
                  <a:pt x="321360" y="67344"/>
                </a:moveTo>
                <a:cubicBezTo>
                  <a:pt x="321360" y="69729"/>
                  <a:pt x="321430" y="73297"/>
                  <a:pt x="321569" y="78048"/>
                </a:cubicBezTo>
                <a:cubicBezTo>
                  <a:pt x="321708" y="82797"/>
                  <a:pt x="321777" y="86364"/>
                  <a:pt x="321777" y="88749"/>
                </a:cubicBezTo>
                <a:cubicBezTo>
                  <a:pt x="321777" y="90498"/>
                  <a:pt x="321241" y="91929"/>
                  <a:pt x="320169" y="93042"/>
                </a:cubicBezTo>
                <a:cubicBezTo>
                  <a:pt x="319097" y="94155"/>
                  <a:pt x="317687" y="94712"/>
                  <a:pt x="315940" y="94712"/>
                </a:cubicBezTo>
                <a:cubicBezTo>
                  <a:pt x="314232" y="94712"/>
                  <a:pt x="312832" y="94155"/>
                  <a:pt x="311740" y="93042"/>
                </a:cubicBezTo>
                <a:cubicBezTo>
                  <a:pt x="310648" y="91929"/>
                  <a:pt x="310102" y="90498"/>
                  <a:pt x="310102" y="88749"/>
                </a:cubicBezTo>
                <a:cubicBezTo>
                  <a:pt x="310102" y="86364"/>
                  <a:pt x="310032" y="82797"/>
                  <a:pt x="309894" y="78048"/>
                </a:cubicBezTo>
                <a:cubicBezTo>
                  <a:pt x="309755" y="73297"/>
                  <a:pt x="309685" y="69729"/>
                  <a:pt x="309685" y="67344"/>
                </a:cubicBezTo>
                <a:cubicBezTo>
                  <a:pt x="309685" y="63608"/>
                  <a:pt x="309884" y="58947"/>
                  <a:pt x="310281" y="53363"/>
                </a:cubicBezTo>
                <a:cubicBezTo>
                  <a:pt x="310678" y="47777"/>
                  <a:pt x="310876" y="43116"/>
                  <a:pt x="310876" y="39379"/>
                </a:cubicBezTo>
                <a:cubicBezTo>
                  <a:pt x="310876" y="37591"/>
                  <a:pt x="311422" y="36140"/>
                  <a:pt x="312514" y="35027"/>
                </a:cubicBezTo>
                <a:cubicBezTo>
                  <a:pt x="313607" y="33914"/>
                  <a:pt x="315006" y="33358"/>
                  <a:pt x="316714" y="33358"/>
                </a:cubicBezTo>
                <a:cubicBezTo>
                  <a:pt x="318422" y="33358"/>
                  <a:pt x="319821" y="33914"/>
                  <a:pt x="320913" y="35027"/>
                </a:cubicBezTo>
                <a:cubicBezTo>
                  <a:pt x="322005" y="36140"/>
                  <a:pt x="322552" y="37591"/>
                  <a:pt x="322552" y="39379"/>
                </a:cubicBezTo>
                <a:cubicBezTo>
                  <a:pt x="322552" y="43116"/>
                  <a:pt x="322353" y="47777"/>
                  <a:pt x="321956" y="53363"/>
                </a:cubicBezTo>
                <a:cubicBezTo>
                  <a:pt x="321559" y="58947"/>
                  <a:pt x="321360" y="63608"/>
                  <a:pt x="321360" y="67344"/>
                </a:cubicBezTo>
                <a:close/>
                <a:moveTo>
                  <a:pt x="369937" y="96856"/>
                </a:moveTo>
                <a:cubicBezTo>
                  <a:pt x="363862" y="96856"/>
                  <a:pt x="358342" y="95665"/>
                  <a:pt x="353378" y="93282"/>
                </a:cubicBezTo>
                <a:cubicBezTo>
                  <a:pt x="352107" y="95188"/>
                  <a:pt x="350558" y="96141"/>
                  <a:pt x="348731" y="96141"/>
                </a:cubicBezTo>
                <a:cubicBezTo>
                  <a:pt x="347222" y="96141"/>
                  <a:pt x="345942" y="95614"/>
                  <a:pt x="344889" y="94561"/>
                </a:cubicBezTo>
                <a:cubicBezTo>
                  <a:pt x="343837" y="93509"/>
                  <a:pt x="343311" y="92187"/>
                  <a:pt x="343311" y="90598"/>
                </a:cubicBezTo>
                <a:cubicBezTo>
                  <a:pt x="343311" y="89565"/>
                  <a:pt x="343361" y="88036"/>
                  <a:pt x="343460" y="86009"/>
                </a:cubicBezTo>
                <a:cubicBezTo>
                  <a:pt x="343559" y="83983"/>
                  <a:pt x="343609" y="82453"/>
                  <a:pt x="343609" y="81419"/>
                </a:cubicBezTo>
                <a:cubicBezTo>
                  <a:pt x="343609" y="77207"/>
                  <a:pt x="343500" y="70899"/>
                  <a:pt x="343281" y="62495"/>
                </a:cubicBezTo>
                <a:cubicBezTo>
                  <a:pt x="343063" y="54091"/>
                  <a:pt x="342953" y="47783"/>
                  <a:pt x="342953" y="43570"/>
                </a:cubicBezTo>
                <a:cubicBezTo>
                  <a:pt x="342953" y="40669"/>
                  <a:pt x="342973" y="35176"/>
                  <a:pt x="343013" y="27090"/>
                </a:cubicBezTo>
                <a:cubicBezTo>
                  <a:pt x="343053" y="19004"/>
                  <a:pt x="343073" y="13490"/>
                  <a:pt x="343073" y="10549"/>
                </a:cubicBezTo>
                <a:cubicBezTo>
                  <a:pt x="343073" y="8165"/>
                  <a:pt x="343569" y="6019"/>
                  <a:pt x="344562" y="4112"/>
                </a:cubicBezTo>
                <a:cubicBezTo>
                  <a:pt x="345872" y="1688"/>
                  <a:pt x="347679" y="477"/>
                  <a:pt x="349982" y="477"/>
                </a:cubicBezTo>
                <a:cubicBezTo>
                  <a:pt x="352961" y="477"/>
                  <a:pt x="354450" y="2207"/>
                  <a:pt x="354450" y="5668"/>
                </a:cubicBezTo>
                <a:cubicBezTo>
                  <a:pt x="354450" y="6225"/>
                  <a:pt x="354351" y="7041"/>
                  <a:pt x="354152" y="8116"/>
                </a:cubicBezTo>
                <a:cubicBezTo>
                  <a:pt x="353954" y="9189"/>
                  <a:pt x="353854" y="10005"/>
                  <a:pt x="353854" y="10562"/>
                </a:cubicBezTo>
                <a:lnTo>
                  <a:pt x="353676" y="23633"/>
                </a:lnTo>
                <a:lnTo>
                  <a:pt x="353556" y="38838"/>
                </a:lnTo>
                <a:cubicBezTo>
                  <a:pt x="357011" y="36495"/>
                  <a:pt x="360297" y="34738"/>
                  <a:pt x="363415" y="33566"/>
                </a:cubicBezTo>
                <a:cubicBezTo>
                  <a:pt x="366532" y="32395"/>
                  <a:pt x="369461" y="31809"/>
                  <a:pt x="372201" y="31809"/>
                </a:cubicBezTo>
                <a:cubicBezTo>
                  <a:pt x="380739" y="31809"/>
                  <a:pt x="387669" y="35085"/>
                  <a:pt x="392990" y="41637"/>
                </a:cubicBezTo>
                <a:cubicBezTo>
                  <a:pt x="397993" y="47793"/>
                  <a:pt x="400495" y="55358"/>
                  <a:pt x="400495" y="64332"/>
                </a:cubicBezTo>
                <a:cubicBezTo>
                  <a:pt x="400495" y="73387"/>
                  <a:pt x="397576" y="81071"/>
                  <a:pt x="391739" y="87385"/>
                </a:cubicBezTo>
                <a:cubicBezTo>
                  <a:pt x="385901" y="93699"/>
                  <a:pt x="378634" y="96856"/>
                  <a:pt x="369937" y="96856"/>
                </a:cubicBezTo>
                <a:moveTo>
                  <a:pt x="372201" y="43127"/>
                </a:moveTo>
                <a:cubicBezTo>
                  <a:pt x="368945" y="43127"/>
                  <a:pt x="365609" y="44039"/>
                  <a:pt x="362194" y="45863"/>
                </a:cubicBezTo>
                <a:cubicBezTo>
                  <a:pt x="360526" y="46775"/>
                  <a:pt x="357667" y="48738"/>
                  <a:pt x="353616" y="51751"/>
                </a:cubicBezTo>
                <a:lnTo>
                  <a:pt x="353497" y="62043"/>
                </a:lnTo>
                <a:lnTo>
                  <a:pt x="353556" y="71322"/>
                </a:lnTo>
                <a:lnTo>
                  <a:pt x="353616" y="81076"/>
                </a:lnTo>
                <a:cubicBezTo>
                  <a:pt x="355522" y="81949"/>
                  <a:pt x="358203" y="83059"/>
                  <a:pt x="361658" y="84408"/>
                </a:cubicBezTo>
                <a:cubicBezTo>
                  <a:pt x="364120" y="85162"/>
                  <a:pt x="366880" y="85538"/>
                  <a:pt x="369937" y="85538"/>
                </a:cubicBezTo>
                <a:cubicBezTo>
                  <a:pt x="375696" y="85538"/>
                  <a:pt x="380421" y="83516"/>
                  <a:pt x="384114" y="79472"/>
                </a:cubicBezTo>
                <a:cubicBezTo>
                  <a:pt x="387807" y="75426"/>
                  <a:pt x="389654" y="70390"/>
                  <a:pt x="389654" y="64362"/>
                </a:cubicBezTo>
                <a:cubicBezTo>
                  <a:pt x="389654" y="58454"/>
                  <a:pt x="388165" y="53517"/>
                  <a:pt x="385187" y="49550"/>
                </a:cubicBezTo>
                <a:cubicBezTo>
                  <a:pt x="381970" y="45268"/>
                  <a:pt x="377641" y="43127"/>
                  <a:pt x="372201" y="43127"/>
                </a:cubicBezTo>
                <a:close/>
                <a:moveTo>
                  <a:pt x="441840" y="97094"/>
                </a:moveTo>
                <a:cubicBezTo>
                  <a:pt x="432865" y="97094"/>
                  <a:pt x="425598" y="94849"/>
                  <a:pt x="420039" y="90358"/>
                </a:cubicBezTo>
                <a:cubicBezTo>
                  <a:pt x="413963" y="85389"/>
                  <a:pt x="410925" y="78432"/>
                  <a:pt x="410925" y="69489"/>
                </a:cubicBezTo>
                <a:cubicBezTo>
                  <a:pt x="410925" y="59155"/>
                  <a:pt x="413427" y="50491"/>
                  <a:pt x="418430" y="43495"/>
                </a:cubicBezTo>
                <a:cubicBezTo>
                  <a:pt x="423871" y="35863"/>
                  <a:pt x="431138" y="32047"/>
                  <a:pt x="440232" y="32047"/>
                </a:cubicBezTo>
                <a:cubicBezTo>
                  <a:pt x="446824" y="32047"/>
                  <a:pt x="452205" y="33159"/>
                  <a:pt x="456374" y="35383"/>
                </a:cubicBezTo>
                <a:cubicBezTo>
                  <a:pt x="461497" y="38123"/>
                  <a:pt x="464059" y="42332"/>
                  <a:pt x="464059" y="48011"/>
                </a:cubicBezTo>
                <a:cubicBezTo>
                  <a:pt x="464059" y="51982"/>
                  <a:pt x="461815" y="55596"/>
                  <a:pt x="457328" y="58852"/>
                </a:cubicBezTo>
                <a:cubicBezTo>
                  <a:pt x="455342" y="60282"/>
                  <a:pt x="451133" y="62506"/>
                  <a:pt x="444699" y="65524"/>
                </a:cubicBezTo>
                <a:lnTo>
                  <a:pt x="421945" y="76305"/>
                </a:lnTo>
                <a:cubicBezTo>
                  <a:pt x="424169" y="79601"/>
                  <a:pt x="426938" y="82083"/>
                  <a:pt x="430254" y="83751"/>
                </a:cubicBezTo>
                <a:cubicBezTo>
                  <a:pt x="433570" y="85419"/>
                  <a:pt x="437432" y="86253"/>
                  <a:pt x="441840" y="86253"/>
                </a:cubicBezTo>
                <a:cubicBezTo>
                  <a:pt x="444580" y="86253"/>
                  <a:pt x="447797" y="85737"/>
                  <a:pt x="451490" y="84704"/>
                </a:cubicBezTo>
                <a:cubicBezTo>
                  <a:pt x="456176" y="83394"/>
                  <a:pt x="459194" y="81676"/>
                  <a:pt x="460544" y="79552"/>
                </a:cubicBezTo>
                <a:cubicBezTo>
                  <a:pt x="461894" y="77427"/>
                  <a:pt x="463344" y="76365"/>
                  <a:pt x="464893" y="76365"/>
                </a:cubicBezTo>
                <a:cubicBezTo>
                  <a:pt x="466282" y="76365"/>
                  <a:pt x="467523" y="76893"/>
                  <a:pt x="468615" y="77949"/>
                </a:cubicBezTo>
                <a:cubicBezTo>
                  <a:pt x="469708" y="79004"/>
                  <a:pt x="470254" y="80228"/>
                  <a:pt x="470254" y="81622"/>
                </a:cubicBezTo>
                <a:cubicBezTo>
                  <a:pt x="470254" y="86042"/>
                  <a:pt x="466699" y="89846"/>
                  <a:pt x="459591" y="93033"/>
                </a:cubicBezTo>
                <a:cubicBezTo>
                  <a:pt x="453515" y="95740"/>
                  <a:pt x="447598" y="97094"/>
                  <a:pt x="441840" y="97094"/>
                </a:cubicBezTo>
                <a:moveTo>
                  <a:pt x="440232" y="42769"/>
                </a:moveTo>
                <a:cubicBezTo>
                  <a:pt x="435387" y="42769"/>
                  <a:pt x="431356" y="44646"/>
                  <a:pt x="428140" y="48398"/>
                </a:cubicBezTo>
                <a:cubicBezTo>
                  <a:pt x="424923" y="52151"/>
                  <a:pt x="422520" y="57800"/>
                  <a:pt x="420932" y="65345"/>
                </a:cubicBezTo>
                <a:lnTo>
                  <a:pt x="439219" y="56648"/>
                </a:lnTo>
                <a:cubicBezTo>
                  <a:pt x="446407" y="53154"/>
                  <a:pt x="451530" y="50116"/>
                  <a:pt x="454587" y="47535"/>
                </a:cubicBezTo>
                <a:cubicBezTo>
                  <a:pt x="451172" y="44358"/>
                  <a:pt x="446387" y="42769"/>
                  <a:pt x="440232" y="42769"/>
                </a:cubicBezTo>
                <a:close/>
                <a:moveTo>
                  <a:pt x="481474" y="29188"/>
                </a:moveTo>
                <a:cubicBezTo>
                  <a:pt x="478416" y="29188"/>
                  <a:pt x="476827" y="27361"/>
                  <a:pt x="476708" y="23708"/>
                </a:cubicBezTo>
                <a:cubicBezTo>
                  <a:pt x="476669" y="22278"/>
                  <a:pt x="477125" y="19419"/>
                  <a:pt x="478078" y="15130"/>
                </a:cubicBezTo>
                <a:lnTo>
                  <a:pt x="480342" y="4706"/>
                </a:lnTo>
                <a:cubicBezTo>
                  <a:pt x="480898" y="1569"/>
                  <a:pt x="482407" y="0"/>
                  <a:pt x="484869" y="0"/>
                </a:cubicBezTo>
                <a:cubicBezTo>
                  <a:pt x="486299" y="0"/>
                  <a:pt x="487460" y="536"/>
                  <a:pt x="488354" y="1608"/>
                </a:cubicBezTo>
                <a:cubicBezTo>
                  <a:pt x="489247" y="2681"/>
                  <a:pt x="489694" y="3951"/>
                  <a:pt x="489694" y="5421"/>
                </a:cubicBezTo>
                <a:cubicBezTo>
                  <a:pt x="489773" y="8756"/>
                  <a:pt x="488721" y="14792"/>
                  <a:pt x="486537" y="23529"/>
                </a:cubicBezTo>
                <a:cubicBezTo>
                  <a:pt x="485584" y="27302"/>
                  <a:pt x="483896" y="29188"/>
                  <a:pt x="481474" y="29188"/>
                </a:cubicBezTo>
                <a:close/>
                <a:moveTo>
                  <a:pt x="543505" y="48488"/>
                </a:moveTo>
                <a:cubicBezTo>
                  <a:pt x="541320" y="48488"/>
                  <a:pt x="539792" y="47758"/>
                  <a:pt x="538918" y="46299"/>
                </a:cubicBezTo>
                <a:cubicBezTo>
                  <a:pt x="538322" y="45273"/>
                  <a:pt x="537806" y="43144"/>
                  <a:pt x="537369" y="39910"/>
                </a:cubicBezTo>
                <a:cubicBezTo>
                  <a:pt x="534391" y="40663"/>
                  <a:pt x="529804" y="42051"/>
                  <a:pt x="523609" y="44074"/>
                </a:cubicBezTo>
                <a:cubicBezTo>
                  <a:pt x="517216" y="46613"/>
                  <a:pt x="513999" y="49747"/>
                  <a:pt x="513959" y="53474"/>
                </a:cubicBezTo>
                <a:cubicBezTo>
                  <a:pt x="515151" y="53911"/>
                  <a:pt x="516322" y="54229"/>
                  <a:pt x="517474" y="54428"/>
                </a:cubicBezTo>
                <a:cubicBezTo>
                  <a:pt x="526607" y="56053"/>
                  <a:pt x="533398" y="58294"/>
                  <a:pt x="537846" y="61151"/>
                </a:cubicBezTo>
                <a:cubicBezTo>
                  <a:pt x="544319" y="65317"/>
                  <a:pt x="547555" y="71348"/>
                  <a:pt x="547555" y="79243"/>
                </a:cubicBezTo>
                <a:cubicBezTo>
                  <a:pt x="547555" y="85710"/>
                  <a:pt x="544756" y="90589"/>
                  <a:pt x="539156" y="93881"/>
                </a:cubicBezTo>
                <a:cubicBezTo>
                  <a:pt x="534510" y="96579"/>
                  <a:pt x="528633" y="97928"/>
                  <a:pt x="521524" y="97928"/>
                </a:cubicBezTo>
                <a:cubicBezTo>
                  <a:pt x="516322" y="97928"/>
                  <a:pt x="511358" y="97055"/>
                  <a:pt x="506633" y="95307"/>
                </a:cubicBezTo>
                <a:cubicBezTo>
                  <a:pt x="500517" y="93083"/>
                  <a:pt x="497459" y="89986"/>
                  <a:pt x="497459" y="86015"/>
                </a:cubicBezTo>
                <a:cubicBezTo>
                  <a:pt x="497459" y="84426"/>
                  <a:pt x="498085" y="83036"/>
                  <a:pt x="499336" y="81845"/>
                </a:cubicBezTo>
                <a:cubicBezTo>
                  <a:pt x="500587" y="80654"/>
                  <a:pt x="502006" y="80058"/>
                  <a:pt x="503595" y="80058"/>
                </a:cubicBezTo>
                <a:cubicBezTo>
                  <a:pt x="504826" y="80058"/>
                  <a:pt x="506414" y="81011"/>
                  <a:pt x="508360" y="82917"/>
                </a:cubicBezTo>
                <a:cubicBezTo>
                  <a:pt x="509313" y="83831"/>
                  <a:pt x="511458" y="84585"/>
                  <a:pt x="514793" y="85181"/>
                </a:cubicBezTo>
                <a:cubicBezTo>
                  <a:pt x="517454" y="85657"/>
                  <a:pt x="519698" y="85896"/>
                  <a:pt x="521524" y="85896"/>
                </a:cubicBezTo>
                <a:cubicBezTo>
                  <a:pt x="524860" y="85896"/>
                  <a:pt x="527799" y="85499"/>
                  <a:pt x="530340" y="84706"/>
                </a:cubicBezTo>
                <a:cubicBezTo>
                  <a:pt x="534033" y="83556"/>
                  <a:pt x="535880" y="81732"/>
                  <a:pt x="535880" y="79234"/>
                </a:cubicBezTo>
                <a:cubicBezTo>
                  <a:pt x="535880" y="73839"/>
                  <a:pt x="532107" y="70190"/>
                  <a:pt x="524562" y="68286"/>
                </a:cubicBezTo>
                <a:lnTo>
                  <a:pt x="518367" y="66916"/>
                </a:lnTo>
                <a:cubicBezTo>
                  <a:pt x="513086" y="65763"/>
                  <a:pt x="509333" y="64412"/>
                  <a:pt x="507109" y="62862"/>
                </a:cubicBezTo>
                <a:cubicBezTo>
                  <a:pt x="503893" y="60637"/>
                  <a:pt x="502284" y="57280"/>
                  <a:pt x="502284" y="52791"/>
                </a:cubicBezTo>
                <a:cubicBezTo>
                  <a:pt x="502284" y="44487"/>
                  <a:pt x="506196" y="38566"/>
                  <a:pt x="514019" y="35029"/>
                </a:cubicBezTo>
                <a:cubicBezTo>
                  <a:pt x="516402" y="33957"/>
                  <a:pt x="520214" y="32676"/>
                  <a:pt x="525456" y="31187"/>
                </a:cubicBezTo>
                <a:cubicBezTo>
                  <a:pt x="530698" y="29697"/>
                  <a:pt x="534450" y="28435"/>
                  <a:pt x="536714" y="27401"/>
                </a:cubicBezTo>
                <a:cubicBezTo>
                  <a:pt x="538342" y="26686"/>
                  <a:pt x="540109" y="26329"/>
                  <a:pt x="542015" y="26329"/>
                </a:cubicBezTo>
                <a:cubicBezTo>
                  <a:pt x="543723" y="26329"/>
                  <a:pt x="545123" y="26885"/>
                  <a:pt x="546215" y="27997"/>
                </a:cubicBezTo>
                <a:cubicBezTo>
                  <a:pt x="547307" y="29108"/>
                  <a:pt x="547853" y="30558"/>
                  <a:pt x="547853" y="32345"/>
                </a:cubicBezTo>
                <a:cubicBezTo>
                  <a:pt x="547853" y="33497"/>
                  <a:pt x="548101" y="35184"/>
                  <a:pt x="548598" y="37408"/>
                </a:cubicBezTo>
                <a:cubicBezTo>
                  <a:pt x="549094" y="39632"/>
                  <a:pt x="549342" y="41320"/>
                  <a:pt x="549342" y="42471"/>
                </a:cubicBezTo>
                <a:cubicBezTo>
                  <a:pt x="549342" y="44258"/>
                  <a:pt x="548796" y="45708"/>
                  <a:pt x="547704" y="46820"/>
                </a:cubicBezTo>
                <a:cubicBezTo>
                  <a:pt x="546612" y="47932"/>
                  <a:pt x="545212" y="48488"/>
                  <a:pt x="543505" y="48488"/>
                </a:cubicBezTo>
                <a:close/>
                <a:moveTo>
                  <a:pt x="598862" y="79537"/>
                </a:moveTo>
                <a:cubicBezTo>
                  <a:pt x="598822" y="77864"/>
                  <a:pt x="599388" y="76500"/>
                  <a:pt x="600559" y="75445"/>
                </a:cubicBezTo>
                <a:cubicBezTo>
                  <a:pt x="601731" y="74391"/>
                  <a:pt x="603170" y="73863"/>
                  <a:pt x="604878" y="73863"/>
                </a:cubicBezTo>
                <a:cubicBezTo>
                  <a:pt x="606824" y="73863"/>
                  <a:pt x="608531" y="74980"/>
                  <a:pt x="610001" y="77214"/>
                </a:cubicBezTo>
                <a:cubicBezTo>
                  <a:pt x="612026" y="80247"/>
                  <a:pt x="613833" y="82302"/>
                  <a:pt x="615421" y="83379"/>
                </a:cubicBezTo>
                <a:cubicBezTo>
                  <a:pt x="618797" y="85613"/>
                  <a:pt x="623701" y="86730"/>
                  <a:pt x="630134" y="86730"/>
                </a:cubicBezTo>
                <a:cubicBezTo>
                  <a:pt x="636290" y="86730"/>
                  <a:pt x="642008" y="85397"/>
                  <a:pt x="647290" y="82731"/>
                </a:cubicBezTo>
                <a:cubicBezTo>
                  <a:pt x="654041" y="79310"/>
                  <a:pt x="657416" y="74556"/>
                  <a:pt x="657416" y="68470"/>
                </a:cubicBezTo>
                <a:cubicBezTo>
                  <a:pt x="657416" y="63458"/>
                  <a:pt x="654577" y="59500"/>
                  <a:pt x="648898" y="56596"/>
                </a:cubicBezTo>
                <a:cubicBezTo>
                  <a:pt x="644093" y="54089"/>
                  <a:pt x="638156" y="52737"/>
                  <a:pt x="631087" y="52538"/>
                </a:cubicBezTo>
                <a:cubicBezTo>
                  <a:pt x="624813" y="52300"/>
                  <a:pt x="619472" y="50928"/>
                  <a:pt x="615064" y="48422"/>
                </a:cubicBezTo>
                <a:cubicBezTo>
                  <a:pt x="609425" y="45202"/>
                  <a:pt x="606605" y="40589"/>
                  <a:pt x="606605" y="34584"/>
                </a:cubicBezTo>
                <a:cubicBezTo>
                  <a:pt x="606605" y="27507"/>
                  <a:pt x="610616" y="21046"/>
                  <a:pt x="618638" y="15201"/>
                </a:cubicBezTo>
                <a:cubicBezTo>
                  <a:pt x="626302" y="9673"/>
                  <a:pt x="634225" y="6910"/>
                  <a:pt x="642405" y="6910"/>
                </a:cubicBezTo>
                <a:cubicBezTo>
                  <a:pt x="646257" y="6910"/>
                  <a:pt x="650605" y="7568"/>
                  <a:pt x="655450" y="8885"/>
                </a:cubicBezTo>
                <a:cubicBezTo>
                  <a:pt x="661884" y="10600"/>
                  <a:pt x="665100" y="12793"/>
                  <a:pt x="665100" y="15465"/>
                </a:cubicBezTo>
                <a:cubicBezTo>
                  <a:pt x="665100" y="18975"/>
                  <a:pt x="663313" y="20729"/>
                  <a:pt x="659739" y="20729"/>
                </a:cubicBezTo>
                <a:cubicBezTo>
                  <a:pt x="658151" y="20729"/>
                  <a:pt x="655371" y="20302"/>
                  <a:pt x="651400" y="19449"/>
                </a:cubicBezTo>
                <a:cubicBezTo>
                  <a:pt x="647429" y="18595"/>
                  <a:pt x="644351" y="18188"/>
                  <a:pt x="642167" y="18228"/>
                </a:cubicBezTo>
                <a:cubicBezTo>
                  <a:pt x="635972" y="18307"/>
                  <a:pt x="630710" y="19832"/>
                  <a:pt x="626382" y="22803"/>
                </a:cubicBezTo>
                <a:cubicBezTo>
                  <a:pt x="621934" y="25853"/>
                  <a:pt x="619710" y="29557"/>
                  <a:pt x="619710" y="33914"/>
                </a:cubicBezTo>
                <a:cubicBezTo>
                  <a:pt x="619710" y="37203"/>
                  <a:pt x="622649" y="39520"/>
                  <a:pt x="628526" y="40867"/>
                </a:cubicBezTo>
                <a:cubicBezTo>
                  <a:pt x="630710" y="41382"/>
                  <a:pt x="634939" y="41857"/>
                  <a:pt x="641214" y="42293"/>
                </a:cubicBezTo>
                <a:cubicBezTo>
                  <a:pt x="650308" y="42969"/>
                  <a:pt x="657416" y="45834"/>
                  <a:pt x="662539" y="50889"/>
                </a:cubicBezTo>
                <a:cubicBezTo>
                  <a:pt x="667225" y="55505"/>
                  <a:pt x="669568" y="61136"/>
                  <a:pt x="669568" y="67782"/>
                </a:cubicBezTo>
                <a:cubicBezTo>
                  <a:pt x="669568" y="77254"/>
                  <a:pt x="665199" y="84816"/>
                  <a:pt x="656463" y="90467"/>
                </a:cubicBezTo>
                <a:cubicBezTo>
                  <a:pt x="648878" y="95362"/>
                  <a:pt x="640082" y="97809"/>
                  <a:pt x="630075" y="97809"/>
                </a:cubicBezTo>
                <a:cubicBezTo>
                  <a:pt x="622808" y="97809"/>
                  <a:pt x="616156" y="96416"/>
                  <a:pt x="610120" y="93628"/>
                </a:cubicBezTo>
                <a:cubicBezTo>
                  <a:pt x="602733" y="90206"/>
                  <a:pt x="598981" y="85509"/>
                  <a:pt x="598862" y="79537"/>
                </a:cubicBezTo>
                <a:close/>
                <a:moveTo>
                  <a:pt x="695493" y="18942"/>
                </a:moveTo>
                <a:cubicBezTo>
                  <a:pt x="693587" y="18942"/>
                  <a:pt x="691939" y="18267"/>
                  <a:pt x="690549" y="16917"/>
                </a:cubicBezTo>
                <a:cubicBezTo>
                  <a:pt x="689159" y="15567"/>
                  <a:pt x="688464" y="13939"/>
                  <a:pt x="688464" y="12033"/>
                </a:cubicBezTo>
                <a:cubicBezTo>
                  <a:pt x="688464" y="10126"/>
                  <a:pt x="689159" y="8498"/>
                  <a:pt x="690549" y="7148"/>
                </a:cubicBezTo>
                <a:cubicBezTo>
                  <a:pt x="691939" y="5798"/>
                  <a:pt x="693587" y="5123"/>
                  <a:pt x="695493" y="5123"/>
                </a:cubicBezTo>
                <a:cubicBezTo>
                  <a:pt x="697399" y="5123"/>
                  <a:pt x="699037" y="5798"/>
                  <a:pt x="700407" y="7148"/>
                </a:cubicBezTo>
                <a:cubicBezTo>
                  <a:pt x="701777" y="8498"/>
                  <a:pt x="702462" y="10126"/>
                  <a:pt x="702462" y="12033"/>
                </a:cubicBezTo>
                <a:cubicBezTo>
                  <a:pt x="702462" y="13939"/>
                  <a:pt x="701777" y="15567"/>
                  <a:pt x="700407" y="16917"/>
                </a:cubicBezTo>
                <a:cubicBezTo>
                  <a:pt x="699037" y="18267"/>
                  <a:pt x="697399" y="18942"/>
                  <a:pt x="695493" y="18942"/>
                </a:cubicBezTo>
                <a:moveTo>
                  <a:pt x="698173" y="67344"/>
                </a:moveTo>
                <a:cubicBezTo>
                  <a:pt x="698173" y="69729"/>
                  <a:pt x="698243" y="73297"/>
                  <a:pt x="698382" y="78048"/>
                </a:cubicBezTo>
                <a:cubicBezTo>
                  <a:pt x="698521" y="82797"/>
                  <a:pt x="698590" y="86364"/>
                  <a:pt x="698590" y="88749"/>
                </a:cubicBezTo>
                <a:cubicBezTo>
                  <a:pt x="698590" y="90498"/>
                  <a:pt x="698054" y="91929"/>
                  <a:pt x="696982" y="93042"/>
                </a:cubicBezTo>
                <a:cubicBezTo>
                  <a:pt x="695910" y="94155"/>
                  <a:pt x="694500" y="94712"/>
                  <a:pt x="692753" y="94712"/>
                </a:cubicBezTo>
                <a:cubicBezTo>
                  <a:pt x="691045" y="94712"/>
                  <a:pt x="689645" y="94155"/>
                  <a:pt x="688553" y="93042"/>
                </a:cubicBezTo>
                <a:cubicBezTo>
                  <a:pt x="687461" y="91929"/>
                  <a:pt x="686915" y="90498"/>
                  <a:pt x="686915" y="88749"/>
                </a:cubicBezTo>
                <a:cubicBezTo>
                  <a:pt x="686915" y="86364"/>
                  <a:pt x="686846" y="82797"/>
                  <a:pt x="686707" y="78048"/>
                </a:cubicBezTo>
                <a:cubicBezTo>
                  <a:pt x="686568" y="73297"/>
                  <a:pt x="686498" y="69729"/>
                  <a:pt x="686498" y="67344"/>
                </a:cubicBezTo>
                <a:cubicBezTo>
                  <a:pt x="686498" y="63608"/>
                  <a:pt x="686697" y="58947"/>
                  <a:pt x="687094" y="53363"/>
                </a:cubicBezTo>
                <a:cubicBezTo>
                  <a:pt x="687491" y="47777"/>
                  <a:pt x="687689" y="43116"/>
                  <a:pt x="687689" y="39379"/>
                </a:cubicBezTo>
                <a:cubicBezTo>
                  <a:pt x="687689" y="37591"/>
                  <a:pt x="688235" y="36140"/>
                  <a:pt x="689328" y="35027"/>
                </a:cubicBezTo>
                <a:cubicBezTo>
                  <a:pt x="690420" y="33914"/>
                  <a:pt x="691819" y="33358"/>
                  <a:pt x="693527" y="33358"/>
                </a:cubicBezTo>
                <a:cubicBezTo>
                  <a:pt x="695235" y="33358"/>
                  <a:pt x="696634" y="33914"/>
                  <a:pt x="697727" y="35027"/>
                </a:cubicBezTo>
                <a:cubicBezTo>
                  <a:pt x="698819" y="36140"/>
                  <a:pt x="699365" y="37591"/>
                  <a:pt x="699365" y="39379"/>
                </a:cubicBezTo>
                <a:cubicBezTo>
                  <a:pt x="699365" y="43116"/>
                  <a:pt x="699166" y="47777"/>
                  <a:pt x="698769" y="53363"/>
                </a:cubicBezTo>
                <a:cubicBezTo>
                  <a:pt x="698372" y="58947"/>
                  <a:pt x="698173" y="63608"/>
                  <a:pt x="698173" y="67344"/>
                </a:cubicBezTo>
                <a:close/>
                <a:moveTo>
                  <a:pt x="767956" y="68681"/>
                </a:moveTo>
                <a:lnTo>
                  <a:pt x="766586" y="88695"/>
                </a:lnTo>
                <a:cubicBezTo>
                  <a:pt x="766348" y="96638"/>
                  <a:pt x="765534" y="103130"/>
                  <a:pt x="764144" y="108174"/>
                </a:cubicBezTo>
                <a:cubicBezTo>
                  <a:pt x="762357" y="114607"/>
                  <a:pt x="759498" y="119353"/>
                  <a:pt x="755566" y="122410"/>
                </a:cubicBezTo>
                <a:cubicBezTo>
                  <a:pt x="750801" y="126103"/>
                  <a:pt x="743911" y="127950"/>
                  <a:pt x="734897" y="127950"/>
                </a:cubicBezTo>
                <a:cubicBezTo>
                  <a:pt x="729615" y="127950"/>
                  <a:pt x="725187" y="127593"/>
                  <a:pt x="721613" y="126878"/>
                </a:cubicBezTo>
                <a:cubicBezTo>
                  <a:pt x="716610" y="125885"/>
                  <a:pt x="714108" y="123820"/>
                  <a:pt x="714108" y="120683"/>
                </a:cubicBezTo>
                <a:cubicBezTo>
                  <a:pt x="714108" y="117149"/>
                  <a:pt x="715835" y="115381"/>
                  <a:pt x="719290" y="115381"/>
                </a:cubicBezTo>
                <a:cubicBezTo>
                  <a:pt x="720720" y="115381"/>
                  <a:pt x="723102" y="115729"/>
                  <a:pt x="726438" y="116424"/>
                </a:cubicBezTo>
                <a:cubicBezTo>
                  <a:pt x="729774" y="117119"/>
                  <a:pt x="733467" y="117427"/>
                  <a:pt x="737518" y="117347"/>
                </a:cubicBezTo>
                <a:cubicBezTo>
                  <a:pt x="745142" y="117221"/>
                  <a:pt x="750404" y="113310"/>
                  <a:pt x="753303" y="105616"/>
                </a:cubicBezTo>
                <a:cubicBezTo>
                  <a:pt x="755209" y="100486"/>
                  <a:pt x="756222" y="92602"/>
                  <a:pt x="756341" y="81964"/>
                </a:cubicBezTo>
                <a:cubicBezTo>
                  <a:pt x="754196" y="86611"/>
                  <a:pt x="751645" y="90095"/>
                  <a:pt x="748686" y="92418"/>
                </a:cubicBezTo>
                <a:cubicBezTo>
                  <a:pt x="745728" y="94741"/>
                  <a:pt x="742343" y="95903"/>
                  <a:pt x="738530" y="95903"/>
                </a:cubicBezTo>
                <a:cubicBezTo>
                  <a:pt x="731342" y="95903"/>
                  <a:pt x="725495" y="93448"/>
                  <a:pt x="720988" y="88539"/>
                </a:cubicBezTo>
                <a:cubicBezTo>
                  <a:pt x="716480" y="83630"/>
                  <a:pt x="714227" y="77260"/>
                  <a:pt x="714227" y="69429"/>
                </a:cubicBezTo>
                <a:cubicBezTo>
                  <a:pt x="714227" y="58697"/>
                  <a:pt x="717304" y="50052"/>
                  <a:pt x="723460" y="43493"/>
                </a:cubicBezTo>
                <a:cubicBezTo>
                  <a:pt x="729814" y="36736"/>
                  <a:pt x="738471" y="33358"/>
                  <a:pt x="749431" y="33358"/>
                </a:cubicBezTo>
                <a:cubicBezTo>
                  <a:pt x="753124" y="33358"/>
                  <a:pt x="756222" y="33834"/>
                  <a:pt x="758723" y="34787"/>
                </a:cubicBezTo>
                <a:cubicBezTo>
                  <a:pt x="761225" y="35740"/>
                  <a:pt x="763131" y="37170"/>
                  <a:pt x="764442" y="39076"/>
                </a:cubicBezTo>
                <a:cubicBezTo>
                  <a:pt x="768691" y="39195"/>
                  <a:pt x="770816" y="41558"/>
                  <a:pt x="770816" y="46164"/>
                </a:cubicBezTo>
                <a:cubicBezTo>
                  <a:pt x="770816" y="48984"/>
                  <a:pt x="770399" y="52757"/>
                  <a:pt x="769565" y="57482"/>
                </a:cubicBezTo>
                <a:cubicBezTo>
                  <a:pt x="768651" y="62962"/>
                  <a:pt x="768115" y="66695"/>
                  <a:pt x="767956" y="68681"/>
                </a:cubicBezTo>
                <a:moveTo>
                  <a:pt x="748835" y="45271"/>
                </a:moveTo>
                <a:cubicBezTo>
                  <a:pt x="741290" y="45271"/>
                  <a:pt x="735453" y="47613"/>
                  <a:pt x="731323" y="52296"/>
                </a:cubicBezTo>
                <a:cubicBezTo>
                  <a:pt x="727629" y="56514"/>
                  <a:pt x="725783" y="61877"/>
                  <a:pt x="725783" y="68385"/>
                </a:cubicBezTo>
                <a:cubicBezTo>
                  <a:pt x="725783" y="73568"/>
                  <a:pt x="726875" y="77465"/>
                  <a:pt x="729059" y="80075"/>
                </a:cubicBezTo>
                <a:cubicBezTo>
                  <a:pt x="731243" y="82685"/>
                  <a:pt x="734519" y="83990"/>
                  <a:pt x="738888" y="83990"/>
                </a:cubicBezTo>
                <a:cubicBezTo>
                  <a:pt x="742898" y="83990"/>
                  <a:pt x="746790" y="81952"/>
                  <a:pt x="750563" y="77876"/>
                </a:cubicBezTo>
                <a:cubicBezTo>
                  <a:pt x="753978" y="74123"/>
                  <a:pt x="755924" y="70405"/>
                  <a:pt x="756400" y="66723"/>
                </a:cubicBezTo>
                <a:cubicBezTo>
                  <a:pt x="757234" y="62861"/>
                  <a:pt x="758128" y="56800"/>
                  <a:pt x="759081" y="48542"/>
                </a:cubicBezTo>
                <a:cubicBezTo>
                  <a:pt x="757492" y="47433"/>
                  <a:pt x="755844" y="46611"/>
                  <a:pt x="754137" y="46075"/>
                </a:cubicBezTo>
                <a:cubicBezTo>
                  <a:pt x="752429" y="45539"/>
                  <a:pt x="750662" y="45271"/>
                  <a:pt x="748835" y="45271"/>
                </a:cubicBezTo>
                <a:close/>
                <a:moveTo>
                  <a:pt x="829936" y="98643"/>
                </a:moveTo>
                <a:cubicBezTo>
                  <a:pt x="826520" y="98643"/>
                  <a:pt x="824594" y="96773"/>
                  <a:pt x="824158" y="93033"/>
                </a:cubicBezTo>
                <a:lnTo>
                  <a:pt x="822490" y="79959"/>
                </a:lnTo>
                <a:cubicBezTo>
                  <a:pt x="821934" y="75303"/>
                  <a:pt x="821656" y="70946"/>
                  <a:pt x="821656" y="66886"/>
                </a:cubicBezTo>
                <a:cubicBezTo>
                  <a:pt x="821656" y="65772"/>
                  <a:pt x="821725" y="63882"/>
                  <a:pt x="821864" y="61216"/>
                </a:cubicBezTo>
                <a:cubicBezTo>
                  <a:pt x="822003" y="58549"/>
                  <a:pt x="822073" y="56659"/>
                  <a:pt x="822073" y="55544"/>
                </a:cubicBezTo>
                <a:cubicBezTo>
                  <a:pt x="822073" y="46948"/>
                  <a:pt x="820484" y="42650"/>
                  <a:pt x="817307" y="42650"/>
                </a:cubicBezTo>
                <a:cubicBezTo>
                  <a:pt x="812860" y="42650"/>
                  <a:pt x="808611" y="45294"/>
                  <a:pt x="804560" y="50582"/>
                </a:cubicBezTo>
                <a:cubicBezTo>
                  <a:pt x="800907" y="55392"/>
                  <a:pt x="798047" y="61474"/>
                  <a:pt x="795982" y="68828"/>
                </a:cubicBezTo>
                <a:cubicBezTo>
                  <a:pt x="795903" y="70379"/>
                  <a:pt x="795724" y="72327"/>
                  <a:pt x="795446" y="74673"/>
                </a:cubicBezTo>
                <a:cubicBezTo>
                  <a:pt x="795208" y="76661"/>
                  <a:pt x="795089" y="78589"/>
                  <a:pt x="795089" y="80456"/>
                </a:cubicBezTo>
                <a:cubicBezTo>
                  <a:pt x="795089" y="81649"/>
                  <a:pt x="795208" y="83438"/>
                  <a:pt x="795446" y="85823"/>
                </a:cubicBezTo>
                <a:cubicBezTo>
                  <a:pt x="795685" y="88208"/>
                  <a:pt x="795804" y="89997"/>
                  <a:pt x="795804" y="91190"/>
                </a:cubicBezTo>
                <a:cubicBezTo>
                  <a:pt x="795804" y="92979"/>
                  <a:pt x="795258" y="94431"/>
                  <a:pt x="794166" y="95544"/>
                </a:cubicBezTo>
                <a:cubicBezTo>
                  <a:pt x="793074" y="96657"/>
                  <a:pt x="791674" y="97213"/>
                  <a:pt x="789966" y="97213"/>
                </a:cubicBezTo>
                <a:cubicBezTo>
                  <a:pt x="788219" y="97213"/>
                  <a:pt x="786809" y="96656"/>
                  <a:pt x="785737" y="95542"/>
                </a:cubicBezTo>
                <a:cubicBezTo>
                  <a:pt x="784665" y="94429"/>
                  <a:pt x="784129" y="92977"/>
                  <a:pt x="784129" y="91186"/>
                </a:cubicBezTo>
                <a:cubicBezTo>
                  <a:pt x="784129" y="89993"/>
                  <a:pt x="783999" y="88204"/>
                  <a:pt x="783741" y="85818"/>
                </a:cubicBezTo>
                <a:cubicBezTo>
                  <a:pt x="783483" y="83430"/>
                  <a:pt x="783354" y="81639"/>
                  <a:pt x="783354" y="80445"/>
                </a:cubicBezTo>
                <a:cubicBezTo>
                  <a:pt x="783354" y="76348"/>
                  <a:pt x="783642" y="70669"/>
                  <a:pt x="784218" y="63409"/>
                </a:cubicBezTo>
                <a:cubicBezTo>
                  <a:pt x="784794" y="56149"/>
                  <a:pt x="785082" y="50471"/>
                  <a:pt x="785082" y="46373"/>
                </a:cubicBezTo>
                <a:cubicBezTo>
                  <a:pt x="785082" y="45100"/>
                  <a:pt x="785012" y="43210"/>
                  <a:pt x="784873" y="40705"/>
                </a:cubicBezTo>
                <a:cubicBezTo>
                  <a:pt x="784734" y="38198"/>
                  <a:pt x="784665" y="36309"/>
                  <a:pt x="784665" y="35037"/>
                </a:cubicBezTo>
                <a:cubicBezTo>
                  <a:pt x="784665" y="33325"/>
                  <a:pt x="785231" y="31923"/>
                  <a:pt x="786362" y="30830"/>
                </a:cubicBezTo>
                <a:cubicBezTo>
                  <a:pt x="787494" y="29735"/>
                  <a:pt x="788894" y="29188"/>
                  <a:pt x="790562" y="29188"/>
                </a:cubicBezTo>
                <a:cubicBezTo>
                  <a:pt x="794215" y="29188"/>
                  <a:pt x="796221" y="31780"/>
                  <a:pt x="796578" y="36963"/>
                </a:cubicBezTo>
                <a:lnTo>
                  <a:pt x="796757" y="43960"/>
                </a:lnTo>
                <a:cubicBezTo>
                  <a:pt x="803428" y="35065"/>
                  <a:pt x="810278" y="30617"/>
                  <a:pt x="817307" y="30617"/>
                </a:cubicBezTo>
                <a:cubicBezTo>
                  <a:pt x="823661" y="30617"/>
                  <a:pt x="828089" y="33422"/>
                  <a:pt x="830591" y="39031"/>
                </a:cubicBezTo>
                <a:cubicBezTo>
                  <a:pt x="832298" y="42770"/>
                  <a:pt x="833232" y="48300"/>
                  <a:pt x="833390" y="55621"/>
                </a:cubicBezTo>
                <a:lnTo>
                  <a:pt x="833390" y="61646"/>
                </a:lnTo>
                <a:lnTo>
                  <a:pt x="833331" y="67195"/>
                </a:lnTo>
                <a:cubicBezTo>
                  <a:pt x="833331" y="70498"/>
                  <a:pt x="833758" y="74765"/>
                  <a:pt x="834612" y="79997"/>
                </a:cubicBezTo>
                <a:cubicBezTo>
                  <a:pt x="835465" y="85227"/>
                  <a:pt x="835892" y="89473"/>
                  <a:pt x="835892" y="92735"/>
                </a:cubicBezTo>
                <a:cubicBezTo>
                  <a:pt x="835892" y="94486"/>
                  <a:pt x="835326" y="95908"/>
                  <a:pt x="834195" y="97001"/>
                </a:cubicBezTo>
                <a:cubicBezTo>
                  <a:pt x="833063" y="98096"/>
                  <a:pt x="831643" y="98643"/>
                  <a:pt x="829936" y="986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•OmegaOp.">
            <a:extLst xmlns:a="http://schemas.openxmlformats.org/drawingml/2006/main">
              <a:ext uri="{FF2B5EF4-FFF2-40B4-BE49-F238E27FC236}">
                <a16:creationId xmlns:a16="http://schemas.microsoft.com/office/drawing/2014/main" id="{2CCF47E4-BE95-446B-BF61-70C3FD80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4" y="1497891"/>
            <a:ext cx="705567" cy="124972"/>
          </a:xfrm>
          <a:custGeom xmlns:a="http://schemas.openxmlformats.org/drawingml/2006/main">
            <a:pathLst>
              <a:path w="705567" h="124972">
                <a:moveTo>
                  <a:pt x="0" y="47535"/>
                </a:moveTo>
                <a:cubicBezTo>
                  <a:pt x="0" y="43365"/>
                  <a:pt x="1479" y="39811"/>
                  <a:pt x="4438" y="36872"/>
                </a:cubicBezTo>
                <a:cubicBezTo>
                  <a:pt x="7396" y="33933"/>
                  <a:pt x="10940" y="32464"/>
                  <a:pt x="15070" y="32464"/>
                </a:cubicBezTo>
                <a:cubicBezTo>
                  <a:pt x="19240" y="32464"/>
                  <a:pt x="22804" y="33933"/>
                  <a:pt x="25763" y="36872"/>
                </a:cubicBezTo>
                <a:cubicBezTo>
                  <a:pt x="28721" y="39811"/>
                  <a:pt x="30201" y="43365"/>
                  <a:pt x="30201" y="47535"/>
                </a:cubicBezTo>
                <a:cubicBezTo>
                  <a:pt x="30201" y="51704"/>
                  <a:pt x="28721" y="55268"/>
                  <a:pt x="25763" y="58227"/>
                </a:cubicBezTo>
                <a:cubicBezTo>
                  <a:pt x="22804" y="61185"/>
                  <a:pt x="19240" y="62665"/>
                  <a:pt x="15070" y="62665"/>
                </a:cubicBezTo>
                <a:cubicBezTo>
                  <a:pt x="10940" y="62665"/>
                  <a:pt x="7396" y="61185"/>
                  <a:pt x="4438" y="58227"/>
                </a:cubicBezTo>
                <a:cubicBezTo>
                  <a:pt x="1479" y="55268"/>
                  <a:pt x="0" y="51704"/>
                  <a:pt x="0" y="47535"/>
                </a:cubicBezTo>
                <a:close/>
                <a:moveTo>
                  <a:pt x="139748" y="93997"/>
                </a:moveTo>
                <a:cubicBezTo>
                  <a:pt x="128550" y="93997"/>
                  <a:pt x="119059" y="90637"/>
                  <a:pt x="111275" y="83917"/>
                </a:cubicBezTo>
                <a:cubicBezTo>
                  <a:pt x="103015" y="76760"/>
                  <a:pt x="98885" y="67535"/>
                  <a:pt x="98885" y="56242"/>
                </a:cubicBezTo>
                <a:cubicBezTo>
                  <a:pt x="98885" y="42485"/>
                  <a:pt x="102956" y="29980"/>
                  <a:pt x="111097" y="18728"/>
                </a:cubicBezTo>
                <a:cubicBezTo>
                  <a:pt x="120190" y="6243"/>
                  <a:pt x="131528" y="0"/>
                  <a:pt x="145109" y="0"/>
                </a:cubicBezTo>
                <a:cubicBezTo>
                  <a:pt x="158174" y="0"/>
                  <a:pt x="167884" y="2942"/>
                  <a:pt x="174238" y="8827"/>
                </a:cubicBezTo>
                <a:cubicBezTo>
                  <a:pt x="180869" y="14950"/>
                  <a:pt x="184185" y="24612"/>
                  <a:pt x="184185" y="37814"/>
                </a:cubicBezTo>
                <a:cubicBezTo>
                  <a:pt x="184185" y="51571"/>
                  <a:pt x="180452" y="63977"/>
                  <a:pt x="172987" y="75030"/>
                </a:cubicBezTo>
                <a:cubicBezTo>
                  <a:pt x="164409" y="87675"/>
                  <a:pt x="153330" y="93997"/>
                  <a:pt x="139748" y="93997"/>
                </a:cubicBezTo>
                <a:moveTo>
                  <a:pt x="145109" y="12271"/>
                </a:moveTo>
                <a:cubicBezTo>
                  <a:pt x="135380" y="12271"/>
                  <a:pt x="127140" y="17116"/>
                  <a:pt x="120389" y="26805"/>
                </a:cubicBezTo>
                <a:cubicBezTo>
                  <a:pt x="114154" y="35701"/>
                  <a:pt x="111037" y="45509"/>
                  <a:pt x="111037" y="56231"/>
                </a:cubicBezTo>
                <a:cubicBezTo>
                  <a:pt x="111037" y="63896"/>
                  <a:pt x="113876" y="70130"/>
                  <a:pt x="119555" y="74935"/>
                </a:cubicBezTo>
                <a:cubicBezTo>
                  <a:pt x="124996" y="79462"/>
                  <a:pt x="131727" y="81726"/>
                  <a:pt x="139748" y="81726"/>
                </a:cubicBezTo>
                <a:cubicBezTo>
                  <a:pt x="149398" y="81726"/>
                  <a:pt x="157360" y="76861"/>
                  <a:pt x="163635" y="67132"/>
                </a:cubicBezTo>
                <a:cubicBezTo>
                  <a:pt x="169234" y="58435"/>
                  <a:pt x="172034" y="48666"/>
                  <a:pt x="172034" y="37825"/>
                </a:cubicBezTo>
                <a:cubicBezTo>
                  <a:pt x="172034" y="28334"/>
                  <a:pt x="169909" y="21663"/>
                  <a:pt x="165660" y="17811"/>
                </a:cubicBezTo>
                <a:cubicBezTo>
                  <a:pt x="161609" y="14117"/>
                  <a:pt x="154759" y="12271"/>
                  <a:pt x="145109" y="12271"/>
                </a:cubicBezTo>
                <a:close/>
                <a:moveTo>
                  <a:pt x="273939" y="95307"/>
                </a:moveTo>
                <a:cubicBezTo>
                  <a:pt x="270683" y="95307"/>
                  <a:pt x="268777" y="93576"/>
                  <a:pt x="268221" y="90114"/>
                </a:cubicBezTo>
                <a:cubicBezTo>
                  <a:pt x="267506" y="85736"/>
                  <a:pt x="266791" y="79567"/>
                  <a:pt x="266076" y="71609"/>
                </a:cubicBezTo>
                <a:lnTo>
                  <a:pt x="264051" y="53102"/>
                </a:lnTo>
                <a:cubicBezTo>
                  <a:pt x="263654" y="50357"/>
                  <a:pt x="262979" y="47671"/>
                  <a:pt x="262026" y="45044"/>
                </a:cubicBezTo>
                <a:cubicBezTo>
                  <a:pt x="260676" y="41462"/>
                  <a:pt x="259206" y="39672"/>
                  <a:pt x="257618" y="39672"/>
                </a:cubicBezTo>
                <a:cubicBezTo>
                  <a:pt x="256148" y="39672"/>
                  <a:pt x="253408" y="40924"/>
                  <a:pt x="249398" y="43428"/>
                </a:cubicBezTo>
                <a:cubicBezTo>
                  <a:pt x="245585" y="45734"/>
                  <a:pt x="243083" y="47582"/>
                  <a:pt x="241892" y="48973"/>
                </a:cubicBezTo>
                <a:cubicBezTo>
                  <a:pt x="241852" y="52710"/>
                  <a:pt x="241952" y="56447"/>
                  <a:pt x="242190" y="60183"/>
                </a:cubicBezTo>
                <a:lnTo>
                  <a:pt x="243977" y="76104"/>
                </a:lnTo>
                <a:cubicBezTo>
                  <a:pt x="244731" y="82385"/>
                  <a:pt x="245109" y="87573"/>
                  <a:pt x="245109" y="91668"/>
                </a:cubicBezTo>
                <a:cubicBezTo>
                  <a:pt x="245109" y="93417"/>
                  <a:pt x="244563" y="94857"/>
                  <a:pt x="243471" y="95990"/>
                </a:cubicBezTo>
                <a:cubicBezTo>
                  <a:pt x="242379" y="97123"/>
                  <a:pt x="240979" y="97690"/>
                  <a:pt x="239271" y="97690"/>
                </a:cubicBezTo>
                <a:cubicBezTo>
                  <a:pt x="237564" y="97690"/>
                  <a:pt x="236164" y="97123"/>
                  <a:pt x="235072" y="95990"/>
                </a:cubicBezTo>
                <a:cubicBezTo>
                  <a:pt x="233980" y="94857"/>
                  <a:pt x="233434" y="93417"/>
                  <a:pt x="233434" y="91668"/>
                </a:cubicBezTo>
                <a:cubicBezTo>
                  <a:pt x="233434" y="86858"/>
                  <a:pt x="232947" y="79752"/>
                  <a:pt x="231974" y="70351"/>
                </a:cubicBezTo>
                <a:cubicBezTo>
                  <a:pt x="231001" y="60949"/>
                  <a:pt x="230515" y="53843"/>
                  <a:pt x="230515" y="49033"/>
                </a:cubicBezTo>
                <a:cubicBezTo>
                  <a:pt x="230515" y="44820"/>
                  <a:pt x="229919" y="41541"/>
                  <a:pt x="228728" y="39195"/>
                </a:cubicBezTo>
                <a:cubicBezTo>
                  <a:pt x="225948" y="40468"/>
                  <a:pt x="223128" y="42538"/>
                  <a:pt x="220269" y="45403"/>
                </a:cubicBezTo>
                <a:lnTo>
                  <a:pt x="213240" y="53285"/>
                </a:lnTo>
                <a:cubicBezTo>
                  <a:pt x="212605" y="54239"/>
                  <a:pt x="211592" y="55492"/>
                  <a:pt x="210202" y="57045"/>
                </a:cubicBezTo>
                <a:cubicBezTo>
                  <a:pt x="210202" y="59432"/>
                  <a:pt x="209984" y="62955"/>
                  <a:pt x="209547" y="67612"/>
                </a:cubicBezTo>
                <a:cubicBezTo>
                  <a:pt x="209110" y="72269"/>
                  <a:pt x="208892" y="75711"/>
                  <a:pt x="208892" y="77940"/>
                </a:cubicBezTo>
                <a:cubicBezTo>
                  <a:pt x="208892" y="79134"/>
                  <a:pt x="209081" y="80805"/>
                  <a:pt x="209458" y="82955"/>
                </a:cubicBezTo>
                <a:cubicBezTo>
                  <a:pt x="209835" y="85103"/>
                  <a:pt x="210024" y="86655"/>
                  <a:pt x="210024" y="87610"/>
                </a:cubicBezTo>
                <a:cubicBezTo>
                  <a:pt x="210024" y="89242"/>
                  <a:pt x="209418" y="90615"/>
                  <a:pt x="208207" y="91730"/>
                </a:cubicBezTo>
                <a:cubicBezTo>
                  <a:pt x="206996" y="92844"/>
                  <a:pt x="205576" y="93401"/>
                  <a:pt x="203948" y="93401"/>
                </a:cubicBezTo>
                <a:cubicBezTo>
                  <a:pt x="199460" y="93401"/>
                  <a:pt x="197217" y="88294"/>
                  <a:pt x="197217" y="78079"/>
                </a:cubicBezTo>
                <a:cubicBezTo>
                  <a:pt x="197217" y="75694"/>
                  <a:pt x="197435" y="72137"/>
                  <a:pt x="197872" y="67408"/>
                </a:cubicBezTo>
                <a:cubicBezTo>
                  <a:pt x="198309" y="62678"/>
                  <a:pt x="198527" y="59121"/>
                  <a:pt x="198527" y="56736"/>
                </a:cubicBezTo>
                <a:cubicBezTo>
                  <a:pt x="198527" y="54630"/>
                  <a:pt x="198339" y="51470"/>
                  <a:pt x="197961" y="47257"/>
                </a:cubicBezTo>
                <a:cubicBezTo>
                  <a:pt x="197584" y="43044"/>
                  <a:pt x="197395" y="39864"/>
                  <a:pt x="197395" y="37717"/>
                </a:cubicBezTo>
                <a:cubicBezTo>
                  <a:pt x="197395" y="28695"/>
                  <a:pt x="199421" y="24184"/>
                  <a:pt x="203471" y="24184"/>
                </a:cubicBezTo>
                <a:cubicBezTo>
                  <a:pt x="205020" y="24184"/>
                  <a:pt x="206440" y="24849"/>
                  <a:pt x="207730" y="26180"/>
                </a:cubicBezTo>
                <a:cubicBezTo>
                  <a:pt x="209021" y="27510"/>
                  <a:pt x="209666" y="28969"/>
                  <a:pt x="209666" y="30558"/>
                </a:cubicBezTo>
                <a:cubicBezTo>
                  <a:pt x="209666" y="31312"/>
                  <a:pt x="209567" y="32484"/>
                  <a:pt x="209368" y="34072"/>
                </a:cubicBezTo>
                <a:cubicBezTo>
                  <a:pt x="209170" y="35661"/>
                  <a:pt x="209071" y="36872"/>
                  <a:pt x="209071" y="37706"/>
                </a:cubicBezTo>
                <a:lnTo>
                  <a:pt x="209190" y="43961"/>
                </a:lnTo>
                <a:cubicBezTo>
                  <a:pt x="211255" y="39711"/>
                  <a:pt x="214293" y="35869"/>
                  <a:pt x="218304" y="32434"/>
                </a:cubicBezTo>
                <a:cubicBezTo>
                  <a:pt x="222314" y="28999"/>
                  <a:pt x="225730" y="27282"/>
                  <a:pt x="228549" y="27282"/>
                </a:cubicBezTo>
                <a:cubicBezTo>
                  <a:pt x="234784" y="27282"/>
                  <a:pt x="239073" y="30379"/>
                  <a:pt x="241416" y="36574"/>
                </a:cubicBezTo>
                <a:cubicBezTo>
                  <a:pt x="243600" y="33675"/>
                  <a:pt x="246201" y="31501"/>
                  <a:pt x="249219" y="30052"/>
                </a:cubicBezTo>
                <a:cubicBezTo>
                  <a:pt x="252237" y="28602"/>
                  <a:pt x="255692" y="27877"/>
                  <a:pt x="259584" y="27877"/>
                </a:cubicBezTo>
                <a:cubicBezTo>
                  <a:pt x="266215" y="27877"/>
                  <a:pt x="270742" y="31458"/>
                  <a:pt x="273165" y="38618"/>
                </a:cubicBezTo>
                <a:cubicBezTo>
                  <a:pt x="273641" y="40050"/>
                  <a:pt x="274455" y="45640"/>
                  <a:pt x="275607" y="55386"/>
                </a:cubicBezTo>
                <a:cubicBezTo>
                  <a:pt x="276719" y="62229"/>
                  <a:pt x="278149" y="73627"/>
                  <a:pt x="279896" y="89580"/>
                </a:cubicBezTo>
                <a:cubicBezTo>
                  <a:pt x="280015" y="91171"/>
                  <a:pt x="279479" y="92523"/>
                  <a:pt x="278288" y="93636"/>
                </a:cubicBezTo>
                <a:cubicBezTo>
                  <a:pt x="277096" y="94750"/>
                  <a:pt x="275647" y="95307"/>
                  <a:pt x="273939" y="95307"/>
                </a:cubicBezTo>
                <a:close/>
                <a:moveTo>
                  <a:pt x="321945" y="93044"/>
                </a:moveTo>
                <a:cubicBezTo>
                  <a:pt x="312970" y="93044"/>
                  <a:pt x="305703" y="90798"/>
                  <a:pt x="300144" y="86307"/>
                </a:cubicBezTo>
                <a:cubicBezTo>
                  <a:pt x="294068" y="81338"/>
                  <a:pt x="291030" y="74382"/>
                  <a:pt x="291030" y="65438"/>
                </a:cubicBezTo>
                <a:cubicBezTo>
                  <a:pt x="291030" y="55105"/>
                  <a:pt x="293532" y="46440"/>
                  <a:pt x="298535" y="39445"/>
                </a:cubicBezTo>
                <a:cubicBezTo>
                  <a:pt x="303976" y="31813"/>
                  <a:pt x="311243" y="27997"/>
                  <a:pt x="320337" y="27997"/>
                </a:cubicBezTo>
                <a:cubicBezTo>
                  <a:pt x="326929" y="27997"/>
                  <a:pt x="332310" y="29108"/>
                  <a:pt x="336479" y="31332"/>
                </a:cubicBezTo>
                <a:cubicBezTo>
                  <a:pt x="341602" y="34072"/>
                  <a:pt x="344164" y="38282"/>
                  <a:pt x="344164" y="43961"/>
                </a:cubicBezTo>
                <a:cubicBezTo>
                  <a:pt x="344164" y="47932"/>
                  <a:pt x="341920" y="51545"/>
                  <a:pt x="337433" y="54802"/>
                </a:cubicBezTo>
                <a:cubicBezTo>
                  <a:pt x="335447" y="56231"/>
                  <a:pt x="331238" y="58455"/>
                  <a:pt x="324804" y="61473"/>
                </a:cubicBezTo>
                <a:lnTo>
                  <a:pt x="302050" y="72255"/>
                </a:lnTo>
                <a:cubicBezTo>
                  <a:pt x="304274" y="75551"/>
                  <a:pt x="307043" y="78033"/>
                  <a:pt x="310359" y="79701"/>
                </a:cubicBezTo>
                <a:cubicBezTo>
                  <a:pt x="313675" y="81369"/>
                  <a:pt x="317537" y="82203"/>
                  <a:pt x="321945" y="82203"/>
                </a:cubicBezTo>
                <a:cubicBezTo>
                  <a:pt x="324685" y="82203"/>
                  <a:pt x="327902" y="81686"/>
                  <a:pt x="331595" y="80654"/>
                </a:cubicBezTo>
                <a:cubicBezTo>
                  <a:pt x="336281" y="79343"/>
                  <a:pt x="339299" y="77626"/>
                  <a:pt x="340649" y="75501"/>
                </a:cubicBezTo>
                <a:cubicBezTo>
                  <a:pt x="341999" y="73377"/>
                  <a:pt x="343449" y="72314"/>
                  <a:pt x="344998" y="72314"/>
                </a:cubicBezTo>
                <a:cubicBezTo>
                  <a:pt x="346387" y="72314"/>
                  <a:pt x="347628" y="72842"/>
                  <a:pt x="348720" y="73899"/>
                </a:cubicBezTo>
                <a:cubicBezTo>
                  <a:pt x="349813" y="74953"/>
                  <a:pt x="350359" y="76178"/>
                  <a:pt x="350359" y="77571"/>
                </a:cubicBezTo>
                <a:cubicBezTo>
                  <a:pt x="350359" y="81992"/>
                  <a:pt x="346804" y="85795"/>
                  <a:pt x="339696" y="88982"/>
                </a:cubicBezTo>
                <a:cubicBezTo>
                  <a:pt x="333620" y="91690"/>
                  <a:pt x="327703" y="93044"/>
                  <a:pt x="321945" y="93044"/>
                </a:cubicBezTo>
                <a:moveTo>
                  <a:pt x="320337" y="38719"/>
                </a:moveTo>
                <a:cubicBezTo>
                  <a:pt x="315492" y="38719"/>
                  <a:pt x="311461" y="40595"/>
                  <a:pt x="308245" y="44348"/>
                </a:cubicBezTo>
                <a:cubicBezTo>
                  <a:pt x="305028" y="48100"/>
                  <a:pt x="302625" y="53749"/>
                  <a:pt x="301037" y="61295"/>
                </a:cubicBezTo>
                <a:lnTo>
                  <a:pt x="319324" y="52598"/>
                </a:lnTo>
                <a:cubicBezTo>
                  <a:pt x="326512" y="49103"/>
                  <a:pt x="331635" y="46065"/>
                  <a:pt x="334692" y="43484"/>
                </a:cubicBezTo>
                <a:cubicBezTo>
                  <a:pt x="331277" y="40307"/>
                  <a:pt x="326492" y="38719"/>
                  <a:pt x="320337" y="38719"/>
                </a:cubicBezTo>
                <a:close/>
                <a:moveTo>
                  <a:pt x="410687" y="64630"/>
                </a:moveTo>
                <a:lnTo>
                  <a:pt x="409317" y="84645"/>
                </a:lnTo>
                <a:cubicBezTo>
                  <a:pt x="409078" y="92587"/>
                  <a:pt x="408264" y="99080"/>
                  <a:pt x="406874" y="104123"/>
                </a:cubicBezTo>
                <a:cubicBezTo>
                  <a:pt x="405087" y="110556"/>
                  <a:pt x="402228" y="115302"/>
                  <a:pt x="398297" y="118360"/>
                </a:cubicBezTo>
                <a:cubicBezTo>
                  <a:pt x="393531" y="122053"/>
                  <a:pt x="386641" y="123900"/>
                  <a:pt x="377627" y="123900"/>
                </a:cubicBezTo>
                <a:cubicBezTo>
                  <a:pt x="372345" y="123900"/>
                  <a:pt x="367917" y="123542"/>
                  <a:pt x="364343" y="122827"/>
                </a:cubicBezTo>
                <a:cubicBezTo>
                  <a:pt x="359340" y="121835"/>
                  <a:pt x="356838" y="119770"/>
                  <a:pt x="356838" y="116632"/>
                </a:cubicBezTo>
                <a:cubicBezTo>
                  <a:pt x="356838" y="113098"/>
                  <a:pt x="358565" y="111331"/>
                  <a:pt x="362020" y="111331"/>
                </a:cubicBezTo>
                <a:cubicBezTo>
                  <a:pt x="363450" y="111331"/>
                  <a:pt x="365833" y="111678"/>
                  <a:pt x="369168" y="112373"/>
                </a:cubicBezTo>
                <a:cubicBezTo>
                  <a:pt x="372504" y="113068"/>
                  <a:pt x="376197" y="113376"/>
                  <a:pt x="380248" y="113297"/>
                </a:cubicBezTo>
                <a:cubicBezTo>
                  <a:pt x="387872" y="113170"/>
                  <a:pt x="393134" y="109260"/>
                  <a:pt x="396033" y="101566"/>
                </a:cubicBezTo>
                <a:cubicBezTo>
                  <a:pt x="397939" y="96435"/>
                  <a:pt x="398952" y="88551"/>
                  <a:pt x="399071" y="77914"/>
                </a:cubicBezTo>
                <a:cubicBezTo>
                  <a:pt x="396927" y="82560"/>
                  <a:pt x="394375" y="86045"/>
                  <a:pt x="391417" y="88368"/>
                </a:cubicBezTo>
                <a:cubicBezTo>
                  <a:pt x="388458" y="90691"/>
                  <a:pt x="385073" y="91852"/>
                  <a:pt x="381260" y="91852"/>
                </a:cubicBezTo>
                <a:cubicBezTo>
                  <a:pt x="374073" y="91852"/>
                  <a:pt x="368225" y="89398"/>
                  <a:pt x="363718" y="84488"/>
                </a:cubicBezTo>
                <a:cubicBezTo>
                  <a:pt x="359211" y="79579"/>
                  <a:pt x="356957" y="73209"/>
                  <a:pt x="356957" y="65379"/>
                </a:cubicBezTo>
                <a:cubicBezTo>
                  <a:pt x="356957" y="54647"/>
                  <a:pt x="360035" y="46001"/>
                  <a:pt x="366190" y="39443"/>
                </a:cubicBezTo>
                <a:cubicBezTo>
                  <a:pt x="372544" y="32686"/>
                  <a:pt x="381201" y="29307"/>
                  <a:pt x="392161" y="29307"/>
                </a:cubicBezTo>
                <a:cubicBezTo>
                  <a:pt x="395854" y="29307"/>
                  <a:pt x="398952" y="29784"/>
                  <a:pt x="401454" y="30737"/>
                </a:cubicBezTo>
                <a:cubicBezTo>
                  <a:pt x="403955" y="31690"/>
                  <a:pt x="405862" y="33119"/>
                  <a:pt x="407172" y="35025"/>
                </a:cubicBezTo>
                <a:cubicBezTo>
                  <a:pt x="411421" y="35145"/>
                  <a:pt x="413546" y="37507"/>
                  <a:pt x="413546" y="42114"/>
                </a:cubicBezTo>
                <a:cubicBezTo>
                  <a:pt x="413546" y="44933"/>
                  <a:pt x="413129" y="48706"/>
                  <a:pt x="412295" y="53432"/>
                </a:cubicBezTo>
                <a:cubicBezTo>
                  <a:pt x="411381" y="58912"/>
                  <a:pt x="410845" y="62645"/>
                  <a:pt x="410687" y="64630"/>
                </a:cubicBezTo>
                <a:moveTo>
                  <a:pt x="391566" y="41220"/>
                </a:moveTo>
                <a:cubicBezTo>
                  <a:pt x="384020" y="41220"/>
                  <a:pt x="378183" y="43562"/>
                  <a:pt x="374053" y="48246"/>
                </a:cubicBezTo>
                <a:cubicBezTo>
                  <a:pt x="370360" y="52464"/>
                  <a:pt x="368513" y="57827"/>
                  <a:pt x="368513" y="64334"/>
                </a:cubicBezTo>
                <a:cubicBezTo>
                  <a:pt x="368513" y="69518"/>
                  <a:pt x="369605" y="73415"/>
                  <a:pt x="371789" y="76024"/>
                </a:cubicBezTo>
                <a:cubicBezTo>
                  <a:pt x="373973" y="78634"/>
                  <a:pt x="377250" y="79939"/>
                  <a:pt x="381618" y="79939"/>
                </a:cubicBezTo>
                <a:cubicBezTo>
                  <a:pt x="385629" y="79939"/>
                  <a:pt x="389520" y="77901"/>
                  <a:pt x="393293" y="73826"/>
                </a:cubicBezTo>
                <a:cubicBezTo>
                  <a:pt x="396708" y="70072"/>
                  <a:pt x="398654" y="66354"/>
                  <a:pt x="399131" y="62672"/>
                </a:cubicBezTo>
                <a:cubicBezTo>
                  <a:pt x="399964" y="58810"/>
                  <a:pt x="400858" y="52750"/>
                  <a:pt x="401811" y="44491"/>
                </a:cubicBezTo>
                <a:cubicBezTo>
                  <a:pt x="400223" y="43383"/>
                  <a:pt x="398575" y="42561"/>
                  <a:pt x="396867" y="42025"/>
                </a:cubicBezTo>
                <a:cubicBezTo>
                  <a:pt x="395159" y="41488"/>
                  <a:pt x="393392" y="41220"/>
                  <a:pt x="391566" y="41220"/>
                </a:cubicBezTo>
                <a:close/>
                <a:moveTo>
                  <a:pt x="473524" y="94235"/>
                </a:moveTo>
                <a:cubicBezTo>
                  <a:pt x="472770" y="94235"/>
                  <a:pt x="471400" y="93354"/>
                  <a:pt x="469414" y="91592"/>
                </a:cubicBezTo>
                <a:cubicBezTo>
                  <a:pt x="467627" y="89950"/>
                  <a:pt x="466297" y="88488"/>
                  <a:pt x="465423" y="87206"/>
                </a:cubicBezTo>
                <a:cubicBezTo>
                  <a:pt x="461611" y="89291"/>
                  <a:pt x="458255" y="90865"/>
                  <a:pt x="455356" y="91927"/>
                </a:cubicBezTo>
                <a:cubicBezTo>
                  <a:pt x="452457" y="92989"/>
                  <a:pt x="450035" y="93520"/>
                  <a:pt x="448089" y="93520"/>
                </a:cubicBezTo>
                <a:cubicBezTo>
                  <a:pt x="438797" y="93520"/>
                  <a:pt x="432026" y="90899"/>
                  <a:pt x="427777" y="85657"/>
                </a:cubicBezTo>
                <a:cubicBezTo>
                  <a:pt x="423766" y="80733"/>
                  <a:pt x="421761" y="73188"/>
                  <a:pt x="421761" y="63022"/>
                </a:cubicBezTo>
                <a:cubicBezTo>
                  <a:pt x="421761" y="53412"/>
                  <a:pt x="425067" y="45192"/>
                  <a:pt x="431678" y="38361"/>
                </a:cubicBezTo>
                <a:cubicBezTo>
                  <a:pt x="438290" y="31531"/>
                  <a:pt x="446183" y="28116"/>
                  <a:pt x="455356" y="28116"/>
                </a:cubicBezTo>
                <a:cubicBezTo>
                  <a:pt x="458811" y="28116"/>
                  <a:pt x="462683" y="29009"/>
                  <a:pt x="466972" y="30796"/>
                </a:cubicBezTo>
                <a:cubicBezTo>
                  <a:pt x="472373" y="33020"/>
                  <a:pt x="475073" y="35701"/>
                  <a:pt x="475073" y="38838"/>
                </a:cubicBezTo>
                <a:cubicBezTo>
                  <a:pt x="475073" y="39910"/>
                  <a:pt x="474676" y="40863"/>
                  <a:pt x="473882" y="41697"/>
                </a:cubicBezTo>
                <a:cubicBezTo>
                  <a:pt x="473485" y="43206"/>
                  <a:pt x="473177" y="45688"/>
                  <a:pt x="472958" y="49143"/>
                </a:cubicBezTo>
                <a:cubicBezTo>
                  <a:pt x="472740" y="52598"/>
                  <a:pt x="472611" y="57026"/>
                  <a:pt x="472571" y="62426"/>
                </a:cubicBezTo>
                <a:cubicBezTo>
                  <a:pt x="472532" y="67351"/>
                  <a:pt x="472869" y="71242"/>
                  <a:pt x="473584" y="74101"/>
                </a:cubicBezTo>
                <a:cubicBezTo>
                  <a:pt x="473981" y="75849"/>
                  <a:pt x="475232" y="79343"/>
                  <a:pt x="477337" y="84585"/>
                </a:cubicBezTo>
                <a:cubicBezTo>
                  <a:pt x="477615" y="85300"/>
                  <a:pt x="478071" y="86352"/>
                  <a:pt x="478707" y="87742"/>
                </a:cubicBezTo>
                <a:lnTo>
                  <a:pt x="479064" y="88755"/>
                </a:lnTo>
                <a:cubicBezTo>
                  <a:pt x="479064" y="90343"/>
                  <a:pt x="478508" y="91654"/>
                  <a:pt x="477396" y="92686"/>
                </a:cubicBezTo>
                <a:cubicBezTo>
                  <a:pt x="476284" y="93719"/>
                  <a:pt x="474994" y="94235"/>
                  <a:pt x="473524" y="94235"/>
                </a:cubicBezTo>
                <a:moveTo>
                  <a:pt x="461134" y="52858"/>
                </a:moveTo>
                <a:cubicBezTo>
                  <a:pt x="461134" y="51154"/>
                  <a:pt x="461244" y="49303"/>
                  <a:pt x="461462" y="47304"/>
                </a:cubicBezTo>
                <a:cubicBezTo>
                  <a:pt x="461680" y="45303"/>
                  <a:pt x="462008" y="43174"/>
                  <a:pt x="462445" y="40917"/>
                </a:cubicBezTo>
                <a:cubicBezTo>
                  <a:pt x="460976" y="40164"/>
                  <a:pt x="459715" y="39609"/>
                  <a:pt x="458662" y="39253"/>
                </a:cubicBezTo>
                <a:cubicBezTo>
                  <a:pt x="457610" y="38897"/>
                  <a:pt x="456766" y="38719"/>
                  <a:pt x="456131" y="38719"/>
                </a:cubicBezTo>
                <a:cubicBezTo>
                  <a:pt x="449975" y="38719"/>
                  <a:pt x="444664" y="41224"/>
                  <a:pt x="440197" y="46233"/>
                </a:cubicBezTo>
                <a:cubicBezTo>
                  <a:pt x="435729" y="51243"/>
                  <a:pt x="433495" y="57016"/>
                  <a:pt x="433495" y="63551"/>
                </a:cubicBezTo>
                <a:cubicBezTo>
                  <a:pt x="433495" y="70046"/>
                  <a:pt x="434647" y="74917"/>
                  <a:pt x="436950" y="78165"/>
                </a:cubicBezTo>
                <a:cubicBezTo>
                  <a:pt x="439253" y="81413"/>
                  <a:pt x="442708" y="83036"/>
                  <a:pt x="447315" y="83036"/>
                </a:cubicBezTo>
                <a:cubicBezTo>
                  <a:pt x="451127" y="83036"/>
                  <a:pt x="454364" y="82343"/>
                  <a:pt x="457024" y="80957"/>
                </a:cubicBezTo>
                <a:cubicBezTo>
                  <a:pt x="458454" y="80205"/>
                  <a:pt x="460459" y="78701"/>
                  <a:pt x="463041" y="76443"/>
                </a:cubicBezTo>
                <a:cubicBezTo>
                  <a:pt x="461770" y="65947"/>
                  <a:pt x="461134" y="58085"/>
                  <a:pt x="461134" y="52858"/>
                </a:cubicBezTo>
                <a:close/>
                <a:moveTo>
                  <a:pt x="566676" y="93997"/>
                </a:moveTo>
                <a:cubicBezTo>
                  <a:pt x="555478" y="93997"/>
                  <a:pt x="545987" y="90637"/>
                  <a:pt x="538203" y="83917"/>
                </a:cubicBezTo>
                <a:cubicBezTo>
                  <a:pt x="529943" y="76760"/>
                  <a:pt x="525813" y="67535"/>
                  <a:pt x="525813" y="56242"/>
                </a:cubicBezTo>
                <a:cubicBezTo>
                  <a:pt x="525813" y="42485"/>
                  <a:pt x="529884" y="29980"/>
                  <a:pt x="538024" y="18728"/>
                </a:cubicBezTo>
                <a:cubicBezTo>
                  <a:pt x="547118" y="6243"/>
                  <a:pt x="558456" y="0"/>
                  <a:pt x="572037" y="0"/>
                </a:cubicBezTo>
                <a:cubicBezTo>
                  <a:pt x="585102" y="0"/>
                  <a:pt x="594812" y="2942"/>
                  <a:pt x="601166" y="8827"/>
                </a:cubicBezTo>
                <a:cubicBezTo>
                  <a:pt x="607797" y="14950"/>
                  <a:pt x="611113" y="24612"/>
                  <a:pt x="611113" y="37814"/>
                </a:cubicBezTo>
                <a:cubicBezTo>
                  <a:pt x="611113" y="51571"/>
                  <a:pt x="607380" y="63977"/>
                  <a:pt x="599915" y="75030"/>
                </a:cubicBezTo>
                <a:cubicBezTo>
                  <a:pt x="591337" y="87675"/>
                  <a:pt x="580258" y="93997"/>
                  <a:pt x="566676" y="93997"/>
                </a:cubicBezTo>
                <a:moveTo>
                  <a:pt x="572037" y="12271"/>
                </a:moveTo>
                <a:cubicBezTo>
                  <a:pt x="562308" y="12271"/>
                  <a:pt x="554068" y="17116"/>
                  <a:pt x="547317" y="26805"/>
                </a:cubicBezTo>
                <a:cubicBezTo>
                  <a:pt x="541082" y="35701"/>
                  <a:pt x="537965" y="45509"/>
                  <a:pt x="537965" y="56231"/>
                </a:cubicBezTo>
                <a:cubicBezTo>
                  <a:pt x="537965" y="63896"/>
                  <a:pt x="540804" y="70130"/>
                  <a:pt x="546483" y="74935"/>
                </a:cubicBezTo>
                <a:cubicBezTo>
                  <a:pt x="551923" y="79462"/>
                  <a:pt x="558655" y="81726"/>
                  <a:pt x="566676" y="81726"/>
                </a:cubicBezTo>
                <a:cubicBezTo>
                  <a:pt x="576326" y="81726"/>
                  <a:pt x="584288" y="76861"/>
                  <a:pt x="590563" y="67132"/>
                </a:cubicBezTo>
                <a:cubicBezTo>
                  <a:pt x="596162" y="58435"/>
                  <a:pt x="598962" y="48666"/>
                  <a:pt x="598962" y="37825"/>
                </a:cubicBezTo>
                <a:cubicBezTo>
                  <a:pt x="598962" y="28334"/>
                  <a:pt x="596837" y="21663"/>
                  <a:pt x="592588" y="17811"/>
                </a:cubicBezTo>
                <a:cubicBezTo>
                  <a:pt x="588537" y="14117"/>
                  <a:pt x="581687" y="12271"/>
                  <a:pt x="572037" y="12271"/>
                </a:cubicBezTo>
                <a:close/>
                <a:moveTo>
                  <a:pt x="650533" y="92448"/>
                </a:moveTo>
                <a:cubicBezTo>
                  <a:pt x="646562" y="92448"/>
                  <a:pt x="642194" y="91813"/>
                  <a:pt x="637428" y="90542"/>
                </a:cubicBezTo>
                <a:lnTo>
                  <a:pt x="637309" y="119015"/>
                </a:lnTo>
                <a:cubicBezTo>
                  <a:pt x="637309" y="120762"/>
                  <a:pt x="636763" y="122192"/>
                  <a:pt x="635671" y="123304"/>
                </a:cubicBezTo>
                <a:cubicBezTo>
                  <a:pt x="634579" y="124416"/>
                  <a:pt x="633179" y="124972"/>
                  <a:pt x="631472" y="124972"/>
                </a:cubicBezTo>
                <a:cubicBezTo>
                  <a:pt x="629764" y="124972"/>
                  <a:pt x="628364" y="124415"/>
                  <a:pt x="627272" y="123302"/>
                </a:cubicBezTo>
                <a:cubicBezTo>
                  <a:pt x="626180" y="122189"/>
                  <a:pt x="625634" y="120757"/>
                  <a:pt x="625634" y="119008"/>
                </a:cubicBezTo>
                <a:lnTo>
                  <a:pt x="625813" y="95153"/>
                </a:lnTo>
                <a:lnTo>
                  <a:pt x="625813" y="71358"/>
                </a:lnTo>
                <a:cubicBezTo>
                  <a:pt x="625694" y="62650"/>
                  <a:pt x="625396" y="54718"/>
                  <a:pt x="624919" y="47562"/>
                </a:cubicBezTo>
                <a:lnTo>
                  <a:pt x="624026" y="35455"/>
                </a:lnTo>
                <a:cubicBezTo>
                  <a:pt x="624026" y="32632"/>
                  <a:pt x="624542" y="30246"/>
                  <a:pt x="625575" y="28298"/>
                </a:cubicBezTo>
                <a:cubicBezTo>
                  <a:pt x="626766" y="25953"/>
                  <a:pt x="628493" y="24780"/>
                  <a:pt x="630757" y="24780"/>
                </a:cubicBezTo>
                <a:cubicBezTo>
                  <a:pt x="632306" y="24780"/>
                  <a:pt x="633606" y="25334"/>
                  <a:pt x="634659" y="26442"/>
                </a:cubicBezTo>
                <a:cubicBezTo>
                  <a:pt x="635711" y="27550"/>
                  <a:pt x="636237" y="28902"/>
                  <a:pt x="636237" y="30498"/>
                </a:cubicBezTo>
                <a:cubicBezTo>
                  <a:pt x="636237" y="30856"/>
                  <a:pt x="636178" y="31511"/>
                  <a:pt x="636058" y="32464"/>
                </a:cubicBezTo>
                <a:cubicBezTo>
                  <a:pt x="635860" y="33695"/>
                  <a:pt x="635721" y="34827"/>
                  <a:pt x="635641" y="35859"/>
                </a:cubicBezTo>
                <a:cubicBezTo>
                  <a:pt x="639057" y="33516"/>
                  <a:pt x="642353" y="31759"/>
                  <a:pt x="645530" y="30588"/>
                </a:cubicBezTo>
                <a:cubicBezTo>
                  <a:pt x="648706" y="29416"/>
                  <a:pt x="651744" y="28830"/>
                  <a:pt x="654643" y="28830"/>
                </a:cubicBezTo>
                <a:cubicBezTo>
                  <a:pt x="662784" y="28830"/>
                  <a:pt x="668741" y="32447"/>
                  <a:pt x="672513" y="39681"/>
                </a:cubicBezTo>
                <a:cubicBezTo>
                  <a:pt x="675492" y="45406"/>
                  <a:pt x="676981" y="52978"/>
                  <a:pt x="676981" y="62398"/>
                </a:cubicBezTo>
                <a:cubicBezTo>
                  <a:pt x="676981" y="70983"/>
                  <a:pt x="674678" y="78059"/>
                  <a:pt x="670071" y="83625"/>
                </a:cubicBezTo>
                <a:cubicBezTo>
                  <a:pt x="665187" y="89507"/>
                  <a:pt x="658674" y="92448"/>
                  <a:pt x="650533" y="92448"/>
                </a:cubicBezTo>
                <a:moveTo>
                  <a:pt x="654643" y="40744"/>
                </a:moveTo>
                <a:cubicBezTo>
                  <a:pt x="650990" y="40744"/>
                  <a:pt x="647694" y="41558"/>
                  <a:pt x="644755" y="43186"/>
                </a:cubicBezTo>
                <a:cubicBezTo>
                  <a:pt x="642651" y="44338"/>
                  <a:pt x="639990" y="46442"/>
                  <a:pt x="636773" y="49500"/>
                </a:cubicBezTo>
                <a:cubicBezTo>
                  <a:pt x="637289" y="58515"/>
                  <a:pt x="637548" y="67986"/>
                  <a:pt x="637548" y="77914"/>
                </a:cubicBezTo>
                <a:cubicBezTo>
                  <a:pt x="641876" y="79582"/>
                  <a:pt x="646205" y="80416"/>
                  <a:pt x="650533" y="80416"/>
                </a:cubicBezTo>
                <a:cubicBezTo>
                  <a:pt x="655497" y="80416"/>
                  <a:pt x="659290" y="78569"/>
                  <a:pt x="661911" y="74876"/>
                </a:cubicBezTo>
                <a:cubicBezTo>
                  <a:pt x="664174" y="71659"/>
                  <a:pt x="665306" y="67489"/>
                  <a:pt x="665306" y="62367"/>
                </a:cubicBezTo>
                <a:cubicBezTo>
                  <a:pt x="665306" y="55139"/>
                  <a:pt x="664422" y="49729"/>
                  <a:pt x="662655" y="46135"/>
                </a:cubicBezTo>
                <a:cubicBezTo>
                  <a:pt x="660888" y="42541"/>
                  <a:pt x="658217" y="40744"/>
                  <a:pt x="654643" y="40744"/>
                </a:cubicBezTo>
                <a:close/>
                <a:moveTo>
                  <a:pt x="698181" y="95903"/>
                </a:moveTo>
                <a:cubicBezTo>
                  <a:pt x="696116" y="95903"/>
                  <a:pt x="694369" y="95188"/>
                  <a:pt x="692939" y="93759"/>
                </a:cubicBezTo>
                <a:cubicBezTo>
                  <a:pt x="691510" y="92329"/>
                  <a:pt x="690795" y="90582"/>
                  <a:pt x="690795" y="88517"/>
                </a:cubicBezTo>
                <a:cubicBezTo>
                  <a:pt x="690795" y="86491"/>
                  <a:pt x="691510" y="84754"/>
                  <a:pt x="692939" y="83305"/>
                </a:cubicBezTo>
                <a:cubicBezTo>
                  <a:pt x="694369" y="81855"/>
                  <a:pt x="696116" y="81130"/>
                  <a:pt x="698181" y="81130"/>
                </a:cubicBezTo>
                <a:cubicBezTo>
                  <a:pt x="700206" y="81130"/>
                  <a:pt x="701944" y="81855"/>
                  <a:pt x="703393" y="83305"/>
                </a:cubicBezTo>
                <a:cubicBezTo>
                  <a:pt x="704843" y="84754"/>
                  <a:pt x="705567" y="86491"/>
                  <a:pt x="705567" y="88517"/>
                </a:cubicBezTo>
                <a:cubicBezTo>
                  <a:pt x="705567" y="90582"/>
                  <a:pt x="704843" y="92329"/>
                  <a:pt x="703393" y="93759"/>
                </a:cubicBezTo>
                <a:cubicBezTo>
                  <a:pt x="701944" y="95188"/>
                  <a:pt x="700206" y="95903"/>
                  <a:pt x="698181" y="959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•CourtlyProtocol">
            <a:extLst xmlns:a="http://schemas.openxmlformats.org/drawingml/2006/main">
              <a:ext uri="{FF2B5EF4-FFF2-40B4-BE49-F238E27FC236}">
                <a16:creationId xmlns:a16="http://schemas.microsoft.com/office/drawing/2014/main" id="{CBBEAA79-F132-4C1F-9757-429FB6E8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4" y="1718154"/>
            <a:ext cx="996346" cy="130452"/>
          </a:xfrm>
          <a:custGeom xmlns:a="http://schemas.openxmlformats.org/drawingml/2006/main">
            <a:pathLst>
              <a:path w="996346" h="130452">
                <a:moveTo>
                  <a:pt x="0" y="53134"/>
                </a:moveTo>
                <a:cubicBezTo>
                  <a:pt x="0" y="48964"/>
                  <a:pt x="1479" y="45410"/>
                  <a:pt x="4438" y="42471"/>
                </a:cubicBezTo>
                <a:cubicBezTo>
                  <a:pt x="7396" y="39533"/>
                  <a:pt x="10940" y="38063"/>
                  <a:pt x="15070" y="38063"/>
                </a:cubicBezTo>
                <a:cubicBezTo>
                  <a:pt x="19240" y="38063"/>
                  <a:pt x="22804" y="39533"/>
                  <a:pt x="25763" y="42471"/>
                </a:cubicBezTo>
                <a:cubicBezTo>
                  <a:pt x="28721" y="45410"/>
                  <a:pt x="30201" y="48964"/>
                  <a:pt x="30201" y="53134"/>
                </a:cubicBezTo>
                <a:cubicBezTo>
                  <a:pt x="30201" y="57304"/>
                  <a:pt x="28721" y="60868"/>
                  <a:pt x="25763" y="63826"/>
                </a:cubicBezTo>
                <a:cubicBezTo>
                  <a:pt x="22804" y="66785"/>
                  <a:pt x="19240" y="68264"/>
                  <a:pt x="15070" y="68264"/>
                </a:cubicBezTo>
                <a:cubicBezTo>
                  <a:pt x="10940" y="68264"/>
                  <a:pt x="7396" y="66785"/>
                  <a:pt x="4438" y="63826"/>
                </a:cubicBezTo>
                <a:cubicBezTo>
                  <a:pt x="1479" y="60868"/>
                  <a:pt x="0" y="57304"/>
                  <a:pt x="0" y="53134"/>
                </a:cubicBezTo>
                <a:close/>
                <a:moveTo>
                  <a:pt x="157738" y="29069"/>
                </a:moveTo>
                <a:cubicBezTo>
                  <a:pt x="155196" y="29069"/>
                  <a:pt x="153290" y="27580"/>
                  <a:pt x="152019" y="24601"/>
                </a:cubicBezTo>
                <a:cubicBezTo>
                  <a:pt x="150907" y="22060"/>
                  <a:pt x="149875" y="20511"/>
                  <a:pt x="148922" y="19955"/>
                </a:cubicBezTo>
                <a:cubicBezTo>
                  <a:pt x="148088" y="19518"/>
                  <a:pt x="146023" y="19300"/>
                  <a:pt x="142727" y="19300"/>
                </a:cubicBezTo>
                <a:cubicBezTo>
                  <a:pt x="136968" y="19300"/>
                  <a:pt x="130575" y="23704"/>
                  <a:pt x="123546" y="32512"/>
                </a:cubicBezTo>
                <a:cubicBezTo>
                  <a:pt x="114015" y="44335"/>
                  <a:pt x="109250" y="55543"/>
                  <a:pt x="109250" y="66136"/>
                </a:cubicBezTo>
                <a:cubicBezTo>
                  <a:pt x="109250" y="71254"/>
                  <a:pt x="110898" y="75658"/>
                  <a:pt x="114194" y="79349"/>
                </a:cubicBezTo>
                <a:cubicBezTo>
                  <a:pt x="117569" y="83157"/>
                  <a:pt x="121640" y="85062"/>
                  <a:pt x="126405" y="85062"/>
                </a:cubicBezTo>
                <a:cubicBezTo>
                  <a:pt x="130496" y="85062"/>
                  <a:pt x="134606" y="84004"/>
                  <a:pt x="138736" y="81890"/>
                </a:cubicBezTo>
                <a:cubicBezTo>
                  <a:pt x="141039" y="80694"/>
                  <a:pt x="144573" y="78339"/>
                  <a:pt x="149339" y="74827"/>
                </a:cubicBezTo>
                <a:cubicBezTo>
                  <a:pt x="151602" y="73152"/>
                  <a:pt x="153310" y="72314"/>
                  <a:pt x="154461" y="72314"/>
                </a:cubicBezTo>
                <a:cubicBezTo>
                  <a:pt x="156169" y="72314"/>
                  <a:pt x="157599" y="72963"/>
                  <a:pt x="158750" y="74260"/>
                </a:cubicBezTo>
                <a:cubicBezTo>
                  <a:pt x="159902" y="75556"/>
                  <a:pt x="160478" y="77003"/>
                  <a:pt x="160478" y="78599"/>
                </a:cubicBezTo>
                <a:cubicBezTo>
                  <a:pt x="160478" y="80394"/>
                  <a:pt x="159723" y="81970"/>
                  <a:pt x="158214" y="83327"/>
                </a:cubicBezTo>
                <a:cubicBezTo>
                  <a:pt x="147730" y="92664"/>
                  <a:pt x="137127" y="97333"/>
                  <a:pt x="126405" y="97333"/>
                </a:cubicBezTo>
                <a:cubicBezTo>
                  <a:pt x="118185" y="97333"/>
                  <a:pt x="111236" y="94174"/>
                  <a:pt x="105557" y="87856"/>
                </a:cubicBezTo>
                <a:cubicBezTo>
                  <a:pt x="100077" y="81735"/>
                  <a:pt x="97337" y="74503"/>
                  <a:pt x="97337" y="66159"/>
                </a:cubicBezTo>
                <a:cubicBezTo>
                  <a:pt x="97337" y="52688"/>
                  <a:pt x="102976" y="38879"/>
                  <a:pt x="114254" y="24731"/>
                </a:cubicBezTo>
                <a:cubicBezTo>
                  <a:pt x="123665" y="12930"/>
                  <a:pt x="133156" y="7029"/>
                  <a:pt x="142727" y="7029"/>
                </a:cubicBezTo>
                <a:cubicBezTo>
                  <a:pt x="144673" y="7029"/>
                  <a:pt x="146420" y="7118"/>
                  <a:pt x="147969" y="7297"/>
                </a:cubicBezTo>
                <a:cubicBezTo>
                  <a:pt x="149517" y="7476"/>
                  <a:pt x="150887" y="7764"/>
                  <a:pt x="152079" y="8161"/>
                </a:cubicBezTo>
                <a:cubicBezTo>
                  <a:pt x="153469" y="6135"/>
                  <a:pt x="155275" y="5123"/>
                  <a:pt x="157499" y="5123"/>
                </a:cubicBezTo>
                <a:cubicBezTo>
                  <a:pt x="160239" y="5123"/>
                  <a:pt x="161967" y="6934"/>
                  <a:pt x="162682" y="10556"/>
                </a:cubicBezTo>
                <a:cubicBezTo>
                  <a:pt x="163317" y="13782"/>
                  <a:pt x="163635" y="17743"/>
                  <a:pt x="163635" y="22440"/>
                </a:cubicBezTo>
                <a:cubicBezTo>
                  <a:pt x="163635" y="24072"/>
                  <a:pt x="163198" y="25505"/>
                  <a:pt x="162324" y="26740"/>
                </a:cubicBezTo>
                <a:cubicBezTo>
                  <a:pt x="161252" y="28292"/>
                  <a:pt x="159723" y="29069"/>
                  <a:pt x="157738" y="29069"/>
                </a:cubicBezTo>
                <a:close/>
                <a:moveTo>
                  <a:pt x="196655" y="99477"/>
                </a:moveTo>
                <a:cubicBezTo>
                  <a:pt x="189984" y="99477"/>
                  <a:pt x="184246" y="97011"/>
                  <a:pt x="179440" y="92078"/>
                </a:cubicBezTo>
                <a:cubicBezTo>
                  <a:pt x="174079" y="86588"/>
                  <a:pt x="171260" y="79207"/>
                  <a:pt x="170982" y="69937"/>
                </a:cubicBezTo>
                <a:cubicBezTo>
                  <a:pt x="170744" y="60946"/>
                  <a:pt x="173007" y="53030"/>
                  <a:pt x="177773" y="46187"/>
                </a:cubicBezTo>
                <a:cubicBezTo>
                  <a:pt x="183332" y="38111"/>
                  <a:pt x="191076" y="34072"/>
                  <a:pt x="201004" y="34072"/>
                </a:cubicBezTo>
                <a:cubicBezTo>
                  <a:pt x="208946" y="34072"/>
                  <a:pt x="214962" y="37713"/>
                  <a:pt x="219053" y="44994"/>
                </a:cubicBezTo>
                <a:cubicBezTo>
                  <a:pt x="222309" y="50881"/>
                  <a:pt x="223878" y="57962"/>
                  <a:pt x="223758" y="66237"/>
                </a:cubicBezTo>
                <a:cubicBezTo>
                  <a:pt x="223639" y="75069"/>
                  <a:pt x="221336" y="82608"/>
                  <a:pt x="216849" y="88855"/>
                </a:cubicBezTo>
                <a:cubicBezTo>
                  <a:pt x="211766" y="95936"/>
                  <a:pt x="205034" y="99477"/>
                  <a:pt x="196655" y="99477"/>
                </a:cubicBezTo>
                <a:moveTo>
                  <a:pt x="200229" y="46224"/>
                </a:moveTo>
                <a:cubicBezTo>
                  <a:pt x="194392" y="46184"/>
                  <a:pt x="189845" y="48968"/>
                  <a:pt x="186589" y="54575"/>
                </a:cubicBezTo>
                <a:cubicBezTo>
                  <a:pt x="184007" y="59069"/>
                  <a:pt x="182717" y="64200"/>
                  <a:pt x="182717" y="69965"/>
                </a:cubicBezTo>
                <a:cubicBezTo>
                  <a:pt x="182717" y="75732"/>
                  <a:pt x="184285" y="80226"/>
                  <a:pt x="187422" y="83448"/>
                </a:cubicBezTo>
                <a:cubicBezTo>
                  <a:pt x="190043" y="86112"/>
                  <a:pt x="193121" y="87444"/>
                  <a:pt x="196655" y="87444"/>
                </a:cubicBezTo>
                <a:cubicBezTo>
                  <a:pt x="200785" y="87444"/>
                  <a:pt x="204340" y="85933"/>
                  <a:pt x="207318" y="82910"/>
                </a:cubicBezTo>
                <a:cubicBezTo>
                  <a:pt x="210693" y="79570"/>
                  <a:pt x="212480" y="75057"/>
                  <a:pt x="212679" y="69370"/>
                </a:cubicBezTo>
                <a:cubicBezTo>
                  <a:pt x="213235" y="53979"/>
                  <a:pt x="209085" y="46264"/>
                  <a:pt x="200229" y="46224"/>
                </a:cubicBezTo>
                <a:close/>
                <a:moveTo>
                  <a:pt x="286129" y="61116"/>
                </a:moveTo>
                <a:cubicBezTo>
                  <a:pt x="286129" y="63975"/>
                  <a:pt x="286149" y="68264"/>
                  <a:pt x="286188" y="73982"/>
                </a:cubicBezTo>
                <a:cubicBezTo>
                  <a:pt x="286228" y="79701"/>
                  <a:pt x="286248" y="83990"/>
                  <a:pt x="286248" y="86849"/>
                </a:cubicBezTo>
                <a:cubicBezTo>
                  <a:pt x="286248" y="87722"/>
                  <a:pt x="286318" y="89053"/>
                  <a:pt x="286457" y="90840"/>
                </a:cubicBezTo>
                <a:cubicBezTo>
                  <a:pt x="286596" y="92627"/>
                  <a:pt x="286665" y="93957"/>
                  <a:pt x="286665" y="94831"/>
                </a:cubicBezTo>
                <a:cubicBezTo>
                  <a:pt x="286665" y="96538"/>
                  <a:pt x="286089" y="97938"/>
                  <a:pt x="284938" y="99030"/>
                </a:cubicBezTo>
                <a:cubicBezTo>
                  <a:pt x="283786" y="100122"/>
                  <a:pt x="282376" y="100668"/>
                  <a:pt x="280708" y="100668"/>
                </a:cubicBezTo>
                <a:cubicBezTo>
                  <a:pt x="277651" y="100668"/>
                  <a:pt x="275705" y="98782"/>
                  <a:pt x="274871" y="95009"/>
                </a:cubicBezTo>
                <a:cubicBezTo>
                  <a:pt x="269907" y="97591"/>
                  <a:pt x="264188" y="98881"/>
                  <a:pt x="257715" y="98881"/>
                </a:cubicBezTo>
                <a:cubicBezTo>
                  <a:pt x="252513" y="98881"/>
                  <a:pt x="248205" y="97730"/>
                  <a:pt x="244789" y="95426"/>
                </a:cubicBezTo>
                <a:cubicBezTo>
                  <a:pt x="241017" y="92885"/>
                  <a:pt x="238773" y="89172"/>
                  <a:pt x="238058" y="84287"/>
                </a:cubicBezTo>
                <a:cubicBezTo>
                  <a:pt x="236510" y="73764"/>
                  <a:pt x="235735" y="64392"/>
                  <a:pt x="235735" y="56172"/>
                </a:cubicBezTo>
                <a:cubicBezTo>
                  <a:pt x="235735" y="50731"/>
                  <a:pt x="236331" y="44536"/>
                  <a:pt x="237522" y="37587"/>
                </a:cubicBezTo>
                <a:cubicBezTo>
                  <a:pt x="238078" y="34132"/>
                  <a:pt x="239964" y="32404"/>
                  <a:pt x="243181" y="32404"/>
                </a:cubicBezTo>
                <a:cubicBezTo>
                  <a:pt x="244889" y="32404"/>
                  <a:pt x="246318" y="32950"/>
                  <a:pt x="247470" y="34041"/>
                </a:cubicBezTo>
                <a:cubicBezTo>
                  <a:pt x="248622" y="35132"/>
                  <a:pt x="249197" y="36530"/>
                  <a:pt x="249197" y="38236"/>
                </a:cubicBezTo>
                <a:cubicBezTo>
                  <a:pt x="249197" y="40061"/>
                  <a:pt x="248909" y="42976"/>
                  <a:pt x="248334" y="46984"/>
                </a:cubicBezTo>
                <a:cubicBezTo>
                  <a:pt x="247758" y="50989"/>
                  <a:pt x="247470" y="54043"/>
                  <a:pt x="247470" y="56146"/>
                </a:cubicBezTo>
                <a:cubicBezTo>
                  <a:pt x="247470" y="62770"/>
                  <a:pt x="247688" y="68443"/>
                  <a:pt x="248125" y="73163"/>
                </a:cubicBezTo>
                <a:cubicBezTo>
                  <a:pt x="248562" y="77884"/>
                  <a:pt x="249217" y="81672"/>
                  <a:pt x="250091" y="84528"/>
                </a:cubicBezTo>
                <a:cubicBezTo>
                  <a:pt x="251401" y="85242"/>
                  <a:pt x="252692" y="85788"/>
                  <a:pt x="253963" y="86166"/>
                </a:cubicBezTo>
                <a:cubicBezTo>
                  <a:pt x="255233" y="86542"/>
                  <a:pt x="256484" y="86730"/>
                  <a:pt x="257715" y="86730"/>
                </a:cubicBezTo>
                <a:cubicBezTo>
                  <a:pt x="263037" y="86730"/>
                  <a:pt x="268656" y="85877"/>
                  <a:pt x="274573" y="84172"/>
                </a:cubicBezTo>
                <a:lnTo>
                  <a:pt x="274513" y="72093"/>
                </a:lnTo>
                <a:lnTo>
                  <a:pt x="274394" y="60550"/>
                </a:lnTo>
                <a:cubicBezTo>
                  <a:pt x="274394" y="51981"/>
                  <a:pt x="274771" y="44543"/>
                  <a:pt x="275526" y="38236"/>
                </a:cubicBezTo>
                <a:cubicBezTo>
                  <a:pt x="275963" y="34587"/>
                  <a:pt x="277889" y="32762"/>
                  <a:pt x="281304" y="32762"/>
                </a:cubicBezTo>
                <a:cubicBezTo>
                  <a:pt x="283012" y="32762"/>
                  <a:pt x="284441" y="33318"/>
                  <a:pt x="285593" y="34430"/>
                </a:cubicBezTo>
                <a:cubicBezTo>
                  <a:pt x="286744" y="35542"/>
                  <a:pt x="287281" y="36932"/>
                  <a:pt x="287201" y="38599"/>
                </a:cubicBezTo>
                <a:lnTo>
                  <a:pt x="286129" y="61116"/>
                </a:lnTo>
                <a:close/>
                <a:moveTo>
                  <a:pt x="347070" y="51764"/>
                </a:moveTo>
                <a:cubicBezTo>
                  <a:pt x="346792" y="56728"/>
                  <a:pt x="344806" y="59210"/>
                  <a:pt x="341113" y="59210"/>
                </a:cubicBezTo>
                <a:cubicBezTo>
                  <a:pt x="337698" y="59210"/>
                  <a:pt x="335990" y="57252"/>
                  <a:pt x="335990" y="53337"/>
                </a:cubicBezTo>
                <a:cubicBezTo>
                  <a:pt x="335990" y="52585"/>
                  <a:pt x="335931" y="51200"/>
                  <a:pt x="335812" y="49182"/>
                </a:cubicBezTo>
                <a:lnTo>
                  <a:pt x="335633" y="44199"/>
                </a:lnTo>
                <a:cubicBezTo>
                  <a:pt x="329359" y="44955"/>
                  <a:pt x="324335" y="46725"/>
                  <a:pt x="320562" y="49511"/>
                </a:cubicBezTo>
                <a:cubicBezTo>
                  <a:pt x="317028" y="52099"/>
                  <a:pt x="314090" y="55999"/>
                  <a:pt x="311747" y="61213"/>
                </a:cubicBezTo>
                <a:lnTo>
                  <a:pt x="311866" y="93924"/>
                </a:lnTo>
                <a:cubicBezTo>
                  <a:pt x="311866" y="97944"/>
                  <a:pt x="309900" y="99954"/>
                  <a:pt x="305969" y="99954"/>
                </a:cubicBezTo>
                <a:cubicBezTo>
                  <a:pt x="302474" y="99954"/>
                  <a:pt x="300727" y="97944"/>
                  <a:pt x="300727" y="93926"/>
                </a:cubicBezTo>
                <a:lnTo>
                  <a:pt x="300727" y="52034"/>
                </a:lnTo>
                <a:cubicBezTo>
                  <a:pt x="300727" y="50721"/>
                  <a:pt x="300776" y="48752"/>
                  <a:pt x="300876" y="46127"/>
                </a:cubicBezTo>
                <a:cubicBezTo>
                  <a:pt x="300975" y="43501"/>
                  <a:pt x="301024" y="41532"/>
                  <a:pt x="301024" y="40219"/>
                </a:cubicBezTo>
                <a:cubicBezTo>
                  <a:pt x="301024" y="36201"/>
                  <a:pt x="302772" y="34191"/>
                  <a:pt x="306266" y="34191"/>
                </a:cubicBezTo>
                <a:cubicBezTo>
                  <a:pt x="310158" y="34191"/>
                  <a:pt x="312124" y="37488"/>
                  <a:pt x="312164" y="44080"/>
                </a:cubicBezTo>
                <a:cubicBezTo>
                  <a:pt x="319788" y="36693"/>
                  <a:pt x="328247" y="33000"/>
                  <a:pt x="337539" y="33000"/>
                </a:cubicBezTo>
                <a:cubicBezTo>
                  <a:pt x="340756" y="33000"/>
                  <a:pt x="343158" y="34211"/>
                  <a:pt x="344747" y="36634"/>
                </a:cubicBezTo>
                <a:cubicBezTo>
                  <a:pt x="346335" y="39056"/>
                  <a:pt x="347129" y="42710"/>
                  <a:pt x="347129" y="47594"/>
                </a:cubicBezTo>
                <a:cubicBezTo>
                  <a:pt x="347129" y="49659"/>
                  <a:pt x="347110" y="51049"/>
                  <a:pt x="347070" y="51764"/>
                </a:cubicBezTo>
                <a:close/>
                <a:moveTo>
                  <a:pt x="399390" y="45204"/>
                </a:moveTo>
                <a:cubicBezTo>
                  <a:pt x="398556" y="45204"/>
                  <a:pt x="397573" y="45164"/>
                  <a:pt x="396442" y="45085"/>
                </a:cubicBezTo>
                <a:cubicBezTo>
                  <a:pt x="395310" y="45004"/>
                  <a:pt x="394327" y="44964"/>
                  <a:pt x="393493" y="44964"/>
                </a:cubicBezTo>
                <a:cubicBezTo>
                  <a:pt x="392580" y="44964"/>
                  <a:pt x="389879" y="45265"/>
                  <a:pt x="385392" y="45867"/>
                </a:cubicBezTo>
                <a:lnTo>
                  <a:pt x="386524" y="81032"/>
                </a:lnTo>
                <a:lnTo>
                  <a:pt x="386583" y="83651"/>
                </a:lnTo>
                <a:lnTo>
                  <a:pt x="386643" y="86685"/>
                </a:lnTo>
                <a:cubicBezTo>
                  <a:pt x="386802" y="95372"/>
                  <a:pt x="384717" y="99715"/>
                  <a:pt x="380388" y="99715"/>
                </a:cubicBezTo>
                <a:cubicBezTo>
                  <a:pt x="378800" y="99715"/>
                  <a:pt x="377420" y="99200"/>
                  <a:pt x="376248" y="98168"/>
                </a:cubicBezTo>
                <a:cubicBezTo>
                  <a:pt x="375077" y="97137"/>
                  <a:pt x="374491" y="95848"/>
                  <a:pt x="374491" y="94300"/>
                </a:cubicBezTo>
                <a:cubicBezTo>
                  <a:pt x="374491" y="92794"/>
                  <a:pt x="374551" y="90533"/>
                  <a:pt x="374670" y="87519"/>
                </a:cubicBezTo>
                <a:cubicBezTo>
                  <a:pt x="374789" y="84503"/>
                  <a:pt x="374848" y="82242"/>
                  <a:pt x="374848" y="80734"/>
                </a:cubicBezTo>
                <a:lnTo>
                  <a:pt x="373657" y="45986"/>
                </a:lnTo>
                <a:cubicBezTo>
                  <a:pt x="370758" y="45867"/>
                  <a:pt x="366350" y="45527"/>
                  <a:pt x="360433" y="44968"/>
                </a:cubicBezTo>
                <a:cubicBezTo>
                  <a:pt x="356899" y="44489"/>
                  <a:pt x="355132" y="42514"/>
                  <a:pt x="355132" y="39042"/>
                </a:cubicBezTo>
                <a:cubicBezTo>
                  <a:pt x="355132" y="37287"/>
                  <a:pt x="355668" y="35831"/>
                  <a:pt x="356740" y="34675"/>
                </a:cubicBezTo>
                <a:cubicBezTo>
                  <a:pt x="357812" y="33519"/>
                  <a:pt x="359182" y="32941"/>
                  <a:pt x="360850" y="32941"/>
                </a:cubicBezTo>
                <a:lnTo>
                  <a:pt x="373359" y="33953"/>
                </a:lnTo>
                <a:cubicBezTo>
                  <a:pt x="373359" y="31922"/>
                  <a:pt x="373270" y="29204"/>
                  <a:pt x="373091" y="25800"/>
                </a:cubicBezTo>
                <a:cubicBezTo>
                  <a:pt x="372913" y="22395"/>
                  <a:pt x="372823" y="19936"/>
                  <a:pt x="372823" y="18423"/>
                </a:cubicBezTo>
                <a:cubicBezTo>
                  <a:pt x="372823" y="16750"/>
                  <a:pt x="373399" y="15366"/>
                  <a:pt x="374551" y="14272"/>
                </a:cubicBezTo>
                <a:cubicBezTo>
                  <a:pt x="375702" y="13176"/>
                  <a:pt x="377112" y="12628"/>
                  <a:pt x="378780" y="12628"/>
                </a:cubicBezTo>
                <a:cubicBezTo>
                  <a:pt x="382354" y="12628"/>
                  <a:pt x="384439" y="15547"/>
                  <a:pt x="385034" y="21385"/>
                </a:cubicBezTo>
                <a:cubicBezTo>
                  <a:pt x="385154" y="22854"/>
                  <a:pt x="385213" y="24621"/>
                  <a:pt x="385213" y="26686"/>
                </a:cubicBezTo>
                <a:lnTo>
                  <a:pt x="385094" y="30141"/>
                </a:lnTo>
                <a:lnTo>
                  <a:pt x="385034" y="33834"/>
                </a:lnTo>
                <a:cubicBezTo>
                  <a:pt x="389959" y="33199"/>
                  <a:pt x="392778" y="32881"/>
                  <a:pt x="393493" y="32881"/>
                </a:cubicBezTo>
                <a:cubicBezTo>
                  <a:pt x="397623" y="32881"/>
                  <a:pt x="400323" y="33080"/>
                  <a:pt x="401594" y="33477"/>
                </a:cubicBezTo>
                <a:cubicBezTo>
                  <a:pt x="404016" y="34276"/>
                  <a:pt x="405228" y="36160"/>
                  <a:pt x="405228" y="39128"/>
                </a:cubicBezTo>
                <a:cubicBezTo>
                  <a:pt x="405228" y="40893"/>
                  <a:pt x="404682" y="42347"/>
                  <a:pt x="403590" y="43490"/>
                </a:cubicBezTo>
                <a:cubicBezTo>
                  <a:pt x="402498" y="44632"/>
                  <a:pt x="401098" y="45204"/>
                  <a:pt x="399390" y="45204"/>
                </a:cubicBezTo>
                <a:close/>
                <a:moveTo>
                  <a:pt x="431287" y="49083"/>
                </a:moveTo>
                <a:lnTo>
                  <a:pt x="430393" y="78723"/>
                </a:lnTo>
                <a:cubicBezTo>
                  <a:pt x="430393" y="81864"/>
                  <a:pt x="430234" y="86476"/>
                  <a:pt x="429917" y="92560"/>
                </a:cubicBezTo>
                <a:cubicBezTo>
                  <a:pt x="429520" y="96536"/>
                  <a:pt x="427574" y="98524"/>
                  <a:pt x="424079" y="98524"/>
                </a:cubicBezTo>
                <a:cubicBezTo>
                  <a:pt x="420188" y="98524"/>
                  <a:pt x="418242" y="96496"/>
                  <a:pt x="418242" y="92441"/>
                </a:cubicBezTo>
                <a:cubicBezTo>
                  <a:pt x="418242" y="87629"/>
                  <a:pt x="418460" y="80403"/>
                  <a:pt x="418897" y="70762"/>
                </a:cubicBezTo>
                <a:cubicBezTo>
                  <a:pt x="419334" y="61121"/>
                  <a:pt x="419552" y="53895"/>
                  <a:pt x="419552" y="49083"/>
                </a:cubicBezTo>
                <a:cubicBezTo>
                  <a:pt x="419552" y="42801"/>
                  <a:pt x="419651" y="35615"/>
                  <a:pt x="419850" y="27524"/>
                </a:cubicBezTo>
                <a:cubicBezTo>
                  <a:pt x="420049" y="19433"/>
                  <a:pt x="420148" y="12246"/>
                  <a:pt x="420148" y="5964"/>
                </a:cubicBezTo>
                <a:cubicBezTo>
                  <a:pt x="420148" y="1988"/>
                  <a:pt x="422094" y="0"/>
                  <a:pt x="425985" y="0"/>
                </a:cubicBezTo>
                <a:cubicBezTo>
                  <a:pt x="429917" y="0"/>
                  <a:pt x="431883" y="1988"/>
                  <a:pt x="431883" y="5964"/>
                </a:cubicBezTo>
                <a:cubicBezTo>
                  <a:pt x="431883" y="12246"/>
                  <a:pt x="431783" y="19433"/>
                  <a:pt x="431585" y="27524"/>
                </a:cubicBezTo>
                <a:cubicBezTo>
                  <a:pt x="431386" y="35615"/>
                  <a:pt x="431287" y="42801"/>
                  <a:pt x="431287" y="49083"/>
                </a:cubicBezTo>
                <a:close/>
                <a:moveTo>
                  <a:pt x="500806" y="42760"/>
                </a:moveTo>
                <a:lnTo>
                  <a:pt x="480196" y="87322"/>
                </a:lnTo>
                <a:cubicBezTo>
                  <a:pt x="475113" y="98164"/>
                  <a:pt x="471221" y="107239"/>
                  <a:pt x="468521" y="114546"/>
                </a:cubicBezTo>
                <a:lnTo>
                  <a:pt x="464589" y="126103"/>
                </a:lnTo>
                <a:cubicBezTo>
                  <a:pt x="463557" y="129002"/>
                  <a:pt x="461770" y="130452"/>
                  <a:pt x="459228" y="130452"/>
                </a:cubicBezTo>
                <a:cubicBezTo>
                  <a:pt x="457561" y="130452"/>
                  <a:pt x="456121" y="129903"/>
                  <a:pt x="454910" y="128804"/>
                </a:cubicBezTo>
                <a:cubicBezTo>
                  <a:pt x="453699" y="127707"/>
                  <a:pt x="453093" y="126341"/>
                  <a:pt x="453093" y="124704"/>
                </a:cubicBezTo>
                <a:cubicBezTo>
                  <a:pt x="453093" y="120713"/>
                  <a:pt x="457382" y="109229"/>
                  <a:pt x="465959" y="90253"/>
                </a:cubicBezTo>
                <a:lnTo>
                  <a:pt x="444634" y="49156"/>
                </a:lnTo>
                <a:lnTo>
                  <a:pt x="441954" y="44800"/>
                </a:lnTo>
                <a:cubicBezTo>
                  <a:pt x="440882" y="42971"/>
                  <a:pt x="440346" y="41440"/>
                  <a:pt x="440346" y="40208"/>
                </a:cubicBezTo>
                <a:cubicBezTo>
                  <a:pt x="440346" y="38580"/>
                  <a:pt x="440971" y="37150"/>
                  <a:pt x="442222" y="35919"/>
                </a:cubicBezTo>
                <a:cubicBezTo>
                  <a:pt x="443473" y="34688"/>
                  <a:pt x="444873" y="34072"/>
                  <a:pt x="446421" y="34072"/>
                </a:cubicBezTo>
                <a:cubicBezTo>
                  <a:pt x="448248" y="34072"/>
                  <a:pt x="449658" y="34767"/>
                  <a:pt x="450651" y="36157"/>
                </a:cubicBezTo>
                <a:cubicBezTo>
                  <a:pt x="457402" y="45543"/>
                  <a:pt x="464649" y="58905"/>
                  <a:pt x="472393" y="76244"/>
                </a:cubicBezTo>
                <a:lnTo>
                  <a:pt x="481209" y="55630"/>
                </a:lnTo>
                <a:cubicBezTo>
                  <a:pt x="484386" y="48518"/>
                  <a:pt x="487443" y="42404"/>
                  <a:pt x="490382" y="37289"/>
                </a:cubicBezTo>
                <a:cubicBezTo>
                  <a:pt x="491653" y="35065"/>
                  <a:pt x="493321" y="33953"/>
                  <a:pt x="495386" y="33953"/>
                </a:cubicBezTo>
                <a:cubicBezTo>
                  <a:pt x="497014" y="33953"/>
                  <a:pt x="498453" y="34528"/>
                  <a:pt x="499704" y="35679"/>
                </a:cubicBezTo>
                <a:cubicBezTo>
                  <a:pt x="500955" y="36829"/>
                  <a:pt x="501581" y="38198"/>
                  <a:pt x="501581" y="39785"/>
                </a:cubicBezTo>
                <a:cubicBezTo>
                  <a:pt x="501581" y="40658"/>
                  <a:pt x="501322" y="41649"/>
                  <a:pt x="500806" y="42760"/>
                </a:cubicBezTo>
                <a:close/>
                <a:moveTo>
                  <a:pt x="565488" y="60878"/>
                </a:moveTo>
                <a:cubicBezTo>
                  <a:pt x="564376" y="60878"/>
                  <a:pt x="561954" y="60619"/>
                  <a:pt x="558221" y="60103"/>
                </a:cubicBezTo>
                <a:cubicBezTo>
                  <a:pt x="557903" y="66108"/>
                  <a:pt x="557744" y="76629"/>
                  <a:pt x="557744" y="91664"/>
                </a:cubicBezTo>
                <a:cubicBezTo>
                  <a:pt x="557744" y="93255"/>
                  <a:pt x="557228" y="94598"/>
                  <a:pt x="556195" y="95693"/>
                </a:cubicBezTo>
                <a:cubicBezTo>
                  <a:pt x="555163" y="96786"/>
                  <a:pt x="553872" y="97333"/>
                  <a:pt x="552324" y="97333"/>
                </a:cubicBezTo>
                <a:cubicBezTo>
                  <a:pt x="550735" y="97333"/>
                  <a:pt x="549425" y="96787"/>
                  <a:pt x="548392" y="95694"/>
                </a:cubicBezTo>
                <a:cubicBezTo>
                  <a:pt x="547360" y="94601"/>
                  <a:pt x="546843" y="93260"/>
                  <a:pt x="546843" y="91670"/>
                </a:cubicBezTo>
                <a:lnTo>
                  <a:pt x="546843" y="74146"/>
                </a:lnTo>
                <a:cubicBezTo>
                  <a:pt x="546843" y="68305"/>
                  <a:pt x="547201" y="60080"/>
                  <a:pt x="547916" y="49470"/>
                </a:cubicBezTo>
                <a:cubicBezTo>
                  <a:pt x="548710" y="37986"/>
                  <a:pt x="549147" y="29761"/>
                  <a:pt x="549226" y="24795"/>
                </a:cubicBezTo>
                <a:lnTo>
                  <a:pt x="549226" y="16569"/>
                </a:lnTo>
                <a:cubicBezTo>
                  <a:pt x="549226" y="12635"/>
                  <a:pt x="549464" y="9774"/>
                  <a:pt x="549941" y="7986"/>
                </a:cubicBezTo>
                <a:cubicBezTo>
                  <a:pt x="550854" y="4489"/>
                  <a:pt x="552800" y="2978"/>
                  <a:pt x="555779" y="3455"/>
                </a:cubicBezTo>
                <a:cubicBezTo>
                  <a:pt x="557049" y="3058"/>
                  <a:pt x="558856" y="2760"/>
                  <a:pt x="561199" y="2561"/>
                </a:cubicBezTo>
                <a:cubicBezTo>
                  <a:pt x="563542" y="2363"/>
                  <a:pt x="566421" y="2264"/>
                  <a:pt x="569836" y="2264"/>
                </a:cubicBezTo>
                <a:cubicBezTo>
                  <a:pt x="577104" y="2264"/>
                  <a:pt x="583914" y="4746"/>
                  <a:pt x="590268" y="9709"/>
                </a:cubicBezTo>
                <a:cubicBezTo>
                  <a:pt x="597257" y="15190"/>
                  <a:pt x="600752" y="21782"/>
                  <a:pt x="600752" y="29486"/>
                </a:cubicBezTo>
                <a:cubicBezTo>
                  <a:pt x="600752" y="39334"/>
                  <a:pt x="597019" y="47177"/>
                  <a:pt x="589553" y="53015"/>
                </a:cubicBezTo>
                <a:cubicBezTo>
                  <a:pt x="582882" y="58257"/>
                  <a:pt x="574860" y="60878"/>
                  <a:pt x="565488" y="60878"/>
                </a:cubicBezTo>
                <a:moveTo>
                  <a:pt x="568466" y="13581"/>
                </a:moveTo>
                <a:cubicBezTo>
                  <a:pt x="566719" y="13581"/>
                  <a:pt x="565160" y="13621"/>
                  <a:pt x="563790" y="13700"/>
                </a:cubicBezTo>
                <a:cubicBezTo>
                  <a:pt x="562420" y="13780"/>
                  <a:pt x="561259" y="13899"/>
                  <a:pt x="560306" y="14058"/>
                </a:cubicBezTo>
                <a:lnTo>
                  <a:pt x="560186" y="25000"/>
                </a:lnTo>
                <a:lnTo>
                  <a:pt x="558936" y="48668"/>
                </a:lnTo>
                <a:lnTo>
                  <a:pt x="565488" y="49441"/>
                </a:lnTo>
                <a:cubicBezTo>
                  <a:pt x="572159" y="49441"/>
                  <a:pt x="577779" y="47756"/>
                  <a:pt x="582345" y="44387"/>
                </a:cubicBezTo>
                <a:cubicBezTo>
                  <a:pt x="587349" y="40699"/>
                  <a:pt x="589851" y="35723"/>
                  <a:pt x="589851" y="29460"/>
                </a:cubicBezTo>
                <a:cubicBezTo>
                  <a:pt x="589851" y="25019"/>
                  <a:pt x="587468" y="21193"/>
                  <a:pt x="582703" y="17982"/>
                </a:cubicBezTo>
                <a:cubicBezTo>
                  <a:pt x="578295" y="15048"/>
                  <a:pt x="573549" y="13581"/>
                  <a:pt x="568466" y="13581"/>
                </a:cubicBezTo>
                <a:close/>
                <a:moveTo>
                  <a:pt x="658714" y="51764"/>
                </a:moveTo>
                <a:cubicBezTo>
                  <a:pt x="658436" y="56728"/>
                  <a:pt x="656451" y="59210"/>
                  <a:pt x="652758" y="59210"/>
                </a:cubicBezTo>
                <a:cubicBezTo>
                  <a:pt x="649342" y="59210"/>
                  <a:pt x="647635" y="57252"/>
                  <a:pt x="647635" y="53337"/>
                </a:cubicBezTo>
                <a:cubicBezTo>
                  <a:pt x="647635" y="52585"/>
                  <a:pt x="647575" y="51200"/>
                  <a:pt x="647456" y="49182"/>
                </a:cubicBezTo>
                <a:lnTo>
                  <a:pt x="647277" y="44199"/>
                </a:lnTo>
                <a:cubicBezTo>
                  <a:pt x="641003" y="44955"/>
                  <a:pt x="635979" y="46725"/>
                  <a:pt x="632207" y="49511"/>
                </a:cubicBezTo>
                <a:cubicBezTo>
                  <a:pt x="628673" y="52099"/>
                  <a:pt x="625734" y="55999"/>
                  <a:pt x="623391" y="61213"/>
                </a:cubicBezTo>
                <a:lnTo>
                  <a:pt x="623510" y="93924"/>
                </a:lnTo>
                <a:cubicBezTo>
                  <a:pt x="623510" y="97944"/>
                  <a:pt x="621544" y="99954"/>
                  <a:pt x="617613" y="99954"/>
                </a:cubicBezTo>
                <a:cubicBezTo>
                  <a:pt x="614118" y="99954"/>
                  <a:pt x="612371" y="97944"/>
                  <a:pt x="612371" y="93926"/>
                </a:cubicBezTo>
                <a:lnTo>
                  <a:pt x="612371" y="52034"/>
                </a:lnTo>
                <a:cubicBezTo>
                  <a:pt x="612371" y="50721"/>
                  <a:pt x="612421" y="48752"/>
                  <a:pt x="612520" y="46127"/>
                </a:cubicBezTo>
                <a:cubicBezTo>
                  <a:pt x="612619" y="43501"/>
                  <a:pt x="612669" y="41532"/>
                  <a:pt x="612669" y="40219"/>
                </a:cubicBezTo>
                <a:cubicBezTo>
                  <a:pt x="612669" y="36201"/>
                  <a:pt x="614416" y="34191"/>
                  <a:pt x="617911" y="34191"/>
                </a:cubicBezTo>
                <a:cubicBezTo>
                  <a:pt x="621802" y="34191"/>
                  <a:pt x="623768" y="37488"/>
                  <a:pt x="623808" y="44080"/>
                </a:cubicBezTo>
                <a:cubicBezTo>
                  <a:pt x="631433" y="36693"/>
                  <a:pt x="639891" y="33000"/>
                  <a:pt x="649183" y="33000"/>
                </a:cubicBezTo>
                <a:cubicBezTo>
                  <a:pt x="652400" y="33000"/>
                  <a:pt x="654803" y="34211"/>
                  <a:pt x="656391" y="36634"/>
                </a:cubicBezTo>
                <a:cubicBezTo>
                  <a:pt x="657980" y="39056"/>
                  <a:pt x="658774" y="42710"/>
                  <a:pt x="658774" y="47594"/>
                </a:cubicBezTo>
                <a:cubicBezTo>
                  <a:pt x="658774" y="49659"/>
                  <a:pt x="658754" y="51049"/>
                  <a:pt x="658714" y="51764"/>
                </a:cubicBezTo>
                <a:close/>
                <a:moveTo>
                  <a:pt x="693522" y="99477"/>
                </a:moveTo>
                <a:cubicBezTo>
                  <a:pt x="686850" y="99477"/>
                  <a:pt x="681112" y="97011"/>
                  <a:pt x="676307" y="92078"/>
                </a:cubicBezTo>
                <a:cubicBezTo>
                  <a:pt x="670946" y="86588"/>
                  <a:pt x="668126" y="79207"/>
                  <a:pt x="667848" y="69937"/>
                </a:cubicBezTo>
                <a:cubicBezTo>
                  <a:pt x="667610" y="60946"/>
                  <a:pt x="669874" y="53030"/>
                  <a:pt x="674639" y="46187"/>
                </a:cubicBezTo>
                <a:cubicBezTo>
                  <a:pt x="680199" y="38111"/>
                  <a:pt x="687942" y="34072"/>
                  <a:pt x="697870" y="34072"/>
                </a:cubicBezTo>
                <a:cubicBezTo>
                  <a:pt x="705812" y="34072"/>
                  <a:pt x="711829" y="37713"/>
                  <a:pt x="715919" y="44994"/>
                </a:cubicBezTo>
                <a:cubicBezTo>
                  <a:pt x="719175" y="50881"/>
                  <a:pt x="720744" y="57962"/>
                  <a:pt x="720625" y="66237"/>
                </a:cubicBezTo>
                <a:cubicBezTo>
                  <a:pt x="720506" y="75069"/>
                  <a:pt x="718202" y="82608"/>
                  <a:pt x="713715" y="88855"/>
                </a:cubicBezTo>
                <a:cubicBezTo>
                  <a:pt x="708632" y="95936"/>
                  <a:pt x="701901" y="99477"/>
                  <a:pt x="693522" y="99477"/>
                </a:cubicBezTo>
                <a:moveTo>
                  <a:pt x="697096" y="46224"/>
                </a:moveTo>
                <a:cubicBezTo>
                  <a:pt x="691258" y="46184"/>
                  <a:pt x="686711" y="48968"/>
                  <a:pt x="683455" y="54575"/>
                </a:cubicBezTo>
                <a:cubicBezTo>
                  <a:pt x="680874" y="59069"/>
                  <a:pt x="679583" y="64200"/>
                  <a:pt x="679583" y="69965"/>
                </a:cubicBezTo>
                <a:cubicBezTo>
                  <a:pt x="679583" y="75732"/>
                  <a:pt x="681152" y="80226"/>
                  <a:pt x="684289" y="83448"/>
                </a:cubicBezTo>
                <a:cubicBezTo>
                  <a:pt x="686910" y="86112"/>
                  <a:pt x="689987" y="87444"/>
                  <a:pt x="693522" y="87444"/>
                </a:cubicBezTo>
                <a:cubicBezTo>
                  <a:pt x="697652" y="87444"/>
                  <a:pt x="701206" y="85933"/>
                  <a:pt x="704184" y="82910"/>
                </a:cubicBezTo>
                <a:cubicBezTo>
                  <a:pt x="707560" y="79570"/>
                  <a:pt x="709347" y="75057"/>
                  <a:pt x="709545" y="69370"/>
                </a:cubicBezTo>
                <a:cubicBezTo>
                  <a:pt x="710101" y="53979"/>
                  <a:pt x="705951" y="46264"/>
                  <a:pt x="697096" y="46224"/>
                </a:cubicBezTo>
                <a:close/>
                <a:moveTo>
                  <a:pt x="774240" y="45204"/>
                </a:moveTo>
                <a:cubicBezTo>
                  <a:pt x="773406" y="45204"/>
                  <a:pt x="772423" y="45164"/>
                  <a:pt x="771291" y="45085"/>
                </a:cubicBezTo>
                <a:cubicBezTo>
                  <a:pt x="770159" y="45004"/>
                  <a:pt x="769176" y="44964"/>
                  <a:pt x="768342" y="44964"/>
                </a:cubicBezTo>
                <a:cubicBezTo>
                  <a:pt x="767429" y="44964"/>
                  <a:pt x="764729" y="45265"/>
                  <a:pt x="760241" y="45867"/>
                </a:cubicBezTo>
                <a:lnTo>
                  <a:pt x="761373" y="81032"/>
                </a:lnTo>
                <a:lnTo>
                  <a:pt x="761433" y="83651"/>
                </a:lnTo>
                <a:lnTo>
                  <a:pt x="761492" y="86685"/>
                </a:lnTo>
                <a:cubicBezTo>
                  <a:pt x="761651" y="95372"/>
                  <a:pt x="759566" y="99715"/>
                  <a:pt x="755238" y="99715"/>
                </a:cubicBezTo>
                <a:cubicBezTo>
                  <a:pt x="753649" y="99715"/>
                  <a:pt x="752269" y="99200"/>
                  <a:pt x="751098" y="98168"/>
                </a:cubicBezTo>
                <a:cubicBezTo>
                  <a:pt x="749926" y="97137"/>
                  <a:pt x="749340" y="95848"/>
                  <a:pt x="749340" y="94300"/>
                </a:cubicBezTo>
                <a:cubicBezTo>
                  <a:pt x="749340" y="92794"/>
                  <a:pt x="749400" y="90533"/>
                  <a:pt x="749519" y="87519"/>
                </a:cubicBezTo>
                <a:cubicBezTo>
                  <a:pt x="749638" y="84503"/>
                  <a:pt x="749698" y="82242"/>
                  <a:pt x="749698" y="80734"/>
                </a:cubicBezTo>
                <a:lnTo>
                  <a:pt x="748507" y="45986"/>
                </a:lnTo>
                <a:cubicBezTo>
                  <a:pt x="745608" y="45867"/>
                  <a:pt x="741200" y="45527"/>
                  <a:pt x="735283" y="44968"/>
                </a:cubicBezTo>
                <a:cubicBezTo>
                  <a:pt x="731748" y="44489"/>
                  <a:pt x="729981" y="42514"/>
                  <a:pt x="729981" y="39042"/>
                </a:cubicBezTo>
                <a:cubicBezTo>
                  <a:pt x="729981" y="37287"/>
                  <a:pt x="730517" y="35831"/>
                  <a:pt x="731589" y="34675"/>
                </a:cubicBezTo>
                <a:cubicBezTo>
                  <a:pt x="732662" y="33519"/>
                  <a:pt x="734032" y="32941"/>
                  <a:pt x="735700" y="32941"/>
                </a:cubicBezTo>
                <a:lnTo>
                  <a:pt x="748209" y="33953"/>
                </a:lnTo>
                <a:cubicBezTo>
                  <a:pt x="748209" y="31922"/>
                  <a:pt x="748119" y="29204"/>
                  <a:pt x="747941" y="25800"/>
                </a:cubicBezTo>
                <a:cubicBezTo>
                  <a:pt x="747762" y="22395"/>
                  <a:pt x="747673" y="19936"/>
                  <a:pt x="747673" y="18423"/>
                </a:cubicBezTo>
                <a:cubicBezTo>
                  <a:pt x="747673" y="16750"/>
                  <a:pt x="748248" y="15366"/>
                  <a:pt x="749400" y="14272"/>
                </a:cubicBezTo>
                <a:cubicBezTo>
                  <a:pt x="750552" y="13176"/>
                  <a:pt x="751961" y="12628"/>
                  <a:pt x="753629" y="12628"/>
                </a:cubicBezTo>
                <a:cubicBezTo>
                  <a:pt x="757203" y="12628"/>
                  <a:pt x="759288" y="15547"/>
                  <a:pt x="759884" y="21385"/>
                </a:cubicBezTo>
                <a:cubicBezTo>
                  <a:pt x="760003" y="22854"/>
                  <a:pt x="760063" y="24621"/>
                  <a:pt x="760063" y="26686"/>
                </a:cubicBezTo>
                <a:lnTo>
                  <a:pt x="759943" y="30141"/>
                </a:lnTo>
                <a:lnTo>
                  <a:pt x="759884" y="33834"/>
                </a:lnTo>
                <a:cubicBezTo>
                  <a:pt x="764808" y="33199"/>
                  <a:pt x="767628" y="32881"/>
                  <a:pt x="768342" y="32881"/>
                </a:cubicBezTo>
                <a:cubicBezTo>
                  <a:pt x="772472" y="32881"/>
                  <a:pt x="775173" y="33080"/>
                  <a:pt x="776443" y="33477"/>
                </a:cubicBezTo>
                <a:cubicBezTo>
                  <a:pt x="778866" y="34276"/>
                  <a:pt x="780077" y="36160"/>
                  <a:pt x="780077" y="39128"/>
                </a:cubicBezTo>
                <a:cubicBezTo>
                  <a:pt x="780077" y="40893"/>
                  <a:pt x="779531" y="42347"/>
                  <a:pt x="778439" y="43490"/>
                </a:cubicBezTo>
                <a:cubicBezTo>
                  <a:pt x="777347" y="44632"/>
                  <a:pt x="775947" y="45204"/>
                  <a:pt x="774240" y="45204"/>
                </a:cubicBezTo>
                <a:close/>
                <a:moveTo>
                  <a:pt x="813343" y="99477"/>
                </a:moveTo>
                <a:cubicBezTo>
                  <a:pt x="806672" y="99477"/>
                  <a:pt x="800933" y="97011"/>
                  <a:pt x="796128" y="92078"/>
                </a:cubicBezTo>
                <a:cubicBezTo>
                  <a:pt x="790767" y="86588"/>
                  <a:pt x="787948" y="79207"/>
                  <a:pt x="787670" y="69937"/>
                </a:cubicBezTo>
                <a:cubicBezTo>
                  <a:pt x="787432" y="60946"/>
                  <a:pt x="789695" y="53030"/>
                  <a:pt x="794461" y="46187"/>
                </a:cubicBezTo>
                <a:cubicBezTo>
                  <a:pt x="800020" y="38111"/>
                  <a:pt x="807764" y="34072"/>
                  <a:pt x="817692" y="34072"/>
                </a:cubicBezTo>
                <a:cubicBezTo>
                  <a:pt x="825634" y="34072"/>
                  <a:pt x="831650" y="37713"/>
                  <a:pt x="835741" y="44994"/>
                </a:cubicBezTo>
                <a:cubicBezTo>
                  <a:pt x="838997" y="50881"/>
                  <a:pt x="840565" y="57962"/>
                  <a:pt x="840446" y="66237"/>
                </a:cubicBezTo>
                <a:cubicBezTo>
                  <a:pt x="840327" y="75069"/>
                  <a:pt x="838024" y="82608"/>
                  <a:pt x="833537" y="88855"/>
                </a:cubicBezTo>
                <a:cubicBezTo>
                  <a:pt x="828453" y="95936"/>
                  <a:pt x="821722" y="99477"/>
                  <a:pt x="813343" y="99477"/>
                </a:cubicBezTo>
                <a:moveTo>
                  <a:pt x="816917" y="46224"/>
                </a:moveTo>
                <a:cubicBezTo>
                  <a:pt x="811080" y="46184"/>
                  <a:pt x="806533" y="48968"/>
                  <a:pt x="803276" y="54575"/>
                </a:cubicBezTo>
                <a:cubicBezTo>
                  <a:pt x="800695" y="59069"/>
                  <a:pt x="799405" y="64200"/>
                  <a:pt x="799405" y="69965"/>
                </a:cubicBezTo>
                <a:cubicBezTo>
                  <a:pt x="799405" y="75732"/>
                  <a:pt x="800973" y="80226"/>
                  <a:pt x="804110" y="83448"/>
                </a:cubicBezTo>
                <a:cubicBezTo>
                  <a:pt x="806731" y="86112"/>
                  <a:pt x="809809" y="87444"/>
                  <a:pt x="813343" y="87444"/>
                </a:cubicBezTo>
                <a:cubicBezTo>
                  <a:pt x="817473" y="87444"/>
                  <a:pt x="821027" y="85933"/>
                  <a:pt x="824006" y="82910"/>
                </a:cubicBezTo>
                <a:cubicBezTo>
                  <a:pt x="827381" y="79570"/>
                  <a:pt x="829168" y="75057"/>
                  <a:pt x="829367" y="69370"/>
                </a:cubicBezTo>
                <a:cubicBezTo>
                  <a:pt x="829923" y="53979"/>
                  <a:pt x="825773" y="46264"/>
                  <a:pt x="816917" y="46224"/>
                </a:cubicBezTo>
                <a:close/>
                <a:moveTo>
                  <a:pt x="881135" y="99715"/>
                </a:moveTo>
                <a:cubicBezTo>
                  <a:pt x="872994" y="99715"/>
                  <a:pt x="866204" y="97249"/>
                  <a:pt x="860763" y="92316"/>
                </a:cubicBezTo>
                <a:cubicBezTo>
                  <a:pt x="855045" y="87145"/>
                  <a:pt x="852185" y="80322"/>
                  <a:pt x="852185" y="71847"/>
                </a:cubicBezTo>
                <a:cubicBezTo>
                  <a:pt x="852185" y="63772"/>
                  <a:pt x="854866" y="55438"/>
                  <a:pt x="860227" y="46846"/>
                </a:cubicBezTo>
                <a:cubicBezTo>
                  <a:pt x="866184" y="37298"/>
                  <a:pt x="872895" y="32524"/>
                  <a:pt x="880361" y="32524"/>
                </a:cubicBezTo>
                <a:cubicBezTo>
                  <a:pt x="884252" y="32524"/>
                  <a:pt x="888601" y="33440"/>
                  <a:pt x="893406" y="35273"/>
                </a:cubicBezTo>
                <a:cubicBezTo>
                  <a:pt x="899482" y="37625"/>
                  <a:pt x="902520" y="40494"/>
                  <a:pt x="902520" y="43880"/>
                </a:cubicBezTo>
                <a:cubicBezTo>
                  <a:pt x="902520" y="45394"/>
                  <a:pt x="902023" y="46740"/>
                  <a:pt x="901030" y="47916"/>
                </a:cubicBezTo>
                <a:cubicBezTo>
                  <a:pt x="900038" y="49091"/>
                  <a:pt x="898807" y="49679"/>
                  <a:pt x="897337" y="49679"/>
                </a:cubicBezTo>
                <a:cubicBezTo>
                  <a:pt x="896186" y="49679"/>
                  <a:pt x="895183" y="49328"/>
                  <a:pt x="894329" y="48627"/>
                </a:cubicBezTo>
                <a:cubicBezTo>
                  <a:pt x="893475" y="47925"/>
                  <a:pt x="892651" y="47232"/>
                  <a:pt x="891857" y="46550"/>
                </a:cubicBezTo>
                <a:cubicBezTo>
                  <a:pt x="889514" y="44665"/>
                  <a:pt x="885682" y="43722"/>
                  <a:pt x="880361" y="43722"/>
                </a:cubicBezTo>
                <a:cubicBezTo>
                  <a:pt x="876310" y="43722"/>
                  <a:pt x="872299" y="47346"/>
                  <a:pt x="868328" y="54593"/>
                </a:cubicBezTo>
                <a:cubicBezTo>
                  <a:pt x="864714" y="61242"/>
                  <a:pt x="862907" y="66996"/>
                  <a:pt x="862907" y="71853"/>
                </a:cubicBezTo>
                <a:cubicBezTo>
                  <a:pt x="862907" y="77108"/>
                  <a:pt x="864694" y="81249"/>
                  <a:pt x="868269" y="84276"/>
                </a:cubicBezTo>
                <a:cubicBezTo>
                  <a:pt x="871604" y="87103"/>
                  <a:pt x="875893" y="88517"/>
                  <a:pt x="881135" y="88517"/>
                </a:cubicBezTo>
                <a:cubicBezTo>
                  <a:pt x="883518" y="88517"/>
                  <a:pt x="886059" y="87881"/>
                  <a:pt x="888760" y="86611"/>
                </a:cubicBezTo>
                <a:lnTo>
                  <a:pt x="895669" y="82917"/>
                </a:lnTo>
                <a:cubicBezTo>
                  <a:pt x="896861" y="82282"/>
                  <a:pt x="897715" y="81964"/>
                  <a:pt x="898231" y="81964"/>
                </a:cubicBezTo>
                <a:cubicBezTo>
                  <a:pt x="899700" y="81964"/>
                  <a:pt x="900971" y="82550"/>
                  <a:pt x="902043" y="83722"/>
                </a:cubicBezTo>
                <a:cubicBezTo>
                  <a:pt x="903115" y="84893"/>
                  <a:pt x="903651" y="86233"/>
                  <a:pt x="903651" y="87742"/>
                </a:cubicBezTo>
                <a:cubicBezTo>
                  <a:pt x="903651" y="90641"/>
                  <a:pt x="900594" y="93441"/>
                  <a:pt x="894478" y="96141"/>
                </a:cubicBezTo>
                <a:cubicBezTo>
                  <a:pt x="889117" y="98524"/>
                  <a:pt x="884669" y="99715"/>
                  <a:pt x="881135" y="99715"/>
                </a:cubicBezTo>
                <a:close/>
                <a:moveTo>
                  <a:pt x="939753" y="99477"/>
                </a:moveTo>
                <a:cubicBezTo>
                  <a:pt x="933082" y="99477"/>
                  <a:pt x="927343" y="97011"/>
                  <a:pt x="922538" y="92078"/>
                </a:cubicBezTo>
                <a:cubicBezTo>
                  <a:pt x="917177" y="86588"/>
                  <a:pt x="914358" y="79207"/>
                  <a:pt x="914080" y="69937"/>
                </a:cubicBezTo>
                <a:cubicBezTo>
                  <a:pt x="913841" y="60946"/>
                  <a:pt x="916105" y="53030"/>
                  <a:pt x="920870" y="46187"/>
                </a:cubicBezTo>
                <a:cubicBezTo>
                  <a:pt x="926430" y="38111"/>
                  <a:pt x="934174" y="34072"/>
                  <a:pt x="944101" y="34072"/>
                </a:cubicBezTo>
                <a:cubicBezTo>
                  <a:pt x="952044" y="34072"/>
                  <a:pt x="958060" y="37713"/>
                  <a:pt x="962150" y="44994"/>
                </a:cubicBezTo>
                <a:cubicBezTo>
                  <a:pt x="965407" y="50881"/>
                  <a:pt x="966975" y="57962"/>
                  <a:pt x="966856" y="66237"/>
                </a:cubicBezTo>
                <a:cubicBezTo>
                  <a:pt x="966737" y="75069"/>
                  <a:pt x="964434" y="82608"/>
                  <a:pt x="959946" y="88855"/>
                </a:cubicBezTo>
                <a:cubicBezTo>
                  <a:pt x="954863" y="95936"/>
                  <a:pt x="948132" y="99477"/>
                  <a:pt x="939753" y="99477"/>
                </a:cubicBezTo>
                <a:moveTo>
                  <a:pt x="943327" y="46224"/>
                </a:moveTo>
                <a:cubicBezTo>
                  <a:pt x="937490" y="46184"/>
                  <a:pt x="932943" y="48968"/>
                  <a:pt x="929686" y="54575"/>
                </a:cubicBezTo>
                <a:cubicBezTo>
                  <a:pt x="927105" y="59069"/>
                  <a:pt x="925814" y="64200"/>
                  <a:pt x="925814" y="69965"/>
                </a:cubicBezTo>
                <a:cubicBezTo>
                  <a:pt x="925814" y="75732"/>
                  <a:pt x="927383" y="80226"/>
                  <a:pt x="930520" y="83448"/>
                </a:cubicBezTo>
                <a:cubicBezTo>
                  <a:pt x="933141" y="86112"/>
                  <a:pt x="936219" y="87444"/>
                  <a:pt x="939753" y="87444"/>
                </a:cubicBezTo>
                <a:cubicBezTo>
                  <a:pt x="943883" y="87444"/>
                  <a:pt x="947437" y="85933"/>
                  <a:pt x="950416" y="82910"/>
                </a:cubicBezTo>
                <a:cubicBezTo>
                  <a:pt x="953791" y="79570"/>
                  <a:pt x="955578" y="75057"/>
                  <a:pt x="955777" y="69370"/>
                </a:cubicBezTo>
                <a:cubicBezTo>
                  <a:pt x="956333" y="53979"/>
                  <a:pt x="952183" y="46264"/>
                  <a:pt x="943327" y="46224"/>
                </a:cubicBezTo>
                <a:close/>
                <a:moveTo>
                  <a:pt x="995751" y="49083"/>
                </a:moveTo>
                <a:lnTo>
                  <a:pt x="994857" y="78723"/>
                </a:lnTo>
                <a:cubicBezTo>
                  <a:pt x="994857" y="81864"/>
                  <a:pt x="994698" y="86476"/>
                  <a:pt x="994380" y="92560"/>
                </a:cubicBezTo>
                <a:cubicBezTo>
                  <a:pt x="993983" y="96536"/>
                  <a:pt x="992038" y="98524"/>
                  <a:pt x="988543" y="98524"/>
                </a:cubicBezTo>
                <a:cubicBezTo>
                  <a:pt x="984651" y="98524"/>
                  <a:pt x="982705" y="96496"/>
                  <a:pt x="982705" y="92441"/>
                </a:cubicBezTo>
                <a:cubicBezTo>
                  <a:pt x="982705" y="87629"/>
                  <a:pt x="982924" y="80403"/>
                  <a:pt x="983361" y="70762"/>
                </a:cubicBezTo>
                <a:cubicBezTo>
                  <a:pt x="983797" y="61121"/>
                  <a:pt x="984016" y="53895"/>
                  <a:pt x="984016" y="49083"/>
                </a:cubicBezTo>
                <a:cubicBezTo>
                  <a:pt x="984016" y="42801"/>
                  <a:pt x="984115" y="35615"/>
                  <a:pt x="984314" y="27524"/>
                </a:cubicBezTo>
                <a:cubicBezTo>
                  <a:pt x="984512" y="19433"/>
                  <a:pt x="984611" y="12246"/>
                  <a:pt x="984611" y="5964"/>
                </a:cubicBezTo>
                <a:cubicBezTo>
                  <a:pt x="984611" y="1988"/>
                  <a:pt x="986557" y="0"/>
                  <a:pt x="990449" y="0"/>
                </a:cubicBezTo>
                <a:cubicBezTo>
                  <a:pt x="994380" y="0"/>
                  <a:pt x="996346" y="1988"/>
                  <a:pt x="996346" y="5964"/>
                </a:cubicBezTo>
                <a:cubicBezTo>
                  <a:pt x="996346" y="12246"/>
                  <a:pt x="996247" y="19433"/>
                  <a:pt x="996048" y="27524"/>
                </a:cubicBezTo>
                <a:cubicBezTo>
                  <a:pt x="995850" y="35615"/>
                  <a:pt x="995751" y="42801"/>
                  <a:pt x="995751" y="49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•…">
            <a:extLst xmlns:a="http://schemas.openxmlformats.org/drawingml/2006/main">
              <a:ext uri="{FF2B5EF4-FFF2-40B4-BE49-F238E27FC236}">
                <a16:creationId xmlns:a16="http://schemas.microsoft.com/office/drawing/2014/main" id="{8C2A5349-532A-47EC-B315-391E2F1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4" y="1965349"/>
            <a:ext cx="165958" cy="61890"/>
          </a:xfrm>
          <a:custGeom xmlns:a="http://schemas.openxmlformats.org/drawingml/2006/main">
            <a:pathLst>
              <a:path w="165958" h="61890">
                <a:moveTo>
                  <a:pt x="0" y="15070"/>
                </a:moveTo>
                <a:cubicBezTo>
                  <a:pt x="0" y="10901"/>
                  <a:pt x="1479" y="7347"/>
                  <a:pt x="4438" y="4408"/>
                </a:cubicBezTo>
                <a:cubicBezTo>
                  <a:pt x="7396" y="1469"/>
                  <a:pt x="10940" y="0"/>
                  <a:pt x="15070" y="0"/>
                </a:cubicBezTo>
                <a:cubicBezTo>
                  <a:pt x="19240" y="0"/>
                  <a:pt x="22804" y="1469"/>
                  <a:pt x="25763" y="4408"/>
                </a:cubicBezTo>
                <a:cubicBezTo>
                  <a:pt x="28721" y="7347"/>
                  <a:pt x="30201" y="10901"/>
                  <a:pt x="30201" y="15070"/>
                </a:cubicBezTo>
                <a:cubicBezTo>
                  <a:pt x="30201" y="19240"/>
                  <a:pt x="28721" y="22804"/>
                  <a:pt x="25763" y="25763"/>
                </a:cubicBezTo>
                <a:cubicBezTo>
                  <a:pt x="22804" y="28721"/>
                  <a:pt x="19240" y="30201"/>
                  <a:pt x="15070" y="30201"/>
                </a:cubicBezTo>
                <a:cubicBezTo>
                  <a:pt x="10940" y="30201"/>
                  <a:pt x="7396" y="28721"/>
                  <a:pt x="4438" y="25763"/>
                </a:cubicBezTo>
                <a:cubicBezTo>
                  <a:pt x="1479" y="22804"/>
                  <a:pt x="0" y="19240"/>
                  <a:pt x="0" y="15070"/>
                </a:cubicBezTo>
                <a:close/>
                <a:moveTo>
                  <a:pt x="159346" y="61414"/>
                </a:moveTo>
                <a:cubicBezTo>
                  <a:pt x="157877" y="61414"/>
                  <a:pt x="156566" y="61056"/>
                  <a:pt x="155414" y="60341"/>
                </a:cubicBezTo>
                <a:cubicBezTo>
                  <a:pt x="154064" y="59508"/>
                  <a:pt x="153389" y="58396"/>
                  <a:pt x="153389" y="57006"/>
                </a:cubicBezTo>
                <a:cubicBezTo>
                  <a:pt x="153389" y="56410"/>
                  <a:pt x="153548" y="55626"/>
                  <a:pt x="153866" y="54653"/>
                </a:cubicBezTo>
                <a:cubicBezTo>
                  <a:pt x="154183" y="53680"/>
                  <a:pt x="154362" y="52975"/>
                  <a:pt x="154402" y="52538"/>
                </a:cubicBezTo>
                <a:cubicBezTo>
                  <a:pt x="154759" y="49719"/>
                  <a:pt x="156665" y="48309"/>
                  <a:pt x="160120" y="48309"/>
                </a:cubicBezTo>
                <a:cubicBezTo>
                  <a:pt x="164012" y="48309"/>
                  <a:pt x="165958" y="49818"/>
                  <a:pt x="165958" y="52836"/>
                </a:cubicBezTo>
                <a:cubicBezTo>
                  <a:pt x="165958" y="58554"/>
                  <a:pt x="163754" y="61414"/>
                  <a:pt x="159346" y="61414"/>
                </a:cubicBezTo>
                <a:moveTo>
                  <a:pt x="133434" y="61175"/>
                </a:moveTo>
                <a:cubicBezTo>
                  <a:pt x="129582" y="61175"/>
                  <a:pt x="127656" y="59699"/>
                  <a:pt x="127656" y="56747"/>
                </a:cubicBezTo>
                <a:lnTo>
                  <a:pt x="127656" y="52856"/>
                </a:lnTo>
                <a:cubicBezTo>
                  <a:pt x="127656" y="49904"/>
                  <a:pt x="129582" y="48428"/>
                  <a:pt x="133434" y="48428"/>
                </a:cubicBezTo>
                <a:cubicBezTo>
                  <a:pt x="137246" y="48428"/>
                  <a:pt x="139153" y="49904"/>
                  <a:pt x="139153" y="52856"/>
                </a:cubicBezTo>
                <a:lnTo>
                  <a:pt x="139153" y="56747"/>
                </a:lnTo>
                <a:cubicBezTo>
                  <a:pt x="139153" y="59699"/>
                  <a:pt x="137246" y="61175"/>
                  <a:pt x="133434" y="61175"/>
                </a:cubicBezTo>
                <a:moveTo>
                  <a:pt x="108356" y="61890"/>
                </a:moveTo>
                <a:cubicBezTo>
                  <a:pt x="104504" y="61890"/>
                  <a:pt x="102578" y="60413"/>
                  <a:pt x="102578" y="57460"/>
                </a:cubicBezTo>
                <a:lnTo>
                  <a:pt x="102578" y="54109"/>
                </a:lnTo>
                <a:cubicBezTo>
                  <a:pt x="102578" y="51116"/>
                  <a:pt x="104504" y="49619"/>
                  <a:pt x="108356" y="49619"/>
                </a:cubicBezTo>
                <a:cubicBezTo>
                  <a:pt x="112208" y="49619"/>
                  <a:pt x="114134" y="51116"/>
                  <a:pt x="114134" y="54109"/>
                </a:cubicBezTo>
                <a:lnTo>
                  <a:pt x="114134" y="57460"/>
                </a:lnTo>
                <a:cubicBezTo>
                  <a:pt x="114134" y="60413"/>
                  <a:pt x="112208" y="61890"/>
                  <a:pt x="108356" y="618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PrimingSource">
            <a:extLst xmlns:a="http://schemas.openxmlformats.org/drawingml/2006/main">
              <a:ext uri="{FF2B5EF4-FFF2-40B4-BE49-F238E27FC236}">
                <a16:creationId xmlns:a16="http://schemas.microsoft.com/office/drawing/2014/main" id="{AAA04AB2-317F-4F7D-B3E6-5332D2F8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66" y="842065"/>
            <a:ext cx="845131" cy="127235"/>
          </a:xfrm>
          <a:custGeom xmlns:a="http://schemas.openxmlformats.org/drawingml/2006/main">
            <a:pathLst>
              <a:path w="845131" h="127235">
                <a:moveTo>
                  <a:pt x="18644" y="58614"/>
                </a:moveTo>
                <a:cubicBezTo>
                  <a:pt x="17533" y="58614"/>
                  <a:pt x="15110" y="58356"/>
                  <a:pt x="11377" y="57840"/>
                </a:cubicBezTo>
                <a:cubicBezTo>
                  <a:pt x="11060" y="63845"/>
                  <a:pt x="10901" y="74365"/>
                  <a:pt x="10901" y="89401"/>
                </a:cubicBezTo>
                <a:cubicBezTo>
                  <a:pt x="10901" y="90992"/>
                  <a:pt x="10385" y="92335"/>
                  <a:pt x="9352" y="93429"/>
                </a:cubicBezTo>
                <a:cubicBezTo>
                  <a:pt x="8320" y="94522"/>
                  <a:pt x="7029" y="95069"/>
                  <a:pt x="5480" y="95069"/>
                </a:cubicBezTo>
                <a:cubicBezTo>
                  <a:pt x="3892" y="95069"/>
                  <a:pt x="2581" y="94523"/>
                  <a:pt x="1549" y="93431"/>
                </a:cubicBezTo>
                <a:cubicBezTo>
                  <a:pt x="516" y="92338"/>
                  <a:pt x="0" y="90996"/>
                  <a:pt x="0" y="89406"/>
                </a:cubicBezTo>
                <a:lnTo>
                  <a:pt x="0" y="71883"/>
                </a:lnTo>
                <a:cubicBezTo>
                  <a:pt x="0" y="66041"/>
                  <a:pt x="357" y="57816"/>
                  <a:pt x="1072" y="47207"/>
                </a:cubicBezTo>
                <a:cubicBezTo>
                  <a:pt x="1866" y="35723"/>
                  <a:pt x="2303" y="27498"/>
                  <a:pt x="2383" y="22531"/>
                </a:cubicBezTo>
                <a:lnTo>
                  <a:pt x="2383" y="14305"/>
                </a:lnTo>
                <a:cubicBezTo>
                  <a:pt x="2383" y="10371"/>
                  <a:pt x="2621" y="7510"/>
                  <a:pt x="3097" y="5722"/>
                </a:cubicBezTo>
                <a:cubicBezTo>
                  <a:pt x="4011" y="2225"/>
                  <a:pt x="5957" y="715"/>
                  <a:pt x="8935" y="1191"/>
                </a:cubicBezTo>
                <a:cubicBezTo>
                  <a:pt x="10206" y="794"/>
                  <a:pt x="12013" y="496"/>
                  <a:pt x="14356" y="298"/>
                </a:cubicBezTo>
                <a:cubicBezTo>
                  <a:pt x="16699" y="99"/>
                  <a:pt x="19578" y="0"/>
                  <a:pt x="22993" y="0"/>
                </a:cubicBezTo>
                <a:cubicBezTo>
                  <a:pt x="30260" y="0"/>
                  <a:pt x="37071" y="2482"/>
                  <a:pt x="43424" y="7446"/>
                </a:cubicBezTo>
                <a:cubicBezTo>
                  <a:pt x="50414" y="12926"/>
                  <a:pt x="53908" y="19518"/>
                  <a:pt x="53908" y="27222"/>
                </a:cubicBezTo>
                <a:cubicBezTo>
                  <a:pt x="53908" y="37071"/>
                  <a:pt x="50175" y="44914"/>
                  <a:pt x="42710" y="50751"/>
                </a:cubicBezTo>
                <a:cubicBezTo>
                  <a:pt x="36038" y="55993"/>
                  <a:pt x="28016" y="58614"/>
                  <a:pt x="18644" y="58614"/>
                </a:cubicBezTo>
                <a:moveTo>
                  <a:pt x="21623" y="11318"/>
                </a:moveTo>
                <a:cubicBezTo>
                  <a:pt x="19876" y="11318"/>
                  <a:pt x="18317" y="11357"/>
                  <a:pt x="16947" y="11437"/>
                </a:cubicBezTo>
                <a:cubicBezTo>
                  <a:pt x="15577" y="11516"/>
                  <a:pt x="14415" y="11635"/>
                  <a:pt x="13462" y="11794"/>
                </a:cubicBezTo>
                <a:lnTo>
                  <a:pt x="13343" y="22736"/>
                </a:lnTo>
                <a:lnTo>
                  <a:pt x="12092" y="46405"/>
                </a:lnTo>
                <a:lnTo>
                  <a:pt x="18644" y="47177"/>
                </a:lnTo>
                <a:cubicBezTo>
                  <a:pt x="25316" y="47177"/>
                  <a:pt x="30935" y="45492"/>
                  <a:pt x="35502" y="42123"/>
                </a:cubicBezTo>
                <a:cubicBezTo>
                  <a:pt x="40506" y="38435"/>
                  <a:pt x="43007" y="33459"/>
                  <a:pt x="43007" y="27196"/>
                </a:cubicBezTo>
                <a:cubicBezTo>
                  <a:pt x="43007" y="22756"/>
                  <a:pt x="40625" y="18930"/>
                  <a:pt x="35859" y="15718"/>
                </a:cubicBezTo>
                <a:cubicBezTo>
                  <a:pt x="31451" y="12785"/>
                  <a:pt x="26706" y="11318"/>
                  <a:pt x="21623" y="11318"/>
                </a:cubicBezTo>
                <a:close/>
                <a:moveTo>
                  <a:pt x="111846" y="49500"/>
                </a:moveTo>
                <a:cubicBezTo>
                  <a:pt x="111568" y="54464"/>
                  <a:pt x="109583" y="56946"/>
                  <a:pt x="105889" y="56946"/>
                </a:cubicBezTo>
                <a:cubicBezTo>
                  <a:pt x="102474" y="56946"/>
                  <a:pt x="100767" y="54988"/>
                  <a:pt x="100767" y="51073"/>
                </a:cubicBezTo>
                <a:cubicBezTo>
                  <a:pt x="100767" y="50321"/>
                  <a:pt x="100707" y="48936"/>
                  <a:pt x="100588" y="46918"/>
                </a:cubicBezTo>
                <a:lnTo>
                  <a:pt x="100409" y="41935"/>
                </a:lnTo>
                <a:cubicBezTo>
                  <a:pt x="94135" y="42691"/>
                  <a:pt x="89111" y="44462"/>
                  <a:pt x="85339" y="47248"/>
                </a:cubicBezTo>
                <a:cubicBezTo>
                  <a:pt x="81805" y="49835"/>
                  <a:pt x="78866" y="53736"/>
                  <a:pt x="76523" y="58949"/>
                </a:cubicBezTo>
                <a:lnTo>
                  <a:pt x="76642" y="91661"/>
                </a:lnTo>
                <a:cubicBezTo>
                  <a:pt x="76642" y="95680"/>
                  <a:pt x="74676" y="97690"/>
                  <a:pt x="70745" y="97690"/>
                </a:cubicBezTo>
                <a:cubicBezTo>
                  <a:pt x="67250" y="97690"/>
                  <a:pt x="65503" y="95681"/>
                  <a:pt x="65503" y="91663"/>
                </a:cubicBezTo>
                <a:lnTo>
                  <a:pt x="65503" y="49770"/>
                </a:lnTo>
                <a:cubicBezTo>
                  <a:pt x="65503" y="48457"/>
                  <a:pt x="65553" y="46488"/>
                  <a:pt x="65652" y="43864"/>
                </a:cubicBezTo>
                <a:cubicBezTo>
                  <a:pt x="65751" y="41238"/>
                  <a:pt x="65801" y="39268"/>
                  <a:pt x="65801" y="37955"/>
                </a:cubicBezTo>
                <a:cubicBezTo>
                  <a:pt x="65801" y="33937"/>
                  <a:pt x="67548" y="31928"/>
                  <a:pt x="71043" y="31928"/>
                </a:cubicBezTo>
                <a:cubicBezTo>
                  <a:pt x="74934" y="31928"/>
                  <a:pt x="76900" y="35224"/>
                  <a:pt x="76940" y="41816"/>
                </a:cubicBezTo>
                <a:cubicBezTo>
                  <a:pt x="84564" y="34430"/>
                  <a:pt x="93023" y="30737"/>
                  <a:pt x="102315" y="30737"/>
                </a:cubicBezTo>
                <a:cubicBezTo>
                  <a:pt x="105532" y="30737"/>
                  <a:pt x="107935" y="31948"/>
                  <a:pt x="109523" y="34370"/>
                </a:cubicBezTo>
                <a:cubicBezTo>
                  <a:pt x="111112" y="36793"/>
                  <a:pt x="111906" y="40446"/>
                  <a:pt x="111906" y="45331"/>
                </a:cubicBezTo>
                <a:cubicBezTo>
                  <a:pt x="111906" y="47396"/>
                  <a:pt x="111886" y="48785"/>
                  <a:pt x="111846" y="49500"/>
                </a:cubicBezTo>
                <a:close/>
                <a:moveTo>
                  <a:pt x="135669" y="18228"/>
                </a:moveTo>
                <a:cubicBezTo>
                  <a:pt x="133763" y="18228"/>
                  <a:pt x="132115" y="17552"/>
                  <a:pt x="130725" y="16202"/>
                </a:cubicBezTo>
                <a:cubicBezTo>
                  <a:pt x="129335" y="14852"/>
                  <a:pt x="128640" y="13224"/>
                  <a:pt x="128640" y="11318"/>
                </a:cubicBezTo>
                <a:cubicBezTo>
                  <a:pt x="128640" y="9412"/>
                  <a:pt x="129335" y="7783"/>
                  <a:pt x="130725" y="6433"/>
                </a:cubicBezTo>
                <a:cubicBezTo>
                  <a:pt x="132115" y="5083"/>
                  <a:pt x="133763" y="4408"/>
                  <a:pt x="135669" y="4408"/>
                </a:cubicBezTo>
                <a:cubicBezTo>
                  <a:pt x="137576" y="4408"/>
                  <a:pt x="139214" y="5083"/>
                  <a:pt x="140584" y="6433"/>
                </a:cubicBezTo>
                <a:cubicBezTo>
                  <a:pt x="141954" y="7783"/>
                  <a:pt x="142639" y="9412"/>
                  <a:pt x="142639" y="11318"/>
                </a:cubicBezTo>
                <a:cubicBezTo>
                  <a:pt x="142639" y="13224"/>
                  <a:pt x="141954" y="14852"/>
                  <a:pt x="140584" y="16202"/>
                </a:cubicBezTo>
                <a:cubicBezTo>
                  <a:pt x="139214" y="17552"/>
                  <a:pt x="137576" y="18228"/>
                  <a:pt x="135669" y="18228"/>
                </a:cubicBezTo>
                <a:moveTo>
                  <a:pt x="138350" y="66629"/>
                </a:moveTo>
                <a:cubicBezTo>
                  <a:pt x="138350" y="69015"/>
                  <a:pt x="138419" y="72582"/>
                  <a:pt x="138558" y="77333"/>
                </a:cubicBezTo>
                <a:cubicBezTo>
                  <a:pt x="138697" y="82082"/>
                  <a:pt x="138767" y="85649"/>
                  <a:pt x="138767" y="88035"/>
                </a:cubicBezTo>
                <a:cubicBezTo>
                  <a:pt x="138767" y="89783"/>
                  <a:pt x="138231" y="91214"/>
                  <a:pt x="137159" y="92327"/>
                </a:cubicBezTo>
                <a:cubicBezTo>
                  <a:pt x="136086" y="93440"/>
                  <a:pt x="134677" y="93997"/>
                  <a:pt x="132929" y="93997"/>
                </a:cubicBezTo>
                <a:cubicBezTo>
                  <a:pt x="131222" y="93997"/>
                  <a:pt x="129822" y="93440"/>
                  <a:pt x="128730" y="92327"/>
                </a:cubicBezTo>
                <a:cubicBezTo>
                  <a:pt x="127638" y="91214"/>
                  <a:pt x="127092" y="89783"/>
                  <a:pt x="127092" y="88035"/>
                </a:cubicBezTo>
                <a:cubicBezTo>
                  <a:pt x="127092" y="85649"/>
                  <a:pt x="127022" y="82082"/>
                  <a:pt x="126883" y="77333"/>
                </a:cubicBezTo>
                <a:cubicBezTo>
                  <a:pt x="126744" y="72582"/>
                  <a:pt x="126675" y="69015"/>
                  <a:pt x="126675" y="66629"/>
                </a:cubicBezTo>
                <a:cubicBezTo>
                  <a:pt x="126675" y="62893"/>
                  <a:pt x="126873" y="58232"/>
                  <a:pt x="127270" y="52648"/>
                </a:cubicBezTo>
                <a:cubicBezTo>
                  <a:pt x="127668" y="47062"/>
                  <a:pt x="127866" y="42401"/>
                  <a:pt x="127866" y="38665"/>
                </a:cubicBezTo>
                <a:cubicBezTo>
                  <a:pt x="127866" y="36876"/>
                  <a:pt x="128412" y="35426"/>
                  <a:pt x="129504" y="34312"/>
                </a:cubicBezTo>
                <a:cubicBezTo>
                  <a:pt x="130596" y="33199"/>
                  <a:pt x="131996" y="32643"/>
                  <a:pt x="133704" y="32643"/>
                </a:cubicBezTo>
                <a:cubicBezTo>
                  <a:pt x="135411" y="32643"/>
                  <a:pt x="136811" y="33199"/>
                  <a:pt x="137903" y="34312"/>
                </a:cubicBezTo>
                <a:cubicBezTo>
                  <a:pt x="138995" y="35426"/>
                  <a:pt x="139541" y="36876"/>
                  <a:pt x="139541" y="38665"/>
                </a:cubicBezTo>
                <a:cubicBezTo>
                  <a:pt x="139541" y="42401"/>
                  <a:pt x="139343" y="47062"/>
                  <a:pt x="138946" y="52648"/>
                </a:cubicBezTo>
                <a:cubicBezTo>
                  <a:pt x="138548" y="58232"/>
                  <a:pt x="138350" y="62893"/>
                  <a:pt x="138350" y="66629"/>
                </a:cubicBezTo>
                <a:close/>
                <a:moveTo>
                  <a:pt x="234820" y="98643"/>
                </a:moveTo>
                <a:cubicBezTo>
                  <a:pt x="231563" y="98643"/>
                  <a:pt x="229657" y="96912"/>
                  <a:pt x="229101" y="93450"/>
                </a:cubicBezTo>
                <a:cubicBezTo>
                  <a:pt x="228387" y="89071"/>
                  <a:pt x="227672" y="82903"/>
                  <a:pt x="226957" y="74945"/>
                </a:cubicBezTo>
                <a:lnTo>
                  <a:pt x="224932" y="56438"/>
                </a:lnTo>
                <a:cubicBezTo>
                  <a:pt x="224535" y="53693"/>
                  <a:pt x="223859" y="51007"/>
                  <a:pt x="222906" y="48380"/>
                </a:cubicBezTo>
                <a:cubicBezTo>
                  <a:pt x="221556" y="44798"/>
                  <a:pt x="220087" y="43007"/>
                  <a:pt x="218498" y="43007"/>
                </a:cubicBezTo>
                <a:cubicBezTo>
                  <a:pt x="217029" y="43007"/>
                  <a:pt x="214289" y="44260"/>
                  <a:pt x="210278" y="46764"/>
                </a:cubicBezTo>
                <a:cubicBezTo>
                  <a:pt x="206466" y="49070"/>
                  <a:pt x="203964" y="50918"/>
                  <a:pt x="202773" y="52309"/>
                </a:cubicBezTo>
                <a:cubicBezTo>
                  <a:pt x="202733" y="56046"/>
                  <a:pt x="202832" y="59782"/>
                  <a:pt x="203071" y="63519"/>
                </a:cubicBezTo>
                <a:lnTo>
                  <a:pt x="204858" y="79440"/>
                </a:lnTo>
                <a:cubicBezTo>
                  <a:pt x="205612" y="85721"/>
                  <a:pt x="205989" y="90909"/>
                  <a:pt x="205989" y="95004"/>
                </a:cubicBezTo>
                <a:cubicBezTo>
                  <a:pt x="205989" y="96752"/>
                  <a:pt x="205443" y="98193"/>
                  <a:pt x="204351" y="99326"/>
                </a:cubicBezTo>
                <a:cubicBezTo>
                  <a:pt x="203259" y="100459"/>
                  <a:pt x="201859" y="101026"/>
                  <a:pt x="200152" y="101026"/>
                </a:cubicBezTo>
                <a:cubicBezTo>
                  <a:pt x="198444" y="101026"/>
                  <a:pt x="197044" y="100459"/>
                  <a:pt x="195952" y="99326"/>
                </a:cubicBezTo>
                <a:cubicBezTo>
                  <a:pt x="194860" y="98193"/>
                  <a:pt x="194314" y="96752"/>
                  <a:pt x="194314" y="95004"/>
                </a:cubicBezTo>
                <a:cubicBezTo>
                  <a:pt x="194314" y="90194"/>
                  <a:pt x="193828" y="83088"/>
                  <a:pt x="192855" y="73686"/>
                </a:cubicBezTo>
                <a:cubicBezTo>
                  <a:pt x="191882" y="64285"/>
                  <a:pt x="191395" y="57179"/>
                  <a:pt x="191395" y="52369"/>
                </a:cubicBezTo>
                <a:cubicBezTo>
                  <a:pt x="191395" y="48156"/>
                  <a:pt x="190800" y="44876"/>
                  <a:pt x="189608" y="42531"/>
                </a:cubicBezTo>
                <a:cubicBezTo>
                  <a:pt x="186829" y="43804"/>
                  <a:pt x="184009" y="45873"/>
                  <a:pt x="181150" y="48739"/>
                </a:cubicBezTo>
                <a:lnTo>
                  <a:pt x="174121" y="56620"/>
                </a:lnTo>
                <a:cubicBezTo>
                  <a:pt x="173486" y="57575"/>
                  <a:pt x="172473" y="58828"/>
                  <a:pt x="171083" y="60381"/>
                </a:cubicBezTo>
                <a:cubicBezTo>
                  <a:pt x="171083" y="62768"/>
                  <a:pt x="170865" y="66291"/>
                  <a:pt x="170428" y="70948"/>
                </a:cubicBezTo>
                <a:cubicBezTo>
                  <a:pt x="169991" y="75604"/>
                  <a:pt x="169773" y="79047"/>
                  <a:pt x="169773" y="81276"/>
                </a:cubicBezTo>
                <a:cubicBezTo>
                  <a:pt x="169773" y="82469"/>
                  <a:pt x="169961" y="84141"/>
                  <a:pt x="170338" y="86290"/>
                </a:cubicBezTo>
                <a:cubicBezTo>
                  <a:pt x="170716" y="88438"/>
                  <a:pt x="170904" y="89990"/>
                  <a:pt x="170904" y="90946"/>
                </a:cubicBezTo>
                <a:cubicBezTo>
                  <a:pt x="170904" y="92578"/>
                  <a:pt x="170299" y="93951"/>
                  <a:pt x="169087" y="95065"/>
                </a:cubicBezTo>
                <a:cubicBezTo>
                  <a:pt x="167876" y="96180"/>
                  <a:pt x="166457" y="96737"/>
                  <a:pt x="164828" y="96737"/>
                </a:cubicBezTo>
                <a:cubicBezTo>
                  <a:pt x="160341" y="96737"/>
                  <a:pt x="158097" y="91630"/>
                  <a:pt x="158097" y="81415"/>
                </a:cubicBezTo>
                <a:cubicBezTo>
                  <a:pt x="158097" y="79030"/>
                  <a:pt x="158316" y="75473"/>
                  <a:pt x="158753" y="70743"/>
                </a:cubicBezTo>
                <a:cubicBezTo>
                  <a:pt x="159189" y="66014"/>
                  <a:pt x="159408" y="62457"/>
                  <a:pt x="159408" y="60072"/>
                </a:cubicBezTo>
                <a:cubicBezTo>
                  <a:pt x="159408" y="57966"/>
                  <a:pt x="159219" y="54806"/>
                  <a:pt x="158842" y="50593"/>
                </a:cubicBezTo>
                <a:cubicBezTo>
                  <a:pt x="158465" y="46380"/>
                  <a:pt x="158276" y="43200"/>
                  <a:pt x="158276" y="41053"/>
                </a:cubicBezTo>
                <a:cubicBezTo>
                  <a:pt x="158276" y="32031"/>
                  <a:pt x="160301" y="27520"/>
                  <a:pt x="164352" y="27520"/>
                </a:cubicBezTo>
                <a:cubicBezTo>
                  <a:pt x="165901" y="27520"/>
                  <a:pt x="167320" y="28185"/>
                  <a:pt x="168611" y="29515"/>
                </a:cubicBezTo>
                <a:cubicBezTo>
                  <a:pt x="169902" y="30846"/>
                  <a:pt x="170547" y="32305"/>
                  <a:pt x="170547" y="33894"/>
                </a:cubicBezTo>
                <a:cubicBezTo>
                  <a:pt x="170547" y="34648"/>
                  <a:pt x="170448" y="35820"/>
                  <a:pt x="170249" y="37408"/>
                </a:cubicBezTo>
                <a:cubicBezTo>
                  <a:pt x="170050" y="38997"/>
                  <a:pt x="169951" y="40208"/>
                  <a:pt x="169951" y="41042"/>
                </a:cubicBezTo>
                <a:lnTo>
                  <a:pt x="170070" y="47296"/>
                </a:lnTo>
                <a:cubicBezTo>
                  <a:pt x="172135" y="43047"/>
                  <a:pt x="175173" y="39205"/>
                  <a:pt x="179184" y="35770"/>
                </a:cubicBezTo>
                <a:cubicBezTo>
                  <a:pt x="183195" y="32335"/>
                  <a:pt x="186610" y="30617"/>
                  <a:pt x="189430" y="30617"/>
                </a:cubicBezTo>
                <a:cubicBezTo>
                  <a:pt x="195664" y="30617"/>
                  <a:pt x="199953" y="33715"/>
                  <a:pt x="202296" y="39910"/>
                </a:cubicBezTo>
                <a:cubicBezTo>
                  <a:pt x="204480" y="37011"/>
                  <a:pt x="207081" y="34837"/>
                  <a:pt x="210099" y="33387"/>
                </a:cubicBezTo>
                <a:cubicBezTo>
                  <a:pt x="213117" y="31938"/>
                  <a:pt x="216572" y="31213"/>
                  <a:pt x="220464" y="31213"/>
                </a:cubicBezTo>
                <a:cubicBezTo>
                  <a:pt x="227096" y="31213"/>
                  <a:pt x="231623" y="34793"/>
                  <a:pt x="234045" y="41954"/>
                </a:cubicBezTo>
                <a:cubicBezTo>
                  <a:pt x="234522" y="43386"/>
                  <a:pt x="235336" y="48975"/>
                  <a:pt x="236488" y="58722"/>
                </a:cubicBezTo>
                <a:cubicBezTo>
                  <a:pt x="237600" y="65565"/>
                  <a:pt x="239029" y="76963"/>
                  <a:pt x="240776" y="92915"/>
                </a:cubicBezTo>
                <a:cubicBezTo>
                  <a:pt x="240896" y="94506"/>
                  <a:pt x="240359" y="95858"/>
                  <a:pt x="239168" y="96971"/>
                </a:cubicBezTo>
                <a:cubicBezTo>
                  <a:pt x="237977" y="98086"/>
                  <a:pt x="236527" y="98643"/>
                  <a:pt x="234820" y="98643"/>
                </a:cubicBezTo>
                <a:close/>
                <a:moveTo>
                  <a:pt x="266422" y="18228"/>
                </a:moveTo>
                <a:cubicBezTo>
                  <a:pt x="264516" y="18228"/>
                  <a:pt x="262868" y="17552"/>
                  <a:pt x="261478" y="16202"/>
                </a:cubicBezTo>
                <a:cubicBezTo>
                  <a:pt x="260088" y="14852"/>
                  <a:pt x="259393" y="13224"/>
                  <a:pt x="259393" y="11318"/>
                </a:cubicBezTo>
                <a:cubicBezTo>
                  <a:pt x="259393" y="9412"/>
                  <a:pt x="260088" y="7783"/>
                  <a:pt x="261478" y="6433"/>
                </a:cubicBezTo>
                <a:cubicBezTo>
                  <a:pt x="262868" y="5083"/>
                  <a:pt x="264516" y="4408"/>
                  <a:pt x="266422" y="4408"/>
                </a:cubicBezTo>
                <a:cubicBezTo>
                  <a:pt x="268328" y="4408"/>
                  <a:pt x="269966" y="5083"/>
                  <a:pt x="271336" y="6433"/>
                </a:cubicBezTo>
                <a:cubicBezTo>
                  <a:pt x="272706" y="7783"/>
                  <a:pt x="273391" y="9412"/>
                  <a:pt x="273391" y="11318"/>
                </a:cubicBezTo>
                <a:cubicBezTo>
                  <a:pt x="273391" y="13224"/>
                  <a:pt x="272706" y="14852"/>
                  <a:pt x="271336" y="16202"/>
                </a:cubicBezTo>
                <a:cubicBezTo>
                  <a:pt x="269966" y="17552"/>
                  <a:pt x="268328" y="18228"/>
                  <a:pt x="266422" y="18228"/>
                </a:cubicBezTo>
                <a:moveTo>
                  <a:pt x="269102" y="66629"/>
                </a:moveTo>
                <a:cubicBezTo>
                  <a:pt x="269102" y="69015"/>
                  <a:pt x="269172" y="72582"/>
                  <a:pt x="269311" y="77333"/>
                </a:cubicBezTo>
                <a:cubicBezTo>
                  <a:pt x="269450" y="82082"/>
                  <a:pt x="269519" y="85649"/>
                  <a:pt x="269519" y="88035"/>
                </a:cubicBezTo>
                <a:cubicBezTo>
                  <a:pt x="269519" y="89783"/>
                  <a:pt x="268983" y="91214"/>
                  <a:pt x="267911" y="92327"/>
                </a:cubicBezTo>
                <a:cubicBezTo>
                  <a:pt x="266839" y="93440"/>
                  <a:pt x="265429" y="93997"/>
                  <a:pt x="263682" y="93997"/>
                </a:cubicBezTo>
                <a:cubicBezTo>
                  <a:pt x="261974" y="93997"/>
                  <a:pt x="260574" y="93440"/>
                  <a:pt x="259482" y="92327"/>
                </a:cubicBezTo>
                <a:cubicBezTo>
                  <a:pt x="258390" y="91214"/>
                  <a:pt x="257844" y="89783"/>
                  <a:pt x="257844" y="88035"/>
                </a:cubicBezTo>
                <a:cubicBezTo>
                  <a:pt x="257844" y="85649"/>
                  <a:pt x="257775" y="82082"/>
                  <a:pt x="257636" y="77333"/>
                </a:cubicBezTo>
                <a:cubicBezTo>
                  <a:pt x="257497" y="72582"/>
                  <a:pt x="257427" y="69015"/>
                  <a:pt x="257427" y="66629"/>
                </a:cubicBezTo>
                <a:cubicBezTo>
                  <a:pt x="257427" y="62893"/>
                  <a:pt x="257626" y="58232"/>
                  <a:pt x="258023" y="52648"/>
                </a:cubicBezTo>
                <a:cubicBezTo>
                  <a:pt x="258420" y="47062"/>
                  <a:pt x="258618" y="42401"/>
                  <a:pt x="258618" y="38665"/>
                </a:cubicBezTo>
                <a:cubicBezTo>
                  <a:pt x="258618" y="36876"/>
                  <a:pt x="259164" y="35426"/>
                  <a:pt x="260257" y="34312"/>
                </a:cubicBezTo>
                <a:cubicBezTo>
                  <a:pt x="261349" y="33199"/>
                  <a:pt x="262748" y="32643"/>
                  <a:pt x="264456" y="32643"/>
                </a:cubicBezTo>
                <a:cubicBezTo>
                  <a:pt x="266164" y="32643"/>
                  <a:pt x="267563" y="33199"/>
                  <a:pt x="268655" y="34312"/>
                </a:cubicBezTo>
                <a:cubicBezTo>
                  <a:pt x="269748" y="35426"/>
                  <a:pt x="270294" y="36876"/>
                  <a:pt x="270294" y="38665"/>
                </a:cubicBezTo>
                <a:cubicBezTo>
                  <a:pt x="270294" y="42401"/>
                  <a:pt x="270095" y="47062"/>
                  <a:pt x="269698" y="52648"/>
                </a:cubicBezTo>
                <a:cubicBezTo>
                  <a:pt x="269301" y="58232"/>
                  <a:pt x="269102" y="62893"/>
                  <a:pt x="269102" y="66629"/>
                </a:cubicBezTo>
                <a:close/>
                <a:moveTo>
                  <a:pt x="335611" y="97928"/>
                </a:moveTo>
                <a:cubicBezTo>
                  <a:pt x="332196" y="97928"/>
                  <a:pt x="330270" y="96058"/>
                  <a:pt x="329833" y="92318"/>
                </a:cubicBezTo>
                <a:lnTo>
                  <a:pt x="328165" y="79245"/>
                </a:lnTo>
                <a:cubicBezTo>
                  <a:pt x="327609" y="74589"/>
                  <a:pt x="327331" y="70231"/>
                  <a:pt x="327331" y="66172"/>
                </a:cubicBezTo>
                <a:cubicBezTo>
                  <a:pt x="327331" y="65057"/>
                  <a:pt x="327400" y="63167"/>
                  <a:pt x="327539" y="60502"/>
                </a:cubicBezTo>
                <a:cubicBezTo>
                  <a:pt x="327678" y="57835"/>
                  <a:pt x="327748" y="55944"/>
                  <a:pt x="327748" y="54830"/>
                </a:cubicBezTo>
                <a:cubicBezTo>
                  <a:pt x="327748" y="46233"/>
                  <a:pt x="326159" y="41935"/>
                  <a:pt x="322983" y="41935"/>
                </a:cubicBezTo>
                <a:cubicBezTo>
                  <a:pt x="318535" y="41935"/>
                  <a:pt x="314286" y="44579"/>
                  <a:pt x="310235" y="49867"/>
                </a:cubicBezTo>
                <a:cubicBezTo>
                  <a:pt x="306582" y="54677"/>
                  <a:pt x="303722" y="60759"/>
                  <a:pt x="301657" y="68113"/>
                </a:cubicBezTo>
                <a:cubicBezTo>
                  <a:pt x="301578" y="69664"/>
                  <a:pt x="301399" y="71613"/>
                  <a:pt x="301121" y="73958"/>
                </a:cubicBezTo>
                <a:cubicBezTo>
                  <a:pt x="300883" y="75946"/>
                  <a:pt x="300764" y="77874"/>
                  <a:pt x="300764" y="79742"/>
                </a:cubicBezTo>
                <a:cubicBezTo>
                  <a:pt x="300764" y="80934"/>
                  <a:pt x="300883" y="82723"/>
                  <a:pt x="301121" y="85108"/>
                </a:cubicBezTo>
                <a:cubicBezTo>
                  <a:pt x="301360" y="87493"/>
                  <a:pt x="301479" y="89282"/>
                  <a:pt x="301479" y="90475"/>
                </a:cubicBezTo>
                <a:cubicBezTo>
                  <a:pt x="301479" y="92264"/>
                  <a:pt x="300933" y="93716"/>
                  <a:pt x="299841" y="94829"/>
                </a:cubicBezTo>
                <a:cubicBezTo>
                  <a:pt x="298749" y="95942"/>
                  <a:pt x="297349" y="96499"/>
                  <a:pt x="295641" y="96499"/>
                </a:cubicBezTo>
                <a:cubicBezTo>
                  <a:pt x="293894" y="96499"/>
                  <a:pt x="292484" y="95941"/>
                  <a:pt x="291412" y="94827"/>
                </a:cubicBezTo>
                <a:cubicBezTo>
                  <a:pt x="290340" y="93714"/>
                  <a:pt x="289804" y="92262"/>
                  <a:pt x="289804" y="90471"/>
                </a:cubicBezTo>
                <a:cubicBezTo>
                  <a:pt x="289804" y="89279"/>
                  <a:pt x="289675" y="87489"/>
                  <a:pt x="289416" y="85103"/>
                </a:cubicBezTo>
                <a:cubicBezTo>
                  <a:pt x="289158" y="82715"/>
                  <a:pt x="289029" y="80924"/>
                  <a:pt x="289029" y="79731"/>
                </a:cubicBezTo>
                <a:cubicBezTo>
                  <a:pt x="289029" y="75633"/>
                  <a:pt x="289317" y="69954"/>
                  <a:pt x="289893" y="62694"/>
                </a:cubicBezTo>
                <a:cubicBezTo>
                  <a:pt x="290469" y="55435"/>
                  <a:pt x="290757" y="49756"/>
                  <a:pt x="290757" y="45658"/>
                </a:cubicBezTo>
                <a:cubicBezTo>
                  <a:pt x="290757" y="44385"/>
                  <a:pt x="290687" y="42496"/>
                  <a:pt x="290548" y="39990"/>
                </a:cubicBezTo>
                <a:cubicBezTo>
                  <a:pt x="290409" y="37483"/>
                  <a:pt x="290340" y="35594"/>
                  <a:pt x="290340" y="34322"/>
                </a:cubicBezTo>
                <a:cubicBezTo>
                  <a:pt x="290340" y="32610"/>
                  <a:pt x="290906" y="31208"/>
                  <a:pt x="292037" y="30115"/>
                </a:cubicBezTo>
                <a:cubicBezTo>
                  <a:pt x="293169" y="29020"/>
                  <a:pt x="294569" y="28473"/>
                  <a:pt x="296237" y="28473"/>
                </a:cubicBezTo>
                <a:cubicBezTo>
                  <a:pt x="299890" y="28473"/>
                  <a:pt x="301896" y="31065"/>
                  <a:pt x="302253" y="36248"/>
                </a:cubicBezTo>
                <a:lnTo>
                  <a:pt x="302432" y="43246"/>
                </a:lnTo>
                <a:cubicBezTo>
                  <a:pt x="309103" y="34350"/>
                  <a:pt x="315954" y="29903"/>
                  <a:pt x="322983" y="29903"/>
                </a:cubicBezTo>
                <a:cubicBezTo>
                  <a:pt x="329336" y="29903"/>
                  <a:pt x="333764" y="32707"/>
                  <a:pt x="336266" y="38317"/>
                </a:cubicBezTo>
                <a:cubicBezTo>
                  <a:pt x="337974" y="42056"/>
                  <a:pt x="338907" y="47585"/>
                  <a:pt x="339066" y="54906"/>
                </a:cubicBezTo>
                <a:lnTo>
                  <a:pt x="339066" y="60932"/>
                </a:lnTo>
                <a:lnTo>
                  <a:pt x="339006" y="66481"/>
                </a:lnTo>
                <a:cubicBezTo>
                  <a:pt x="339006" y="69783"/>
                  <a:pt x="339433" y="74050"/>
                  <a:pt x="340287" y="79282"/>
                </a:cubicBezTo>
                <a:cubicBezTo>
                  <a:pt x="341141" y="84513"/>
                  <a:pt x="341567" y="88759"/>
                  <a:pt x="341567" y="92020"/>
                </a:cubicBezTo>
                <a:cubicBezTo>
                  <a:pt x="341567" y="93771"/>
                  <a:pt x="341002" y="95193"/>
                  <a:pt x="339870" y="96286"/>
                </a:cubicBezTo>
                <a:cubicBezTo>
                  <a:pt x="338738" y="97381"/>
                  <a:pt x="337318" y="97928"/>
                  <a:pt x="335611" y="97928"/>
                </a:cubicBezTo>
                <a:close/>
                <a:moveTo>
                  <a:pt x="402126" y="67966"/>
                </a:moveTo>
                <a:lnTo>
                  <a:pt x="400756" y="87981"/>
                </a:lnTo>
                <a:cubicBezTo>
                  <a:pt x="400518" y="95923"/>
                  <a:pt x="399704" y="102416"/>
                  <a:pt x="398314" y="107459"/>
                </a:cubicBezTo>
                <a:cubicBezTo>
                  <a:pt x="396527" y="113892"/>
                  <a:pt x="393668" y="118638"/>
                  <a:pt x="389736" y="121696"/>
                </a:cubicBezTo>
                <a:cubicBezTo>
                  <a:pt x="384971" y="125389"/>
                  <a:pt x="378081" y="127235"/>
                  <a:pt x="369066" y="127235"/>
                </a:cubicBezTo>
                <a:cubicBezTo>
                  <a:pt x="363785" y="127235"/>
                  <a:pt x="359357" y="126878"/>
                  <a:pt x="355783" y="126163"/>
                </a:cubicBezTo>
                <a:cubicBezTo>
                  <a:pt x="350779" y="125170"/>
                  <a:pt x="348277" y="123105"/>
                  <a:pt x="348277" y="119968"/>
                </a:cubicBezTo>
                <a:cubicBezTo>
                  <a:pt x="348277" y="116434"/>
                  <a:pt x="350005" y="114667"/>
                  <a:pt x="353460" y="114667"/>
                </a:cubicBezTo>
                <a:cubicBezTo>
                  <a:pt x="354889" y="114667"/>
                  <a:pt x="357272" y="115014"/>
                  <a:pt x="360608" y="115709"/>
                </a:cubicBezTo>
                <a:cubicBezTo>
                  <a:pt x="363944" y="116404"/>
                  <a:pt x="367637" y="116712"/>
                  <a:pt x="371687" y="116632"/>
                </a:cubicBezTo>
                <a:cubicBezTo>
                  <a:pt x="379312" y="116506"/>
                  <a:pt x="384574" y="112595"/>
                  <a:pt x="387473" y="104901"/>
                </a:cubicBezTo>
                <a:cubicBezTo>
                  <a:pt x="389379" y="99771"/>
                  <a:pt x="390391" y="91887"/>
                  <a:pt x="390511" y="81249"/>
                </a:cubicBezTo>
                <a:cubicBezTo>
                  <a:pt x="388366" y="85896"/>
                  <a:pt x="385815" y="89380"/>
                  <a:pt x="382856" y="91704"/>
                </a:cubicBezTo>
                <a:cubicBezTo>
                  <a:pt x="379898" y="94027"/>
                  <a:pt x="376512" y="95188"/>
                  <a:pt x="372700" y="95188"/>
                </a:cubicBezTo>
                <a:cubicBezTo>
                  <a:pt x="365512" y="95188"/>
                  <a:pt x="359665" y="92734"/>
                  <a:pt x="355157" y="87824"/>
                </a:cubicBezTo>
                <a:cubicBezTo>
                  <a:pt x="350650" y="82915"/>
                  <a:pt x="348397" y="76545"/>
                  <a:pt x="348397" y="68714"/>
                </a:cubicBezTo>
                <a:cubicBezTo>
                  <a:pt x="348397" y="57982"/>
                  <a:pt x="351474" y="49337"/>
                  <a:pt x="357629" y="42778"/>
                </a:cubicBezTo>
                <a:cubicBezTo>
                  <a:pt x="363983" y="36021"/>
                  <a:pt x="372640" y="32643"/>
                  <a:pt x="383601" y="32643"/>
                </a:cubicBezTo>
                <a:cubicBezTo>
                  <a:pt x="387294" y="32643"/>
                  <a:pt x="390391" y="33119"/>
                  <a:pt x="392893" y="34072"/>
                </a:cubicBezTo>
                <a:cubicBezTo>
                  <a:pt x="395395" y="35025"/>
                  <a:pt x="397301" y="36455"/>
                  <a:pt x="398612" y="38361"/>
                </a:cubicBezTo>
                <a:cubicBezTo>
                  <a:pt x="402861" y="38480"/>
                  <a:pt x="404985" y="40843"/>
                  <a:pt x="404985" y="45450"/>
                </a:cubicBezTo>
                <a:cubicBezTo>
                  <a:pt x="404985" y="48269"/>
                  <a:pt x="404568" y="52042"/>
                  <a:pt x="403734" y="56767"/>
                </a:cubicBezTo>
                <a:cubicBezTo>
                  <a:pt x="402821" y="62248"/>
                  <a:pt x="402285" y="65980"/>
                  <a:pt x="402126" y="67966"/>
                </a:cubicBezTo>
                <a:moveTo>
                  <a:pt x="383005" y="44556"/>
                </a:moveTo>
                <a:cubicBezTo>
                  <a:pt x="375460" y="44556"/>
                  <a:pt x="369622" y="46898"/>
                  <a:pt x="365492" y="51581"/>
                </a:cubicBezTo>
                <a:cubicBezTo>
                  <a:pt x="361799" y="55799"/>
                  <a:pt x="359953" y="61162"/>
                  <a:pt x="359953" y="67670"/>
                </a:cubicBezTo>
                <a:cubicBezTo>
                  <a:pt x="359953" y="72854"/>
                  <a:pt x="361045" y="76750"/>
                  <a:pt x="363229" y="79360"/>
                </a:cubicBezTo>
                <a:cubicBezTo>
                  <a:pt x="365413" y="81970"/>
                  <a:pt x="368689" y="83275"/>
                  <a:pt x="373057" y="83275"/>
                </a:cubicBezTo>
                <a:cubicBezTo>
                  <a:pt x="377068" y="83275"/>
                  <a:pt x="380960" y="81237"/>
                  <a:pt x="384733" y="77162"/>
                </a:cubicBezTo>
                <a:cubicBezTo>
                  <a:pt x="388148" y="73408"/>
                  <a:pt x="390094" y="69690"/>
                  <a:pt x="390570" y="66008"/>
                </a:cubicBezTo>
                <a:cubicBezTo>
                  <a:pt x="391404" y="62146"/>
                  <a:pt x="392298" y="56085"/>
                  <a:pt x="393251" y="47827"/>
                </a:cubicBezTo>
                <a:cubicBezTo>
                  <a:pt x="391662" y="46719"/>
                  <a:pt x="390014" y="45896"/>
                  <a:pt x="388307" y="45360"/>
                </a:cubicBezTo>
                <a:cubicBezTo>
                  <a:pt x="386599" y="44824"/>
                  <a:pt x="384832" y="44556"/>
                  <a:pt x="383005" y="44556"/>
                </a:cubicBezTo>
                <a:close/>
                <a:moveTo>
                  <a:pt x="455254" y="78822"/>
                </a:moveTo>
                <a:cubicBezTo>
                  <a:pt x="455215" y="77149"/>
                  <a:pt x="455781" y="75785"/>
                  <a:pt x="456952" y="74731"/>
                </a:cubicBezTo>
                <a:cubicBezTo>
                  <a:pt x="458124" y="73676"/>
                  <a:pt x="459563" y="73148"/>
                  <a:pt x="461271" y="73148"/>
                </a:cubicBezTo>
                <a:cubicBezTo>
                  <a:pt x="463217" y="73148"/>
                  <a:pt x="464924" y="74265"/>
                  <a:pt x="466394" y="76499"/>
                </a:cubicBezTo>
                <a:cubicBezTo>
                  <a:pt x="468419" y="79532"/>
                  <a:pt x="470226" y="81587"/>
                  <a:pt x="471814" y="82664"/>
                </a:cubicBezTo>
                <a:cubicBezTo>
                  <a:pt x="475190" y="84898"/>
                  <a:pt x="480094" y="86015"/>
                  <a:pt x="486527" y="86015"/>
                </a:cubicBezTo>
                <a:cubicBezTo>
                  <a:pt x="492682" y="86015"/>
                  <a:pt x="498401" y="84682"/>
                  <a:pt x="503683" y="82016"/>
                </a:cubicBezTo>
                <a:cubicBezTo>
                  <a:pt x="510433" y="78595"/>
                  <a:pt x="513809" y="73841"/>
                  <a:pt x="513809" y="67756"/>
                </a:cubicBezTo>
                <a:cubicBezTo>
                  <a:pt x="513809" y="62743"/>
                  <a:pt x="510970" y="58785"/>
                  <a:pt x="505291" y="55881"/>
                </a:cubicBezTo>
                <a:cubicBezTo>
                  <a:pt x="500486" y="53375"/>
                  <a:pt x="494549" y="52022"/>
                  <a:pt x="487480" y="51823"/>
                </a:cubicBezTo>
                <a:cubicBezTo>
                  <a:pt x="481206" y="51585"/>
                  <a:pt x="475865" y="50213"/>
                  <a:pt x="471457" y="47708"/>
                </a:cubicBezTo>
                <a:cubicBezTo>
                  <a:pt x="465818" y="44487"/>
                  <a:pt x="462998" y="39875"/>
                  <a:pt x="462998" y="33869"/>
                </a:cubicBezTo>
                <a:cubicBezTo>
                  <a:pt x="462998" y="26792"/>
                  <a:pt x="467009" y="20331"/>
                  <a:pt x="475031" y="14486"/>
                </a:cubicBezTo>
                <a:cubicBezTo>
                  <a:pt x="482695" y="8959"/>
                  <a:pt x="490617" y="6195"/>
                  <a:pt x="498798" y="6195"/>
                </a:cubicBezTo>
                <a:cubicBezTo>
                  <a:pt x="502650" y="6195"/>
                  <a:pt x="506998" y="6853"/>
                  <a:pt x="511843" y="8170"/>
                </a:cubicBezTo>
                <a:cubicBezTo>
                  <a:pt x="518276" y="9885"/>
                  <a:pt x="521493" y="12078"/>
                  <a:pt x="521493" y="14750"/>
                </a:cubicBezTo>
                <a:cubicBezTo>
                  <a:pt x="521493" y="18260"/>
                  <a:pt x="519706" y="20015"/>
                  <a:pt x="516132" y="20015"/>
                </a:cubicBezTo>
                <a:cubicBezTo>
                  <a:pt x="514544" y="20015"/>
                  <a:pt x="511764" y="19588"/>
                  <a:pt x="507793" y="18734"/>
                </a:cubicBezTo>
                <a:cubicBezTo>
                  <a:pt x="503822" y="17880"/>
                  <a:pt x="500744" y="17473"/>
                  <a:pt x="498560" y="17513"/>
                </a:cubicBezTo>
                <a:cubicBezTo>
                  <a:pt x="492365" y="17592"/>
                  <a:pt x="487103" y="19117"/>
                  <a:pt x="482774" y="22088"/>
                </a:cubicBezTo>
                <a:cubicBezTo>
                  <a:pt x="478327" y="25139"/>
                  <a:pt x="476103" y="28842"/>
                  <a:pt x="476103" y="33199"/>
                </a:cubicBezTo>
                <a:cubicBezTo>
                  <a:pt x="476103" y="36488"/>
                  <a:pt x="479042" y="38805"/>
                  <a:pt x="484919" y="40152"/>
                </a:cubicBezTo>
                <a:cubicBezTo>
                  <a:pt x="487103" y="40667"/>
                  <a:pt x="491332" y="41142"/>
                  <a:pt x="497607" y="41578"/>
                </a:cubicBezTo>
                <a:cubicBezTo>
                  <a:pt x="506701" y="42254"/>
                  <a:pt x="513809" y="45120"/>
                  <a:pt x="518932" y="50174"/>
                </a:cubicBezTo>
                <a:cubicBezTo>
                  <a:pt x="523618" y="54791"/>
                  <a:pt x="525961" y="60421"/>
                  <a:pt x="525961" y="67067"/>
                </a:cubicBezTo>
                <a:cubicBezTo>
                  <a:pt x="525961" y="76539"/>
                  <a:pt x="521592" y="84101"/>
                  <a:pt x="512856" y="89753"/>
                </a:cubicBezTo>
                <a:cubicBezTo>
                  <a:pt x="505271" y="94647"/>
                  <a:pt x="496475" y="97094"/>
                  <a:pt x="486468" y="97094"/>
                </a:cubicBezTo>
                <a:cubicBezTo>
                  <a:pt x="479200" y="97094"/>
                  <a:pt x="472549" y="95701"/>
                  <a:pt x="466513" y="92913"/>
                </a:cubicBezTo>
                <a:cubicBezTo>
                  <a:pt x="459126" y="89491"/>
                  <a:pt x="455374" y="84794"/>
                  <a:pt x="455254" y="78822"/>
                </a:cubicBezTo>
                <a:close/>
                <a:moveTo>
                  <a:pt x="562907" y="97213"/>
                </a:moveTo>
                <a:cubicBezTo>
                  <a:pt x="556236" y="97213"/>
                  <a:pt x="550498" y="94747"/>
                  <a:pt x="545693" y="89814"/>
                </a:cubicBezTo>
                <a:cubicBezTo>
                  <a:pt x="540332" y="84324"/>
                  <a:pt x="537512" y="76944"/>
                  <a:pt x="537234" y="67674"/>
                </a:cubicBezTo>
                <a:cubicBezTo>
                  <a:pt x="536996" y="58683"/>
                  <a:pt x="539259" y="50766"/>
                  <a:pt x="544025" y="43923"/>
                </a:cubicBezTo>
                <a:cubicBezTo>
                  <a:pt x="549584" y="35847"/>
                  <a:pt x="557328" y="31809"/>
                  <a:pt x="567256" y="31809"/>
                </a:cubicBezTo>
                <a:cubicBezTo>
                  <a:pt x="575198" y="31809"/>
                  <a:pt x="581214" y="35449"/>
                  <a:pt x="585305" y="42730"/>
                </a:cubicBezTo>
                <a:cubicBezTo>
                  <a:pt x="588561" y="48617"/>
                  <a:pt x="590130" y="55698"/>
                  <a:pt x="590010" y="63973"/>
                </a:cubicBezTo>
                <a:cubicBezTo>
                  <a:pt x="589891" y="72805"/>
                  <a:pt x="587588" y="80345"/>
                  <a:pt x="583101" y="86592"/>
                </a:cubicBezTo>
                <a:cubicBezTo>
                  <a:pt x="578018" y="93673"/>
                  <a:pt x="571287" y="97213"/>
                  <a:pt x="562907" y="97213"/>
                </a:cubicBezTo>
                <a:moveTo>
                  <a:pt x="566481" y="43960"/>
                </a:moveTo>
                <a:cubicBezTo>
                  <a:pt x="560644" y="43921"/>
                  <a:pt x="556097" y="46704"/>
                  <a:pt x="552841" y="52311"/>
                </a:cubicBezTo>
                <a:cubicBezTo>
                  <a:pt x="550259" y="56806"/>
                  <a:pt x="548969" y="61936"/>
                  <a:pt x="548969" y="67702"/>
                </a:cubicBezTo>
                <a:cubicBezTo>
                  <a:pt x="548969" y="73469"/>
                  <a:pt x="550537" y="77963"/>
                  <a:pt x="553675" y="81184"/>
                </a:cubicBezTo>
                <a:cubicBezTo>
                  <a:pt x="556296" y="83849"/>
                  <a:pt x="559373" y="85181"/>
                  <a:pt x="562907" y="85181"/>
                </a:cubicBezTo>
                <a:cubicBezTo>
                  <a:pt x="567037" y="85181"/>
                  <a:pt x="570592" y="83669"/>
                  <a:pt x="573570" y="80646"/>
                </a:cubicBezTo>
                <a:cubicBezTo>
                  <a:pt x="576945" y="77307"/>
                  <a:pt x="578732" y="72793"/>
                  <a:pt x="578931" y="67106"/>
                </a:cubicBezTo>
                <a:cubicBezTo>
                  <a:pt x="579487" y="51715"/>
                  <a:pt x="575337" y="44000"/>
                  <a:pt x="566481" y="43960"/>
                </a:cubicBezTo>
                <a:close/>
                <a:moveTo>
                  <a:pt x="652358" y="58852"/>
                </a:moveTo>
                <a:cubicBezTo>
                  <a:pt x="652358" y="61711"/>
                  <a:pt x="652377" y="66000"/>
                  <a:pt x="652417" y="71719"/>
                </a:cubicBezTo>
                <a:cubicBezTo>
                  <a:pt x="652457" y="77437"/>
                  <a:pt x="652477" y="81726"/>
                  <a:pt x="652477" y="84585"/>
                </a:cubicBezTo>
                <a:cubicBezTo>
                  <a:pt x="652477" y="85459"/>
                  <a:pt x="652546" y="86789"/>
                  <a:pt x="652685" y="88576"/>
                </a:cubicBezTo>
                <a:cubicBezTo>
                  <a:pt x="652824" y="90363"/>
                  <a:pt x="652894" y="91694"/>
                  <a:pt x="652894" y="92567"/>
                </a:cubicBezTo>
                <a:cubicBezTo>
                  <a:pt x="652894" y="94275"/>
                  <a:pt x="652318" y="95675"/>
                  <a:pt x="651166" y="96767"/>
                </a:cubicBezTo>
                <a:cubicBezTo>
                  <a:pt x="650015" y="97859"/>
                  <a:pt x="648605" y="98405"/>
                  <a:pt x="646937" y="98405"/>
                </a:cubicBezTo>
                <a:cubicBezTo>
                  <a:pt x="643879" y="98405"/>
                  <a:pt x="641933" y="96519"/>
                  <a:pt x="641099" y="92746"/>
                </a:cubicBezTo>
                <a:cubicBezTo>
                  <a:pt x="636135" y="95327"/>
                  <a:pt x="630417" y="96618"/>
                  <a:pt x="623944" y="96618"/>
                </a:cubicBezTo>
                <a:cubicBezTo>
                  <a:pt x="618742" y="96618"/>
                  <a:pt x="614433" y="95466"/>
                  <a:pt x="611018" y="93163"/>
                </a:cubicBezTo>
                <a:cubicBezTo>
                  <a:pt x="607245" y="90621"/>
                  <a:pt x="605002" y="86908"/>
                  <a:pt x="604287" y="82024"/>
                </a:cubicBezTo>
                <a:cubicBezTo>
                  <a:pt x="602738" y="71500"/>
                  <a:pt x="601964" y="62128"/>
                  <a:pt x="601964" y="53908"/>
                </a:cubicBezTo>
                <a:cubicBezTo>
                  <a:pt x="601964" y="48468"/>
                  <a:pt x="602560" y="42273"/>
                  <a:pt x="603751" y="35323"/>
                </a:cubicBezTo>
                <a:cubicBezTo>
                  <a:pt x="604307" y="31868"/>
                  <a:pt x="606193" y="30141"/>
                  <a:pt x="609410" y="30141"/>
                </a:cubicBezTo>
                <a:cubicBezTo>
                  <a:pt x="611117" y="30141"/>
                  <a:pt x="612547" y="30686"/>
                  <a:pt x="613699" y="31777"/>
                </a:cubicBezTo>
                <a:cubicBezTo>
                  <a:pt x="614850" y="32868"/>
                  <a:pt x="615426" y="34267"/>
                  <a:pt x="615426" y="35973"/>
                </a:cubicBezTo>
                <a:cubicBezTo>
                  <a:pt x="615426" y="37797"/>
                  <a:pt x="615138" y="40713"/>
                  <a:pt x="614562" y="44720"/>
                </a:cubicBezTo>
                <a:cubicBezTo>
                  <a:pt x="613986" y="48726"/>
                  <a:pt x="613699" y="51780"/>
                  <a:pt x="613699" y="53882"/>
                </a:cubicBezTo>
                <a:cubicBezTo>
                  <a:pt x="613699" y="60506"/>
                  <a:pt x="613917" y="66179"/>
                  <a:pt x="614354" y="70900"/>
                </a:cubicBezTo>
                <a:cubicBezTo>
                  <a:pt x="614791" y="75620"/>
                  <a:pt x="615446" y="79408"/>
                  <a:pt x="616320" y="82264"/>
                </a:cubicBezTo>
                <a:cubicBezTo>
                  <a:pt x="617630" y="82979"/>
                  <a:pt x="618921" y="83525"/>
                  <a:pt x="620191" y="83902"/>
                </a:cubicBezTo>
                <a:cubicBezTo>
                  <a:pt x="621462" y="84278"/>
                  <a:pt x="622713" y="84466"/>
                  <a:pt x="623944" y="84466"/>
                </a:cubicBezTo>
                <a:cubicBezTo>
                  <a:pt x="629265" y="84466"/>
                  <a:pt x="634885" y="83614"/>
                  <a:pt x="640802" y="81908"/>
                </a:cubicBezTo>
                <a:lnTo>
                  <a:pt x="640742" y="69829"/>
                </a:lnTo>
                <a:lnTo>
                  <a:pt x="640623" y="58286"/>
                </a:lnTo>
                <a:cubicBezTo>
                  <a:pt x="640623" y="49717"/>
                  <a:pt x="641000" y="42280"/>
                  <a:pt x="641755" y="35973"/>
                </a:cubicBezTo>
                <a:cubicBezTo>
                  <a:pt x="642191" y="32323"/>
                  <a:pt x="644117" y="30498"/>
                  <a:pt x="647533" y="30498"/>
                </a:cubicBezTo>
                <a:cubicBezTo>
                  <a:pt x="649240" y="30498"/>
                  <a:pt x="650670" y="31054"/>
                  <a:pt x="651821" y="32166"/>
                </a:cubicBezTo>
                <a:cubicBezTo>
                  <a:pt x="652973" y="33278"/>
                  <a:pt x="653509" y="34668"/>
                  <a:pt x="653430" y="36336"/>
                </a:cubicBezTo>
                <a:lnTo>
                  <a:pt x="652358" y="58852"/>
                </a:lnTo>
                <a:close/>
                <a:moveTo>
                  <a:pt x="713273" y="49500"/>
                </a:moveTo>
                <a:cubicBezTo>
                  <a:pt x="712995" y="54464"/>
                  <a:pt x="711010" y="56946"/>
                  <a:pt x="707317" y="56946"/>
                </a:cubicBezTo>
                <a:cubicBezTo>
                  <a:pt x="703901" y="56946"/>
                  <a:pt x="702194" y="54988"/>
                  <a:pt x="702194" y="51073"/>
                </a:cubicBezTo>
                <a:cubicBezTo>
                  <a:pt x="702194" y="50321"/>
                  <a:pt x="702134" y="48936"/>
                  <a:pt x="702015" y="46918"/>
                </a:cubicBezTo>
                <a:lnTo>
                  <a:pt x="701836" y="41935"/>
                </a:lnTo>
                <a:cubicBezTo>
                  <a:pt x="695562" y="42691"/>
                  <a:pt x="690539" y="44462"/>
                  <a:pt x="686766" y="47248"/>
                </a:cubicBezTo>
                <a:cubicBezTo>
                  <a:pt x="683232" y="49835"/>
                  <a:pt x="680293" y="53736"/>
                  <a:pt x="677950" y="58949"/>
                </a:cubicBezTo>
                <a:lnTo>
                  <a:pt x="678069" y="91661"/>
                </a:lnTo>
                <a:cubicBezTo>
                  <a:pt x="678069" y="95680"/>
                  <a:pt x="676104" y="97690"/>
                  <a:pt x="672172" y="97690"/>
                </a:cubicBezTo>
                <a:cubicBezTo>
                  <a:pt x="668677" y="97690"/>
                  <a:pt x="666930" y="95681"/>
                  <a:pt x="666930" y="91663"/>
                </a:cubicBezTo>
                <a:lnTo>
                  <a:pt x="666930" y="49770"/>
                </a:lnTo>
                <a:cubicBezTo>
                  <a:pt x="666930" y="48457"/>
                  <a:pt x="666980" y="46488"/>
                  <a:pt x="667079" y="43864"/>
                </a:cubicBezTo>
                <a:cubicBezTo>
                  <a:pt x="667178" y="41238"/>
                  <a:pt x="667228" y="39268"/>
                  <a:pt x="667228" y="37955"/>
                </a:cubicBezTo>
                <a:cubicBezTo>
                  <a:pt x="667228" y="33937"/>
                  <a:pt x="668975" y="31928"/>
                  <a:pt x="672470" y="31928"/>
                </a:cubicBezTo>
                <a:cubicBezTo>
                  <a:pt x="676362" y="31928"/>
                  <a:pt x="678327" y="35224"/>
                  <a:pt x="678367" y="41816"/>
                </a:cubicBezTo>
                <a:cubicBezTo>
                  <a:pt x="685992" y="34430"/>
                  <a:pt x="694450" y="30737"/>
                  <a:pt x="703743" y="30737"/>
                </a:cubicBezTo>
                <a:cubicBezTo>
                  <a:pt x="706959" y="30737"/>
                  <a:pt x="709362" y="31948"/>
                  <a:pt x="710950" y="34370"/>
                </a:cubicBezTo>
                <a:cubicBezTo>
                  <a:pt x="712539" y="36793"/>
                  <a:pt x="713333" y="40446"/>
                  <a:pt x="713333" y="45331"/>
                </a:cubicBezTo>
                <a:cubicBezTo>
                  <a:pt x="713333" y="47396"/>
                  <a:pt x="713313" y="48785"/>
                  <a:pt x="713273" y="49500"/>
                </a:cubicBezTo>
                <a:close/>
                <a:moveTo>
                  <a:pt x="752644" y="97452"/>
                </a:moveTo>
                <a:cubicBezTo>
                  <a:pt x="744503" y="97452"/>
                  <a:pt x="737712" y="94985"/>
                  <a:pt x="732272" y="90052"/>
                </a:cubicBezTo>
                <a:cubicBezTo>
                  <a:pt x="726553" y="84881"/>
                  <a:pt x="723694" y="78058"/>
                  <a:pt x="723694" y="69584"/>
                </a:cubicBezTo>
                <a:cubicBezTo>
                  <a:pt x="723694" y="61509"/>
                  <a:pt x="726375" y="53175"/>
                  <a:pt x="731736" y="44582"/>
                </a:cubicBezTo>
                <a:cubicBezTo>
                  <a:pt x="737693" y="35034"/>
                  <a:pt x="744404" y="30260"/>
                  <a:pt x="751869" y="30260"/>
                </a:cubicBezTo>
                <a:cubicBezTo>
                  <a:pt x="755761" y="30260"/>
                  <a:pt x="760110" y="31177"/>
                  <a:pt x="764915" y="33009"/>
                </a:cubicBezTo>
                <a:cubicBezTo>
                  <a:pt x="770991" y="35361"/>
                  <a:pt x="774028" y="38230"/>
                  <a:pt x="774028" y="41617"/>
                </a:cubicBezTo>
                <a:cubicBezTo>
                  <a:pt x="774028" y="43131"/>
                  <a:pt x="773532" y="44476"/>
                  <a:pt x="772539" y="45653"/>
                </a:cubicBezTo>
                <a:cubicBezTo>
                  <a:pt x="771546" y="46828"/>
                  <a:pt x="770315" y="47415"/>
                  <a:pt x="768846" y="47415"/>
                </a:cubicBezTo>
                <a:cubicBezTo>
                  <a:pt x="767694" y="47415"/>
                  <a:pt x="766692" y="47065"/>
                  <a:pt x="765838" y="46364"/>
                </a:cubicBezTo>
                <a:cubicBezTo>
                  <a:pt x="764984" y="45661"/>
                  <a:pt x="764160" y="44969"/>
                  <a:pt x="763366" y="44286"/>
                </a:cubicBezTo>
                <a:cubicBezTo>
                  <a:pt x="761023" y="42401"/>
                  <a:pt x="757191" y="41459"/>
                  <a:pt x="751869" y="41459"/>
                </a:cubicBezTo>
                <a:cubicBezTo>
                  <a:pt x="747819" y="41459"/>
                  <a:pt x="743808" y="45082"/>
                  <a:pt x="739837" y="52330"/>
                </a:cubicBezTo>
                <a:cubicBezTo>
                  <a:pt x="736223" y="58979"/>
                  <a:pt x="734416" y="64732"/>
                  <a:pt x="734416" y="69589"/>
                </a:cubicBezTo>
                <a:cubicBezTo>
                  <a:pt x="734416" y="74845"/>
                  <a:pt x="736203" y="78986"/>
                  <a:pt x="739777" y="82013"/>
                </a:cubicBezTo>
                <a:cubicBezTo>
                  <a:pt x="743113" y="84840"/>
                  <a:pt x="747402" y="86253"/>
                  <a:pt x="752644" y="86253"/>
                </a:cubicBezTo>
                <a:cubicBezTo>
                  <a:pt x="755027" y="86253"/>
                  <a:pt x="757568" y="85618"/>
                  <a:pt x="760268" y="84347"/>
                </a:cubicBezTo>
                <a:lnTo>
                  <a:pt x="767178" y="80654"/>
                </a:lnTo>
                <a:cubicBezTo>
                  <a:pt x="768370" y="80018"/>
                  <a:pt x="769223" y="79701"/>
                  <a:pt x="769740" y="79701"/>
                </a:cubicBezTo>
                <a:cubicBezTo>
                  <a:pt x="771209" y="79701"/>
                  <a:pt x="772480" y="80286"/>
                  <a:pt x="773552" y="81458"/>
                </a:cubicBezTo>
                <a:cubicBezTo>
                  <a:pt x="774624" y="82629"/>
                  <a:pt x="775160" y="83970"/>
                  <a:pt x="775160" y="85479"/>
                </a:cubicBezTo>
                <a:cubicBezTo>
                  <a:pt x="775160" y="88378"/>
                  <a:pt x="772102" y="91177"/>
                  <a:pt x="765987" y="93878"/>
                </a:cubicBezTo>
                <a:cubicBezTo>
                  <a:pt x="760626" y="96260"/>
                  <a:pt x="756178" y="97452"/>
                  <a:pt x="752644" y="97452"/>
                </a:cubicBezTo>
                <a:close/>
                <a:moveTo>
                  <a:pt x="816718" y="96380"/>
                </a:moveTo>
                <a:cubicBezTo>
                  <a:pt x="807743" y="96380"/>
                  <a:pt x="800476" y="94134"/>
                  <a:pt x="794916" y="89643"/>
                </a:cubicBezTo>
                <a:cubicBezTo>
                  <a:pt x="788840" y="84674"/>
                  <a:pt x="785802" y="77718"/>
                  <a:pt x="785802" y="68774"/>
                </a:cubicBezTo>
                <a:cubicBezTo>
                  <a:pt x="785802" y="58440"/>
                  <a:pt x="788304" y="49776"/>
                  <a:pt x="793308" y="42780"/>
                </a:cubicBezTo>
                <a:cubicBezTo>
                  <a:pt x="798748" y="35148"/>
                  <a:pt x="806015" y="31332"/>
                  <a:pt x="815109" y="31332"/>
                </a:cubicBezTo>
                <a:cubicBezTo>
                  <a:pt x="821701" y="31332"/>
                  <a:pt x="827082" y="32444"/>
                  <a:pt x="831252" y="34668"/>
                </a:cubicBezTo>
                <a:cubicBezTo>
                  <a:pt x="836375" y="37408"/>
                  <a:pt x="838936" y="41618"/>
                  <a:pt x="838936" y="47296"/>
                </a:cubicBezTo>
                <a:cubicBezTo>
                  <a:pt x="838936" y="51267"/>
                  <a:pt x="836692" y="54881"/>
                  <a:pt x="832205" y="58137"/>
                </a:cubicBezTo>
                <a:cubicBezTo>
                  <a:pt x="830219" y="59567"/>
                  <a:pt x="826010" y="61791"/>
                  <a:pt x="819577" y="64809"/>
                </a:cubicBezTo>
                <a:lnTo>
                  <a:pt x="796822" y="75591"/>
                </a:lnTo>
                <a:cubicBezTo>
                  <a:pt x="799046" y="78887"/>
                  <a:pt x="801816" y="81369"/>
                  <a:pt x="805132" y="83036"/>
                </a:cubicBezTo>
                <a:cubicBezTo>
                  <a:pt x="808448" y="84704"/>
                  <a:pt x="812310" y="85538"/>
                  <a:pt x="816718" y="85538"/>
                </a:cubicBezTo>
                <a:cubicBezTo>
                  <a:pt x="819458" y="85538"/>
                  <a:pt x="822674" y="85022"/>
                  <a:pt x="826367" y="83990"/>
                </a:cubicBezTo>
                <a:cubicBezTo>
                  <a:pt x="831053" y="82679"/>
                  <a:pt x="834071" y="80962"/>
                  <a:pt x="835422" y="78837"/>
                </a:cubicBezTo>
                <a:cubicBezTo>
                  <a:pt x="836772" y="76712"/>
                  <a:pt x="838221" y="75650"/>
                  <a:pt x="839770" y="75650"/>
                </a:cubicBezTo>
                <a:cubicBezTo>
                  <a:pt x="841160" y="75650"/>
                  <a:pt x="842401" y="76178"/>
                  <a:pt x="843493" y="77234"/>
                </a:cubicBezTo>
                <a:cubicBezTo>
                  <a:pt x="844585" y="78289"/>
                  <a:pt x="845131" y="79513"/>
                  <a:pt x="845131" y="80907"/>
                </a:cubicBezTo>
                <a:cubicBezTo>
                  <a:pt x="845131" y="85327"/>
                  <a:pt x="841577" y="89131"/>
                  <a:pt x="834469" y="92318"/>
                </a:cubicBezTo>
                <a:cubicBezTo>
                  <a:pt x="828393" y="95026"/>
                  <a:pt x="822476" y="96380"/>
                  <a:pt x="816718" y="96380"/>
                </a:cubicBezTo>
                <a:moveTo>
                  <a:pt x="815109" y="42054"/>
                </a:moveTo>
                <a:cubicBezTo>
                  <a:pt x="810264" y="42054"/>
                  <a:pt x="806234" y="43931"/>
                  <a:pt x="803017" y="47683"/>
                </a:cubicBezTo>
                <a:cubicBezTo>
                  <a:pt x="799800" y="51436"/>
                  <a:pt x="797398" y="57085"/>
                  <a:pt x="795809" y="64630"/>
                </a:cubicBezTo>
                <a:lnTo>
                  <a:pt x="814097" y="55933"/>
                </a:lnTo>
                <a:cubicBezTo>
                  <a:pt x="821284" y="52439"/>
                  <a:pt x="826407" y="49401"/>
                  <a:pt x="829465" y="46820"/>
                </a:cubicBezTo>
                <a:cubicBezTo>
                  <a:pt x="826050" y="43643"/>
                  <a:pt x="821264" y="42054"/>
                  <a:pt x="815109" y="420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•OrbitalMech.">
            <a:extLst xmlns:a="http://schemas.openxmlformats.org/drawingml/2006/main">
              <a:ext uri="{FF2B5EF4-FFF2-40B4-BE49-F238E27FC236}">
                <a16:creationId xmlns:a16="http://schemas.microsoft.com/office/drawing/2014/main" id="{0F459269-EADE-448E-AE78-1831DA8B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614" y="1065664"/>
            <a:ext cx="875551" cy="101502"/>
          </a:xfrm>
          <a:custGeom xmlns:a="http://schemas.openxmlformats.org/drawingml/2006/main">
            <a:pathLst>
              <a:path w="875551" h="101502">
                <a:moveTo>
                  <a:pt x="0" y="53134"/>
                </a:moveTo>
                <a:cubicBezTo>
                  <a:pt x="0" y="48964"/>
                  <a:pt x="1479" y="45410"/>
                  <a:pt x="4438" y="42471"/>
                </a:cubicBezTo>
                <a:cubicBezTo>
                  <a:pt x="7396" y="39533"/>
                  <a:pt x="10940" y="38063"/>
                  <a:pt x="15070" y="38063"/>
                </a:cubicBezTo>
                <a:cubicBezTo>
                  <a:pt x="19240" y="38063"/>
                  <a:pt x="22804" y="39533"/>
                  <a:pt x="25763" y="42471"/>
                </a:cubicBezTo>
                <a:cubicBezTo>
                  <a:pt x="28721" y="45410"/>
                  <a:pt x="30201" y="48964"/>
                  <a:pt x="30201" y="53134"/>
                </a:cubicBezTo>
                <a:cubicBezTo>
                  <a:pt x="30201" y="57304"/>
                  <a:pt x="28721" y="60868"/>
                  <a:pt x="25763" y="63826"/>
                </a:cubicBezTo>
                <a:cubicBezTo>
                  <a:pt x="22804" y="66785"/>
                  <a:pt x="19240" y="68264"/>
                  <a:pt x="15070" y="68264"/>
                </a:cubicBezTo>
                <a:cubicBezTo>
                  <a:pt x="10940" y="68264"/>
                  <a:pt x="7396" y="66785"/>
                  <a:pt x="4438" y="63826"/>
                </a:cubicBezTo>
                <a:cubicBezTo>
                  <a:pt x="1479" y="60868"/>
                  <a:pt x="0" y="57304"/>
                  <a:pt x="0" y="53134"/>
                </a:cubicBezTo>
                <a:close/>
                <a:moveTo>
                  <a:pt x="139745" y="99596"/>
                </a:moveTo>
                <a:cubicBezTo>
                  <a:pt x="128547" y="99596"/>
                  <a:pt x="119056" y="96236"/>
                  <a:pt x="111272" y="89516"/>
                </a:cubicBezTo>
                <a:cubicBezTo>
                  <a:pt x="103012" y="82360"/>
                  <a:pt x="98882" y="73135"/>
                  <a:pt x="98882" y="61842"/>
                </a:cubicBezTo>
                <a:cubicBezTo>
                  <a:pt x="98882" y="48084"/>
                  <a:pt x="102953" y="35580"/>
                  <a:pt x="111094" y="24328"/>
                </a:cubicBezTo>
                <a:cubicBezTo>
                  <a:pt x="120188" y="11842"/>
                  <a:pt x="131525" y="5599"/>
                  <a:pt x="145106" y="5599"/>
                </a:cubicBezTo>
                <a:cubicBezTo>
                  <a:pt x="158172" y="5599"/>
                  <a:pt x="167881" y="8542"/>
                  <a:pt x="174235" y="14426"/>
                </a:cubicBezTo>
                <a:cubicBezTo>
                  <a:pt x="180867" y="20549"/>
                  <a:pt x="184182" y="30212"/>
                  <a:pt x="184182" y="43413"/>
                </a:cubicBezTo>
                <a:cubicBezTo>
                  <a:pt x="184182" y="57171"/>
                  <a:pt x="180450" y="69576"/>
                  <a:pt x="172984" y="80630"/>
                </a:cubicBezTo>
                <a:cubicBezTo>
                  <a:pt x="164406" y="93274"/>
                  <a:pt x="153327" y="99596"/>
                  <a:pt x="139745" y="99596"/>
                </a:cubicBezTo>
                <a:moveTo>
                  <a:pt x="145106" y="17870"/>
                </a:moveTo>
                <a:cubicBezTo>
                  <a:pt x="135377" y="17870"/>
                  <a:pt x="127137" y="22715"/>
                  <a:pt x="120386" y="32404"/>
                </a:cubicBezTo>
                <a:cubicBezTo>
                  <a:pt x="114151" y="41300"/>
                  <a:pt x="111034" y="51109"/>
                  <a:pt x="111034" y="61831"/>
                </a:cubicBezTo>
                <a:cubicBezTo>
                  <a:pt x="111034" y="69495"/>
                  <a:pt x="113873" y="75730"/>
                  <a:pt x="119552" y="80535"/>
                </a:cubicBezTo>
                <a:cubicBezTo>
                  <a:pt x="124993" y="85062"/>
                  <a:pt x="131724" y="87325"/>
                  <a:pt x="139745" y="87325"/>
                </a:cubicBezTo>
                <a:cubicBezTo>
                  <a:pt x="149395" y="87325"/>
                  <a:pt x="157357" y="82461"/>
                  <a:pt x="163632" y="72731"/>
                </a:cubicBezTo>
                <a:cubicBezTo>
                  <a:pt x="169231" y="64035"/>
                  <a:pt x="172031" y="54266"/>
                  <a:pt x="172031" y="43424"/>
                </a:cubicBezTo>
                <a:cubicBezTo>
                  <a:pt x="172031" y="33933"/>
                  <a:pt x="169906" y="27262"/>
                  <a:pt x="165657" y="23410"/>
                </a:cubicBezTo>
                <a:cubicBezTo>
                  <a:pt x="161607" y="19717"/>
                  <a:pt x="154756" y="17870"/>
                  <a:pt x="145106" y="17870"/>
                </a:cubicBezTo>
                <a:close/>
                <a:moveTo>
                  <a:pt x="244630" y="51764"/>
                </a:moveTo>
                <a:cubicBezTo>
                  <a:pt x="244352" y="56728"/>
                  <a:pt x="242366" y="59210"/>
                  <a:pt x="238673" y="59210"/>
                </a:cubicBezTo>
                <a:cubicBezTo>
                  <a:pt x="235258" y="59210"/>
                  <a:pt x="233550" y="57252"/>
                  <a:pt x="233550" y="53337"/>
                </a:cubicBezTo>
                <a:cubicBezTo>
                  <a:pt x="233550" y="52585"/>
                  <a:pt x="233491" y="51200"/>
                  <a:pt x="233371" y="49182"/>
                </a:cubicBezTo>
                <a:lnTo>
                  <a:pt x="233193" y="44199"/>
                </a:lnTo>
                <a:cubicBezTo>
                  <a:pt x="226918" y="44955"/>
                  <a:pt x="221895" y="46725"/>
                  <a:pt x="218122" y="49511"/>
                </a:cubicBezTo>
                <a:cubicBezTo>
                  <a:pt x="214588" y="52099"/>
                  <a:pt x="211649" y="55999"/>
                  <a:pt x="209306" y="61213"/>
                </a:cubicBezTo>
                <a:lnTo>
                  <a:pt x="209425" y="93924"/>
                </a:lnTo>
                <a:cubicBezTo>
                  <a:pt x="209425" y="97944"/>
                  <a:pt x="207460" y="99954"/>
                  <a:pt x="203528" y="99954"/>
                </a:cubicBezTo>
                <a:cubicBezTo>
                  <a:pt x="200034" y="99954"/>
                  <a:pt x="198286" y="97944"/>
                  <a:pt x="198286" y="93926"/>
                </a:cubicBezTo>
                <a:lnTo>
                  <a:pt x="198286" y="52034"/>
                </a:lnTo>
                <a:cubicBezTo>
                  <a:pt x="198286" y="50721"/>
                  <a:pt x="198336" y="48752"/>
                  <a:pt x="198435" y="46127"/>
                </a:cubicBezTo>
                <a:cubicBezTo>
                  <a:pt x="198535" y="43501"/>
                  <a:pt x="198584" y="41532"/>
                  <a:pt x="198584" y="40219"/>
                </a:cubicBezTo>
                <a:cubicBezTo>
                  <a:pt x="198584" y="36201"/>
                  <a:pt x="200332" y="34191"/>
                  <a:pt x="203826" y="34191"/>
                </a:cubicBezTo>
                <a:cubicBezTo>
                  <a:pt x="207718" y="34191"/>
                  <a:pt x="209684" y="37488"/>
                  <a:pt x="209723" y="44080"/>
                </a:cubicBezTo>
                <a:cubicBezTo>
                  <a:pt x="217348" y="36693"/>
                  <a:pt x="225806" y="33000"/>
                  <a:pt x="235099" y="33000"/>
                </a:cubicBezTo>
                <a:cubicBezTo>
                  <a:pt x="238315" y="33000"/>
                  <a:pt x="240718" y="34211"/>
                  <a:pt x="242306" y="36634"/>
                </a:cubicBezTo>
                <a:cubicBezTo>
                  <a:pt x="243895" y="39056"/>
                  <a:pt x="244689" y="42710"/>
                  <a:pt x="244689" y="47594"/>
                </a:cubicBezTo>
                <a:cubicBezTo>
                  <a:pt x="244689" y="49659"/>
                  <a:pt x="244669" y="51049"/>
                  <a:pt x="244630" y="51764"/>
                </a:cubicBezTo>
                <a:close/>
                <a:moveTo>
                  <a:pt x="284978" y="98405"/>
                </a:moveTo>
                <a:cubicBezTo>
                  <a:pt x="278902" y="98405"/>
                  <a:pt x="273382" y="97213"/>
                  <a:pt x="268419" y="94831"/>
                </a:cubicBezTo>
                <a:cubicBezTo>
                  <a:pt x="267148" y="96737"/>
                  <a:pt x="265599" y="97690"/>
                  <a:pt x="263772" y="97690"/>
                </a:cubicBezTo>
                <a:cubicBezTo>
                  <a:pt x="262263" y="97690"/>
                  <a:pt x="260983" y="97163"/>
                  <a:pt x="259930" y="96110"/>
                </a:cubicBezTo>
                <a:cubicBezTo>
                  <a:pt x="258878" y="95057"/>
                  <a:pt x="258352" y="93736"/>
                  <a:pt x="258352" y="92147"/>
                </a:cubicBezTo>
                <a:cubicBezTo>
                  <a:pt x="258352" y="91114"/>
                  <a:pt x="258401" y="89585"/>
                  <a:pt x="258501" y="87558"/>
                </a:cubicBezTo>
                <a:cubicBezTo>
                  <a:pt x="258600" y="85531"/>
                  <a:pt x="258650" y="84001"/>
                  <a:pt x="258650" y="82968"/>
                </a:cubicBezTo>
                <a:cubicBezTo>
                  <a:pt x="258650" y="78756"/>
                  <a:pt x="258540" y="72448"/>
                  <a:pt x="258322" y="64044"/>
                </a:cubicBezTo>
                <a:cubicBezTo>
                  <a:pt x="258104" y="55640"/>
                  <a:pt x="257994" y="49331"/>
                  <a:pt x="257994" y="45118"/>
                </a:cubicBezTo>
                <a:cubicBezTo>
                  <a:pt x="257994" y="42218"/>
                  <a:pt x="258014" y="36725"/>
                  <a:pt x="258054" y="28639"/>
                </a:cubicBezTo>
                <a:cubicBezTo>
                  <a:pt x="258094" y="20553"/>
                  <a:pt x="258113" y="15039"/>
                  <a:pt x="258113" y="12098"/>
                </a:cubicBezTo>
                <a:cubicBezTo>
                  <a:pt x="258113" y="9714"/>
                  <a:pt x="258610" y="7568"/>
                  <a:pt x="259603" y="5661"/>
                </a:cubicBezTo>
                <a:cubicBezTo>
                  <a:pt x="260913" y="3237"/>
                  <a:pt x="262720" y="2025"/>
                  <a:pt x="265023" y="2025"/>
                </a:cubicBezTo>
                <a:cubicBezTo>
                  <a:pt x="268002" y="2025"/>
                  <a:pt x="269491" y="3756"/>
                  <a:pt x="269491" y="7217"/>
                </a:cubicBezTo>
                <a:cubicBezTo>
                  <a:pt x="269491" y="7774"/>
                  <a:pt x="269391" y="8590"/>
                  <a:pt x="269193" y="9665"/>
                </a:cubicBezTo>
                <a:cubicBezTo>
                  <a:pt x="268994" y="10738"/>
                  <a:pt x="268895" y="11554"/>
                  <a:pt x="268895" y="12111"/>
                </a:cubicBezTo>
                <a:lnTo>
                  <a:pt x="268716" y="25182"/>
                </a:lnTo>
                <a:lnTo>
                  <a:pt x="268597" y="40386"/>
                </a:lnTo>
                <a:cubicBezTo>
                  <a:pt x="272052" y="38044"/>
                  <a:pt x="275338" y="36286"/>
                  <a:pt x="278456" y="35115"/>
                </a:cubicBezTo>
                <a:cubicBezTo>
                  <a:pt x="281573" y="33943"/>
                  <a:pt x="284502" y="33358"/>
                  <a:pt x="287242" y="33358"/>
                </a:cubicBezTo>
                <a:cubicBezTo>
                  <a:pt x="295780" y="33358"/>
                  <a:pt x="302709" y="36634"/>
                  <a:pt x="308031" y="43186"/>
                </a:cubicBezTo>
                <a:cubicBezTo>
                  <a:pt x="313034" y="49341"/>
                  <a:pt x="315536" y="56906"/>
                  <a:pt x="315536" y="65881"/>
                </a:cubicBezTo>
                <a:cubicBezTo>
                  <a:pt x="315536" y="74935"/>
                  <a:pt x="312617" y="82620"/>
                  <a:pt x="306780" y="88934"/>
                </a:cubicBezTo>
                <a:cubicBezTo>
                  <a:pt x="300942" y="95248"/>
                  <a:pt x="293675" y="98405"/>
                  <a:pt x="284978" y="98405"/>
                </a:cubicBezTo>
                <a:moveTo>
                  <a:pt x="287242" y="44675"/>
                </a:moveTo>
                <a:cubicBezTo>
                  <a:pt x="283985" y="44675"/>
                  <a:pt x="280650" y="45587"/>
                  <a:pt x="277234" y="47412"/>
                </a:cubicBezTo>
                <a:cubicBezTo>
                  <a:pt x="275567" y="48324"/>
                  <a:pt x="272707" y="50286"/>
                  <a:pt x="268657" y="53299"/>
                </a:cubicBezTo>
                <a:lnTo>
                  <a:pt x="268538" y="63592"/>
                </a:lnTo>
                <a:lnTo>
                  <a:pt x="268597" y="72871"/>
                </a:lnTo>
                <a:lnTo>
                  <a:pt x="268657" y="82625"/>
                </a:lnTo>
                <a:cubicBezTo>
                  <a:pt x="270563" y="83498"/>
                  <a:pt x="273243" y="84608"/>
                  <a:pt x="276698" y="85957"/>
                </a:cubicBezTo>
                <a:cubicBezTo>
                  <a:pt x="279160" y="86710"/>
                  <a:pt x="281920" y="87087"/>
                  <a:pt x="284978" y="87087"/>
                </a:cubicBezTo>
                <a:cubicBezTo>
                  <a:pt x="290736" y="87087"/>
                  <a:pt x="295462" y="85065"/>
                  <a:pt x="299155" y="81021"/>
                </a:cubicBezTo>
                <a:cubicBezTo>
                  <a:pt x="302848" y="76975"/>
                  <a:pt x="304695" y="71938"/>
                  <a:pt x="304695" y="65911"/>
                </a:cubicBezTo>
                <a:cubicBezTo>
                  <a:pt x="304695" y="60003"/>
                  <a:pt x="303206" y="55065"/>
                  <a:pt x="300227" y="51099"/>
                </a:cubicBezTo>
                <a:cubicBezTo>
                  <a:pt x="297011" y="46817"/>
                  <a:pt x="292682" y="44675"/>
                  <a:pt x="287242" y="44675"/>
                </a:cubicBezTo>
                <a:close/>
                <a:moveTo>
                  <a:pt x="340466" y="20491"/>
                </a:moveTo>
                <a:cubicBezTo>
                  <a:pt x="338559" y="20491"/>
                  <a:pt x="336911" y="19816"/>
                  <a:pt x="335521" y="18466"/>
                </a:cubicBezTo>
                <a:cubicBezTo>
                  <a:pt x="334132" y="17116"/>
                  <a:pt x="333437" y="15487"/>
                  <a:pt x="333437" y="13581"/>
                </a:cubicBezTo>
                <a:cubicBezTo>
                  <a:pt x="333437" y="11675"/>
                  <a:pt x="334132" y="10047"/>
                  <a:pt x="335521" y="8697"/>
                </a:cubicBezTo>
                <a:cubicBezTo>
                  <a:pt x="336911" y="7347"/>
                  <a:pt x="338559" y="6672"/>
                  <a:pt x="340466" y="6672"/>
                </a:cubicBezTo>
                <a:cubicBezTo>
                  <a:pt x="342372" y="6672"/>
                  <a:pt x="344010" y="7347"/>
                  <a:pt x="345380" y="8697"/>
                </a:cubicBezTo>
                <a:cubicBezTo>
                  <a:pt x="346750" y="10047"/>
                  <a:pt x="347435" y="11675"/>
                  <a:pt x="347435" y="13581"/>
                </a:cubicBezTo>
                <a:cubicBezTo>
                  <a:pt x="347435" y="15487"/>
                  <a:pt x="346750" y="17116"/>
                  <a:pt x="345380" y="18466"/>
                </a:cubicBezTo>
                <a:cubicBezTo>
                  <a:pt x="344010" y="19816"/>
                  <a:pt x="342372" y="20491"/>
                  <a:pt x="340466" y="20491"/>
                </a:cubicBezTo>
                <a:moveTo>
                  <a:pt x="343146" y="68893"/>
                </a:moveTo>
                <a:cubicBezTo>
                  <a:pt x="343146" y="71278"/>
                  <a:pt x="343216" y="74846"/>
                  <a:pt x="343355" y="79596"/>
                </a:cubicBezTo>
                <a:cubicBezTo>
                  <a:pt x="343494" y="84346"/>
                  <a:pt x="343563" y="87913"/>
                  <a:pt x="343563" y="90298"/>
                </a:cubicBezTo>
                <a:cubicBezTo>
                  <a:pt x="343563" y="92047"/>
                  <a:pt x="343027" y="93477"/>
                  <a:pt x="341955" y="94591"/>
                </a:cubicBezTo>
                <a:cubicBezTo>
                  <a:pt x="340882" y="95704"/>
                  <a:pt x="339473" y="96260"/>
                  <a:pt x="337725" y="96260"/>
                </a:cubicBezTo>
                <a:cubicBezTo>
                  <a:pt x="336018" y="96260"/>
                  <a:pt x="334618" y="95704"/>
                  <a:pt x="333526" y="94591"/>
                </a:cubicBezTo>
                <a:cubicBezTo>
                  <a:pt x="332434" y="93477"/>
                  <a:pt x="331888" y="92047"/>
                  <a:pt x="331888" y="90298"/>
                </a:cubicBezTo>
                <a:cubicBezTo>
                  <a:pt x="331888" y="87913"/>
                  <a:pt x="331818" y="84346"/>
                  <a:pt x="331679" y="79596"/>
                </a:cubicBezTo>
                <a:cubicBezTo>
                  <a:pt x="331540" y="74846"/>
                  <a:pt x="331471" y="71278"/>
                  <a:pt x="331471" y="68893"/>
                </a:cubicBezTo>
                <a:cubicBezTo>
                  <a:pt x="331471" y="65156"/>
                  <a:pt x="331669" y="60496"/>
                  <a:pt x="332067" y="54912"/>
                </a:cubicBezTo>
                <a:cubicBezTo>
                  <a:pt x="332464" y="49326"/>
                  <a:pt x="332662" y="44665"/>
                  <a:pt x="332662" y="40928"/>
                </a:cubicBezTo>
                <a:cubicBezTo>
                  <a:pt x="332662" y="39140"/>
                  <a:pt x="333208" y="37689"/>
                  <a:pt x="334300" y="36576"/>
                </a:cubicBezTo>
                <a:cubicBezTo>
                  <a:pt x="335392" y="35463"/>
                  <a:pt x="336792" y="34906"/>
                  <a:pt x="338500" y="34906"/>
                </a:cubicBezTo>
                <a:cubicBezTo>
                  <a:pt x="340207" y="34906"/>
                  <a:pt x="341607" y="35463"/>
                  <a:pt x="342699" y="36576"/>
                </a:cubicBezTo>
                <a:cubicBezTo>
                  <a:pt x="343791" y="37689"/>
                  <a:pt x="344337" y="39140"/>
                  <a:pt x="344337" y="40928"/>
                </a:cubicBezTo>
                <a:cubicBezTo>
                  <a:pt x="344337" y="44665"/>
                  <a:pt x="344139" y="49326"/>
                  <a:pt x="343742" y="54912"/>
                </a:cubicBezTo>
                <a:cubicBezTo>
                  <a:pt x="343345" y="60496"/>
                  <a:pt x="343146" y="65156"/>
                  <a:pt x="343146" y="68893"/>
                </a:cubicBezTo>
                <a:close/>
                <a:moveTo>
                  <a:pt x="403779" y="45204"/>
                </a:moveTo>
                <a:cubicBezTo>
                  <a:pt x="402945" y="45204"/>
                  <a:pt x="401962" y="45164"/>
                  <a:pt x="400831" y="45085"/>
                </a:cubicBezTo>
                <a:cubicBezTo>
                  <a:pt x="399699" y="45004"/>
                  <a:pt x="398716" y="44964"/>
                  <a:pt x="397882" y="44964"/>
                </a:cubicBezTo>
                <a:cubicBezTo>
                  <a:pt x="396969" y="44964"/>
                  <a:pt x="394268" y="45265"/>
                  <a:pt x="389781" y="45867"/>
                </a:cubicBezTo>
                <a:lnTo>
                  <a:pt x="390913" y="81032"/>
                </a:lnTo>
                <a:lnTo>
                  <a:pt x="390972" y="83651"/>
                </a:lnTo>
                <a:lnTo>
                  <a:pt x="391032" y="86685"/>
                </a:lnTo>
                <a:cubicBezTo>
                  <a:pt x="391191" y="95372"/>
                  <a:pt x="389106" y="99715"/>
                  <a:pt x="384777" y="99715"/>
                </a:cubicBezTo>
                <a:cubicBezTo>
                  <a:pt x="383189" y="99715"/>
                  <a:pt x="381809" y="99200"/>
                  <a:pt x="380637" y="98168"/>
                </a:cubicBezTo>
                <a:cubicBezTo>
                  <a:pt x="379466" y="97137"/>
                  <a:pt x="378880" y="95848"/>
                  <a:pt x="378880" y="94300"/>
                </a:cubicBezTo>
                <a:cubicBezTo>
                  <a:pt x="378880" y="92794"/>
                  <a:pt x="378940" y="90533"/>
                  <a:pt x="379059" y="87519"/>
                </a:cubicBezTo>
                <a:cubicBezTo>
                  <a:pt x="379178" y="84503"/>
                  <a:pt x="379238" y="82242"/>
                  <a:pt x="379238" y="80734"/>
                </a:cubicBezTo>
                <a:lnTo>
                  <a:pt x="378046" y="45986"/>
                </a:lnTo>
                <a:cubicBezTo>
                  <a:pt x="375147" y="45867"/>
                  <a:pt x="370739" y="45527"/>
                  <a:pt x="364822" y="44968"/>
                </a:cubicBezTo>
                <a:cubicBezTo>
                  <a:pt x="361288" y="44489"/>
                  <a:pt x="359521" y="42514"/>
                  <a:pt x="359521" y="39042"/>
                </a:cubicBezTo>
                <a:cubicBezTo>
                  <a:pt x="359521" y="37287"/>
                  <a:pt x="360057" y="35831"/>
                  <a:pt x="361129" y="34675"/>
                </a:cubicBezTo>
                <a:cubicBezTo>
                  <a:pt x="362201" y="33519"/>
                  <a:pt x="363571" y="32941"/>
                  <a:pt x="365239" y="32941"/>
                </a:cubicBezTo>
                <a:lnTo>
                  <a:pt x="377748" y="33953"/>
                </a:lnTo>
                <a:cubicBezTo>
                  <a:pt x="377748" y="31922"/>
                  <a:pt x="377659" y="29204"/>
                  <a:pt x="377480" y="25800"/>
                </a:cubicBezTo>
                <a:cubicBezTo>
                  <a:pt x="377302" y="22395"/>
                  <a:pt x="377212" y="19936"/>
                  <a:pt x="377212" y="18423"/>
                </a:cubicBezTo>
                <a:cubicBezTo>
                  <a:pt x="377212" y="16750"/>
                  <a:pt x="377788" y="15366"/>
                  <a:pt x="378940" y="14272"/>
                </a:cubicBezTo>
                <a:cubicBezTo>
                  <a:pt x="380091" y="13176"/>
                  <a:pt x="381501" y="12628"/>
                  <a:pt x="383169" y="12628"/>
                </a:cubicBezTo>
                <a:cubicBezTo>
                  <a:pt x="386743" y="12628"/>
                  <a:pt x="388828" y="15547"/>
                  <a:pt x="389424" y="21385"/>
                </a:cubicBezTo>
                <a:cubicBezTo>
                  <a:pt x="389543" y="22854"/>
                  <a:pt x="389602" y="24621"/>
                  <a:pt x="389602" y="26686"/>
                </a:cubicBezTo>
                <a:lnTo>
                  <a:pt x="389483" y="30141"/>
                </a:lnTo>
                <a:lnTo>
                  <a:pt x="389424" y="33834"/>
                </a:lnTo>
                <a:cubicBezTo>
                  <a:pt x="394348" y="33199"/>
                  <a:pt x="397167" y="32881"/>
                  <a:pt x="397882" y="32881"/>
                </a:cubicBezTo>
                <a:cubicBezTo>
                  <a:pt x="402012" y="32881"/>
                  <a:pt x="404712" y="33080"/>
                  <a:pt x="405983" y="33477"/>
                </a:cubicBezTo>
                <a:cubicBezTo>
                  <a:pt x="408406" y="34276"/>
                  <a:pt x="409617" y="36160"/>
                  <a:pt x="409617" y="39128"/>
                </a:cubicBezTo>
                <a:cubicBezTo>
                  <a:pt x="409617" y="40893"/>
                  <a:pt x="409071" y="42347"/>
                  <a:pt x="407979" y="43490"/>
                </a:cubicBezTo>
                <a:cubicBezTo>
                  <a:pt x="406887" y="44632"/>
                  <a:pt x="405487" y="45204"/>
                  <a:pt x="403779" y="45204"/>
                </a:cubicBezTo>
                <a:close/>
                <a:moveTo>
                  <a:pt x="467129" y="99834"/>
                </a:moveTo>
                <a:cubicBezTo>
                  <a:pt x="466374" y="99834"/>
                  <a:pt x="465004" y="98953"/>
                  <a:pt x="463019" y="97191"/>
                </a:cubicBezTo>
                <a:cubicBezTo>
                  <a:pt x="461232" y="95549"/>
                  <a:pt x="459901" y="94087"/>
                  <a:pt x="459028" y="92805"/>
                </a:cubicBezTo>
                <a:cubicBezTo>
                  <a:pt x="455216" y="94890"/>
                  <a:pt x="451860" y="96464"/>
                  <a:pt x="448961" y="97526"/>
                </a:cubicBezTo>
                <a:cubicBezTo>
                  <a:pt x="446062" y="98588"/>
                  <a:pt x="443640" y="99120"/>
                  <a:pt x="441694" y="99120"/>
                </a:cubicBezTo>
                <a:cubicBezTo>
                  <a:pt x="432401" y="99120"/>
                  <a:pt x="425631" y="96499"/>
                  <a:pt x="421381" y="91257"/>
                </a:cubicBezTo>
                <a:cubicBezTo>
                  <a:pt x="417371" y="86333"/>
                  <a:pt x="415365" y="78787"/>
                  <a:pt x="415365" y="68621"/>
                </a:cubicBezTo>
                <a:cubicBezTo>
                  <a:pt x="415365" y="59011"/>
                  <a:pt x="418671" y="50791"/>
                  <a:pt x="425283" y="43960"/>
                </a:cubicBezTo>
                <a:cubicBezTo>
                  <a:pt x="431895" y="37130"/>
                  <a:pt x="439788" y="33715"/>
                  <a:pt x="448961" y="33715"/>
                </a:cubicBezTo>
                <a:cubicBezTo>
                  <a:pt x="452416" y="33715"/>
                  <a:pt x="456288" y="34608"/>
                  <a:pt x="460577" y="36395"/>
                </a:cubicBezTo>
                <a:cubicBezTo>
                  <a:pt x="465977" y="38619"/>
                  <a:pt x="468678" y="41300"/>
                  <a:pt x="468678" y="44437"/>
                </a:cubicBezTo>
                <a:cubicBezTo>
                  <a:pt x="468678" y="45509"/>
                  <a:pt x="468281" y="46462"/>
                  <a:pt x="467486" y="47296"/>
                </a:cubicBezTo>
                <a:cubicBezTo>
                  <a:pt x="467089" y="48805"/>
                  <a:pt x="466781" y="51287"/>
                  <a:pt x="466563" y="54742"/>
                </a:cubicBezTo>
                <a:cubicBezTo>
                  <a:pt x="466345" y="58197"/>
                  <a:pt x="466216" y="62625"/>
                  <a:pt x="466176" y="68026"/>
                </a:cubicBezTo>
                <a:cubicBezTo>
                  <a:pt x="466136" y="72950"/>
                  <a:pt x="466474" y="76842"/>
                  <a:pt x="467189" y="79701"/>
                </a:cubicBezTo>
                <a:cubicBezTo>
                  <a:pt x="467586" y="81448"/>
                  <a:pt x="468837" y="84943"/>
                  <a:pt x="470941" y="90185"/>
                </a:cubicBezTo>
                <a:cubicBezTo>
                  <a:pt x="471219" y="90899"/>
                  <a:pt x="471676" y="91952"/>
                  <a:pt x="472311" y="93342"/>
                </a:cubicBezTo>
                <a:lnTo>
                  <a:pt x="472669" y="94354"/>
                </a:lnTo>
                <a:cubicBezTo>
                  <a:pt x="472669" y="95943"/>
                  <a:pt x="472113" y="97253"/>
                  <a:pt x="471001" y="98286"/>
                </a:cubicBezTo>
                <a:cubicBezTo>
                  <a:pt x="469889" y="99318"/>
                  <a:pt x="468598" y="99834"/>
                  <a:pt x="467129" y="99834"/>
                </a:cubicBezTo>
                <a:moveTo>
                  <a:pt x="454739" y="58458"/>
                </a:moveTo>
                <a:cubicBezTo>
                  <a:pt x="454739" y="56754"/>
                  <a:pt x="454848" y="54902"/>
                  <a:pt x="455067" y="52903"/>
                </a:cubicBezTo>
                <a:cubicBezTo>
                  <a:pt x="455285" y="50903"/>
                  <a:pt x="455613" y="48774"/>
                  <a:pt x="456049" y="46516"/>
                </a:cubicBezTo>
                <a:cubicBezTo>
                  <a:pt x="454580" y="45763"/>
                  <a:pt x="453319" y="45208"/>
                  <a:pt x="452267" y="44852"/>
                </a:cubicBezTo>
                <a:cubicBezTo>
                  <a:pt x="451215" y="44496"/>
                  <a:pt x="450371" y="44318"/>
                  <a:pt x="449735" y="44318"/>
                </a:cubicBezTo>
                <a:cubicBezTo>
                  <a:pt x="443580" y="44318"/>
                  <a:pt x="438269" y="46823"/>
                  <a:pt x="433801" y="51833"/>
                </a:cubicBezTo>
                <a:cubicBezTo>
                  <a:pt x="429334" y="56842"/>
                  <a:pt x="427100" y="62615"/>
                  <a:pt x="427100" y="69150"/>
                </a:cubicBezTo>
                <a:cubicBezTo>
                  <a:pt x="427100" y="75645"/>
                  <a:pt x="428252" y="80517"/>
                  <a:pt x="430555" y="83764"/>
                </a:cubicBezTo>
                <a:cubicBezTo>
                  <a:pt x="432858" y="87012"/>
                  <a:pt x="436313" y="88636"/>
                  <a:pt x="440919" y="88636"/>
                </a:cubicBezTo>
                <a:cubicBezTo>
                  <a:pt x="444732" y="88636"/>
                  <a:pt x="447968" y="87943"/>
                  <a:pt x="450629" y="86557"/>
                </a:cubicBezTo>
                <a:cubicBezTo>
                  <a:pt x="452058" y="85805"/>
                  <a:pt x="454064" y="84300"/>
                  <a:pt x="456645" y="82042"/>
                </a:cubicBezTo>
                <a:cubicBezTo>
                  <a:pt x="455374" y="71546"/>
                  <a:pt x="454739" y="63685"/>
                  <a:pt x="454739" y="58458"/>
                </a:cubicBezTo>
                <a:close/>
                <a:moveTo>
                  <a:pt x="498881" y="49083"/>
                </a:moveTo>
                <a:lnTo>
                  <a:pt x="497987" y="78723"/>
                </a:lnTo>
                <a:cubicBezTo>
                  <a:pt x="497987" y="81864"/>
                  <a:pt x="497828" y="86476"/>
                  <a:pt x="497511" y="92560"/>
                </a:cubicBezTo>
                <a:cubicBezTo>
                  <a:pt x="497114" y="96536"/>
                  <a:pt x="495168" y="98524"/>
                  <a:pt x="491673" y="98524"/>
                </a:cubicBezTo>
                <a:cubicBezTo>
                  <a:pt x="487781" y="98524"/>
                  <a:pt x="485836" y="96496"/>
                  <a:pt x="485836" y="92441"/>
                </a:cubicBezTo>
                <a:cubicBezTo>
                  <a:pt x="485836" y="87629"/>
                  <a:pt x="486054" y="80403"/>
                  <a:pt x="486491" y="70762"/>
                </a:cubicBezTo>
                <a:cubicBezTo>
                  <a:pt x="486928" y="61121"/>
                  <a:pt x="487146" y="53895"/>
                  <a:pt x="487146" y="49083"/>
                </a:cubicBezTo>
                <a:cubicBezTo>
                  <a:pt x="487146" y="42801"/>
                  <a:pt x="487245" y="35615"/>
                  <a:pt x="487444" y="27524"/>
                </a:cubicBezTo>
                <a:cubicBezTo>
                  <a:pt x="487642" y="19433"/>
                  <a:pt x="487742" y="12246"/>
                  <a:pt x="487742" y="5964"/>
                </a:cubicBezTo>
                <a:cubicBezTo>
                  <a:pt x="487742" y="1988"/>
                  <a:pt x="489688" y="0"/>
                  <a:pt x="493579" y="0"/>
                </a:cubicBezTo>
                <a:cubicBezTo>
                  <a:pt x="497511" y="0"/>
                  <a:pt x="499476" y="1988"/>
                  <a:pt x="499476" y="5964"/>
                </a:cubicBezTo>
                <a:cubicBezTo>
                  <a:pt x="499476" y="12246"/>
                  <a:pt x="499377" y="19433"/>
                  <a:pt x="499179" y="27524"/>
                </a:cubicBezTo>
                <a:cubicBezTo>
                  <a:pt x="498980" y="35615"/>
                  <a:pt x="498881" y="42801"/>
                  <a:pt x="498881" y="49083"/>
                </a:cubicBezTo>
                <a:close/>
                <a:moveTo>
                  <a:pt x="641950" y="100787"/>
                </a:moveTo>
                <a:cubicBezTo>
                  <a:pt x="639806" y="100787"/>
                  <a:pt x="638038" y="99676"/>
                  <a:pt x="636649" y="97452"/>
                </a:cubicBezTo>
                <a:cubicBezTo>
                  <a:pt x="635457" y="95546"/>
                  <a:pt x="634385" y="92369"/>
                  <a:pt x="633432" y="87921"/>
                </a:cubicBezTo>
                <a:lnTo>
                  <a:pt x="631288" y="77675"/>
                </a:lnTo>
                <a:cubicBezTo>
                  <a:pt x="629659" y="71322"/>
                  <a:pt x="627078" y="57304"/>
                  <a:pt x="623544" y="35621"/>
                </a:cubicBezTo>
                <a:lnTo>
                  <a:pt x="611630" y="71540"/>
                </a:lnTo>
                <a:lnTo>
                  <a:pt x="608116" y="82858"/>
                </a:lnTo>
                <a:cubicBezTo>
                  <a:pt x="606686" y="87345"/>
                  <a:pt x="605197" y="91018"/>
                  <a:pt x="603648" y="93878"/>
                </a:cubicBezTo>
                <a:cubicBezTo>
                  <a:pt x="601981" y="96896"/>
                  <a:pt x="599737" y="98405"/>
                  <a:pt x="596917" y="98405"/>
                </a:cubicBezTo>
                <a:cubicBezTo>
                  <a:pt x="594574" y="98405"/>
                  <a:pt x="592728" y="97134"/>
                  <a:pt x="591378" y="94593"/>
                </a:cubicBezTo>
                <a:cubicBezTo>
                  <a:pt x="590504" y="92925"/>
                  <a:pt x="589710" y="90800"/>
                  <a:pt x="588995" y="88219"/>
                </a:cubicBezTo>
                <a:lnTo>
                  <a:pt x="587267" y="81607"/>
                </a:lnTo>
                <a:cubicBezTo>
                  <a:pt x="583257" y="67589"/>
                  <a:pt x="579722" y="52578"/>
                  <a:pt x="576665" y="36574"/>
                </a:cubicBezTo>
                <a:lnTo>
                  <a:pt x="574520" y="47237"/>
                </a:lnTo>
                <a:lnTo>
                  <a:pt x="566836" y="78688"/>
                </a:lnTo>
                <a:cubicBezTo>
                  <a:pt x="566518" y="82381"/>
                  <a:pt x="565526" y="87842"/>
                  <a:pt x="563858" y="95069"/>
                </a:cubicBezTo>
                <a:cubicBezTo>
                  <a:pt x="562666" y="98167"/>
                  <a:pt x="560701" y="99715"/>
                  <a:pt x="557960" y="99715"/>
                </a:cubicBezTo>
                <a:cubicBezTo>
                  <a:pt x="556015" y="99715"/>
                  <a:pt x="554466" y="99020"/>
                  <a:pt x="553314" y="97630"/>
                </a:cubicBezTo>
                <a:cubicBezTo>
                  <a:pt x="552321" y="96439"/>
                  <a:pt x="551825" y="94970"/>
                  <a:pt x="551825" y="93222"/>
                </a:cubicBezTo>
                <a:cubicBezTo>
                  <a:pt x="551825" y="86591"/>
                  <a:pt x="553195" y="78450"/>
                  <a:pt x="555935" y="68800"/>
                </a:cubicBezTo>
                <a:lnTo>
                  <a:pt x="562488" y="44794"/>
                </a:lnTo>
                <a:lnTo>
                  <a:pt x="565942" y="26031"/>
                </a:lnTo>
                <a:cubicBezTo>
                  <a:pt x="567690" y="17255"/>
                  <a:pt x="569536" y="11516"/>
                  <a:pt x="571482" y="8816"/>
                </a:cubicBezTo>
                <a:cubicBezTo>
                  <a:pt x="573071" y="6513"/>
                  <a:pt x="575036" y="5361"/>
                  <a:pt x="577379" y="5361"/>
                </a:cubicBezTo>
                <a:cubicBezTo>
                  <a:pt x="579961" y="5361"/>
                  <a:pt x="581887" y="6830"/>
                  <a:pt x="583157" y="9769"/>
                </a:cubicBezTo>
                <a:cubicBezTo>
                  <a:pt x="584706" y="13303"/>
                  <a:pt x="586374" y="20511"/>
                  <a:pt x="588161" y="31392"/>
                </a:cubicBezTo>
                <a:cubicBezTo>
                  <a:pt x="590266" y="44457"/>
                  <a:pt x="593542" y="58594"/>
                  <a:pt x="597990" y="73804"/>
                </a:cubicBezTo>
                <a:cubicBezTo>
                  <a:pt x="603867" y="58515"/>
                  <a:pt x="608950" y="42590"/>
                  <a:pt x="613239" y="26031"/>
                </a:cubicBezTo>
                <a:lnTo>
                  <a:pt x="615026" y="17334"/>
                </a:lnTo>
                <a:cubicBezTo>
                  <a:pt x="615741" y="13839"/>
                  <a:pt x="616674" y="11020"/>
                  <a:pt x="617825" y="8875"/>
                </a:cubicBezTo>
                <a:cubicBezTo>
                  <a:pt x="619374" y="5977"/>
                  <a:pt x="621499" y="4527"/>
                  <a:pt x="624199" y="4527"/>
                </a:cubicBezTo>
                <a:cubicBezTo>
                  <a:pt x="627614" y="4527"/>
                  <a:pt x="630215" y="7803"/>
                  <a:pt x="632002" y="14356"/>
                </a:cubicBezTo>
                <a:cubicBezTo>
                  <a:pt x="632638" y="16619"/>
                  <a:pt x="633412" y="21305"/>
                  <a:pt x="634325" y="28413"/>
                </a:cubicBezTo>
                <a:cubicBezTo>
                  <a:pt x="636668" y="46363"/>
                  <a:pt x="639587" y="61692"/>
                  <a:pt x="643082" y="74399"/>
                </a:cubicBezTo>
                <a:lnTo>
                  <a:pt x="646001" y="84645"/>
                </a:lnTo>
                <a:cubicBezTo>
                  <a:pt x="647510" y="90125"/>
                  <a:pt x="648264" y="93500"/>
                  <a:pt x="648264" y="94771"/>
                </a:cubicBezTo>
                <a:cubicBezTo>
                  <a:pt x="648264" y="96479"/>
                  <a:pt x="647619" y="97908"/>
                  <a:pt x="646328" y="99060"/>
                </a:cubicBezTo>
                <a:cubicBezTo>
                  <a:pt x="645038" y="100212"/>
                  <a:pt x="643578" y="100787"/>
                  <a:pt x="641950" y="100787"/>
                </a:cubicBezTo>
                <a:close/>
                <a:moveTo>
                  <a:pt x="687947" y="98643"/>
                </a:moveTo>
                <a:cubicBezTo>
                  <a:pt x="678972" y="98643"/>
                  <a:pt x="671705" y="96398"/>
                  <a:pt x="666146" y="91906"/>
                </a:cubicBezTo>
                <a:cubicBezTo>
                  <a:pt x="660070" y="86938"/>
                  <a:pt x="657032" y="79981"/>
                  <a:pt x="657032" y="71037"/>
                </a:cubicBezTo>
                <a:cubicBezTo>
                  <a:pt x="657032" y="60704"/>
                  <a:pt x="659534" y="52039"/>
                  <a:pt x="664537" y="45044"/>
                </a:cubicBezTo>
                <a:cubicBezTo>
                  <a:pt x="669978" y="37412"/>
                  <a:pt x="677245" y="33596"/>
                  <a:pt x="686339" y="33596"/>
                </a:cubicBezTo>
                <a:cubicBezTo>
                  <a:pt x="692931" y="33596"/>
                  <a:pt x="698312" y="34708"/>
                  <a:pt x="702481" y="36932"/>
                </a:cubicBezTo>
                <a:cubicBezTo>
                  <a:pt x="707604" y="39672"/>
                  <a:pt x="710166" y="43881"/>
                  <a:pt x="710166" y="49560"/>
                </a:cubicBezTo>
                <a:cubicBezTo>
                  <a:pt x="710166" y="53531"/>
                  <a:pt x="707922" y="57145"/>
                  <a:pt x="703435" y="60401"/>
                </a:cubicBezTo>
                <a:cubicBezTo>
                  <a:pt x="701449" y="61831"/>
                  <a:pt x="697240" y="64054"/>
                  <a:pt x="690806" y="67073"/>
                </a:cubicBezTo>
                <a:lnTo>
                  <a:pt x="668052" y="77854"/>
                </a:lnTo>
                <a:cubicBezTo>
                  <a:pt x="670276" y="81150"/>
                  <a:pt x="673045" y="83632"/>
                  <a:pt x="676361" y="85300"/>
                </a:cubicBezTo>
                <a:cubicBezTo>
                  <a:pt x="679677" y="86968"/>
                  <a:pt x="683539" y="87802"/>
                  <a:pt x="687947" y="87802"/>
                </a:cubicBezTo>
                <a:cubicBezTo>
                  <a:pt x="690687" y="87802"/>
                  <a:pt x="693904" y="87286"/>
                  <a:pt x="697597" y="86253"/>
                </a:cubicBezTo>
                <a:cubicBezTo>
                  <a:pt x="702283" y="84943"/>
                  <a:pt x="705301" y="83225"/>
                  <a:pt x="706651" y="81101"/>
                </a:cubicBezTo>
                <a:cubicBezTo>
                  <a:pt x="708001" y="78976"/>
                  <a:pt x="709451" y="77914"/>
                  <a:pt x="711000" y="77914"/>
                </a:cubicBezTo>
                <a:cubicBezTo>
                  <a:pt x="712389" y="77914"/>
                  <a:pt x="713630" y="78442"/>
                  <a:pt x="714723" y="79498"/>
                </a:cubicBezTo>
                <a:cubicBezTo>
                  <a:pt x="715815" y="80553"/>
                  <a:pt x="716361" y="81777"/>
                  <a:pt x="716361" y="83171"/>
                </a:cubicBezTo>
                <a:cubicBezTo>
                  <a:pt x="716361" y="87591"/>
                  <a:pt x="712806" y="91394"/>
                  <a:pt x="705698" y="94581"/>
                </a:cubicBezTo>
                <a:cubicBezTo>
                  <a:pt x="699622" y="97289"/>
                  <a:pt x="693705" y="98643"/>
                  <a:pt x="687947" y="98643"/>
                </a:cubicBezTo>
                <a:moveTo>
                  <a:pt x="686339" y="44318"/>
                </a:moveTo>
                <a:cubicBezTo>
                  <a:pt x="681494" y="44318"/>
                  <a:pt x="677463" y="46194"/>
                  <a:pt x="674247" y="49947"/>
                </a:cubicBezTo>
                <a:cubicBezTo>
                  <a:pt x="671030" y="53700"/>
                  <a:pt x="668628" y="59349"/>
                  <a:pt x="667039" y="66894"/>
                </a:cubicBezTo>
                <a:lnTo>
                  <a:pt x="685326" y="58197"/>
                </a:lnTo>
                <a:cubicBezTo>
                  <a:pt x="692514" y="54702"/>
                  <a:pt x="697637" y="51665"/>
                  <a:pt x="700694" y="49083"/>
                </a:cubicBezTo>
                <a:cubicBezTo>
                  <a:pt x="697279" y="45906"/>
                  <a:pt x="692494" y="44318"/>
                  <a:pt x="686339" y="44318"/>
                </a:cubicBezTo>
                <a:close/>
                <a:moveTo>
                  <a:pt x="754588" y="99715"/>
                </a:moveTo>
                <a:cubicBezTo>
                  <a:pt x="746448" y="99715"/>
                  <a:pt x="739657" y="97249"/>
                  <a:pt x="734216" y="92316"/>
                </a:cubicBezTo>
                <a:cubicBezTo>
                  <a:pt x="728498" y="87145"/>
                  <a:pt x="725639" y="80322"/>
                  <a:pt x="725639" y="71847"/>
                </a:cubicBezTo>
                <a:cubicBezTo>
                  <a:pt x="725639" y="63772"/>
                  <a:pt x="728319" y="55438"/>
                  <a:pt x="733680" y="46846"/>
                </a:cubicBezTo>
                <a:cubicBezTo>
                  <a:pt x="739637" y="37298"/>
                  <a:pt x="746348" y="32524"/>
                  <a:pt x="753814" y="32524"/>
                </a:cubicBezTo>
                <a:cubicBezTo>
                  <a:pt x="757706" y="32524"/>
                  <a:pt x="762054" y="33440"/>
                  <a:pt x="766859" y="35273"/>
                </a:cubicBezTo>
                <a:cubicBezTo>
                  <a:pt x="772935" y="37625"/>
                  <a:pt x="775973" y="40494"/>
                  <a:pt x="775973" y="43880"/>
                </a:cubicBezTo>
                <a:cubicBezTo>
                  <a:pt x="775973" y="45394"/>
                  <a:pt x="775477" y="46740"/>
                  <a:pt x="774484" y="47916"/>
                </a:cubicBezTo>
                <a:cubicBezTo>
                  <a:pt x="773491" y="49091"/>
                  <a:pt x="772260" y="49679"/>
                  <a:pt x="770791" y="49679"/>
                </a:cubicBezTo>
                <a:cubicBezTo>
                  <a:pt x="769639" y="49679"/>
                  <a:pt x="768636" y="49328"/>
                  <a:pt x="767782" y="48627"/>
                </a:cubicBezTo>
                <a:cubicBezTo>
                  <a:pt x="766929" y="47925"/>
                  <a:pt x="766105" y="47232"/>
                  <a:pt x="765310" y="46550"/>
                </a:cubicBezTo>
                <a:cubicBezTo>
                  <a:pt x="762967" y="44665"/>
                  <a:pt x="759135" y="43722"/>
                  <a:pt x="753814" y="43722"/>
                </a:cubicBezTo>
                <a:cubicBezTo>
                  <a:pt x="749763" y="43722"/>
                  <a:pt x="745753" y="47346"/>
                  <a:pt x="741781" y="54593"/>
                </a:cubicBezTo>
                <a:cubicBezTo>
                  <a:pt x="738168" y="61242"/>
                  <a:pt x="736361" y="66996"/>
                  <a:pt x="736361" y="71853"/>
                </a:cubicBezTo>
                <a:cubicBezTo>
                  <a:pt x="736361" y="77108"/>
                  <a:pt x="738148" y="81249"/>
                  <a:pt x="741722" y="84276"/>
                </a:cubicBezTo>
                <a:cubicBezTo>
                  <a:pt x="745058" y="87103"/>
                  <a:pt x="749346" y="88517"/>
                  <a:pt x="754588" y="88517"/>
                </a:cubicBezTo>
                <a:cubicBezTo>
                  <a:pt x="756971" y="88517"/>
                  <a:pt x="759513" y="87881"/>
                  <a:pt x="762213" y="86611"/>
                </a:cubicBezTo>
                <a:lnTo>
                  <a:pt x="769123" y="82917"/>
                </a:lnTo>
                <a:cubicBezTo>
                  <a:pt x="770314" y="82282"/>
                  <a:pt x="771168" y="81964"/>
                  <a:pt x="771684" y="81964"/>
                </a:cubicBezTo>
                <a:cubicBezTo>
                  <a:pt x="773153" y="81964"/>
                  <a:pt x="774424" y="82550"/>
                  <a:pt x="775496" y="83722"/>
                </a:cubicBezTo>
                <a:cubicBezTo>
                  <a:pt x="776569" y="84893"/>
                  <a:pt x="777105" y="86233"/>
                  <a:pt x="777105" y="87742"/>
                </a:cubicBezTo>
                <a:cubicBezTo>
                  <a:pt x="777105" y="90641"/>
                  <a:pt x="774047" y="93441"/>
                  <a:pt x="767931" y="96141"/>
                </a:cubicBezTo>
                <a:cubicBezTo>
                  <a:pt x="762570" y="98524"/>
                  <a:pt x="758123" y="99715"/>
                  <a:pt x="754588" y="99715"/>
                </a:cubicBezTo>
                <a:close/>
                <a:moveTo>
                  <a:pt x="840666" y="99596"/>
                </a:moveTo>
                <a:cubicBezTo>
                  <a:pt x="837846" y="99596"/>
                  <a:pt x="835999" y="98089"/>
                  <a:pt x="835126" y="95075"/>
                </a:cubicBezTo>
                <a:cubicBezTo>
                  <a:pt x="834212" y="91822"/>
                  <a:pt x="833379" y="87201"/>
                  <a:pt x="832624" y="81210"/>
                </a:cubicBezTo>
                <a:cubicBezTo>
                  <a:pt x="831909" y="75458"/>
                  <a:pt x="831552" y="70738"/>
                  <a:pt x="831552" y="67050"/>
                </a:cubicBezTo>
                <a:cubicBezTo>
                  <a:pt x="831552" y="66019"/>
                  <a:pt x="831601" y="64452"/>
                  <a:pt x="831701" y="62350"/>
                </a:cubicBezTo>
                <a:cubicBezTo>
                  <a:pt x="831800" y="60247"/>
                  <a:pt x="831850" y="58679"/>
                  <a:pt x="831850" y="57648"/>
                </a:cubicBezTo>
                <a:cubicBezTo>
                  <a:pt x="831850" y="50191"/>
                  <a:pt x="829983" y="46462"/>
                  <a:pt x="826250" y="46462"/>
                </a:cubicBezTo>
                <a:cubicBezTo>
                  <a:pt x="821207" y="46462"/>
                  <a:pt x="816700" y="48746"/>
                  <a:pt x="812729" y="53313"/>
                </a:cubicBezTo>
                <a:cubicBezTo>
                  <a:pt x="810703" y="55655"/>
                  <a:pt x="807924" y="60123"/>
                  <a:pt x="804389" y="66715"/>
                </a:cubicBezTo>
                <a:cubicBezTo>
                  <a:pt x="804389" y="81815"/>
                  <a:pt x="803754" y="90753"/>
                  <a:pt x="802483" y="93528"/>
                </a:cubicBezTo>
                <a:cubicBezTo>
                  <a:pt x="801371" y="95985"/>
                  <a:pt x="799644" y="97213"/>
                  <a:pt x="797301" y="97213"/>
                </a:cubicBezTo>
                <a:cubicBezTo>
                  <a:pt x="795673" y="97213"/>
                  <a:pt x="794243" y="96657"/>
                  <a:pt x="793012" y="95546"/>
                </a:cubicBezTo>
                <a:cubicBezTo>
                  <a:pt x="791781" y="94434"/>
                  <a:pt x="791165" y="93083"/>
                  <a:pt x="791165" y="91495"/>
                </a:cubicBezTo>
                <a:cubicBezTo>
                  <a:pt x="791165" y="90939"/>
                  <a:pt x="791344" y="90065"/>
                  <a:pt x="791701" y="88874"/>
                </a:cubicBezTo>
                <a:cubicBezTo>
                  <a:pt x="792019" y="87881"/>
                  <a:pt x="792238" y="84982"/>
                  <a:pt x="792357" y="80177"/>
                </a:cubicBezTo>
                <a:lnTo>
                  <a:pt x="792535" y="71361"/>
                </a:lnTo>
                <a:lnTo>
                  <a:pt x="792714" y="27580"/>
                </a:lnTo>
                <a:cubicBezTo>
                  <a:pt x="792992" y="22655"/>
                  <a:pt x="793131" y="19339"/>
                  <a:pt x="793131" y="17632"/>
                </a:cubicBezTo>
                <a:cubicBezTo>
                  <a:pt x="793131" y="15607"/>
                  <a:pt x="792942" y="13690"/>
                  <a:pt x="792565" y="11884"/>
                </a:cubicBezTo>
                <a:cubicBezTo>
                  <a:pt x="792188" y="10077"/>
                  <a:pt x="791999" y="8200"/>
                  <a:pt x="791999" y="6255"/>
                </a:cubicBezTo>
                <a:cubicBezTo>
                  <a:pt x="791999" y="4587"/>
                  <a:pt x="792575" y="3207"/>
                  <a:pt x="793727" y="2115"/>
                </a:cubicBezTo>
                <a:cubicBezTo>
                  <a:pt x="794878" y="1023"/>
                  <a:pt x="796288" y="477"/>
                  <a:pt x="797956" y="477"/>
                </a:cubicBezTo>
                <a:cubicBezTo>
                  <a:pt x="801212" y="477"/>
                  <a:pt x="803118" y="2224"/>
                  <a:pt x="803674" y="5718"/>
                </a:cubicBezTo>
                <a:cubicBezTo>
                  <a:pt x="804310" y="9570"/>
                  <a:pt x="804627" y="13045"/>
                  <a:pt x="804627" y="16143"/>
                </a:cubicBezTo>
                <a:cubicBezTo>
                  <a:pt x="804627" y="20312"/>
                  <a:pt x="804488" y="24661"/>
                  <a:pt x="804211" y="29188"/>
                </a:cubicBezTo>
                <a:cubicBezTo>
                  <a:pt x="803972" y="33516"/>
                  <a:pt x="803873" y="37865"/>
                  <a:pt x="803913" y="42233"/>
                </a:cubicBezTo>
                <a:lnTo>
                  <a:pt x="803972" y="47475"/>
                </a:lnTo>
                <a:cubicBezTo>
                  <a:pt x="807229" y="43107"/>
                  <a:pt x="810713" y="39840"/>
                  <a:pt x="814426" y="37676"/>
                </a:cubicBezTo>
                <a:cubicBezTo>
                  <a:pt x="818139" y="35512"/>
                  <a:pt x="822081" y="34430"/>
                  <a:pt x="826250" y="34430"/>
                </a:cubicBezTo>
                <a:cubicBezTo>
                  <a:pt x="832842" y="34430"/>
                  <a:pt x="837370" y="36574"/>
                  <a:pt x="839832" y="40863"/>
                </a:cubicBezTo>
                <a:cubicBezTo>
                  <a:pt x="841579" y="43881"/>
                  <a:pt x="842572" y="48964"/>
                  <a:pt x="842810" y="56112"/>
                </a:cubicBezTo>
                <a:lnTo>
                  <a:pt x="843287" y="67489"/>
                </a:lnTo>
                <a:lnTo>
                  <a:pt x="844478" y="79879"/>
                </a:lnTo>
                <a:cubicBezTo>
                  <a:pt x="845034" y="84526"/>
                  <a:pt x="845709" y="88616"/>
                  <a:pt x="846503" y="92150"/>
                </a:cubicBezTo>
                <a:cubicBezTo>
                  <a:pt x="846662" y="92825"/>
                  <a:pt x="846741" y="93401"/>
                  <a:pt x="846741" y="93878"/>
                </a:cubicBezTo>
                <a:cubicBezTo>
                  <a:pt x="846741" y="95506"/>
                  <a:pt x="846146" y="96866"/>
                  <a:pt x="844954" y="97958"/>
                </a:cubicBezTo>
                <a:cubicBezTo>
                  <a:pt x="843763" y="99050"/>
                  <a:pt x="842333" y="99596"/>
                  <a:pt x="840666" y="99596"/>
                </a:cubicBezTo>
                <a:close/>
                <a:moveTo>
                  <a:pt x="868164" y="101502"/>
                </a:moveTo>
                <a:cubicBezTo>
                  <a:pt x="866099" y="101502"/>
                  <a:pt x="864352" y="100787"/>
                  <a:pt x="862922" y="99358"/>
                </a:cubicBezTo>
                <a:cubicBezTo>
                  <a:pt x="861493" y="97928"/>
                  <a:pt x="860778" y="96181"/>
                  <a:pt x="860778" y="94116"/>
                </a:cubicBezTo>
                <a:cubicBezTo>
                  <a:pt x="860778" y="92091"/>
                  <a:pt x="861493" y="90353"/>
                  <a:pt x="862922" y="88904"/>
                </a:cubicBezTo>
                <a:cubicBezTo>
                  <a:pt x="864352" y="87454"/>
                  <a:pt x="866099" y="86730"/>
                  <a:pt x="868164" y="86730"/>
                </a:cubicBezTo>
                <a:cubicBezTo>
                  <a:pt x="870190" y="86730"/>
                  <a:pt x="871927" y="87454"/>
                  <a:pt x="873376" y="88904"/>
                </a:cubicBezTo>
                <a:cubicBezTo>
                  <a:pt x="874826" y="90353"/>
                  <a:pt x="875551" y="92091"/>
                  <a:pt x="875551" y="94116"/>
                </a:cubicBezTo>
                <a:cubicBezTo>
                  <a:pt x="875551" y="96181"/>
                  <a:pt x="874826" y="97928"/>
                  <a:pt x="873376" y="99358"/>
                </a:cubicBezTo>
                <a:cubicBezTo>
                  <a:pt x="871927" y="100787"/>
                  <a:pt x="870190" y="101502"/>
                  <a:pt x="868164" y="101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•MyceliumNet.">
            <a:extLst xmlns:a="http://schemas.openxmlformats.org/drawingml/2006/main">
              <a:ext uri="{FF2B5EF4-FFF2-40B4-BE49-F238E27FC236}">
                <a16:creationId xmlns:a16="http://schemas.microsoft.com/office/drawing/2014/main" id="{59BEDB5E-7113-475C-913A-002C9C48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614" y="1291525"/>
            <a:ext cx="901999" cy="130452"/>
          </a:xfrm>
          <a:custGeom xmlns:a="http://schemas.openxmlformats.org/drawingml/2006/main">
            <a:pathLst>
              <a:path w="901999" h="130452">
                <a:moveTo>
                  <a:pt x="0" y="53134"/>
                </a:moveTo>
                <a:cubicBezTo>
                  <a:pt x="0" y="48964"/>
                  <a:pt x="1479" y="45410"/>
                  <a:pt x="4438" y="42471"/>
                </a:cubicBezTo>
                <a:cubicBezTo>
                  <a:pt x="7396" y="39533"/>
                  <a:pt x="10940" y="38063"/>
                  <a:pt x="15070" y="38063"/>
                </a:cubicBezTo>
                <a:cubicBezTo>
                  <a:pt x="19240" y="38063"/>
                  <a:pt x="22804" y="39533"/>
                  <a:pt x="25763" y="42471"/>
                </a:cubicBezTo>
                <a:cubicBezTo>
                  <a:pt x="28721" y="45410"/>
                  <a:pt x="30201" y="48964"/>
                  <a:pt x="30201" y="53134"/>
                </a:cubicBezTo>
                <a:cubicBezTo>
                  <a:pt x="30201" y="57304"/>
                  <a:pt x="28721" y="60868"/>
                  <a:pt x="25763" y="63826"/>
                </a:cubicBezTo>
                <a:cubicBezTo>
                  <a:pt x="22804" y="66785"/>
                  <a:pt x="19240" y="68264"/>
                  <a:pt x="15070" y="68264"/>
                </a:cubicBezTo>
                <a:cubicBezTo>
                  <a:pt x="10940" y="68264"/>
                  <a:pt x="7396" y="66785"/>
                  <a:pt x="4438" y="63826"/>
                </a:cubicBezTo>
                <a:cubicBezTo>
                  <a:pt x="1479" y="60868"/>
                  <a:pt x="0" y="57304"/>
                  <a:pt x="0" y="53134"/>
                </a:cubicBezTo>
                <a:close/>
                <a:moveTo>
                  <a:pt x="188769" y="100787"/>
                </a:moveTo>
                <a:cubicBezTo>
                  <a:pt x="186625" y="100787"/>
                  <a:pt x="184858" y="99676"/>
                  <a:pt x="183468" y="97452"/>
                </a:cubicBezTo>
                <a:cubicBezTo>
                  <a:pt x="182276" y="95546"/>
                  <a:pt x="181204" y="92369"/>
                  <a:pt x="180251" y="87921"/>
                </a:cubicBezTo>
                <a:lnTo>
                  <a:pt x="178107" y="77675"/>
                </a:lnTo>
                <a:cubicBezTo>
                  <a:pt x="176478" y="71322"/>
                  <a:pt x="173897" y="57304"/>
                  <a:pt x="170363" y="35621"/>
                </a:cubicBezTo>
                <a:lnTo>
                  <a:pt x="158449" y="71540"/>
                </a:lnTo>
                <a:lnTo>
                  <a:pt x="154935" y="82858"/>
                </a:lnTo>
                <a:cubicBezTo>
                  <a:pt x="153505" y="87345"/>
                  <a:pt x="152016" y="91018"/>
                  <a:pt x="150468" y="93878"/>
                </a:cubicBezTo>
                <a:cubicBezTo>
                  <a:pt x="148800" y="96896"/>
                  <a:pt x="146556" y="98405"/>
                  <a:pt x="143736" y="98405"/>
                </a:cubicBezTo>
                <a:cubicBezTo>
                  <a:pt x="141393" y="98405"/>
                  <a:pt x="139547" y="97134"/>
                  <a:pt x="138197" y="94593"/>
                </a:cubicBezTo>
                <a:cubicBezTo>
                  <a:pt x="137323" y="92925"/>
                  <a:pt x="136529" y="90800"/>
                  <a:pt x="135814" y="88219"/>
                </a:cubicBezTo>
                <a:lnTo>
                  <a:pt x="134087" y="81607"/>
                </a:lnTo>
                <a:cubicBezTo>
                  <a:pt x="130076" y="67589"/>
                  <a:pt x="126541" y="52578"/>
                  <a:pt x="123484" y="36574"/>
                </a:cubicBezTo>
                <a:lnTo>
                  <a:pt x="121339" y="47237"/>
                </a:lnTo>
                <a:lnTo>
                  <a:pt x="113655" y="78688"/>
                </a:lnTo>
                <a:cubicBezTo>
                  <a:pt x="113337" y="82381"/>
                  <a:pt x="112345" y="87842"/>
                  <a:pt x="110677" y="95069"/>
                </a:cubicBezTo>
                <a:cubicBezTo>
                  <a:pt x="109485" y="98167"/>
                  <a:pt x="107520" y="99715"/>
                  <a:pt x="104780" y="99715"/>
                </a:cubicBezTo>
                <a:cubicBezTo>
                  <a:pt x="102834" y="99715"/>
                  <a:pt x="101285" y="99020"/>
                  <a:pt x="100133" y="97630"/>
                </a:cubicBezTo>
                <a:cubicBezTo>
                  <a:pt x="99141" y="96439"/>
                  <a:pt x="98644" y="94970"/>
                  <a:pt x="98644" y="93222"/>
                </a:cubicBezTo>
                <a:cubicBezTo>
                  <a:pt x="98644" y="86591"/>
                  <a:pt x="100014" y="78450"/>
                  <a:pt x="102754" y="68800"/>
                </a:cubicBezTo>
                <a:lnTo>
                  <a:pt x="109307" y="44794"/>
                </a:lnTo>
                <a:lnTo>
                  <a:pt x="112762" y="26031"/>
                </a:lnTo>
                <a:cubicBezTo>
                  <a:pt x="114509" y="17255"/>
                  <a:pt x="116355" y="11516"/>
                  <a:pt x="118301" y="8816"/>
                </a:cubicBezTo>
                <a:cubicBezTo>
                  <a:pt x="119890" y="6513"/>
                  <a:pt x="121855" y="5361"/>
                  <a:pt x="124198" y="5361"/>
                </a:cubicBezTo>
                <a:cubicBezTo>
                  <a:pt x="126780" y="5361"/>
                  <a:pt x="128706" y="6830"/>
                  <a:pt x="129976" y="9769"/>
                </a:cubicBezTo>
                <a:cubicBezTo>
                  <a:pt x="131525" y="13303"/>
                  <a:pt x="133193" y="20511"/>
                  <a:pt x="134980" y="31392"/>
                </a:cubicBezTo>
                <a:cubicBezTo>
                  <a:pt x="137085" y="44457"/>
                  <a:pt x="140361" y="58594"/>
                  <a:pt x="144809" y="73804"/>
                </a:cubicBezTo>
                <a:cubicBezTo>
                  <a:pt x="150686" y="58515"/>
                  <a:pt x="155769" y="42590"/>
                  <a:pt x="160058" y="26031"/>
                </a:cubicBezTo>
                <a:lnTo>
                  <a:pt x="161845" y="17334"/>
                </a:lnTo>
                <a:cubicBezTo>
                  <a:pt x="162560" y="13839"/>
                  <a:pt x="163493" y="11020"/>
                  <a:pt x="164644" y="8875"/>
                </a:cubicBezTo>
                <a:cubicBezTo>
                  <a:pt x="166193" y="5977"/>
                  <a:pt x="168318" y="4527"/>
                  <a:pt x="171018" y="4527"/>
                </a:cubicBezTo>
                <a:cubicBezTo>
                  <a:pt x="174433" y="4527"/>
                  <a:pt x="177034" y="7803"/>
                  <a:pt x="178821" y="14356"/>
                </a:cubicBezTo>
                <a:cubicBezTo>
                  <a:pt x="179457" y="16619"/>
                  <a:pt x="180231" y="21305"/>
                  <a:pt x="181145" y="28413"/>
                </a:cubicBezTo>
                <a:cubicBezTo>
                  <a:pt x="183488" y="46363"/>
                  <a:pt x="186406" y="61692"/>
                  <a:pt x="189901" y="74399"/>
                </a:cubicBezTo>
                <a:lnTo>
                  <a:pt x="192820" y="84645"/>
                </a:lnTo>
                <a:cubicBezTo>
                  <a:pt x="194329" y="90125"/>
                  <a:pt x="195083" y="93500"/>
                  <a:pt x="195083" y="94771"/>
                </a:cubicBezTo>
                <a:cubicBezTo>
                  <a:pt x="195083" y="96479"/>
                  <a:pt x="194438" y="97908"/>
                  <a:pt x="193147" y="99060"/>
                </a:cubicBezTo>
                <a:cubicBezTo>
                  <a:pt x="191857" y="100212"/>
                  <a:pt x="190397" y="100787"/>
                  <a:pt x="188769" y="100787"/>
                </a:cubicBezTo>
                <a:close/>
                <a:moveTo>
                  <a:pt x="258939" y="42760"/>
                </a:moveTo>
                <a:lnTo>
                  <a:pt x="238329" y="87322"/>
                </a:lnTo>
                <a:cubicBezTo>
                  <a:pt x="233246" y="98164"/>
                  <a:pt x="229354" y="107239"/>
                  <a:pt x="226654" y="114546"/>
                </a:cubicBezTo>
                <a:lnTo>
                  <a:pt x="222722" y="126103"/>
                </a:lnTo>
                <a:cubicBezTo>
                  <a:pt x="221690" y="129002"/>
                  <a:pt x="219903" y="130452"/>
                  <a:pt x="217361" y="130452"/>
                </a:cubicBezTo>
                <a:cubicBezTo>
                  <a:pt x="215693" y="130452"/>
                  <a:pt x="214254" y="129903"/>
                  <a:pt x="213043" y="128804"/>
                </a:cubicBezTo>
                <a:cubicBezTo>
                  <a:pt x="211832" y="127707"/>
                  <a:pt x="211226" y="126341"/>
                  <a:pt x="211226" y="124704"/>
                </a:cubicBezTo>
                <a:cubicBezTo>
                  <a:pt x="211226" y="120713"/>
                  <a:pt x="215515" y="109229"/>
                  <a:pt x="224092" y="90253"/>
                </a:cubicBezTo>
                <a:lnTo>
                  <a:pt x="202767" y="49156"/>
                </a:lnTo>
                <a:lnTo>
                  <a:pt x="200087" y="44800"/>
                </a:lnTo>
                <a:cubicBezTo>
                  <a:pt x="199015" y="42971"/>
                  <a:pt x="198479" y="41440"/>
                  <a:pt x="198479" y="40208"/>
                </a:cubicBezTo>
                <a:cubicBezTo>
                  <a:pt x="198479" y="38580"/>
                  <a:pt x="199104" y="37150"/>
                  <a:pt x="200355" y="35919"/>
                </a:cubicBezTo>
                <a:cubicBezTo>
                  <a:pt x="201606" y="34688"/>
                  <a:pt x="203006" y="34072"/>
                  <a:pt x="204554" y="34072"/>
                </a:cubicBezTo>
                <a:cubicBezTo>
                  <a:pt x="206381" y="34072"/>
                  <a:pt x="207791" y="34767"/>
                  <a:pt x="208784" y="36157"/>
                </a:cubicBezTo>
                <a:cubicBezTo>
                  <a:pt x="215535" y="45543"/>
                  <a:pt x="222782" y="58905"/>
                  <a:pt x="230526" y="76244"/>
                </a:cubicBezTo>
                <a:lnTo>
                  <a:pt x="239342" y="55630"/>
                </a:lnTo>
                <a:cubicBezTo>
                  <a:pt x="242518" y="48518"/>
                  <a:pt x="245576" y="42404"/>
                  <a:pt x="248515" y="37289"/>
                </a:cubicBezTo>
                <a:cubicBezTo>
                  <a:pt x="249786" y="35065"/>
                  <a:pt x="251454" y="33953"/>
                  <a:pt x="253519" y="33953"/>
                </a:cubicBezTo>
                <a:cubicBezTo>
                  <a:pt x="255147" y="33953"/>
                  <a:pt x="256586" y="34528"/>
                  <a:pt x="257837" y="35679"/>
                </a:cubicBezTo>
                <a:cubicBezTo>
                  <a:pt x="259088" y="36829"/>
                  <a:pt x="259714" y="38198"/>
                  <a:pt x="259714" y="39785"/>
                </a:cubicBezTo>
                <a:cubicBezTo>
                  <a:pt x="259714" y="40658"/>
                  <a:pt x="259455" y="41649"/>
                  <a:pt x="258939" y="42760"/>
                </a:cubicBezTo>
                <a:close/>
                <a:moveTo>
                  <a:pt x="297113" y="99715"/>
                </a:moveTo>
                <a:cubicBezTo>
                  <a:pt x="288973" y="99715"/>
                  <a:pt x="282182" y="97249"/>
                  <a:pt x="276742" y="92316"/>
                </a:cubicBezTo>
                <a:cubicBezTo>
                  <a:pt x="271023" y="87145"/>
                  <a:pt x="268164" y="80322"/>
                  <a:pt x="268164" y="71847"/>
                </a:cubicBezTo>
                <a:cubicBezTo>
                  <a:pt x="268164" y="63772"/>
                  <a:pt x="270844" y="55438"/>
                  <a:pt x="276205" y="46846"/>
                </a:cubicBezTo>
                <a:cubicBezTo>
                  <a:pt x="282162" y="37298"/>
                  <a:pt x="288873" y="32524"/>
                  <a:pt x="296339" y="32524"/>
                </a:cubicBezTo>
                <a:cubicBezTo>
                  <a:pt x="300231" y="32524"/>
                  <a:pt x="304579" y="33440"/>
                  <a:pt x="309384" y="35273"/>
                </a:cubicBezTo>
                <a:cubicBezTo>
                  <a:pt x="315460" y="37625"/>
                  <a:pt x="318498" y="40494"/>
                  <a:pt x="318498" y="43880"/>
                </a:cubicBezTo>
                <a:cubicBezTo>
                  <a:pt x="318498" y="45394"/>
                  <a:pt x="318002" y="46740"/>
                  <a:pt x="317009" y="47916"/>
                </a:cubicBezTo>
                <a:cubicBezTo>
                  <a:pt x="316016" y="49091"/>
                  <a:pt x="314785" y="49679"/>
                  <a:pt x="313316" y="49679"/>
                </a:cubicBezTo>
                <a:cubicBezTo>
                  <a:pt x="312164" y="49679"/>
                  <a:pt x="311161" y="49328"/>
                  <a:pt x="310308" y="48627"/>
                </a:cubicBezTo>
                <a:cubicBezTo>
                  <a:pt x="309454" y="47925"/>
                  <a:pt x="308630" y="47232"/>
                  <a:pt x="307836" y="46550"/>
                </a:cubicBezTo>
                <a:cubicBezTo>
                  <a:pt x="305493" y="44665"/>
                  <a:pt x="301660" y="43722"/>
                  <a:pt x="296339" y="43722"/>
                </a:cubicBezTo>
                <a:cubicBezTo>
                  <a:pt x="292289" y="43722"/>
                  <a:pt x="288278" y="47346"/>
                  <a:pt x="284307" y="54593"/>
                </a:cubicBezTo>
                <a:cubicBezTo>
                  <a:pt x="280693" y="61242"/>
                  <a:pt x="278886" y="66996"/>
                  <a:pt x="278886" y="71853"/>
                </a:cubicBezTo>
                <a:cubicBezTo>
                  <a:pt x="278886" y="77108"/>
                  <a:pt x="280673" y="81249"/>
                  <a:pt x="284247" y="84276"/>
                </a:cubicBezTo>
                <a:cubicBezTo>
                  <a:pt x="287583" y="87103"/>
                  <a:pt x="291872" y="88517"/>
                  <a:pt x="297113" y="88517"/>
                </a:cubicBezTo>
                <a:cubicBezTo>
                  <a:pt x="299496" y="88517"/>
                  <a:pt x="302038" y="87881"/>
                  <a:pt x="304738" y="86611"/>
                </a:cubicBezTo>
                <a:lnTo>
                  <a:pt x="311648" y="82917"/>
                </a:lnTo>
                <a:cubicBezTo>
                  <a:pt x="312839" y="82282"/>
                  <a:pt x="313693" y="81964"/>
                  <a:pt x="314209" y="81964"/>
                </a:cubicBezTo>
                <a:cubicBezTo>
                  <a:pt x="315679" y="81964"/>
                  <a:pt x="316949" y="82550"/>
                  <a:pt x="318021" y="83722"/>
                </a:cubicBezTo>
                <a:cubicBezTo>
                  <a:pt x="319094" y="84893"/>
                  <a:pt x="319630" y="86233"/>
                  <a:pt x="319630" y="87742"/>
                </a:cubicBezTo>
                <a:cubicBezTo>
                  <a:pt x="319630" y="90641"/>
                  <a:pt x="316572" y="93441"/>
                  <a:pt x="310456" y="96141"/>
                </a:cubicBezTo>
                <a:cubicBezTo>
                  <a:pt x="305095" y="98524"/>
                  <a:pt x="300648" y="99715"/>
                  <a:pt x="297113" y="99715"/>
                </a:cubicBezTo>
                <a:close/>
                <a:moveTo>
                  <a:pt x="361200" y="98643"/>
                </a:moveTo>
                <a:cubicBezTo>
                  <a:pt x="352225" y="98643"/>
                  <a:pt x="344958" y="96398"/>
                  <a:pt x="339398" y="91906"/>
                </a:cubicBezTo>
                <a:cubicBezTo>
                  <a:pt x="333323" y="86938"/>
                  <a:pt x="330285" y="79981"/>
                  <a:pt x="330285" y="71037"/>
                </a:cubicBezTo>
                <a:cubicBezTo>
                  <a:pt x="330285" y="60704"/>
                  <a:pt x="332786" y="52039"/>
                  <a:pt x="337790" y="45044"/>
                </a:cubicBezTo>
                <a:cubicBezTo>
                  <a:pt x="343231" y="37412"/>
                  <a:pt x="350498" y="33596"/>
                  <a:pt x="359592" y="33596"/>
                </a:cubicBezTo>
                <a:cubicBezTo>
                  <a:pt x="366184" y="33596"/>
                  <a:pt x="371565" y="34708"/>
                  <a:pt x="375734" y="36932"/>
                </a:cubicBezTo>
                <a:cubicBezTo>
                  <a:pt x="380857" y="39672"/>
                  <a:pt x="383419" y="43881"/>
                  <a:pt x="383419" y="49560"/>
                </a:cubicBezTo>
                <a:cubicBezTo>
                  <a:pt x="383419" y="53531"/>
                  <a:pt x="381175" y="57145"/>
                  <a:pt x="376687" y="60401"/>
                </a:cubicBezTo>
                <a:cubicBezTo>
                  <a:pt x="374702" y="61831"/>
                  <a:pt x="370492" y="64054"/>
                  <a:pt x="364059" y="67073"/>
                </a:cubicBezTo>
                <a:lnTo>
                  <a:pt x="341305" y="77854"/>
                </a:lnTo>
                <a:cubicBezTo>
                  <a:pt x="343528" y="81150"/>
                  <a:pt x="346298" y="83632"/>
                  <a:pt x="349614" y="85300"/>
                </a:cubicBezTo>
                <a:cubicBezTo>
                  <a:pt x="352930" y="86968"/>
                  <a:pt x="356792" y="87802"/>
                  <a:pt x="361200" y="87802"/>
                </a:cubicBezTo>
                <a:cubicBezTo>
                  <a:pt x="363940" y="87802"/>
                  <a:pt x="367157" y="87286"/>
                  <a:pt x="370850" y="86253"/>
                </a:cubicBezTo>
                <a:cubicBezTo>
                  <a:pt x="375536" y="84943"/>
                  <a:pt x="378554" y="83225"/>
                  <a:pt x="379904" y="81101"/>
                </a:cubicBezTo>
                <a:cubicBezTo>
                  <a:pt x="381254" y="78976"/>
                  <a:pt x="382704" y="77914"/>
                  <a:pt x="384252" y="77914"/>
                </a:cubicBezTo>
                <a:cubicBezTo>
                  <a:pt x="385642" y="77914"/>
                  <a:pt x="386883" y="78442"/>
                  <a:pt x="387975" y="79498"/>
                </a:cubicBezTo>
                <a:cubicBezTo>
                  <a:pt x="389067" y="80553"/>
                  <a:pt x="389613" y="81777"/>
                  <a:pt x="389613" y="83171"/>
                </a:cubicBezTo>
                <a:cubicBezTo>
                  <a:pt x="389613" y="87591"/>
                  <a:pt x="386059" y="91394"/>
                  <a:pt x="378951" y="94581"/>
                </a:cubicBezTo>
                <a:cubicBezTo>
                  <a:pt x="372875" y="97289"/>
                  <a:pt x="366958" y="98643"/>
                  <a:pt x="361200" y="98643"/>
                </a:cubicBezTo>
                <a:moveTo>
                  <a:pt x="359592" y="44318"/>
                </a:moveTo>
                <a:cubicBezTo>
                  <a:pt x="354747" y="44318"/>
                  <a:pt x="350716" y="46194"/>
                  <a:pt x="347500" y="49947"/>
                </a:cubicBezTo>
                <a:cubicBezTo>
                  <a:pt x="344283" y="53700"/>
                  <a:pt x="341880" y="59349"/>
                  <a:pt x="340292" y="66894"/>
                </a:cubicBezTo>
                <a:lnTo>
                  <a:pt x="358579" y="58197"/>
                </a:lnTo>
                <a:cubicBezTo>
                  <a:pt x="365767" y="54702"/>
                  <a:pt x="370890" y="51665"/>
                  <a:pt x="373947" y="49083"/>
                </a:cubicBezTo>
                <a:cubicBezTo>
                  <a:pt x="370532" y="45906"/>
                  <a:pt x="365747" y="44318"/>
                  <a:pt x="359592" y="44318"/>
                </a:cubicBezTo>
                <a:close/>
                <a:moveTo>
                  <a:pt x="416096" y="49083"/>
                </a:moveTo>
                <a:lnTo>
                  <a:pt x="415203" y="78723"/>
                </a:lnTo>
                <a:cubicBezTo>
                  <a:pt x="415203" y="81864"/>
                  <a:pt x="415044" y="86476"/>
                  <a:pt x="414726" y="92560"/>
                </a:cubicBezTo>
                <a:cubicBezTo>
                  <a:pt x="414329" y="96536"/>
                  <a:pt x="412383" y="98524"/>
                  <a:pt x="408888" y="98524"/>
                </a:cubicBezTo>
                <a:cubicBezTo>
                  <a:pt x="404997" y="98524"/>
                  <a:pt x="403051" y="96496"/>
                  <a:pt x="403051" y="92441"/>
                </a:cubicBezTo>
                <a:cubicBezTo>
                  <a:pt x="403051" y="87629"/>
                  <a:pt x="403269" y="80403"/>
                  <a:pt x="403706" y="70762"/>
                </a:cubicBezTo>
                <a:cubicBezTo>
                  <a:pt x="404143" y="61121"/>
                  <a:pt x="404361" y="53895"/>
                  <a:pt x="404361" y="49083"/>
                </a:cubicBezTo>
                <a:cubicBezTo>
                  <a:pt x="404361" y="42801"/>
                  <a:pt x="404461" y="35615"/>
                  <a:pt x="404659" y="27524"/>
                </a:cubicBezTo>
                <a:cubicBezTo>
                  <a:pt x="404858" y="19433"/>
                  <a:pt x="404957" y="12246"/>
                  <a:pt x="404957" y="5964"/>
                </a:cubicBezTo>
                <a:cubicBezTo>
                  <a:pt x="404957" y="1988"/>
                  <a:pt x="406903" y="0"/>
                  <a:pt x="410795" y="0"/>
                </a:cubicBezTo>
                <a:cubicBezTo>
                  <a:pt x="414726" y="0"/>
                  <a:pt x="416692" y="1988"/>
                  <a:pt x="416692" y="5964"/>
                </a:cubicBezTo>
                <a:cubicBezTo>
                  <a:pt x="416692" y="12246"/>
                  <a:pt x="416592" y="19433"/>
                  <a:pt x="416394" y="27524"/>
                </a:cubicBezTo>
                <a:cubicBezTo>
                  <a:pt x="416195" y="35615"/>
                  <a:pt x="416096" y="42801"/>
                  <a:pt x="416096" y="49083"/>
                </a:cubicBezTo>
                <a:close/>
                <a:moveTo>
                  <a:pt x="445038" y="20491"/>
                </a:moveTo>
                <a:cubicBezTo>
                  <a:pt x="443132" y="20491"/>
                  <a:pt x="441484" y="19816"/>
                  <a:pt x="440094" y="18466"/>
                </a:cubicBezTo>
                <a:cubicBezTo>
                  <a:pt x="438704" y="17116"/>
                  <a:pt x="438009" y="15487"/>
                  <a:pt x="438009" y="13581"/>
                </a:cubicBezTo>
                <a:cubicBezTo>
                  <a:pt x="438009" y="11675"/>
                  <a:pt x="438704" y="10047"/>
                  <a:pt x="440094" y="8697"/>
                </a:cubicBezTo>
                <a:cubicBezTo>
                  <a:pt x="441484" y="7347"/>
                  <a:pt x="443132" y="6672"/>
                  <a:pt x="445038" y="6672"/>
                </a:cubicBezTo>
                <a:cubicBezTo>
                  <a:pt x="446944" y="6672"/>
                  <a:pt x="448582" y="7347"/>
                  <a:pt x="449952" y="8697"/>
                </a:cubicBezTo>
                <a:cubicBezTo>
                  <a:pt x="451322" y="10047"/>
                  <a:pt x="452007" y="11675"/>
                  <a:pt x="452007" y="13581"/>
                </a:cubicBezTo>
                <a:cubicBezTo>
                  <a:pt x="452007" y="15487"/>
                  <a:pt x="451322" y="17116"/>
                  <a:pt x="449952" y="18466"/>
                </a:cubicBezTo>
                <a:cubicBezTo>
                  <a:pt x="448582" y="19816"/>
                  <a:pt x="446944" y="20491"/>
                  <a:pt x="445038" y="20491"/>
                </a:cubicBezTo>
                <a:moveTo>
                  <a:pt x="447718" y="68893"/>
                </a:moveTo>
                <a:cubicBezTo>
                  <a:pt x="447718" y="71278"/>
                  <a:pt x="447788" y="74846"/>
                  <a:pt x="447927" y="79596"/>
                </a:cubicBezTo>
                <a:cubicBezTo>
                  <a:pt x="448066" y="84346"/>
                  <a:pt x="448135" y="87913"/>
                  <a:pt x="448135" y="90298"/>
                </a:cubicBezTo>
                <a:cubicBezTo>
                  <a:pt x="448135" y="92047"/>
                  <a:pt x="447599" y="93477"/>
                  <a:pt x="446527" y="94591"/>
                </a:cubicBezTo>
                <a:cubicBezTo>
                  <a:pt x="445455" y="95704"/>
                  <a:pt x="444045" y="96260"/>
                  <a:pt x="442298" y="96260"/>
                </a:cubicBezTo>
                <a:cubicBezTo>
                  <a:pt x="440590" y="96260"/>
                  <a:pt x="439190" y="95704"/>
                  <a:pt x="438098" y="94591"/>
                </a:cubicBezTo>
                <a:cubicBezTo>
                  <a:pt x="437006" y="93477"/>
                  <a:pt x="436460" y="92047"/>
                  <a:pt x="436460" y="90298"/>
                </a:cubicBezTo>
                <a:cubicBezTo>
                  <a:pt x="436460" y="87913"/>
                  <a:pt x="436391" y="84346"/>
                  <a:pt x="436252" y="79596"/>
                </a:cubicBezTo>
                <a:cubicBezTo>
                  <a:pt x="436113" y="74846"/>
                  <a:pt x="436043" y="71278"/>
                  <a:pt x="436043" y="68893"/>
                </a:cubicBezTo>
                <a:cubicBezTo>
                  <a:pt x="436043" y="65156"/>
                  <a:pt x="436242" y="60496"/>
                  <a:pt x="436639" y="54912"/>
                </a:cubicBezTo>
                <a:cubicBezTo>
                  <a:pt x="437036" y="49326"/>
                  <a:pt x="437234" y="44665"/>
                  <a:pt x="437234" y="40928"/>
                </a:cubicBezTo>
                <a:cubicBezTo>
                  <a:pt x="437234" y="39140"/>
                  <a:pt x="437780" y="37689"/>
                  <a:pt x="438873" y="36576"/>
                </a:cubicBezTo>
                <a:cubicBezTo>
                  <a:pt x="439965" y="35463"/>
                  <a:pt x="441364" y="34906"/>
                  <a:pt x="443072" y="34906"/>
                </a:cubicBezTo>
                <a:cubicBezTo>
                  <a:pt x="444780" y="34906"/>
                  <a:pt x="446179" y="35463"/>
                  <a:pt x="447271" y="36576"/>
                </a:cubicBezTo>
                <a:cubicBezTo>
                  <a:pt x="448364" y="37689"/>
                  <a:pt x="448910" y="39140"/>
                  <a:pt x="448910" y="40928"/>
                </a:cubicBezTo>
                <a:cubicBezTo>
                  <a:pt x="448910" y="44665"/>
                  <a:pt x="448711" y="49326"/>
                  <a:pt x="448314" y="54912"/>
                </a:cubicBezTo>
                <a:cubicBezTo>
                  <a:pt x="447917" y="60496"/>
                  <a:pt x="447718" y="65156"/>
                  <a:pt x="447718" y="68893"/>
                </a:cubicBezTo>
                <a:close/>
                <a:moveTo>
                  <a:pt x="517158" y="61116"/>
                </a:moveTo>
                <a:cubicBezTo>
                  <a:pt x="517158" y="63975"/>
                  <a:pt x="517177" y="68264"/>
                  <a:pt x="517217" y="73982"/>
                </a:cubicBezTo>
                <a:cubicBezTo>
                  <a:pt x="517257" y="79701"/>
                  <a:pt x="517277" y="83990"/>
                  <a:pt x="517277" y="86849"/>
                </a:cubicBezTo>
                <a:cubicBezTo>
                  <a:pt x="517277" y="87722"/>
                  <a:pt x="517346" y="89053"/>
                  <a:pt x="517485" y="90840"/>
                </a:cubicBezTo>
                <a:cubicBezTo>
                  <a:pt x="517624" y="92627"/>
                  <a:pt x="517694" y="93957"/>
                  <a:pt x="517694" y="94831"/>
                </a:cubicBezTo>
                <a:cubicBezTo>
                  <a:pt x="517694" y="96538"/>
                  <a:pt x="517118" y="97938"/>
                  <a:pt x="515966" y="99030"/>
                </a:cubicBezTo>
                <a:cubicBezTo>
                  <a:pt x="514815" y="100122"/>
                  <a:pt x="513405" y="100668"/>
                  <a:pt x="511737" y="100668"/>
                </a:cubicBezTo>
                <a:cubicBezTo>
                  <a:pt x="508679" y="100668"/>
                  <a:pt x="506733" y="98782"/>
                  <a:pt x="505899" y="95009"/>
                </a:cubicBezTo>
                <a:cubicBezTo>
                  <a:pt x="500935" y="97591"/>
                  <a:pt x="495217" y="98881"/>
                  <a:pt x="488744" y="98881"/>
                </a:cubicBezTo>
                <a:cubicBezTo>
                  <a:pt x="483542" y="98881"/>
                  <a:pt x="479233" y="97730"/>
                  <a:pt x="475818" y="95426"/>
                </a:cubicBezTo>
                <a:cubicBezTo>
                  <a:pt x="472045" y="92885"/>
                  <a:pt x="469802" y="89172"/>
                  <a:pt x="469087" y="84287"/>
                </a:cubicBezTo>
                <a:cubicBezTo>
                  <a:pt x="467538" y="73764"/>
                  <a:pt x="466764" y="64392"/>
                  <a:pt x="466764" y="56172"/>
                </a:cubicBezTo>
                <a:cubicBezTo>
                  <a:pt x="466764" y="50731"/>
                  <a:pt x="467359" y="44536"/>
                  <a:pt x="468551" y="37587"/>
                </a:cubicBezTo>
                <a:cubicBezTo>
                  <a:pt x="469107" y="34132"/>
                  <a:pt x="470993" y="32404"/>
                  <a:pt x="474210" y="32404"/>
                </a:cubicBezTo>
                <a:cubicBezTo>
                  <a:pt x="475917" y="32404"/>
                  <a:pt x="477347" y="32950"/>
                  <a:pt x="478498" y="34041"/>
                </a:cubicBezTo>
                <a:cubicBezTo>
                  <a:pt x="479650" y="35132"/>
                  <a:pt x="480226" y="36530"/>
                  <a:pt x="480226" y="38236"/>
                </a:cubicBezTo>
                <a:cubicBezTo>
                  <a:pt x="480226" y="40061"/>
                  <a:pt x="479938" y="42976"/>
                  <a:pt x="479362" y="46984"/>
                </a:cubicBezTo>
                <a:cubicBezTo>
                  <a:pt x="478786" y="50989"/>
                  <a:pt x="478498" y="54043"/>
                  <a:pt x="478498" y="56146"/>
                </a:cubicBezTo>
                <a:cubicBezTo>
                  <a:pt x="478498" y="62770"/>
                  <a:pt x="478717" y="68443"/>
                  <a:pt x="479154" y="73163"/>
                </a:cubicBezTo>
                <a:cubicBezTo>
                  <a:pt x="479591" y="77884"/>
                  <a:pt x="480246" y="81672"/>
                  <a:pt x="481119" y="84528"/>
                </a:cubicBezTo>
                <a:cubicBezTo>
                  <a:pt x="482430" y="85242"/>
                  <a:pt x="483721" y="85788"/>
                  <a:pt x="484991" y="86166"/>
                </a:cubicBezTo>
                <a:cubicBezTo>
                  <a:pt x="486262" y="86542"/>
                  <a:pt x="487513" y="86730"/>
                  <a:pt x="488744" y="86730"/>
                </a:cubicBezTo>
                <a:cubicBezTo>
                  <a:pt x="494065" y="86730"/>
                  <a:pt x="499685" y="85877"/>
                  <a:pt x="505601" y="84172"/>
                </a:cubicBezTo>
                <a:lnTo>
                  <a:pt x="505542" y="72093"/>
                </a:lnTo>
                <a:lnTo>
                  <a:pt x="505423" y="60550"/>
                </a:lnTo>
                <a:cubicBezTo>
                  <a:pt x="505423" y="51981"/>
                  <a:pt x="505800" y="44543"/>
                  <a:pt x="506555" y="38236"/>
                </a:cubicBezTo>
                <a:cubicBezTo>
                  <a:pt x="506991" y="34587"/>
                  <a:pt x="508917" y="32762"/>
                  <a:pt x="512333" y="32762"/>
                </a:cubicBezTo>
                <a:cubicBezTo>
                  <a:pt x="514040" y="32762"/>
                  <a:pt x="515470" y="33318"/>
                  <a:pt x="516621" y="34430"/>
                </a:cubicBezTo>
                <a:cubicBezTo>
                  <a:pt x="517773" y="35542"/>
                  <a:pt x="518309" y="36932"/>
                  <a:pt x="518230" y="38599"/>
                </a:cubicBezTo>
                <a:lnTo>
                  <a:pt x="517158" y="61116"/>
                </a:lnTo>
                <a:close/>
                <a:moveTo>
                  <a:pt x="607393" y="100907"/>
                </a:moveTo>
                <a:cubicBezTo>
                  <a:pt x="604137" y="100907"/>
                  <a:pt x="602231" y="99175"/>
                  <a:pt x="601675" y="95713"/>
                </a:cubicBezTo>
                <a:cubicBezTo>
                  <a:pt x="600960" y="91335"/>
                  <a:pt x="600245" y="85167"/>
                  <a:pt x="599531" y="77208"/>
                </a:cubicBezTo>
                <a:lnTo>
                  <a:pt x="597505" y="58701"/>
                </a:lnTo>
                <a:cubicBezTo>
                  <a:pt x="597108" y="55956"/>
                  <a:pt x="596433" y="53270"/>
                  <a:pt x="595480" y="50643"/>
                </a:cubicBezTo>
                <a:cubicBezTo>
                  <a:pt x="594130" y="47062"/>
                  <a:pt x="592661" y="45271"/>
                  <a:pt x="591072" y="45271"/>
                </a:cubicBezTo>
                <a:cubicBezTo>
                  <a:pt x="589603" y="45271"/>
                  <a:pt x="586863" y="46523"/>
                  <a:pt x="582852" y="49027"/>
                </a:cubicBezTo>
                <a:cubicBezTo>
                  <a:pt x="579040" y="51333"/>
                  <a:pt x="576538" y="53182"/>
                  <a:pt x="575346" y="54573"/>
                </a:cubicBezTo>
                <a:cubicBezTo>
                  <a:pt x="575307" y="58309"/>
                  <a:pt x="575406" y="62046"/>
                  <a:pt x="575644" y="65783"/>
                </a:cubicBezTo>
                <a:lnTo>
                  <a:pt x="577431" y="81704"/>
                </a:lnTo>
                <a:cubicBezTo>
                  <a:pt x="578186" y="87984"/>
                  <a:pt x="578563" y="93172"/>
                  <a:pt x="578563" y="97267"/>
                </a:cubicBezTo>
                <a:cubicBezTo>
                  <a:pt x="578563" y="99016"/>
                  <a:pt x="578017" y="100457"/>
                  <a:pt x="576925" y="101590"/>
                </a:cubicBezTo>
                <a:cubicBezTo>
                  <a:pt x="575833" y="102723"/>
                  <a:pt x="574433" y="103289"/>
                  <a:pt x="572725" y="103289"/>
                </a:cubicBezTo>
                <a:cubicBezTo>
                  <a:pt x="571018" y="103289"/>
                  <a:pt x="569618" y="102723"/>
                  <a:pt x="568526" y="101590"/>
                </a:cubicBezTo>
                <a:cubicBezTo>
                  <a:pt x="567434" y="100457"/>
                  <a:pt x="566888" y="99016"/>
                  <a:pt x="566888" y="97267"/>
                </a:cubicBezTo>
                <a:cubicBezTo>
                  <a:pt x="566888" y="92457"/>
                  <a:pt x="566401" y="85352"/>
                  <a:pt x="565428" y="75950"/>
                </a:cubicBezTo>
                <a:cubicBezTo>
                  <a:pt x="564455" y="66548"/>
                  <a:pt x="563969" y="59442"/>
                  <a:pt x="563969" y="54632"/>
                </a:cubicBezTo>
                <a:cubicBezTo>
                  <a:pt x="563969" y="50419"/>
                  <a:pt x="563373" y="47140"/>
                  <a:pt x="562182" y="44794"/>
                </a:cubicBezTo>
                <a:cubicBezTo>
                  <a:pt x="559402" y="46068"/>
                  <a:pt x="556583" y="48137"/>
                  <a:pt x="553723" y="51002"/>
                </a:cubicBezTo>
                <a:lnTo>
                  <a:pt x="546695" y="58884"/>
                </a:lnTo>
                <a:cubicBezTo>
                  <a:pt x="546059" y="59838"/>
                  <a:pt x="545047" y="61092"/>
                  <a:pt x="543657" y="62644"/>
                </a:cubicBezTo>
                <a:cubicBezTo>
                  <a:pt x="543657" y="65032"/>
                  <a:pt x="543438" y="68554"/>
                  <a:pt x="543001" y="73212"/>
                </a:cubicBezTo>
                <a:cubicBezTo>
                  <a:pt x="542565" y="77868"/>
                  <a:pt x="542346" y="81310"/>
                  <a:pt x="542346" y="83539"/>
                </a:cubicBezTo>
                <a:cubicBezTo>
                  <a:pt x="542346" y="84733"/>
                  <a:pt x="542535" y="86405"/>
                  <a:pt x="542912" y="88554"/>
                </a:cubicBezTo>
                <a:cubicBezTo>
                  <a:pt x="543289" y="90702"/>
                  <a:pt x="543478" y="92254"/>
                  <a:pt x="543478" y="93209"/>
                </a:cubicBezTo>
                <a:cubicBezTo>
                  <a:pt x="543478" y="94841"/>
                  <a:pt x="542872" y="96214"/>
                  <a:pt x="541661" y="97329"/>
                </a:cubicBezTo>
                <a:cubicBezTo>
                  <a:pt x="540450" y="98443"/>
                  <a:pt x="539030" y="99000"/>
                  <a:pt x="537402" y="99000"/>
                </a:cubicBezTo>
                <a:cubicBezTo>
                  <a:pt x="532915" y="99000"/>
                  <a:pt x="530671" y="93893"/>
                  <a:pt x="530671" y="83679"/>
                </a:cubicBezTo>
                <a:cubicBezTo>
                  <a:pt x="530671" y="81294"/>
                  <a:pt x="530889" y="77736"/>
                  <a:pt x="531326" y="73007"/>
                </a:cubicBezTo>
                <a:cubicBezTo>
                  <a:pt x="531763" y="68278"/>
                  <a:pt x="531982" y="64720"/>
                  <a:pt x="531982" y="62335"/>
                </a:cubicBezTo>
                <a:cubicBezTo>
                  <a:pt x="531982" y="60229"/>
                  <a:pt x="531793" y="57070"/>
                  <a:pt x="531416" y="52856"/>
                </a:cubicBezTo>
                <a:cubicBezTo>
                  <a:pt x="531038" y="48643"/>
                  <a:pt x="530850" y="45463"/>
                  <a:pt x="530850" y="43316"/>
                </a:cubicBezTo>
                <a:cubicBezTo>
                  <a:pt x="530850" y="34294"/>
                  <a:pt x="532875" y="29784"/>
                  <a:pt x="536926" y="29784"/>
                </a:cubicBezTo>
                <a:cubicBezTo>
                  <a:pt x="538474" y="29784"/>
                  <a:pt x="539894" y="30449"/>
                  <a:pt x="541185" y="31779"/>
                </a:cubicBezTo>
                <a:cubicBezTo>
                  <a:pt x="542475" y="33109"/>
                  <a:pt x="543121" y="34569"/>
                  <a:pt x="543121" y="36157"/>
                </a:cubicBezTo>
                <a:cubicBezTo>
                  <a:pt x="543121" y="36912"/>
                  <a:pt x="543021" y="38083"/>
                  <a:pt x="542823" y="39672"/>
                </a:cubicBezTo>
                <a:cubicBezTo>
                  <a:pt x="542624" y="41260"/>
                  <a:pt x="542525" y="42471"/>
                  <a:pt x="542525" y="43305"/>
                </a:cubicBezTo>
                <a:lnTo>
                  <a:pt x="542644" y="49560"/>
                </a:lnTo>
                <a:cubicBezTo>
                  <a:pt x="544709" y="45311"/>
                  <a:pt x="547747" y="41469"/>
                  <a:pt x="551758" y="38034"/>
                </a:cubicBezTo>
                <a:cubicBezTo>
                  <a:pt x="555769" y="34599"/>
                  <a:pt x="559184" y="32881"/>
                  <a:pt x="562003" y="32881"/>
                </a:cubicBezTo>
                <a:cubicBezTo>
                  <a:pt x="568238" y="32881"/>
                  <a:pt x="572527" y="35979"/>
                  <a:pt x="574870" y="42173"/>
                </a:cubicBezTo>
                <a:cubicBezTo>
                  <a:pt x="577054" y="39275"/>
                  <a:pt x="579655" y="37100"/>
                  <a:pt x="582673" y="35651"/>
                </a:cubicBezTo>
                <a:cubicBezTo>
                  <a:pt x="585691" y="34201"/>
                  <a:pt x="589146" y="33477"/>
                  <a:pt x="593038" y="33477"/>
                </a:cubicBezTo>
                <a:cubicBezTo>
                  <a:pt x="599670" y="33477"/>
                  <a:pt x="604197" y="37057"/>
                  <a:pt x="606619" y="44217"/>
                </a:cubicBezTo>
                <a:cubicBezTo>
                  <a:pt x="607096" y="45649"/>
                  <a:pt x="607910" y="51239"/>
                  <a:pt x="609061" y="60986"/>
                </a:cubicBezTo>
                <a:cubicBezTo>
                  <a:pt x="610173" y="67828"/>
                  <a:pt x="611603" y="79226"/>
                  <a:pt x="613350" y="95179"/>
                </a:cubicBezTo>
                <a:cubicBezTo>
                  <a:pt x="613469" y="96770"/>
                  <a:pt x="612933" y="98122"/>
                  <a:pt x="611742" y="99235"/>
                </a:cubicBezTo>
                <a:cubicBezTo>
                  <a:pt x="610550" y="100349"/>
                  <a:pt x="609101" y="100907"/>
                  <a:pt x="607393" y="100907"/>
                </a:cubicBezTo>
                <a:close/>
                <a:moveTo>
                  <a:pt x="748229" y="82729"/>
                </a:moveTo>
                <a:cubicBezTo>
                  <a:pt x="748229" y="84637"/>
                  <a:pt x="747911" y="87816"/>
                  <a:pt x="747276" y="92266"/>
                </a:cubicBezTo>
                <a:cubicBezTo>
                  <a:pt x="746641" y="96279"/>
                  <a:pt x="744516" y="98286"/>
                  <a:pt x="740902" y="98286"/>
                </a:cubicBezTo>
                <a:cubicBezTo>
                  <a:pt x="738718" y="98286"/>
                  <a:pt x="736117" y="96854"/>
                  <a:pt x="733099" y="93991"/>
                </a:cubicBezTo>
                <a:cubicBezTo>
                  <a:pt x="716937" y="78683"/>
                  <a:pt x="698391" y="56595"/>
                  <a:pt x="677464" y="27728"/>
                </a:cubicBezTo>
                <a:lnTo>
                  <a:pt x="677166" y="41267"/>
                </a:lnTo>
                <a:lnTo>
                  <a:pt x="676987" y="54865"/>
                </a:lnTo>
                <a:cubicBezTo>
                  <a:pt x="676987" y="58165"/>
                  <a:pt x="677056" y="63115"/>
                  <a:pt x="677195" y="69716"/>
                </a:cubicBezTo>
                <a:cubicBezTo>
                  <a:pt x="677334" y="76315"/>
                  <a:pt x="677404" y="81285"/>
                  <a:pt x="677404" y="84624"/>
                </a:cubicBezTo>
                <a:cubicBezTo>
                  <a:pt x="677404" y="95320"/>
                  <a:pt x="675339" y="100668"/>
                  <a:pt x="671209" y="100668"/>
                </a:cubicBezTo>
                <a:cubicBezTo>
                  <a:pt x="669025" y="100668"/>
                  <a:pt x="667297" y="99973"/>
                  <a:pt x="666027" y="98582"/>
                </a:cubicBezTo>
                <a:cubicBezTo>
                  <a:pt x="664875" y="97348"/>
                  <a:pt x="664299" y="95877"/>
                  <a:pt x="664299" y="94168"/>
                </a:cubicBezTo>
                <a:cubicBezTo>
                  <a:pt x="664299" y="92498"/>
                  <a:pt x="664428" y="89973"/>
                  <a:pt x="664686" y="86594"/>
                </a:cubicBezTo>
                <a:cubicBezTo>
                  <a:pt x="664944" y="83213"/>
                  <a:pt x="665074" y="80689"/>
                  <a:pt x="665074" y="79019"/>
                </a:cubicBezTo>
                <a:cubicBezTo>
                  <a:pt x="665074" y="76554"/>
                  <a:pt x="665153" y="72866"/>
                  <a:pt x="665312" y="67957"/>
                </a:cubicBezTo>
                <a:cubicBezTo>
                  <a:pt x="665471" y="63046"/>
                  <a:pt x="665550" y="59358"/>
                  <a:pt x="665550" y="56892"/>
                </a:cubicBezTo>
                <a:cubicBezTo>
                  <a:pt x="665550" y="54269"/>
                  <a:pt x="665491" y="50303"/>
                  <a:pt x="665371" y="44995"/>
                </a:cubicBezTo>
                <a:cubicBezTo>
                  <a:pt x="665252" y="39687"/>
                  <a:pt x="665193" y="35720"/>
                  <a:pt x="665193" y="33097"/>
                </a:cubicBezTo>
                <a:cubicBezTo>
                  <a:pt x="665193" y="30591"/>
                  <a:pt x="664954" y="26863"/>
                  <a:pt x="664478" y="21913"/>
                </a:cubicBezTo>
                <a:cubicBezTo>
                  <a:pt x="664001" y="16963"/>
                  <a:pt x="663763" y="13236"/>
                  <a:pt x="663763" y="10731"/>
                </a:cubicBezTo>
                <a:cubicBezTo>
                  <a:pt x="663763" y="8902"/>
                  <a:pt x="664547" y="7232"/>
                  <a:pt x="666116" y="5722"/>
                </a:cubicBezTo>
                <a:cubicBezTo>
                  <a:pt x="667685" y="4211"/>
                  <a:pt x="669462" y="3455"/>
                  <a:pt x="671447" y="3455"/>
                </a:cubicBezTo>
                <a:cubicBezTo>
                  <a:pt x="673552" y="3455"/>
                  <a:pt x="676153" y="5761"/>
                  <a:pt x="679251" y="10374"/>
                </a:cubicBezTo>
                <a:cubicBezTo>
                  <a:pt x="689139" y="25205"/>
                  <a:pt x="698034" y="37531"/>
                  <a:pt x="705937" y="47352"/>
                </a:cubicBezTo>
                <a:cubicBezTo>
                  <a:pt x="715348" y="59002"/>
                  <a:pt x="725673" y="70135"/>
                  <a:pt x="736911" y="80751"/>
                </a:cubicBezTo>
                <a:cubicBezTo>
                  <a:pt x="737031" y="79042"/>
                  <a:pt x="737031" y="76519"/>
                  <a:pt x="736911" y="73182"/>
                </a:cubicBezTo>
                <a:lnTo>
                  <a:pt x="736733" y="65673"/>
                </a:lnTo>
                <a:cubicBezTo>
                  <a:pt x="736733" y="48231"/>
                  <a:pt x="736058" y="34345"/>
                  <a:pt x="734707" y="24015"/>
                </a:cubicBezTo>
                <a:cubicBezTo>
                  <a:pt x="734549" y="22982"/>
                  <a:pt x="734013" y="20896"/>
                  <a:pt x="733099" y="17757"/>
                </a:cubicBezTo>
                <a:cubicBezTo>
                  <a:pt x="732305" y="15055"/>
                  <a:pt x="731908" y="12950"/>
                  <a:pt x="731908" y="11441"/>
                </a:cubicBezTo>
                <a:cubicBezTo>
                  <a:pt x="731908" y="6832"/>
                  <a:pt x="734013" y="4527"/>
                  <a:pt x="738222" y="4527"/>
                </a:cubicBezTo>
                <a:cubicBezTo>
                  <a:pt x="745132" y="4527"/>
                  <a:pt x="748587" y="17422"/>
                  <a:pt x="748587" y="43210"/>
                </a:cubicBezTo>
                <a:cubicBezTo>
                  <a:pt x="748587" y="47621"/>
                  <a:pt x="748527" y="54207"/>
                  <a:pt x="748408" y="62970"/>
                </a:cubicBezTo>
                <a:cubicBezTo>
                  <a:pt x="748289" y="71731"/>
                  <a:pt x="748229" y="78318"/>
                  <a:pt x="748229" y="82729"/>
                </a:cubicBezTo>
                <a:close/>
                <a:moveTo>
                  <a:pt x="790617" y="98643"/>
                </a:moveTo>
                <a:cubicBezTo>
                  <a:pt x="781642" y="98643"/>
                  <a:pt x="774375" y="96398"/>
                  <a:pt x="768815" y="91906"/>
                </a:cubicBezTo>
                <a:cubicBezTo>
                  <a:pt x="762739" y="86938"/>
                  <a:pt x="759701" y="79981"/>
                  <a:pt x="759701" y="71037"/>
                </a:cubicBezTo>
                <a:cubicBezTo>
                  <a:pt x="759701" y="60704"/>
                  <a:pt x="762203" y="52039"/>
                  <a:pt x="767207" y="45044"/>
                </a:cubicBezTo>
                <a:cubicBezTo>
                  <a:pt x="772647" y="37412"/>
                  <a:pt x="779915" y="33596"/>
                  <a:pt x="789008" y="33596"/>
                </a:cubicBezTo>
                <a:cubicBezTo>
                  <a:pt x="795601" y="33596"/>
                  <a:pt x="800981" y="34708"/>
                  <a:pt x="805151" y="36932"/>
                </a:cubicBezTo>
                <a:cubicBezTo>
                  <a:pt x="810274" y="39672"/>
                  <a:pt x="812835" y="43881"/>
                  <a:pt x="812835" y="49560"/>
                </a:cubicBezTo>
                <a:cubicBezTo>
                  <a:pt x="812835" y="53531"/>
                  <a:pt x="810592" y="57145"/>
                  <a:pt x="806104" y="60401"/>
                </a:cubicBezTo>
                <a:cubicBezTo>
                  <a:pt x="804119" y="61831"/>
                  <a:pt x="799909" y="64054"/>
                  <a:pt x="793476" y="67073"/>
                </a:cubicBezTo>
                <a:lnTo>
                  <a:pt x="770721" y="77854"/>
                </a:lnTo>
                <a:cubicBezTo>
                  <a:pt x="772945" y="81150"/>
                  <a:pt x="775715" y="83632"/>
                  <a:pt x="779031" y="85300"/>
                </a:cubicBezTo>
                <a:cubicBezTo>
                  <a:pt x="782347" y="86968"/>
                  <a:pt x="786209" y="87802"/>
                  <a:pt x="790617" y="87802"/>
                </a:cubicBezTo>
                <a:cubicBezTo>
                  <a:pt x="793357" y="87802"/>
                  <a:pt x="796574" y="87286"/>
                  <a:pt x="800267" y="86253"/>
                </a:cubicBezTo>
                <a:cubicBezTo>
                  <a:pt x="804953" y="84943"/>
                  <a:pt x="807971" y="83225"/>
                  <a:pt x="809321" y="81101"/>
                </a:cubicBezTo>
                <a:cubicBezTo>
                  <a:pt x="810671" y="78976"/>
                  <a:pt x="812121" y="77914"/>
                  <a:pt x="813669" y="77914"/>
                </a:cubicBezTo>
                <a:cubicBezTo>
                  <a:pt x="815059" y="77914"/>
                  <a:pt x="816300" y="78442"/>
                  <a:pt x="817392" y="79498"/>
                </a:cubicBezTo>
                <a:cubicBezTo>
                  <a:pt x="818484" y="80553"/>
                  <a:pt x="819030" y="81777"/>
                  <a:pt x="819030" y="83171"/>
                </a:cubicBezTo>
                <a:cubicBezTo>
                  <a:pt x="819030" y="87591"/>
                  <a:pt x="815476" y="91394"/>
                  <a:pt x="808368" y="94581"/>
                </a:cubicBezTo>
                <a:cubicBezTo>
                  <a:pt x="802292" y="97289"/>
                  <a:pt x="796375" y="98643"/>
                  <a:pt x="790617" y="98643"/>
                </a:cubicBezTo>
                <a:moveTo>
                  <a:pt x="789008" y="44318"/>
                </a:moveTo>
                <a:cubicBezTo>
                  <a:pt x="784164" y="44318"/>
                  <a:pt x="780133" y="46194"/>
                  <a:pt x="776916" y="49947"/>
                </a:cubicBezTo>
                <a:cubicBezTo>
                  <a:pt x="773700" y="53700"/>
                  <a:pt x="771297" y="59349"/>
                  <a:pt x="769709" y="66894"/>
                </a:cubicBezTo>
                <a:lnTo>
                  <a:pt x="787996" y="58197"/>
                </a:lnTo>
                <a:cubicBezTo>
                  <a:pt x="795184" y="54702"/>
                  <a:pt x="800306" y="51665"/>
                  <a:pt x="803364" y="49083"/>
                </a:cubicBezTo>
                <a:cubicBezTo>
                  <a:pt x="799949" y="45906"/>
                  <a:pt x="795164" y="44318"/>
                  <a:pt x="789008" y="44318"/>
                </a:cubicBezTo>
                <a:close/>
                <a:moveTo>
                  <a:pt x="870233" y="45204"/>
                </a:moveTo>
                <a:cubicBezTo>
                  <a:pt x="869399" y="45204"/>
                  <a:pt x="868416" y="45164"/>
                  <a:pt x="867284" y="45085"/>
                </a:cubicBezTo>
                <a:cubicBezTo>
                  <a:pt x="866153" y="45004"/>
                  <a:pt x="865170" y="44964"/>
                  <a:pt x="864336" y="44964"/>
                </a:cubicBezTo>
                <a:cubicBezTo>
                  <a:pt x="863422" y="44964"/>
                  <a:pt x="860722" y="45265"/>
                  <a:pt x="856235" y="45867"/>
                </a:cubicBezTo>
                <a:lnTo>
                  <a:pt x="857366" y="81032"/>
                </a:lnTo>
                <a:lnTo>
                  <a:pt x="857426" y="83651"/>
                </a:lnTo>
                <a:lnTo>
                  <a:pt x="857486" y="86685"/>
                </a:lnTo>
                <a:cubicBezTo>
                  <a:pt x="857644" y="95372"/>
                  <a:pt x="855560" y="99715"/>
                  <a:pt x="851231" y="99715"/>
                </a:cubicBezTo>
                <a:cubicBezTo>
                  <a:pt x="849643" y="99715"/>
                  <a:pt x="848263" y="99200"/>
                  <a:pt x="847091" y="98168"/>
                </a:cubicBezTo>
                <a:cubicBezTo>
                  <a:pt x="845920" y="97137"/>
                  <a:pt x="845334" y="95848"/>
                  <a:pt x="845334" y="94300"/>
                </a:cubicBezTo>
                <a:cubicBezTo>
                  <a:pt x="845334" y="92794"/>
                  <a:pt x="845393" y="90533"/>
                  <a:pt x="845513" y="87519"/>
                </a:cubicBezTo>
                <a:cubicBezTo>
                  <a:pt x="845632" y="84503"/>
                  <a:pt x="845691" y="82242"/>
                  <a:pt x="845691" y="80734"/>
                </a:cubicBezTo>
                <a:lnTo>
                  <a:pt x="844500" y="45986"/>
                </a:lnTo>
                <a:cubicBezTo>
                  <a:pt x="841601" y="45867"/>
                  <a:pt x="837193" y="45527"/>
                  <a:pt x="831276" y="44968"/>
                </a:cubicBezTo>
                <a:cubicBezTo>
                  <a:pt x="827742" y="44489"/>
                  <a:pt x="825975" y="42514"/>
                  <a:pt x="825975" y="39042"/>
                </a:cubicBezTo>
                <a:cubicBezTo>
                  <a:pt x="825975" y="37287"/>
                  <a:pt x="826511" y="35831"/>
                  <a:pt x="827583" y="34675"/>
                </a:cubicBezTo>
                <a:cubicBezTo>
                  <a:pt x="828655" y="33519"/>
                  <a:pt x="830025" y="32941"/>
                  <a:pt x="831693" y="32941"/>
                </a:cubicBezTo>
                <a:lnTo>
                  <a:pt x="844202" y="33953"/>
                </a:lnTo>
                <a:cubicBezTo>
                  <a:pt x="844202" y="31922"/>
                  <a:pt x="844113" y="29204"/>
                  <a:pt x="843934" y="25800"/>
                </a:cubicBezTo>
                <a:cubicBezTo>
                  <a:pt x="843755" y="22395"/>
                  <a:pt x="843666" y="19936"/>
                  <a:pt x="843666" y="18423"/>
                </a:cubicBezTo>
                <a:cubicBezTo>
                  <a:pt x="843666" y="16750"/>
                  <a:pt x="844242" y="15366"/>
                  <a:pt x="845393" y="14272"/>
                </a:cubicBezTo>
                <a:cubicBezTo>
                  <a:pt x="846545" y="13176"/>
                  <a:pt x="847955" y="12628"/>
                  <a:pt x="849623" y="12628"/>
                </a:cubicBezTo>
                <a:cubicBezTo>
                  <a:pt x="853197" y="12628"/>
                  <a:pt x="855282" y="15547"/>
                  <a:pt x="855877" y="21385"/>
                </a:cubicBezTo>
                <a:cubicBezTo>
                  <a:pt x="855996" y="22854"/>
                  <a:pt x="856056" y="24621"/>
                  <a:pt x="856056" y="26686"/>
                </a:cubicBezTo>
                <a:lnTo>
                  <a:pt x="855937" y="30141"/>
                </a:lnTo>
                <a:lnTo>
                  <a:pt x="855877" y="33834"/>
                </a:lnTo>
                <a:cubicBezTo>
                  <a:pt x="860801" y="33199"/>
                  <a:pt x="863621" y="32881"/>
                  <a:pt x="864336" y="32881"/>
                </a:cubicBezTo>
                <a:cubicBezTo>
                  <a:pt x="868466" y="32881"/>
                  <a:pt x="871166" y="33080"/>
                  <a:pt x="872437" y="33477"/>
                </a:cubicBezTo>
                <a:cubicBezTo>
                  <a:pt x="874859" y="34276"/>
                  <a:pt x="876071" y="36160"/>
                  <a:pt x="876071" y="39128"/>
                </a:cubicBezTo>
                <a:cubicBezTo>
                  <a:pt x="876071" y="40893"/>
                  <a:pt x="875524" y="42347"/>
                  <a:pt x="874432" y="43490"/>
                </a:cubicBezTo>
                <a:cubicBezTo>
                  <a:pt x="873340" y="44632"/>
                  <a:pt x="871941" y="45204"/>
                  <a:pt x="870233" y="45204"/>
                </a:cubicBezTo>
                <a:close/>
                <a:moveTo>
                  <a:pt x="894613" y="101502"/>
                </a:moveTo>
                <a:cubicBezTo>
                  <a:pt x="892548" y="101502"/>
                  <a:pt x="890800" y="100787"/>
                  <a:pt x="889371" y="99358"/>
                </a:cubicBezTo>
                <a:cubicBezTo>
                  <a:pt x="887941" y="97928"/>
                  <a:pt x="887226" y="96181"/>
                  <a:pt x="887226" y="94116"/>
                </a:cubicBezTo>
                <a:cubicBezTo>
                  <a:pt x="887226" y="92091"/>
                  <a:pt x="887941" y="90353"/>
                  <a:pt x="889371" y="88904"/>
                </a:cubicBezTo>
                <a:cubicBezTo>
                  <a:pt x="890800" y="87454"/>
                  <a:pt x="892548" y="86730"/>
                  <a:pt x="894613" y="86730"/>
                </a:cubicBezTo>
                <a:cubicBezTo>
                  <a:pt x="896638" y="86730"/>
                  <a:pt x="898375" y="87454"/>
                  <a:pt x="899825" y="88904"/>
                </a:cubicBezTo>
                <a:cubicBezTo>
                  <a:pt x="901274" y="90353"/>
                  <a:pt x="901999" y="92091"/>
                  <a:pt x="901999" y="94116"/>
                </a:cubicBezTo>
                <a:cubicBezTo>
                  <a:pt x="901999" y="96181"/>
                  <a:pt x="901274" y="97928"/>
                  <a:pt x="899825" y="99358"/>
                </a:cubicBezTo>
                <a:cubicBezTo>
                  <a:pt x="898375" y="100787"/>
                  <a:pt x="896638" y="101502"/>
                  <a:pt x="894613" y="101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•CathedralArch.">
            <a:extLst xmlns:a="http://schemas.openxmlformats.org/drawingml/2006/main">
              <a:ext uri="{FF2B5EF4-FFF2-40B4-BE49-F238E27FC236}">
                <a16:creationId xmlns:a16="http://schemas.microsoft.com/office/drawing/2014/main" id="{0CC53E55-6E76-4820-A670-DA63D30B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614" y="1500657"/>
            <a:ext cx="991103" cy="101502"/>
          </a:xfrm>
          <a:custGeom xmlns:a="http://schemas.openxmlformats.org/drawingml/2006/main">
            <a:pathLst>
              <a:path w="991103" h="101502">
                <a:moveTo>
                  <a:pt x="0" y="53134"/>
                </a:moveTo>
                <a:cubicBezTo>
                  <a:pt x="0" y="48964"/>
                  <a:pt x="1479" y="45410"/>
                  <a:pt x="4438" y="42471"/>
                </a:cubicBezTo>
                <a:cubicBezTo>
                  <a:pt x="7396" y="39533"/>
                  <a:pt x="10940" y="38063"/>
                  <a:pt x="15070" y="38063"/>
                </a:cubicBezTo>
                <a:cubicBezTo>
                  <a:pt x="19240" y="38063"/>
                  <a:pt x="22804" y="39533"/>
                  <a:pt x="25763" y="42471"/>
                </a:cubicBezTo>
                <a:cubicBezTo>
                  <a:pt x="28721" y="45410"/>
                  <a:pt x="30201" y="48964"/>
                  <a:pt x="30201" y="53134"/>
                </a:cubicBezTo>
                <a:cubicBezTo>
                  <a:pt x="30201" y="57304"/>
                  <a:pt x="28721" y="60868"/>
                  <a:pt x="25763" y="63826"/>
                </a:cubicBezTo>
                <a:cubicBezTo>
                  <a:pt x="22804" y="66785"/>
                  <a:pt x="19240" y="68264"/>
                  <a:pt x="15070" y="68264"/>
                </a:cubicBezTo>
                <a:cubicBezTo>
                  <a:pt x="10940" y="68264"/>
                  <a:pt x="7396" y="66785"/>
                  <a:pt x="4438" y="63826"/>
                </a:cubicBezTo>
                <a:cubicBezTo>
                  <a:pt x="1479" y="60868"/>
                  <a:pt x="0" y="57304"/>
                  <a:pt x="0" y="53134"/>
                </a:cubicBezTo>
                <a:close/>
                <a:moveTo>
                  <a:pt x="157735" y="29069"/>
                </a:moveTo>
                <a:cubicBezTo>
                  <a:pt x="155193" y="29069"/>
                  <a:pt x="153287" y="27580"/>
                  <a:pt x="152016" y="24601"/>
                </a:cubicBezTo>
                <a:cubicBezTo>
                  <a:pt x="150904" y="22060"/>
                  <a:pt x="149872" y="20511"/>
                  <a:pt x="148919" y="19955"/>
                </a:cubicBezTo>
                <a:cubicBezTo>
                  <a:pt x="148085" y="19518"/>
                  <a:pt x="146020" y="19300"/>
                  <a:pt x="142724" y="19300"/>
                </a:cubicBezTo>
                <a:cubicBezTo>
                  <a:pt x="136966" y="19300"/>
                  <a:pt x="130572" y="23704"/>
                  <a:pt x="123543" y="32512"/>
                </a:cubicBezTo>
                <a:cubicBezTo>
                  <a:pt x="114012" y="44335"/>
                  <a:pt x="109247" y="55543"/>
                  <a:pt x="109247" y="66136"/>
                </a:cubicBezTo>
                <a:cubicBezTo>
                  <a:pt x="109247" y="71254"/>
                  <a:pt x="110895" y="75658"/>
                  <a:pt x="114191" y="79349"/>
                </a:cubicBezTo>
                <a:cubicBezTo>
                  <a:pt x="117567" y="83157"/>
                  <a:pt x="121637" y="85062"/>
                  <a:pt x="126402" y="85062"/>
                </a:cubicBezTo>
                <a:cubicBezTo>
                  <a:pt x="130493" y="85062"/>
                  <a:pt x="134603" y="84004"/>
                  <a:pt x="138733" y="81890"/>
                </a:cubicBezTo>
                <a:cubicBezTo>
                  <a:pt x="141036" y="80694"/>
                  <a:pt x="144570" y="78339"/>
                  <a:pt x="149336" y="74827"/>
                </a:cubicBezTo>
                <a:cubicBezTo>
                  <a:pt x="151599" y="73152"/>
                  <a:pt x="153307" y="72314"/>
                  <a:pt x="154458" y="72314"/>
                </a:cubicBezTo>
                <a:cubicBezTo>
                  <a:pt x="156166" y="72314"/>
                  <a:pt x="157596" y="72963"/>
                  <a:pt x="158747" y="74260"/>
                </a:cubicBezTo>
                <a:cubicBezTo>
                  <a:pt x="159899" y="75556"/>
                  <a:pt x="160475" y="77003"/>
                  <a:pt x="160475" y="78599"/>
                </a:cubicBezTo>
                <a:cubicBezTo>
                  <a:pt x="160475" y="80394"/>
                  <a:pt x="159720" y="81970"/>
                  <a:pt x="158211" y="83327"/>
                </a:cubicBezTo>
                <a:cubicBezTo>
                  <a:pt x="147727" y="92664"/>
                  <a:pt x="137124" y="97333"/>
                  <a:pt x="126402" y="97333"/>
                </a:cubicBezTo>
                <a:cubicBezTo>
                  <a:pt x="118182" y="97333"/>
                  <a:pt x="111233" y="94174"/>
                  <a:pt x="105554" y="87856"/>
                </a:cubicBezTo>
                <a:cubicBezTo>
                  <a:pt x="100074" y="81735"/>
                  <a:pt x="97334" y="74503"/>
                  <a:pt x="97334" y="66159"/>
                </a:cubicBezTo>
                <a:cubicBezTo>
                  <a:pt x="97334" y="52688"/>
                  <a:pt x="102973" y="38879"/>
                  <a:pt x="114251" y="24731"/>
                </a:cubicBezTo>
                <a:cubicBezTo>
                  <a:pt x="123662" y="12930"/>
                  <a:pt x="133153" y="7029"/>
                  <a:pt x="142724" y="7029"/>
                </a:cubicBezTo>
                <a:cubicBezTo>
                  <a:pt x="144670" y="7029"/>
                  <a:pt x="146417" y="7118"/>
                  <a:pt x="147966" y="7297"/>
                </a:cubicBezTo>
                <a:cubicBezTo>
                  <a:pt x="149514" y="7476"/>
                  <a:pt x="150884" y="7764"/>
                  <a:pt x="152076" y="8161"/>
                </a:cubicBezTo>
                <a:cubicBezTo>
                  <a:pt x="153466" y="6135"/>
                  <a:pt x="155273" y="5123"/>
                  <a:pt x="157496" y="5123"/>
                </a:cubicBezTo>
                <a:cubicBezTo>
                  <a:pt x="160236" y="5123"/>
                  <a:pt x="161964" y="6934"/>
                  <a:pt x="162679" y="10556"/>
                </a:cubicBezTo>
                <a:cubicBezTo>
                  <a:pt x="163314" y="13782"/>
                  <a:pt x="163632" y="17743"/>
                  <a:pt x="163632" y="22440"/>
                </a:cubicBezTo>
                <a:cubicBezTo>
                  <a:pt x="163632" y="24072"/>
                  <a:pt x="163195" y="25505"/>
                  <a:pt x="162321" y="26740"/>
                </a:cubicBezTo>
                <a:cubicBezTo>
                  <a:pt x="161249" y="28292"/>
                  <a:pt x="159720" y="29069"/>
                  <a:pt x="157735" y="29069"/>
                </a:cubicBezTo>
                <a:close/>
                <a:moveTo>
                  <a:pt x="220837" y="99834"/>
                </a:moveTo>
                <a:cubicBezTo>
                  <a:pt x="220082" y="99834"/>
                  <a:pt x="218712" y="98953"/>
                  <a:pt x="216727" y="97191"/>
                </a:cubicBezTo>
                <a:cubicBezTo>
                  <a:pt x="214940" y="95549"/>
                  <a:pt x="213609" y="94087"/>
                  <a:pt x="212736" y="92805"/>
                </a:cubicBezTo>
                <a:cubicBezTo>
                  <a:pt x="208923" y="94890"/>
                  <a:pt x="205568" y="96464"/>
                  <a:pt x="202669" y="97526"/>
                </a:cubicBezTo>
                <a:cubicBezTo>
                  <a:pt x="199770" y="98588"/>
                  <a:pt x="197347" y="99120"/>
                  <a:pt x="195402" y="99120"/>
                </a:cubicBezTo>
                <a:cubicBezTo>
                  <a:pt x="186109" y="99120"/>
                  <a:pt x="179338" y="96499"/>
                  <a:pt x="175089" y="91257"/>
                </a:cubicBezTo>
                <a:cubicBezTo>
                  <a:pt x="171078" y="86333"/>
                  <a:pt x="169073" y="78787"/>
                  <a:pt x="169073" y="68621"/>
                </a:cubicBezTo>
                <a:cubicBezTo>
                  <a:pt x="169073" y="59011"/>
                  <a:pt x="172379" y="50791"/>
                  <a:pt x="178991" y="43960"/>
                </a:cubicBezTo>
                <a:cubicBezTo>
                  <a:pt x="185603" y="37130"/>
                  <a:pt x="193495" y="33715"/>
                  <a:pt x="202669" y="33715"/>
                </a:cubicBezTo>
                <a:cubicBezTo>
                  <a:pt x="206124" y="33715"/>
                  <a:pt x="209996" y="34608"/>
                  <a:pt x="214284" y="36395"/>
                </a:cubicBezTo>
                <a:cubicBezTo>
                  <a:pt x="219685" y="38619"/>
                  <a:pt x="222385" y="41300"/>
                  <a:pt x="222385" y="44437"/>
                </a:cubicBezTo>
                <a:cubicBezTo>
                  <a:pt x="222385" y="45509"/>
                  <a:pt x="221988" y="46462"/>
                  <a:pt x="221194" y="47296"/>
                </a:cubicBezTo>
                <a:cubicBezTo>
                  <a:pt x="220797" y="48805"/>
                  <a:pt x="220489" y="51287"/>
                  <a:pt x="220271" y="54742"/>
                </a:cubicBezTo>
                <a:cubicBezTo>
                  <a:pt x="220052" y="58197"/>
                  <a:pt x="219923" y="62625"/>
                  <a:pt x="219884" y="68026"/>
                </a:cubicBezTo>
                <a:cubicBezTo>
                  <a:pt x="219844" y="72950"/>
                  <a:pt x="220182" y="76842"/>
                  <a:pt x="220896" y="79701"/>
                </a:cubicBezTo>
                <a:cubicBezTo>
                  <a:pt x="221293" y="81448"/>
                  <a:pt x="222544" y="84943"/>
                  <a:pt x="224649" y="90185"/>
                </a:cubicBezTo>
                <a:cubicBezTo>
                  <a:pt x="224927" y="90899"/>
                  <a:pt x="225384" y="91952"/>
                  <a:pt x="226019" y="93342"/>
                </a:cubicBezTo>
                <a:lnTo>
                  <a:pt x="226376" y="94354"/>
                </a:lnTo>
                <a:cubicBezTo>
                  <a:pt x="226376" y="95943"/>
                  <a:pt x="225821" y="97253"/>
                  <a:pt x="224709" y="98286"/>
                </a:cubicBezTo>
                <a:cubicBezTo>
                  <a:pt x="223597" y="99318"/>
                  <a:pt x="222306" y="99834"/>
                  <a:pt x="220837" y="99834"/>
                </a:cubicBezTo>
                <a:moveTo>
                  <a:pt x="208447" y="58458"/>
                </a:moveTo>
                <a:cubicBezTo>
                  <a:pt x="208447" y="56754"/>
                  <a:pt x="208556" y="54902"/>
                  <a:pt x="208774" y="52903"/>
                </a:cubicBezTo>
                <a:cubicBezTo>
                  <a:pt x="208993" y="50903"/>
                  <a:pt x="209320" y="48774"/>
                  <a:pt x="209757" y="46516"/>
                </a:cubicBezTo>
                <a:cubicBezTo>
                  <a:pt x="208288" y="45763"/>
                  <a:pt x="207027" y="45208"/>
                  <a:pt x="205975" y="44852"/>
                </a:cubicBezTo>
                <a:cubicBezTo>
                  <a:pt x="204922" y="44496"/>
                  <a:pt x="204079" y="44318"/>
                  <a:pt x="203443" y="44318"/>
                </a:cubicBezTo>
                <a:cubicBezTo>
                  <a:pt x="197288" y="44318"/>
                  <a:pt x="191976" y="46823"/>
                  <a:pt x="187509" y="51833"/>
                </a:cubicBezTo>
                <a:cubicBezTo>
                  <a:pt x="183041" y="56842"/>
                  <a:pt x="180808" y="62615"/>
                  <a:pt x="180808" y="69150"/>
                </a:cubicBezTo>
                <a:cubicBezTo>
                  <a:pt x="180808" y="75645"/>
                  <a:pt x="181959" y="80517"/>
                  <a:pt x="184263" y="83764"/>
                </a:cubicBezTo>
                <a:cubicBezTo>
                  <a:pt x="186566" y="87012"/>
                  <a:pt x="190021" y="88636"/>
                  <a:pt x="194627" y="88636"/>
                </a:cubicBezTo>
                <a:cubicBezTo>
                  <a:pt x="198440" y="88636"/>
                  <a:pt x="201676" y="87943"/>
                  <a:pt x="204337" y="86557"/>
                </a:cubicBezTo>
                <a:cubicBezTo>
                  <a:pt x="205766" y="85805"/>
                  <a:pt x="207772" y="84300"/>
                  <a:pt x="210353" y="82042"/>
                </a:cubicBezTo>
                <a:cubicBezTo>
                  <a:pt x="209082" y="71546"/>
                  <a:pt x="208447" y="63685"/>
                  <a:pt x="208447" y="58458"/>
                </a:cubicBezTo>
                <a:close/>
                <a:moveTo>
                  <a:pt x="277370" y="45204"/>
                </a:moveTo>
                <a:cubicBezTo>
                  <a:pt x="276536" y="45204"/>
                  <a:pt x="275553" y="45164"/>
                  <a:pt x="274421" y="45085"/>
                </a:cubicBezTo>
                <a:cubicBezTo>
                  <a:pt x="273289" y="45004"/>
                  <a:pt x="272307" y="44964"/>
                  <a:pt x="271473" y="44964"/>
                </a:cubicBezTo>
                <a:cubicBezTo>
                  <a:pt x="270559" y="44964"/>
                  <a:pt x="267859" y="45265"/>
                  <a:pt x="263371" y="45867"/>
                </a:cubicBezTo>
                <a:lnTo>
                  <a:pt x="264503" y="81032"/>
                </a:lnTo>
                <a:lnTo>
                  <a:pt x="264563" y="83651"/>
                </a:lnTo>
                <a:lnTo>
                  <a:pt x="264622" y="86685"/>
                </a:lnTo>
                <a:cubicBezTo>
                  <a:pt x="264781" y="95372"/>
                  <a:pt x="262696" y="99715"/>
                  <a:pt x="258368" y="99715"/>
                </a:cubicBezTo>
                <a:cubicBezTo>
                  <a:pt x="256779" y="99715"/>
                  <a:pt x="255399" y="99200"/>
                  <a:pt x="254228" y="98168"/>
                </a:cubicBezTo>
                <a:cubicBezTo>
                  <a:pt x="253056" y="97137"/>
                  <a:pt x="252471" y="95848"/>
                  <a:pt x="252471" y="94300"/>
                </a:cubicBezTo>
                <a:cubicBezTo>
                  <a:pt x="252471" y="92794"/>
                  <a:pt x="252530" y="90533"/>
                  <a:pt x="252649" y="87519"/>
                </a:cubicBezTo>
                <a:cubicBezTo>
                  <a:pt x="252769" y="84503"/>
                  <a:pt x="252828" y="82242"/>
                  <a:pt x="252828" y="80734"/>
                </a:cubicBezTo>
                <a:lnTo>
                  <a:pt x="251637" y="45986"/>
                </a:lnTo>
                <a:cubicBezTo>
                  <a:pt x="248738" y="45867"/>
                  <a:pt x="244330" y="45527"/>
                  <a:pt x="238413" y="44968"/>
                </a:cubicBezTo>
                <a:cubicBezTo>
                  <a:pt x="234879" y="44489"/>
                  <a:pt x="233111" y="42514"/>
                  <a:pt x="233111" y="39042"/>
                </a:cubicBezTo>
                <a:cubicBezTo>
                  <a:pt x="233111" y="37287"/>
                  <a:pt x="233647" y="35831"/>
                  <a:pt x="234720" y="34675"/>
                </a:cubicBezTo>
                <a:cubicBezTo>
                  <a:pt x="235792" y="33519"/>
                  <a:pt x="237162" y="32941"/>
                  <a:pt x="238830" y="32941"/>
                </a:cubicBezTo>
                <a:lnTo>
                  <a:pt x="251339" y="33953"/>
                </a:lnTo>
                <a:cubicBezTo>
                  <a:pt x="251339" y="31922"/>
                  <a:pt x="251250" y="29204"/>
                  <a:pt x="251071" y="25800"/>
                </a:cubicBezTo>
                <a:cubicBezTo>
                  <a:pt x="250892" y="22395"/>
                  <a:pt x="250803" y="19936"/>
                  <a:pt x="250803" y="18423"/>
                </a:cubicBezTo>
                <a:cubicBezTo>
                  <a:pt x="250803" y="16750"/>
                  <a:pt x="251379" y="15366"/>
                  <a:pt x="252530" y="14272"/>
                </a:cubicBezTo>
                <a:cubicBezTo>
                  <a:pt x="253682" y="13176"/>
                  <a:pt x="255092" y="12628"/>
                  <a:pt x="256759" y="12628"/>
                </a:cubicBezTo>
                <a:cubicBezTo>
                  <a:pt x="260334" y="12628"/>
                  <a:pt x="262418" y="15547"/>
                  <a:pt x="263014" y="21385"/>
                </a:cubicBezTo>
                <a:cubicBezTo>
                  <a:pt x="263133" y="22854"/>
                  <a:pt x="263193" y="24621"/>
                  <a:pt x="263193" y="26686"/>
                </a:cubicBezTo>
                <a:lnTo>
                  <a:pt x="263074" y="30141"/>
                </a:lnTo>
                <a:lnTo>
                  <a:pt x="263014" y="33834"/>
                </a:lnTo>
                <a:cubicBezTo>
                  <a:pt x="267938" y="33199"/>
                  <a:pt x="270758" y="32881"/>
                  <a:pt x="271473" y="32881"/>
                </a:cubicBezTo>
                <a:cubicBezTo>
                  <a:pt x="275603" y="32881"/>
                  <a:pt x="278303" y="33080"/>
                  <a:pt x="279574" y="33477"/>
                </a:cubicBezTo>
                <a:cubicBezTo>
                  <a:pt x="281996" y="34276"/>
                  <a:pt x="283207" y="36160"/>
                  <a:pt x="283207" y="39128"/>
                </a:cubicBezTo>
                <a:cubicBezTo>
                  <a:pt x="283207" y="40893"/>
                  <a:pt x="282661" y="42347"/>
                  <a:pt x="281569" y="43490"/>
                </a:cubicBezTo>
                <a:cubicBezTo>
                  <a:pt x="280477" y="44632"/>
                  <a:pt x="279077" y="45204"/>
                  <a:pt x="277370" y="45204"/>
                </a:cubicBezTo>
                <a:close/>
                <a:moveTo>
                  <a:pt x="343994" y="99596"/>
                </a:moveTo>
                <a:cubicBezTo>
                  <a:pt x="341175" y="99596"/>
                  <a:pt x="339328" y="98089"/>
                  <a:pt x="338455" y="95075"/>
                </a:cubicBezTo>
                <a:cubicBezTo>
                  <a:pt x="337541" y="91822"/>
                  <a:pt x="336707" y="87201"/>
                  <a:pt x="335953" y="81210"/>
                </a:cubicBezTo>
                <a:cubicBezTo>
                  <a:pt x="335238" y="75458"/>
                  <a:pt x="334881" y="70738"/>
                  <a:pt x="334881" y="67050"/>
                </a:cubicBezTo>
                <a:cubicBezTo>
                  <a:pt x="334881" y="66019"/>
                  <a:pt x="334930" y="64452"/>
                  <a:pt x="335029" y="62350"/>
                </a:cubicBezTo>
                <a:cubicBezTo>
                  <a:pt x="335129" y="60247"/>
                  <a:pt x="335178" y="58679"/>
                  <a:pt x="335178" y="57648"/>
                </a:cubicBezTo>
                <a:cubicBezTo>
                  <a:pt x="335178" y="50191"/>
                  <a:pt x="333312" y="46462"/>
                  <a:pt x="329579" y="46462"/>
                </a:cubicBezTo>
                <a:cubicBezTo>
                  <a:pt x="324536" y="46462"/>
                  <a:pt x="320029" y="48746"/>
                  <a:pt x="316057" y="53313"/>
                </a:cubicBezTo>
                <a:cubicBezTo>
                  <a:pt x="314032" y="55655"/>
                  <a:pt x="311252" y="60123"/>
                  <a:pt x="307718" y="66715"/>
                </a:cubicBezTo>
                <a:cubicBezTo>
                  <a:pt x="307718" y="81815"/>
                  <a:pt x="307083" y="90753"/>
                  <a:pt x="305812" y="93528"/>
                </a:cubicBezTo>
                <a:cubicBezTo>
                  <a:pt x="304700" y="95985"/>
                  <a:pt x="302972" y="97213"/>
                  <a:pt x="300630" y="97213"/>
                </a:cubicBezTo>
                <a:cubicBezTo>
                  <a:pt x="299001" y="97213"/>
                  <a:pt x="297572" y="96657"/>
                  <a:pt x="296341" y="95546"/>
                </a:cubicBezTo>
                <a:cubicBezTo>
                  <a:pt x="295110" y="94434"/>
                  <a:pt x="294494" y="93083"/>
                  <a:pt x="294494" y="91495"/>
                </a:cubicBezTo>
                <a:cubicBezTo>
                  <a:pt x="294494" y="90939"/>
                  <a:pt x="294673" y="90065"/>
                  <a:pt x="295030" y="88874"/>
                </a:cubicBezTo>
                <a:cubicBezTo>
                  <a:pt x="295348" y="87881"/>
                  <a:pt x="295566" y="84982"/>
                  <a:pt x="295685" y="80177"/>
                </a:cubicBezTo>
                <a:lnTo>
                  <a:pt x="295864" y="71361"/>
                </a:lnTo>
                <a:lnTo>
                  <a:pt x="296043" y="27580"/>
                </a:lnTo>
                <a:cubicBezTo>
                  <a:pt x="296321" y="22655"/>
                  <a:pt x="296460" y="19339"/>
                  <a:pt x="296460" y="17632"/>
                </a:cubicBezTo>
                <a:cubicBezTo>
                  <a:pt x="296460" y="15607"/>
                  <a:pt x="296271" y="13690"/>
                  <a:pt x="295894" y="11884"/>
                </a:cubicBezTo>
                <a:cubicBezTo>
                  <a:pt x="295517" y="10077"/>
                  <a:pt x="295328" y="8200"/>
                  <a:pt x="295328" y="6255"/>
                </a:cubicBezTo>
                <a:cubicBezTo>
                  <a:pt x="295328" y="4587"/>
                  <a:pt x="295904" y="3207"/>
                  <a:pt x="297055" y="2115"/>
                </a:cubicBezTo>
                <a:cubicBezTo>
                  <a:pt x="298207" y="1023"/>
                  <a:pt x="299617" y="477"/>
                  <a:pt x="301285" y="477"/>
                </a:cubicBezTo>
                <a:cubicBezTo>
                  <a:pt x="304541" y="477"/>
                  <a:pt x="306447" y="2224"/>
                  <a:pt x="307003" y="5718"/>
                </a:cubicBezTo>
                <a:cubicBezTo>
                  <a:pt x="307639" y="9570"/>
                  <a:pt x="307956" y="13045"/>
                  <a:pt x="307956" y="16143"/>
                </a:cubicBezTo>
                <a:cubicBezTo>
                  <a:pt x="307956" y="20312"/>
                  <a:pt x="307817" y="24661"/>
                  <a:pt x="307539" y="29188"/>
                </a:cubicBezTo>
                <a:cubicBezTo>
                  <a:pt x="307301" y="33516"/>
                  <a:pt x="307202" y="37865"/>
                  <a:pt x="307241" y="42233"/>
                </a:cubicBezTo>
                <a:lnTo>
                  <a:pt x="307301" y="47475"/>
                </a:lnTo>
                <a:cubicBezTo>
                  <a:pt x="310557" y="43107"/>
                  <a:pt x="314042" y="39840"/>
                  <a:pt x="317755" y="37676"/>
                </a:cubicBezTo>
                <a:cubicBezTo>
                  <a:pt x="321468" y="35512"/>
                  <a:pt x="325409" y="34430"/>
                  <a:pt x="329579" y="34430"/>
                </a:cubicBezTo>
                <a:cubicBezTo>
                  <a:pt x="336171" y="34430"/>
                  <a:pt x="340698" y="36574"/>
                  <a:pt x="343160" y="40863"/>
                </a:cubicBezTo>
                <a:cubicBezTo>
                  <a:pt x="344908" y="43881"/>
                  <a:pt x="345900" y="48964"/>
                  <a:pt x="346139" y="56112"/>
                </a:cubicBezTo>
                <a:lnTo>
                  <a:pt x="346615" y="67489"/>
                </a:lnTo>
                <a:lnTo>
                  <a:pt x="347807" y="79879"/>
                </a:lnTo>
                <a:cubicBezTo>
                  <a:pt x="348363" y="84526"/>
                  <a:pt x="349038" y="88616"/>
                  <a:pt x="349832" y="92150"/>
                </a:cubicBezTo>
                <a:cubicBezTo>
                  <a:pt x="349991" y="92825"/>
                  <a:pt x="350070" y="93401"/>
                  <a:pt x="350070" y="93878"/>
                </a:cubicBezTo>
                <a:cubicBezTo>
                  <a:pt x="350070" y="95506"/>
                  <a:pt x="349475" y="96866"/>
                  <a:pt x="348283" y="97958"/>
                </a:cubicBezTo>
                <a:cubicBezTo>
                  <a:pt x="347092" y="99050"/>
                  <a:pt x="345662" y="99596"/>
                  <a:pt x="343994" y="99596"/>
                </a:cubicBezTo>
                <a:close/>
                <a:moveTo>
                  <a:pt x="391625" y="98643"/>
                </a:moveTo>
                <a:cubicBezTo>
                  <a:pt x="382650" y="98643"/>
                  <a:pt x="375383" y="96398"/>
                  <a:pt x="369823" y="91906"/>
                </a:cubicBezTo>
                <a:cubicBezTo>
                  <a:pt x="363748" y="86938"/>
                  <a:pt x="360710" y="79981"/>
                  <a:pt x="360710" y="71037"/>
                </a:cubicBezTo>
                <a:cubicBezTo>
                  <a:pt x="360710" y="60704"/>
                  <a:pt x="363211" y="52039"/>
                  <a:pt x="368215" y="45044"/>
                </a:cubicBezTo>
                <a:cubicBezTo>
                  <a:pt x="373656" y="37412"/>
                  <a:pt x="380923" y="33596"/>
                  <a:pt x="390017" y="33596"/>
                </a:cubicBezTo>
                <a:cubicBezTo>
                  <a:pt x="396609" y="33596"/>
                  <a:pt x="401990" y="34708"/>
                  <a:pt x="406159" y="36932"/>
                </a:cubicBezTo>
                <a:cubicBezTo>
                  <a:pt x="411282" y="39672"/>
                  <a:pt x="413843" y="43881"/>
                  <a:pt x="413843" y="49560"/>
                </a:cubicBezTo>
                <a:cubicBezTo>
                  <a:pt x="413843" y="53531"/>
                  <a:pt x="411600" y="57145"/>
                  <a:pt x="407112" y="60401"/>
                </a:cubicBezTo>
                <a:cubicBezTo>
                  <a:pt x="405127" y="61831"/>
                  <a:pt x="400917" y="64054"/>
                  <a:pt x="394484" y="67073"/>
                </a:cubicBezTo>
                <a:lnTo>
                  <a:pt x="371730" y="77854"/>
                </a:lnTo>
                <a:cubicBezTo>
                  <a:pt x="373953" y="81150"/>
                  <a:pt x="376723" y="83632"/>
                  <a:pt x="380039" y="85300"/>
                </a:cubicBezTo>
                <a:cubicBezTo>
                  <a:pt x="383355" y="86968"/>
                  <a:pt x="387217" y="87802"/>
                  <a:pt x="391625" y="87802"/>
                </a:cubicBezTo>
                <a:cubicBezTo>
                  <a:pt x="394365" y="87802"/>
                  <a:pt x="397582" y="87286"/>
                  <a:pt x="401275" y="86253"/>
                </a:cubicBezTo>
                <a:cubicBezTo>
                  <a:pt x="405961" y="84943"/>
                  <a:pt x="408979" y="83225"/>
                  <a:pt x="410329" y="81101"/>
                </a:cubicBezTo>
                <a:cubicBezTo>
                  <a:pt x="411679" y="78976"/>
                  <a:pt x="413129" y="77914"/>
                  <a:pt x="414677" y="77914"/>
                </a:cubicBezTo>
                <a:cubicBezTo>
                  <a:pt x="416067" y="77914"/>
                  <a:pt x="417308" y="78442"/>
                  <a:pt x="418400" y="79498"/>
                </a:cubicBezTo>
                <a:cubicBezTo>
                  <a:pt x="419492" y="80553"/>
                  <a:pt x="420038" y="81777"/>
                  <a:pt x="420038" y="83171"/>
                </a:cubicBezTo>
                <a:cubicBezTo>
                  <a:pt x="420038" y="87591"/>
                  <a:pt x="416484" y="91394"/>
                  <a:pt x="409376" y="94581"/>
                </a:cubicBezTo>
                <a:cubicBezTo>
                  <a:pt x="403300" y="97289"/>
                  <a:pt x="397383" y="98643"/>
                  <a:pt x="391625" y="98643"/>
                </a:cubicBezTo>
                <a:moveTo>
                  <a:pt x="390017" y="44318"/>
                </a:moveTo>
                <a:cubicBezTo>
                  <a:pt x="385172" y="44318"/>
                  <a:pt x="381141" y="46194"/>
                  <a:pt x="377925" y="49947"/>
                </a:cubicBezTo>
                <a:cubicBezTo>
                  <a:pt x="374708" y="53700"/>
                  <a:pt x="372305" y="59349"/>
                  <a:pt x="370717" y="66894"/>
                </a:cubicBezTo>
                <a:lnTo>
                  <a:pt x="389004" y="58197"/>
                </a:lnTo>
                <a:cubicBezTo>
                  <a:pt x="396192" y="54702"/>
                  <a:pt x="401315" y="51665"/>
                  <a:pt x="404372" y="49083"/>
                </a:cubicBezTo>
                <a:cubicBezTo>
                  <a:pt x="400957" y="45906"/>
                  <a:pt x="396172" y="44318"/>
                  <a:pt x="390017" y="44318"/>
                </a:cubicBezTo>
                <a:close/>
                <a:moveTo>
                  <a:pt x="486265" y="43279"/>
                </a:moveTo>
                <a:cubicBezTo>
                  <a:pt x="485788" y="49113"/>
                  <a:pt x="485550" y="54947"/>
                  <a:pt x="485550" y="60781"/>
                </a:cubicBezTo>
                <a:cubicBezTo>
                  <a:pt x="485550" y="73997"/>
                  <a:pt x="486166" y="83978"/>
                  <a:pt x="487397" y="90724"/>
                </a:cubicBezTo>
                <a:cubicBezTo>
                  <a:pt x="487476" y="91280"/>
                  <a:pt x="487516" y="91737"/>
                  <a:pt x="487516" y="92094"/>
                </a:cubicBezTo>
                <a:cubicBezTo>
                  <a:pt x="487516" y="93682"/>
                  <a:pt x="486960" y="94991"/>
                  <a:pt x="485848" y="96022"/>
                </a:cubicBezTo>
                <a:cubicBezTo>
                  <a:pt x="484736" y="97055"/>
                  <a:pt x="483445" y="97571"/>
                  <a:pt x="481976" y="97571"/>
                </a:cubicBezTo>
                <a:cubicBezTo>
                  <a:pt x="479514" y="97571"/>
                  <a:pt x="477707" y="95784"/>
                  <a:pt x="476555" y="92210"/>
                </a:cubicBezTo>
                <a:cubicBezTo>
                  <a:pt x="473696" y="94315"/>
                  <a:pt x="470728" y="95913"/>
                  <a:pt x="467650" y="97005"/>
                </a:cubicBezTo>
                <a:cubicBezTo>
                  <a:pt x="464572" y="98097"/>
                  <a:pt x="461366" y="98643"/>
                  <a:pt x="458030" y="98643"/>
                </a:cubicBezTo>
                <a:cubicBezTo>
                  <a:pt x="449810" y="98643"/>
                  <a:pt x="442999" y="95900"/>
                  <a:pt x="437599" y="90415"/>
                </a:cubicBezTo>
                <a:cubicBezTo>
                  <a:pt x="432039" y="84811"/>
                  <a:pt x="429259" y="77617"/>
                  <a:pt x="429259" y="68832"/>
                </a:cubicBezTo>
                <a:cubicBezTo>
                  <a:pt x="429259" y="58219"/>
                  <a:pt x="432069" y="49713"/>
                  <a:pt x="437688" y="43315"/>
                </a:cubicBezTo>
                <a:cubicBezTo>
                  <a:pt x="443307" y="36915"/>
                  <a:pt x="450604" y="33715"/>
                  <a:pt x="459579" y="33715"/>
                </a:cubicBezTo>
                <a:cubicBezTo>
                  <a:pt x="464185" y="33715"/>
                  <a:pt x="467739" y="34430"/>
                  <a:pt x="470241" y="35859"/>
                </a:cubicBezTo>
                <a:lnTo>
                  <a:pt x="475841" y="39970"/>
                </a:lnTo>
                <a:cubicBezTo>
                  <a:pt x="476397" y="23273"/>
                  <a:pt x="477052" y="12032"/>
                  <a:pt x="477806" y="6245"/>
                </a:cubicBezTo>
                <a:cubicBezTo>
                  <a:pt x="478323" y="2717"/>
                  <a:pt x="480129" y="953"/>
                  <a:pt x="483227" y="953"/>
                </a:cubicBezTo>
                <a:cubicBezTo>
                  <a:pt x="486841" y="953"/>
                  <a:pt x="488648" y="2878"/>
                  <a:pt x="488648" y="6727"/>
                </a:cubicBezTo>
                <a:cubicBezTo>
                  <a:pt x="488648" y="12244"/>
                  <a:pt x="487853" y="24427"/>
                  <a:pt x="486265" y="43279"/>
                </a:cubicBezTo>
                <a:moveTo>
                  <a:pt x="459817" y="44794"/>
                </a:moveTo>
                <a:cubicBezTo>
                  <a:pt x="453146" y="44794"/>
                  <a:pt x="448142" y="46770"/>
                  <a:pt x="444806" y="50721"/>
                </a:cubicBezTo>
                <a:cubicBezTo>
                  <a:pt x="441470" y="54673"/>
                  <a:pt x="439803" y="60619"/>
                  <a:pt x="439803" y="68562"/>
                </a:cubicBezTo>
                <a:cubicBezTo>
                  <a:pt x="439803" y="73684"/>
                  <a:pt x="441619" y="78092"/>
                  <a:pt x="445253" y="81786"/>
                </a:cubicBezTo>
                <a:cubicBezTo>
                  <a:pt x="448886" y="85479"/>
                  <a:pt x="453146" y="87325"/>
                  <a:pt x="458030" y="87325"/>
                </a:cubicBezTo>
                <a:cubicBezTo>
                  <a:pt x="461366" y="87325"/>
                  <a:pt x="464185" y="86710"/>
                  <a:pt x="466489" y="85479"/>
                </a:cubicBezTo>
                <a:cubicBezTo>
                  <a:pt x="467839" y="84764"/>
                  <a:pt x="470043" y="83116"/>
                  <a:pt x="473101" y="80535"/>
                </a:cubicBezTo>
                <a:cubicBezTo>
                  <a:pt x="473696" y="80018"/>
                  <a:pt x="474272" y="79403"/>
                  <a:pt x="474828" y="78688"/>
                </a:cubicBezTo>
                <a:lnTo>
                  <a:pt x="474649" y="68383"/>
                </a:lnTo>
                <a:lnTo>
                  <a:pt x="474709" y="61473"/>
                </a:lnTo>
                <a:lnTo>
                  <a:pt x="474828" y="54444"/>
                </a:lnTo>
                <a:cubicBezTo>
                  <a:pt x="473319" y="51228"/>
                  <a:pt x="471314" y="48815"/>
                  <a:pt x="468812" y="47207"/>
                </a:cubicBezTo>
                <a:cubicBezTo>
                  <a:pt x="466310" y="45599"/>
                  <a:pt x="463312" y="44794"/>
                  <a:pt x="459817" y="44794"/>
                </a:cubicBezTo>
                <a:close/>
                <a:moveTo>
                  <a:pt x="549613" y="51764"/>
                </a:moveTo>
                <a:cubicBezTo>
                  <a:pt x="549335" y="56728"/>
                  <a:pt x="547350" y="59210"/>
                  <a:pt x="543657" y="59210"/>
                </a:cubicBezTo>
                <a:cubicBezTo>
                  <a:pt x="540242" y="59210"/>
                  <a:pt x="538534" y="57252"/>
                  <a:pt x="538534" y="53337"/>
                </a:cubicBezTo>
                <a:cubicBezTo>
                  <a:pt x="538534" y="52585"/>
                  <a:pt x="538474" y="51200"/>
                  <a:pt x="538355" y="49182"/>
                </a:cubicBezTo>
                <a:lnTo>
                  <a:pt x="538177" y="44199"/>
                </a:lnTo>
                <a:cubicBezTo>
                  <a:pt x="531902" y="44955"/>
                  <a:pt x="526879" y="46725"/>
                  <a:pt x="523106" y="49511"/>
                </a:cubicBezTo>
                <a:cubicBezTo>
                  <a:pt x="519572" y="52099"/>
                  <a:pt x="516633" y="55999"/>
                  <a:pt x="514290" y="61213"/>
                </a:cubicBezTo>
                <a:lnTo>
                  <a:pt x="514409" y="93924"/>
                </a:lnTo>
                <a:cubicBezTo>
                  <a:pt x="514409" y="97944"/>
                  <a:pt x="512444" y="99954"/>
                  <a:pt x="508512" y="99954"/>
                </a:cubicBezTo>
                <a:cubicBezTo>
                  <a:pt x="505018" y="99954"/>
                  <a:pt x="503270" y="97944"/>
                  <a:pt x="503270" y="93926"/>
                </a:cubicBezTo>
                <a:lnTo>
                  <a:pt x="503270" y="52034"/>
                </a:lnTo>
                <a:cubicBezTo>
                  <a:pt x="503270" y="50721"/>
                  <a:pt x="503320" y="48752"/>
                  <a:pt x="503419" y="46127"/>
                </a:cubicBezTo>
                <a:cubicBezTo>
                  <a:pt x="503518" y="43501"/>
                  <a:pt x="503568" y="41532"/>
                  <a:pt x="503568" y="40219"/>
                </a:cubicBezTo>
                <a:cubicBezTo>
                  <a:pt x="503568" y="36201"/>
                  <a:pt x="505315" y="34191"/>
                  <a:pt x="508810" y="34191"/>
                </a:cubicBezTo>
                <a:cubicBezTo>
                  <a:pt x="512702" y="34191"/>
                  <a:pt x="514667" y="37488"/>
                  <a:pt x="514707" y="44080"/>
                </a:cubicBezTo>
                <a:cubicBezTo>
                  <a:pt x="522332" y="36693"/>
                  <a:pt x="530790" y="33000"/>
                  <a:pt x="540083" y="33000"/>
                </a:cubicBezTo>
                <a:cubicBezTo>
                  <a:pt x="543299" y="33000"/>
                  <a:pt x="545702" y="34211"/>
                  <a:pt x="547290" y="36634"/>
                </a:cubicBezTo>
                <a:cubicBezTo>
                  <a:pt x="548879" y="39056"/>
                  <a:pt x="549673" y="42710"/>
                  <a:pt x="549673" y="47594"/>
                </a:cubicBezTo>
                <a:cubicBezTo>
                  <a:pt x="549673" y="49659"/>
                  <a:pt x="549653" y="51049"/>
                  <a:pt x="549613" y="51764"/>
                </a:cubicBezTo>
                <a:close/>
                <a:moveTo>
                  <a:pt x="608605" y="99834"/>
                </a:moveTo>
                <a:cubicBezTo>
                  <a:pt x="607851" y="99834"/>
                  <a:pt x="606481" y="98953"/>
                  <a:pt x="604495" y="97191"/>
                </a:cubicBezTo>
                <a:cubicBezTo>
                  <a:pt x="602708" y="95549"/>
                  <a:pt x="601378" y="94087"/>
                  <a:pt x="600504" y="92805"/>
                </a:cubicBezTo>
                <a:cubicBezTo>
                  <a:pt x="596692" y="94890"/>
                  <a:pt x="593336" y="96464"/>
                  <a:pt x="590437" y="97526"/>
                </a:cubicBezTo>
                <a:cubicBezTo>
                  <a:pt x="587538" y="98588"/>
                  <a:pt x="585116" y="99120"/>
                  <a:pt x="583170" y="99120"/>
                </a:cubicBezTo>
                <a:cubicBezTo>
                  <a:pt x="573878" y="99120"/>
                  <a:pt x="567107" y="96499"/>
                  <a:pt x="562858" y="91257"/>
                </a:cubicBezTo>
                <a:cubicBezTo>
                  <a:pt x="558847" y="86333"/>
                  <a:pt x="556841" y="78787"/>
                  <a:pt x="556841" y="68621"/>
                </a:cubicBezTo>
                <a:cubicBezTo>
                  <a:pt x="556841" y="59011"/>
                  <a:pt x="560147" y="50791"/>
                  <a:pt x="566759" y="43960"/>
                </a:cubicBezTo>
                <a:cubicBezTo>
                  <a:pt x="573371" y="37130"/>
                  <a:pt x="581264" y="33715"/>
                  <a:pt x="590437" y="33715"/>
                </a:cubicBezTo>
                <a:cubicBezTo>
                  <a:pt x="593892" y="33715"/>
                  <a:pt x="597764" y="34608"/>
                  <a:pt x="602053" y="36395"/>
                </a:cubicBezTo>
                <a:cubicBezTo>
                  <a:pt x="607454" y="38619"/>
                  <a:pt x="610154" y="41300"/>
                  <a:pt x="610154" y="44437"/>
                </a:cubicBezTo>
                <a:cubicBezTo>
                  <a:pt x="610154" y="45509"/>
                  <a:pt x="609757" y="46462"/>
                  <a:pt x="608963" y="47296"/>
                </a:cubicBezTo>
                <a:cubicBezTo>
                  <a:pt x="608565" y="48805"/>
                  <a:pt x="608258" y="51287"/>
                  <a:pt x="608039" y="54742"/>
                </a:cubicBezTo>
                <a:cubicBezTo>
                  <a:pt x="607821" y="58197"/>
                  <a:pt x="607692" y="62625"/>
                  <a:pt x="607652" y="68026"/>
                </a:cubicBezTo>
                <a:cubicBezTo>
                  <a:pt x="607612" y="72950"/>
                  <a:pt x="607950" y="76842"/>
                  <a:pt x="608665" y="79701"/>
                </a:cubicBezTo>
                <a:cubicBezTo>
                  <a:pt x="609062" y="81448"/>
                  <a:pt x="610313" y="84943"/>
                  <a:pt x="612418" y="90185"/>
                </a:cubicBezTo>
                <a:cubicBezTo>
                  <a:pt x="612695" y="90899"/>
                  <a:pt x="613152" y="91952"/>
                  <a:pt x="613788" y="93342"/>
                </a:cubicBezTo>
                <a:lnTo>
                  <a:pt x="614145" y="94354"/>
                </a:lnTo>
                <a:cubicBezTo>
                  <a:pt x="614145" y="95943"/>
                  <a:pt x="613589" y="97253"/>
                  <a:pt x="612477" y="98286"/>
                </a:cubicBezTo>
                <a:cubicBezTo>
                  <a:pt x="611365" y="99318"/>
                  <a:pt x="610075" y="99834"/>
                  <a:pt x="608605" y="99834"/>
                </a:cubicBezTo>
                <a:moveTo>
                  <a:pt x="596215" y="58458"/>
                </a:moveTo>
                <a:cubicBezTo>
                  <a:pt x="596215" y="56754"/>
                  <a:pt x="596324" y="54902"/>
                  <a:pt x="596543" y="52903"/>
                </a:cubicBezTo>
                <a:cubicBezTo>
                  <a:pt x="596761" y="50903"/>
                  <a:pt x="597089" y="48774"/>
                  <a:pt x="597526" y="46516"/>
                </a:cubicBezTo>
                <a:cubicBezTo>
                  <a:pt x="596056" y="45763"/>
                  <a:pt x="594796" y="45208"/>
                  <a:pt x="593743" y="44852"/>
                </a:cubicBezTo>
                <a:cubicBezTo>
                  <a:pt x="592691" y="44496"/>
                  <a:pt x="591847" y="44318"/>
                  <a:pt x="591212" y="44318"/>
                </a:cubicBezTo>
                <a:cubicBezTo>
                  <a:pt x="585056" y="44318"/>
                  <a:pt x="579745" y="46823"/>
                  <a:pt x="575277" y="51833"/>
                </a:cubicBezTo>
                <a:cubicBezTo>
                  <a:pt x="570810" y="56842"/>
                  <a:pt x="568576" y="62615"/>
                  <a:pt x="568576" y="69150"/>
                </a:cubicBezTo>
                <a:cubicBezTo>
                  <a:pt x="568576" y="75645"/>
                  <a:pt x="569728" y="80517"/>
                  <a:pt x="572031" y="83764"/>
                </a:cubicBezTo>
                <a:cubicBezTo>
                  <a:pt x="574334" y="87012"/>
                  <a:pt x="577789" y="88636"/>
                  <a:pt x="582396" y="88636"/>
                </a:cubicBezTo>
                <a:cubicBezTo>
                  <a:pt x="586208" y="88636"/>
                  <a:pt x="589444" y="87943"/>
                  <a:pt x="592105" y="86557"/>
                </a:cubicBezTo>
                <a:cubicBezTo>
                  <a:pt x="593535" y="85805"/>
                  <a:pt x="595540" y="84300"/>
                  <a:pt x="598121" y="82042"/>
                </a:cubicBezTo>
                <a:cubicBezTo>
                  <a:pt x="596851" y="71546"/>
                  <a:pt x="596215" y="63685"/>
                  <a:pt x="596215" y="58458"/>
                </a:cubicBezTo>
                <a:close/>
                <a:moveTo>
                  <a:pt x="640418" y="49083"/>
                </a:moveTo>
                <a:lnTo>
                  <a:pt x="639524" y="78723"/>
                </a:lnTo>
                <a:cubicBezTo>
                  <a:pt x="639524" y="81864"/>
                  <a:pt x="639365" y="86476"/>
                  <a:pt x="639048" y="92560"/>
                </a:cubicBezTo>
                <a:cubicBezTo>
                  <a:pt x="638651" y="96536"/>
                  <a:pt x="636705" y="98524"/>
                  <a:pt x="633210" y="98524"/>
                </a:cubicBezTo>
                <a:cubicBezTo>
                  <a:pt x="629319" y="98524"/>
                  <a:pt x="627373" y="96496"/>
                  <a:pt x="627373" y="92441"/>
                </a:cubicBezTo>
                <a:cubicBezTo>
                  <a:pt x="627373" y="87629"/>
                  <a:pt x="627591" y="80403"/>
                  <a:pt x="628028" y="70762"/>
                </a:cubicBezTo>
                <a:cubicBezTo>
                  <a:pt x="628465" y="61121"/>
                  <a:pt x="628683" y="53895"/>
                  <a:pt x="628683" y="49083"/>
                </a:cubicBezTo>
                <a:cubicBezTo>
                  <a:pt x="628683" y="42801"/>
                  <a:pt x="628782" y="35615"/>
                  <a:pt x="628981" y="27524"/>
                </a:cubicBezTo>
                <a:cubicBezTo>
                  <a:pt x="629180" y="19433"/>
                  <a:pt x="629279" y="12246"/>
                  <a:pt x="629279" y="5964"/>
                </a:cubicBezTo>
                <a:cubicBezTo>
                  <a:pt x="629279" y="1988"/>
                  <a:pt x="631225" y="0"/>
                  <a:pt x="635116" y="0"/>
                </a:cubicBezTo>
                <a:cubicBezTo>
                  <a:pt x="639048" y="0"/>
                  <a:pt x="641014" y="1988"/>
                  <a:pt x="641014" y="5964"/>
                </a:cubicBezTo>
                <a:cubicBezTo>
                  <a:pt x="641014" y="12246"/>
                  <a:pt x="640914" y="19433"/>
                  <a:pt x="640716" y="27524"/>
                </a:cubicBezTo>
                <a:cubicBezTo>
                  <a:pt x="640517" y="35615"/>
                  <a:pt x="640418" y="42801"/>
                  <a:pt x="640418" y="49083"/>
                </a:cubicBezTo>
                <a:close/>
                <a:moveTo>
                  <a:pt x="761270" y="97690"/>
                </a:moveTo>
                <a:cubicBezTo>
                  <a:pt x="757617" y="97690"/>
                  <a:pt x="754440" y="93021"/>
                  <a:pt x="751740" y="83682"/>
                </a:cubicBezTo>
                <a:cubicBezTo>
                  <a:pt x="750707" y="80110"/>
                  <a:pt x="749417" y="73858"/>
                  <a:pt x="747868" y="64928"/>
                </a:cubicBezTo>
                <a:cubicBezTo>
                  <a:pt x="743817" y="65480"/>
                  <a:pt x="738516" y="66467"/>
                  <a:pt x="731963" y="67888"/>
                </a:cubicBezTo>
                <a:lnTo>
                  <a:pt x="716119" y="71144"/>
                </a:lnTo>
                <a:cubicBezTo>
                  <a:pt x="714133" y="76354"/>
                  <a:pt x="710738" y="83972"/>
                  <a:pt x="705933" y="93995"/>
                </a:cubicBezTo>
                <a:cubicBezTo>
                  <a:pt x="704662" y="96220"/>
                  <a:pt x="702934" y="97333"/>
                  <a:pt x="700750" y="97333"/>
                </a:cubicBezTo>
                <a:cubicBezTo>
                  <a:pt x="699162" y="97333"/>
                  <a:pt x="697742" y="96757"/>
                  <a:pt x="696491" y="95605"/>
                </a:cubicBezTo>
                <a:cubicBezTo>
                  <a:pt x="695240" y="94454"/>
                  <a:pt x="694615" y="93024"/>
                  <a:pt x="694615" y="91316"/>
                </a:cubicBezTo>
                <a:cubicBezTo>
                  <a:pt x="694615" y="89409"/>
                  <a:pt x="697613" y="82160"/>
                  <a:pt x="703609" y="69571"/>
                </a:cubicBezTo>
                <a:cubicBezTo>
                  <a:pt x="702934" y="68538"/>
                  <a:pt x="702597" y="67346"/>
                  <a:pt x="702597" y="65995"/>
                </a:cubicBezTo>
                <a:cubicBezTo>
                  <a:pt x="702597" y="62778"/>
                  <a:pt x="704543" y="60713"/>
                  <a:pt x="708434" y="59800"/>
                </a:cubicBezTo>
                <a:cubicBezTo>
                  <a:pt x="712961" y="51293"/>
                  <a:pt x="718680" y="41514"/>
                  <a:pt x="725590" y="30463"/>
                </a:cubicBezTo>
                <a:cubicBezTo>
                  <a:pt x="735001" y="15396"/>
                  <a:pt x="740859" y="7863"/>
                  <a:pt x="743162" y="7863"/>
                </a:cubicBezTo>
                <a:cubicBezTo>
                  <a:pt x="746299" y="7863"/>
                  <a:pt x="748444" y="10049"/>
                  <a:pt x="749595" y="14423"/>
                </a:cubicBezTo>
                <a:lnTo>
                  <a:pt x="753348" y="34450"/>
                </a:lnTo>
                <a:lnTo>
                  <a:pt x="762223" y="75874"/>
                </a:lnTo>
                <a:lnTo>
                  <a:pt x="765619" y="85267"/>
                </a:lnTo>
                <a:cubicBezTo>
                  <a:pt x="766770" y="88476"/>
                  <a:pt x="767346" y="90616"/>
                  <a:pt x="767346" y="91687"/>
                </a:cubicBezTo>
                <a:cubicBezTo>
                  <a:pt x="767346" y="93391"/>
                  <a:pt x="766731" y="94817"/>
                  <a:pt x="765500" y="95966"/>
                </a:cubicBezTo>
                <a:cubicBezTo>
                  <a:pt x="764269" y="97115"/>
                  <a:pt x="762859" y="97690"/>
                  <a:pt x="761270" y="97690"/>
                </a:cubicBezTo>
                <a:moveTo>
                  <a:pt x="740243" y="29627"/>
                </a:moveTo>
                <a:lnTo>
                  <a:pt x="723207" y="57097"/>
                </a:lnTo>
                <a:cubicBezTo>
                  <a:pt x="728012" y="55866"/>
                  <a:pt x="735299" y="54377"/>
                  <a:pt x="745068" y="52629"/>
                </a:cubicBezTo>
                <a:lnTo>
                  <a:pt x="740243" y="29627"/>
                </a:lnTo>
                <a:close/>
                <a:moveTo>
                  <a:pt x="830747" y="51764"/>
                </a:moveTo>
                <a:cubicBezTo>
                  <a:pt x="830469" y="56728"/>
                  <a:pt x="828483" y="59210"/>
                  <a:pt x="824790" y="59210"/>
                </a:cubicBezTo>
                <a:cubicBezTo>
                  <a:pt x="821375" y="59210"/>
                  <a:pt x="819667" y="57252"/>
                  <a:pt x="819667" y="53337"/>
                </a:cubicBezTo>
                <a:cubicBezTo>
                  <a:pt x="819667" y="52585"/>
                  <a:pt x="819608" y="51200"/>
                  <a:pt x="819489" y="49182"/>
                </a:cubicBezTo>
                <a:lnTo>
                  <a:pt x="819310" y="44199"/>
                </a:lnTo>
                <a:cubicBezTo>
                  <a:pt x="813036" y="44955"/>
                  <a:pt x="808012" y="46725"/>
                  <a:pt x="804240" y="49511"/>
                </a:cubicBezTo>
                <a:cubicBezTo>
                  <a:pt x="800705" y="52099"/>
                  <a:pt x="797767" y="55999"/>
                  <a:pt x="795424" y="61213"/>
                </a:cubicBezTo>
                <a:lnTo>
                  <a:pt x="795543" y="93924"/>
                </a:lnTo>
                <a:cubicBezTo>
                  <a:pt x="795543" y="97944"/>
                  <a:pt x="793577" y="99954"/>
                  <a:pt x="789646" y="99954"/>
                </a:cubicBezTo>
                <a:cubicBezTo>
                  <a:pt x="786151" y="99954"/>
                  <a:pt x="784404" y="97944"/>
                  <a:pt x="784404" y="93926"/>
                </a:cubicBezTo>
                <a:lnTo>
                  <a:pt x="784404" y="52034"/>
                </a:lnTo>
                <a:cubicBezTo>
                  <a:pt x="784404" y="50721"/>
                  <a:pt x="784453" y="48752"/>
                  <a:pt x="784553" y="46127"/>
                </a:cubicBezTo>
                <a:cubicBezTo>
                  <a:pt x="784652" y="43501"/>
                  <a:pt x="784702" y="41532"/>
                  <a:pt x="784702" y="40219"/>
                </a:cubicBezTo>
                <a:cubicBezTo>
                  <a:pt x="784702" y="36201"/>
                  <a:pt x="786449" y="34191"/>
                  <a:pt x="789943" y="34191"/>
                </a:cubicBezTo>
                <a:cubicBezTo>
                  <a:pt x="793835" y="34191"/>
                  <a:pt x="795801" y="37488"/>
                  <a:pt x="795841" y="44080"/>
                </a:cubicBezTo>
                <a:cubicBezTo>
                  <a:pt x="803465" y="36693"/>
                  <a:pt x="811924" y="33000"/>
                  <a:pt x="821216" y="33000"/>
                </a:cubicBezTo>
                <a:cubicBezTo>
                  <a:pt x="824433" y="33000"/>
                  <a:pt x="826835" y="34211"/>
                  <a:pt x="828424" y="36634"/>
                </a:cubicBezTo>
                <a:cubicBezTo>
                  <a:pt x="830012" y="39056"/>
                  <a:pt x="830806" y="42710"/>
                  <a:pt x="830806" y="47594"/>
                </a:cubicBezTo>
                <a:cubicBezTo>
                  <a:pt x="830806" y="49659"/>
                  <a:pt x="830787" y="51049"/>
                  <a:pt x="830747" y="51764"/>
                </a:cubicBezTo>
                <a:close/>
                <a:moveTo>
                  <a:pt x="870141" y="99715"/>
                </a:moveTo>
                <a:cubicBezTo>
                  <a:pt x="862000" y="99715"/>
                  <a:pt x="855210" y="97249"/>
                  <a:pt x="849769" y="92316"/>
                </a:cubicBezTo>
                <a:cubicBezTo>
                  <a:pt x="844051" y="87145"/>
                  <a:pt x="841191" y="80322"/>
                  <a:pt x="841191" y="71847"/>
                </a:cubicBezTo>
                <a:cubicBezTo>
                  <a:pt x="841191" y="63772"/>
                  <a:pt x="843872" y="55438"/>
                  <a:pt x="849233" y="46846"/>
                </a:cubicBezTo>
                <a:cubicBezTo>
                  <a:pt x="855190" y="37298"/>
                  <a:pt x="861901" y="32524"/>
                  <a:pt x="869367" y="32524"/>
                </a:cubicBezTo>
                <a:cubicBezTo>
                  <a:pt x="873258" y="32524"/>
                  <a:pt x="877607" y="33440"/>
                  <a:pt x="882412" y="35273"/>
                </a:cubicBezTo>
                <a:cubicBezTo>
                  <a:pt x="888488" y="37625"/>
                  <a:pt x="891526" y="40494"/>
                  <a:pt x="891526" y="43880"/>
                </a:cubicBezTo>
                <a:cubicBezTo>
                  <a:pt x="891526" y="45394"/>
                  <a:pt x="891029" y="46740"/>
                  <a:pt x="890036" y="47916"/>
                </a:cubicBezTo>
                <a:cubicBezTo>
                  <a:pt x="889044" y="49091"/>
                  <a:pt x="887813" y="49679"/>
                  <a:pt x="886343" y="49679"/>
                </a:cubicBezTo>
                <a:cubicBezTo>
                  <a:pt x="885192" y="49679"/>
                  <a:pt x="884189" y="49328"/>
                  <a:pt x="883335" y="48627"/>
                </a:cubicBezTo>
                <a:cubicBezTo>
                  <a:pt x="882481" y="47925"/>
                  <a:pt x="881657" y="47232"/>
                  <a:pt x="880863" y="46550"/>
                </a:cubicBezTo>
                <a:cubicBezTo>
                  <a:pt x="878520" y="44665"/>
                  <a:pt x="874688" y="43722"/>
                  <a:pt x="869367" y="43722"/>
                </a:cubicBezTo>
                <a:cubicBezTo>
                  <a:pt x="865316" y="43722"/>
                  <a:pt x="861305" y="47346"/>
                  <a:pt x="857334" y="54593"/>
                </a:cubicBezTo>
                <a:cubicBezTo>
                  <a:pt x="853720" y="61242"/>
                  <a:pt x="851914" y="66996"/>
                  <a:pt x="851914" y="71853"/>
                </a:cubicBezTo>
                <a:cubicBezTo>
                  <a:pt x="851914" y="77108"/>
                  <a:pt x="853701" y="81249"/>
                  <a:pt x="857275" y="84276"/>
                </a:cubicBezTo>
                <a:cubicBezTo>
                  <a:pt x="860610" y="87103"/>
                  <a:pt x="864899" y="88517"/>
                  <a:pt x="870141" y="88517"/>
                </a:cubicBezTo>
                <a:cubicBezTo>
                  <a:pt x="872524" y="88517"/>
                  <a:pt x="875065" y="87881"/>
                  <a:pt x="877766" y="86611"/>
                </a:cubicBezTo>
                <a:lnTo>
                  <a:pt x="884675" y="82917"/>
                </a:lnTo>
                <a:cubicBezTo>
                  <a:pt x="885867" y="82282"/>
                  <a:pt x="886721" y="81964"/>
                  <a:pt x="887237" y="81964"/>
                </a:cubicBezTo>
                <a:cubicBezTo>
                  <a:pt x="888706" y="81964"/>
                  <a:pt x="889977" y="82550"/>
                  <a:pt x="891049" y="83722"/>
                </a:cubicBezTo>
                <a:cubicBezTo>
                  <a:pt x="892121" y="84893"/>
                  <a:pt x="892657" y="86233"/>
                  <a:pt x="892657" y="87742"/>
                </a:cubicBezTo>
                <a:cubicBezTo>
                  <a:pt x="892657" y="90641"/>
                  <a:pt x="889600" y="93441"/>
                  <a:pt x="883484" y="96141"/>
                </a:cubicBezTo>
                <a:cubicBezTo>
                  <a:pt x="878123" y="98524"/>
                  <a:pt x="873675" y="99715"/>
                  <a:pt x="870141" y="99715"/>
                </a:cubicBezTo>
                <a:close/>
                <a:moveTo>
                  <a:pt x="956278" y="99596"/>
                </a:moveTo>
                <a:cubicBezTo>
                  <a:pt x="953459" y="99596"/>
                  <a:pt x="951612" y="98089"/>
                  <a:pt x="950739" y="95075"/>
                </a:cubicBezTo>
                <a:cubicBezTo>
                  <a:pt x="949825" y="91822"/>
                  <a:pt x="948991" y="87201"/>
                  <a:pt x="948237" y="81210"/>
                </a:cubicBezTo>
                <a:cubicBezTo>
                  <a:pt x="947522" y="75458"/>
                  <a:pt x="947165" y="70738"/>
                  <a:pt x="947165" y="67050"/>
                </a:cubicBezTo>
                <a:cubicBezTo>
                  <a:pt x="947165" y="66019"/>
                  <a:pt x="947214" y="64452"/>
                  <a:pt x="947313" y="62350"/>
                </a:cubicBezTo>
                <a:cubicBezTo>
                  <a:pt x="947413" y="60247"/>
                  <a:pt x="947462" y="58679"/>
                  <a:pt x="947462" y="57648"/>
                </a:cubicBezTo>
                <a:cubicBezTo>
                  <a:pt x="947462" y="50191"/>
                  <a:pt x="945596" y="46462"/>
                  <a:pt x="941863" y="46462"/>
                </a:cubicBezTo>
                <a:cubicBezTo>
                  <a:pt x="936820" y="46462"/>
                  <a:pt x="932312" y="48746"/>
                  <a:pt x="928341" y="53313"/>
                </a:cubicBezTo>
                <a:cubicBezTo>
                  <a:pt x="926316" y="55655"/>
                  <a:pt x="923536" y="60123"/>
                  <a:pt x="920002" y="66715"/>
                </a:cubicBezTo>
                <a:cubicBezTo>
                  <a:pt x="920002" y="81815"/>
                  <a:pt x="919367" y="90753"/>
                  <a:pt x="918096" y="93528"/>
                </a:cubicBezTo>
                <a:cubicBezTo>
                  <a:pt x="916984" y="95985"/>
                  <a:pt x="915256" y="97213"/>
                  <a:pt x="912913" y="97213"/>
                </a:cubicBezTo>
                <a:cubicBezTo>
                  <a:pt x="911285" y="97213"/>
                  <a:pt x="909856" y="96657"/>
                  <a:pt x="908625" y="95546"/>
                </a:cubicBezTo>
                <a:cubicBezTo>
                  <a:pt x="907394" y="94434"/>
                  <a:pt x="906778" y="93083"/>
                  <a:pt x="906778" y="91495"/>
                </a:cubicBezTo>
                <a:cubicBezTo>
                  <a:pt x="906778" y="90939"/>
                  <a:pt x="906957" y="90065"/>
                  <a:pt x="907314" y="88874"/>
                </a:cubicBezTo>
                <a:cubicBezTo>
                  <a:pt x="907632" y="87881"/>
                  <a:pt x="907850" y="84982"/>
                  <a:pt x="907969" y="80177"/>
                </a:cubicBezTo>
                <a:lnTo>
                  <a:pt x="908148" y="71361"/>
                </a:lnTo>
                <a:lnTo>
                  <a:pt x="908327" y="27580"/>
                </a:lnTo>
                <a:cubicBezTo>
                  <a:pt x="908605" y="22655"/>
                  <a:pt x="908744" y="19339"/>
                  <a:pt x="908744" y="17632"/>
                </a:cubicBezTo>
                <a:cubicBezTo>
                  <a:pt x="908744" y="15607"/>
                  <a:pt x="908555" y="13690"/>
                  <a:pt x="908178" y="11884"/>
                </a:cubicBezTo>
                <a:cubicBezTo>
                  <a:pt x="907801" y="10077"/>
                  <a:pt x="907612" y="8200"/>
                  <a:pt x="907612" y="6255"/>
                </a:cubicBezTo>
                <a:cubicBezTo>
                  <a:pt x="907612" y="4587"/>
                  <a:pt x="908188" y="3207"/>
                  <a:pt x="909339" y="2115"/>
                </a:cubicBezTo>
                <a:cubicBezTo>
                  <a:pt x="910491" y="1023"/>
                  <a:pt x="911901" y="477"/>
                  <a:pt x="913569" y="477"/>
                </a:cubicBezTo>
                <a:cubicBezTo>
                  <a:pt x="916825" y="477"/>
                  <a:pt x="918731" y="2224"/>
                  <a:pt x="919287" y="5718"/>
                </a:cubicBezTo>
                <a:cubicBezTo>
                  <a:pt x="919923" y="9570"/>
                  <a:pt x="920240" y="13045"/>
                  <a:pt x="920240" y="16143"/>
                </a:cubicBezTo>
                <a:cubicBezTo>
                  <a:pt x="920240" y="20312"/>
                  <a:pt x="920101" y="24661"/>
                  <a:pt x="919823" y="29188"/>
                </a:cubicBezTo>
                <a:cubicBezTo>
                  <a:pt x="919585" y="33516"/>
                  <a:pt x="919486" y="37865"/>
                  <a:pt x="919525" y="42233"/>
                </a:cubicBezTo>
                <a:lnTo>
                  <a:pt x="919585" y="47475"/>
                </a:lnTo>
                <a:cubicBezTo>
                  <a:pt x="922841" y="43107"/>
                  <a:pt x="926326" y="39840"/>
                  <a:pt x="930039" y="37676"/>
                </a:cubicBezTo>
                <a:cubicBezTo>
                  <a:pt x="933752" y="35512"/>
                  <a:pt x="937693" y="34430"/>
                  <a:pt x="941863" y="34430"/>
                </a:cubicBezTo>
                <a:cubicBezTo>
                  <a:pt x="948455" y="34430"/>
                  <a:pt x="952982" y="36574"/>
                  <a:pt x="955444" y="40863"/>
                </a:cubicBezTo>
                <a:cubicBezTo>
                  <a:pt x="957192" y="43881"/>
                  <a:pt x="958184" y="48964"/>
                  <a:pt x="958423" y="56112"/>
                </a:cubicBezTo>
                <a:lnTo>
                  <a:pt x="958899" y="67489"/>
                </a:lnTo>
                <a:lnTo>
                  <a:pt x="960091" y="79879"/>
                </a:lnTo>
                <a:cubicBezTo>
                  <a:pt x="960647" y="84526"/>
                  <a:pt x="961322" y="88616"/>
                  <a:pt x="962116" y="92150"/>
                </a:cubicBezTo>
                <a:cubicBezTo>
                  <a:pt x="962275" y="92825"/>
                  <a:pt x="962354" y="93401"/>
                  <a:pt x="962354" y="93878"/>
                </a:cubicBezTo>
                <a:cubicBezTo>
                  <a:pt x="962354" y="95506"/>
                  <a:pt x="961758" y="96866"/>
                  <a:pt x="960567" y="97958"/>
                </a:cubicBezTo>
                <a:cubicBezTo>
                  <a:pt x="959376" y="99050"/>
                  <a:pt x="957946" y="99596"/>
                  <a:pt x="956278" y="99596"/>
                </a:cubicBezTo>
                <a:close/>
                <a:moveTo>
                  <a:pt x="983717" y="101502"/>
                </a:moveTo>
                <a:cubicBezTo>
                  <a:pt x="981652" y="101502"/>
                  <a:pt x="979904" y="100787"/>
                  <a:pt x="978475" y="99358"/>
                </a:cubicBezTo>
                <a:cubicBezTo>
                  <a:pt x="977045" y="97928"/>
                  <a:pt x="976330" y="96181"/>
                  <a:pt x="976330" y="94116"/>
                </a:cubicBezTo>
                <a:cubicBezTo>
                  <a:pt x="976330" y="92091"/>
                  <a:pt x="977045" y="90353"/>
                  <a:pt x="978475" y="88904"/>
                </a:cubicBezTo>
                <a:cubicBezTo>
                  <a:pt x="979904" y="87454"/>
                  <a:pt x="981652" y="86730"/>
                  <a:pt x="983717" y="86730"/>
                </a:cubicBezTo>
                <a:cubicBezTo>
                  <a:pt x="985742" y="86730"/>
                  <a:pt x="987479" y="87454"/>
                  <a:pt x="988929" y="88904"/>
                </a:cubicBezTo>
                <a:cubicBezTo>
                  <a:pt x="990378" y="90353"/>
                  <a:pt x="991103" y="92091"/>
                  <a:pt x="991103" y="94116"/>
                </a:cubicBezTo>
                <a:cubicBezTo>
                  <a:pt x="991103" y="96181"/>
                  <a:pt x="990378" y="97928"/>
                  <a:pt x="988929" y="99358"/>
                </a:cubicBezTo>
                <a:cubicBezTo>
                  <a:pt x="987479" y="100787"/>
                  <a:pt x="985742" y="101502"/>
                  <a:pt x="983717" y="101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•Renaiss.Alchemy">
            <a:extLst xmlns:a="http://schemas.openxmlformats.org/drawingml/2006/main">
              <a:ext uri="{FF2B5EF4-FFF2-40B4-BE49-F238E27FC236}">
                <a16:creationId xmlns:a16="http://schemas.microsoft.com/office/drawing/2014/main" id="{09CEBD1E-CFD6-4029-A33F-17A2C2DB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614" y="1726519"/>
            <a:ext cx="1061491" cy="130452"/>
          </a:xfrm>
          <a:custGeom xmlns:a="http://schemas.openxmlformats.org/drawingml/2006/main">
            <a:pathLst>
              <a:path w="1061491" h="130452">
                <a:moveTo>
                  <a:pt x="0" y="53134"/>
                </a:moveTo>
                <a:cubicBezTo>
                  <a:pt x="0" y="48964"/>
                  <a:pt x="1479" y="45410"/>
                  <a:pt x="4438" y="42471"/>
                </a:cubicBezTo>
                <a:cubicBezTo>
                  <a:pt x="7396" y="39533"/>
                  <a:pt x="10940" y="38063"/>
                  <a:pt x="15070" y="38063"/>
                </a:cubicBezTo>
                <a:cubicBezTo>
                  <a:pt x="19240" y="38063"/>
                  <a:pt x="22804" y="39533"/>
                  <a:pt x="25763" y="42471"/>
                </a:cubicBezTo>
                <a:cubicBezTo>
                  <a:pt x="28721" y="45410"/>
                  <a:pt x="30201" y="48964"/>
                  <a:pt x="30201" y="53134"/>
                </a:cubicBezTo>
                <a:cubicBezTo>
                  <a:pt x="30201" y="57304"/>
                  <a:pt x="28721" y="60868"/>
                  <a:pt x="25763" y="63826"/>
                </a:cubicBezTo>
                <a:cubicBezTo>
                  <a:pt x="22804" y="66785"/>
                  <a:pt x="19240" y="68264"/>
                  <a:pt x="15070" y="68264"/>
                </a:cubicBezTo>
                <a:cubicBezTo>
                  <a:pt x="10940" y="68264"/>
                  <a:pt x="7396" y="66785"/>
                  <a:pt x="4438" y="63826"/>
                </a:cubicBezTo>
                <a:cubicBezTo>
                  <a:pt x="1479" y="60868"/>
                  <a:pt x="0" y="57304"/>
                  <a:pt x="0" y="53134"/>
                </a:cubicBezTo>
                <a:close/>
                <a:moveTo>
                  <a:pt x="159045" y="96618"/>
                </a:moveTo>
                <a:cubicBezTo>
                  <a:pt x="157536" y="96618"/>
                  <a:pt x="156126" y="95981"/>
                  <a:pt x="154816" y="94706"/>
                </a:cubicBezTo>
                <a:cubicBezTo>
                  <a:pt x="141671" y="81683"/>
                  <a:pt x="127058" y="72921"/>
                  <a:pt x="110975" y="68420"/>
                </a:cubicBezTo>
                <a:lnTo>
                  <a:pt x="111451" y="80127"/>
                </a:lnTo>
                <a:lnTo>
                  <a:pt x="111749" y="91895"/>
                </a:lnTo>
                <a:cubicBezTo>
                  <a:pt x="111749" y="93647"/>
                  <a:pt x="111183" y="95111"/>
                  <a:pt x="110051" y="96285"/>
                </a:cubicBezTo>
                <a:cubicBezTo>
                  <a:pt x="108919" y="97460"/>
                  <a:pt x="107500" y="98047"/>
                  <a:pt x="105792" y="98047"/>
                </a:cubicBezTo>
                <a:cubicBezTo>
                  <a:pt x="104085" y="98047"/>
                  <a:pt x="102665" y="97461"/>
                  <a:pt x="101533" y="96288"/>
                </a:cubicBezTo>
                <a:cubicBezTo>
                  <a:pt x="100401" y="95117"/>
                  <a:pt x="99835" y="93657"/>
                  <a:pt x="99835" y="91908"/>
                </a:cubicBezTo>
                <a:cubicBezTo>
                  <a:pt x="99835" y="88769"/>
                  <a:pt x="99687" y="84089"/>
                  <a:pt x="99389" y="77871"/>
                </a:cubicBezTo>
                <a:cubicBezTo>
                  <a:pt x="99091" y="71652"/>
                  <a:pt x="98942" y="66973"/>
                  <a:pt x="98942" y="63834"/>
                </a:cubicBezTo>
                <a:cubicBezTo>
                  <a:pt x="98942" y="60178"/>
                  <a:pt x="99339" y="54734"/>
                  <a:pt x="100133" y="47503"/>
                </a:cubicBezTo>
                <a:cubicBezTo>
                  <a:pt x="100928" y="40270"/>
                  <a:pt x="101325" y="34846"/>
                  <a:pt x="101325" y="31230"/>
                </a:cubicBezTo>
                <a:cubicBezTo>
                  <a:pt x="101325" y="29203"/>
                  <a:pt x="101136" y="26203"/>
                  <a:pt x="100759" y="22230"/>
                </a:cubicBezTo>
                <a:cubicBezTo>
                  <a:pt x="100382" y="18256"/>
                  <a:pt x="100193" y="15256"/>
                  <a:pt x="100193" y="13229"/>
                </a:cubicBezTo>
                <a:cubicBezTo>
                  <a:pt x="100193" y="10965"/>
                  <a:pt x="100828" y="8978"/>
                  <a:pt x="102099" y="7269"/>
                </a:cubicBezTo>
                <a:cubicBezTo>
                  <a:pt x="103608" y="5163"/>
                  <a:pt x="105693" y="4209"/>
                  <a:pt x="108354" y="4408"/>
                </a:cubicBezTo>
                <a:lnTo>
                  <a:pt x="122709" y="5540"/>
                </a:lnTo>
                <a:cubicBezTo>
                  <a:pt x="128150" y="6216"/>
                  <a:pt x="132736" y="7548"/>
                  <a:pt x="136469" y="9534"/>
                </a:cubicBezTo>
                <a:cubicBezTo>
                  <a:pt x="152552" y="18077"/>
                  <a:pt x="160594" y="28508"/>
                  <a:pt x="160594" y="40828"/>
                </a:cubicBezTo>
                <a:cubicBezTo>
                  <a:pt x="160594" y="46867"/>
                  <a:pt x="157854" y="52212"/>
                  <a:pt x="152374" y="56860"/>
                </a:cubicBezTo>
                <a:cubicBezTo>
                  <a:pt x="147966" y="60596"/>
                  <a:pt x="142466" y="63437"/>
                  <a:pt x="135874" y="65384"/>
                </a:cubicBezTo>
                <a:cubicBezTo>
                  <a:pt x="148224" y="72021"/>
                  <a:pt x="157457" y="79014"/>
                  <a:pt x="163572" y="86365"/>
                </a:cubicBezTo>
                <a:cubicBezTo>
                  <a:pt x="164605" y="87637"/>
                  <a:pt x="165121" y="88988"/>
                  <a:pt x="165121" y="90419"/>
                </a:cubicBezTo>
                <a:cubicBezTo>
                  <a:pt x="165121" y="92088"/>
                  <a:pt x="164515" y="93539"/>
                  <a:pt x="163304" y="94771"/>
                </a:cubicBezTo>
                <a:cubicBezTo>
                  <a:pt x="162093" y="96002"/>
                  <a:pt x="160673" y="96618"/>
                  <a:pt x="159045" y="96618"/>
                </a:cubicBezTo>
                <a:moveTo>
                  <a:pt x="121101" y="17868"/>
                </a:moveTo>
                <a:lnTo>
                  <a:pt x="112285" y="17155"/>
                </a:lnTo>
                <a:lnTo>
                  <a:pt x="112881" y="24341"/>
                </a:lnTo>
                <a:cubicBezTo>
                  <a:pt x="113159" y="27271"/>
                  <a:pt x="113298" y="29666"/>
                  <a:pt x="113298" y="31526"/>
                </a:cubicBezTo>
                <a:cubicBezTo>
                  <a:pt x="113298" y="34693"/>
                  <a:pt x="113040" y="38632"/>
                  <a:pt x="112523" y="43342"/>
                </a:cubicBezTo>
                <a:lnTo>
                  <a:pt x="111272" y="55159"/>
                </a:lnTo>
                <a:cubicBezTo>
                  <a:pt x="111828" y="55159"/>
                  <a:pt x="112692" y="55179"/>
                  <a:pt x="113864" y="55219"/>
                </a:cubicBezTo>
                <a:cubicBezTo>
                  <a:pt x="115035" y="55258"/>
                  <a:pt x="115919" y="55278"/>
                  <a:pt x="116514" y="55278"/>
                </a:cubicBezTo>
                <a:cubicBezTo>
                  <a:pt x="126641" y="55278"/>
                  <a:pt x="134226" y="53932"/>
                  <a:pt x="139269" y="51241"/>
                </a:cubicBezTo>
                <a:cubicBezTo>
                  <a:pt x="141493" y="50013"/>
                  <a:pt x="143558" y="48410"/>
                  <a:pt x="145464" y="46431"/>
                </a:cubicBezTo>
                <a:cubicBezTo>
                  <a:pt x="147569" y="44213"/>
                  <a:pt x="148621" y="42332"/>
                  <a:pt x="148621" y="40789"/>
                </a:cubicBezTo>
                <a:cubicBezTo>
                  <a:pt x="148621" y="35286"/>
                  <a:pt x="145484" y="30160"/>
                  <a:pt x="139209" y="25409"/>
                </a:cubicBezTo>
                <a:cubicBezTo>
                  <a:pt x="133451" y="21054"/>
                  <a:pt x="127415" y="18541"/>
                  <a:pt x="121101" y="17868"/>
                </a:cubicBezTo>
                <a:close/>
                <a:moveTo>
                  <a:pt x="204316" y="98643"/>
                </a:moveTo>
                <a:cubicBezTo>
                  <a:pt x="195341" y="98643"/>
                  <a:pt x="188074" y="96398"/>
                  <a:pt x="182515" y="91906"/>
                </a:cubicBezTo>
                <a:cubicBezTo>
                  <a:pt x="176439" y="86938"/>
                  <a:pt x="173401" y="79981"/>
                  <a:pt x="173401" y="71037"/>
                </a:cubicBezTo>
                <a:cubicBezTo>
                  <a:pt x="173401" y="60704"/>
                  <a:pt x="175903" y="52039"/>
                  <a:pt x="180906" y="45044"/>
                </a:cubicBezTo>
                <a:cubicBezTo>
                  <a:pt x="186347" y="37412"/>
                  <a:pt x="193614" y="33596"/>
                  <a:pt x="202708" y="33596"/>
                </a:cubicBezTo>
                <a:cubicBezTo>
                  <a:pt x="209300" y="33596"/>
                  <a:pt x="214681" y="34708"/>
                  <a:pt x="218850" y="36932"/>
                </a:cubicBezTo>
                <a:cubicBezTo>
                  <a:pt x="223973" y="39672"/>
                  <a:pt x="226535" y="43881"/>
                  <a:pt x="226535" y="49560"/>
                </a:cubicBezTo>
                <a:cubicBezTo>
                  <a:pt x="226535" y="53531"/>
                  <a:pt x="224291" y="57145"/>
                  <a:pt x="219804" y="60401"/>
                </a:cubicBezTo>
                <a:cubicBezTo>
                  <a:pt x="217818" y="61831"/>
                  <a:pt x="213609" y="64054"/>
                  <a:pt x="207175" y="67073"/>
                </a:cubicBezTo>
                <a:lnTo>
                  <a:pt x="184421" y="77854"/>
                </a:lnTo>
                <a:cubicBezTo>
                  <a:pt x="186645" y="81150"/>
                  <a:pt x="189414" y="83632"/>
                  <a:pt x="192730" y="85300"/>
                </a:cubicBezTo>
                <a:cubicBezTo>
                  <a:pt x="196046" y="86968"/>
                  <a:pt x="199908" y="87802"/>
                  <a:pt x="204316" y="87802"/>
                </a:cubicBezTo>
                <a:cubicBezTo>
                  <a:pt x="207056" y="87802"/>
                  <a:pt x="210273" y="87286"/>
                  <a:pt x="213966" y="86253"/>
                </a:cubicBezTo>
                <a:cubicBezTo>
                  <a:pt x="218652" y="84943"/>
                  <a:pt x="221670" y="83225"/>
                  <a:pt x="223020" y="81101"/>
                </a:cubicBezTo>
                <a:cubicBezTo>
                  <a:pt x="224370" y="78976"/>
                  <a:pt x="225820" y="77914"/>
                  <a:pt x="227369" y="77914"/>
                </a:cubicBezTo>
                <a:cubicBezTo>
                  <a:pt x="228758" y="77914"/>
                  <a:pt x="229999" y="78442"/>
                  <a:pt x="231091" y="79498"/>
                </a:cubicBezTo>
                <a:cubicBezTo>
                  <a:pt x="232184" y="80553"/>
                  <a:pt x="232730" y="81777"/>
                  <a:pt x="232730" y="83171"/>
                </a:cubicBezTo>
                <a:cubicBezTo>
                  <a:pt x="232730" y="87591"/>
                  <a:pt x="229175" y="91394"/>
                  <a:pt x="222067" y="94581"/>
                </a:cubicBezTo>
                <a:cubicBezTo>
                  <a:pt x="215991" y="97289"/>
                  <a:pt x="210074" y="98643"/>
                  <a:pt x="204316" y="98643"/>
                </a:cubicBezTo>
                <a:moveTo>
                  <a:pt x="202708" y="44318"/>
                </a:moveTo>
                <a:cubicBezTo>
                  <a:pt x="197863" y="44318"/>
                  <a:pt x="193832" y="46194"/>
                  <a:pt x="190616" y="49947"/>
                </a:cubicBezTo>
                <a:cubicBezTo>
                  <a:pt x="187399" y="53700"/>
                  <a:pt x="184997" y="59349"/>
                  <a:pt x="183408" y="66894"/>
                </a:cubicBezTo>
                <a:lnTo>
                  <a:pt x="201695" y="58197"/>
                </a:lnTo>
                <a:cubicBezTo>
                  <a:pt x="208883" y="54702"/>
                  <a:pt x="214006" y="51665"/>
                  <a:pt x="217063" y="49083"/>
                </a:cubicBezTo>
                <a:cubicBezTo>
                  <a:pt x="213648" y="45906"/>
                  <a:pt x="208863" y="44318"/>
                  <a:pt x="202708" y="44318"/>
                </a:cubicBezTo>
                <a:close/>
                <a:moveTo>
                  <a:pt x="289771" y="100192"/>
                </a:moveTo>
                <a:cubicBezTo>
                  <a:pt x="286355" y="100192"/>
                  <a:pt x="284429" y="98322"/>
                  <a:pt x="283993" y="94581"/>
                </a:cubicBezTo>
                <a:lnTo>
                  <a:pt x="282325" y="81508"/>
                </a:lnTo>
                <a:cubicBezTo>
                  <a:pt x="281769" y="76852"/>
                  <a:pt x="281491" y="72494"/>
                  <a:pt x="281491" y="68435"/>
                </a:cubicBezTo>
                <a:cubicBezTo>
                  <a:pt x="281491" y="67321"/>
                  <a:pt x="281560" y="65431"/>
                  <a:pt x="281699" y="62765"/>
                </a:cubicBezTo>
                <a:cubicBezTo>
                  <a:pt x="281838" y="60098"/>
                  <a:pt x="281908" y="58208"/>
                  <a:pt x="281908" y="57093"/>
                </a:cubicBezTo>
                <a:cubicBezTo>
                  <a:pt x="281908" y="48497"/>
                  <a:pt x="280319" y="44199"/>
                  <a:pt x="277142" y="44199"/>
                </a:cubicBezTo>
                <a:cubicBezTo>
                  <a:pt x="272695" y="44199"/>
                  <a:pt x="268446" y="46843"/>
                  <a:pt x="264395" y="52130"/>
                </a:cubicBezTo>
                <a:cubicBezTo>
                  <a:pt x="260742" y="56941"/>
                  <a:pt x="257882" y="63023"/>
                  <a:pt x="255817" y="70377"/>
                </a:cubicBezTo>
                <a:cubicBezTo>
                  <a:pt x="255738" y="71928"/>
                  <a:pt x="255559" y="73876"/>
                  <a:pt x="255281" y="76222"/>
                </a:cubicBezTo>
                <a:cubicBezTo>
                  <a:pt x="255043" y="78210"/>
                  <a:pt x="254924" y="80138"/>
                  <a:pt x="254924" y="82005"/>
                </a:cubicBezTo>
                <a:cubicBezTo>
                  <a:pt x="254924" y="83198"/>
                  <a:pt x="255043" y="84987"/>
                  <a:pt x="255281" y="87372"/>
                </a:cubicBezTo>
                <a:cubicBezTo>
                  <a:pt x="255520" y="89757"/>
                  <a:pt x="255639" y="91546"/>
                  <a:pt x="255639" y="92738"/>
                </a:cubicBezTo>
                <a:cubicBezTo>
                  <a:pt x="255639" y="94528"/>
                  <a:pt x="255093" y="95979"/>
                  <a:pt x="254001" y="97092"/>
                </a:cubicBezTo>
                <a:cubicBezTo>
                  <a:pt x="252909" y="98206"/>
                  <a:pt x="251509" y="98762"/>
                  <a:pt x="249801" y="98762"/>
                </a:cubicBezTo>
                <a:cubicBezTo>
                  <a:pt x="248054" y="98762"/>
                  <a:pt x="246644" y="98205"/>
                  <a:pt x="245572" y="97091"/>
                </a:cubicBezTo>
                <a:cubicBezTo>
                  <a:pt x="244500" y="95977"/>
                  <a:pt x="243964" y="94525"/>
                  <a:pt x="243964" y="92735"/>
                </a:cubicBezTo>
                <a:cubicBezTo>
                  <a:pt x="243964" y="91542"/>
                  <a:pt x="243835" y="89753"/>
                  <a:pt x="243576" y="87366"/>
                </a:cubicBezTo>
                <a:cubicBezTo>
                  <a:pt x="243318" y="84979"/>
                  <a:pt x="243189" y="83188"/>
                  <a:pt x="243189" y="81994"/>
                </a:cubicBezTo>
                <a:cubicBezTo>
                  <a:pt x="243189" y="77896"/>
                  <a:pt x="243477" y="72218"/>
                  <a:pt x="244053" y="64958"/>
                </a:cubicBezTo>
                <a:cubicBezTo>
                  <a:pt x="244629" y="57698"/>
                  <a:pt x="244917" y="52019"/>
                  <a:pt x="244917" y="47922"/>
                </a:cubicBezTo>
                <a:cubicBezTo>
                  <a:pt x="244917" y="46648"/>
                  <a:pt x="244847" y="44759"/>
                  <a:pt x="244708" y="42254"/>
                </a:cubicBezTo>
                <a:cubicBezTo>
                  <a:pt x="244569" y="39747"/>
                  <a:pt x="244500" y="37857"/>
                  <a:pt x="244500" y="36585"/>
                </a:cubicBezTo>
                <a:cubicBezTo>
                  <a:pt x="244500" y="34874"/>
                  <a:pt x="245066" y="33472"/>
                  <a:pt x="246197" y="32378"/>
                </a:cubicBezTo>
                <a:cubicBezTo>
                  <a:pt x="247329" y="31284"/>
                  <a:pt x="248729" y="30737"/>
                  <a:pt x="250397" y="30737"/>
                </a:cubicBezTo>
                <a:cubicBezTo>
                  <a:pt x="254050" y="30737"/>
                  <a:pt x="256056" y="33328"/>
                  <a:pt x="256413" y="38512"/>
                </a:cubicBezTo>
                <a:lnTo>
                  <a:pt x="256592" y="45509"/>
                </a:lnTo>
                <a:cubicBezTo>
                  <a:pt x="263263" y="36614"/>
                  <a:pt x="270114" y="32166"/>
                  <a:pt x="277142" y="32166"/>
                </a:cubicBezTo>
                <a:cubicBezTo>
                  <a:pt x="283496" y="32166"/>
                  <a:pt x="287924" y="34971"/>
                  <a:pt x="290426" y="40580"/>
                </a:cubicBezTo>
                <a:cubicBezTo>
                  <a:pt x="292133" y="44319"/>
                  <a:pt x="293067" y="49849"/>
                  <a:pt x="293226" y="57169"/>
                </a:cubicBezTo>
                <a:lnTo>
                  <a:pt x="293226" y="63195"/>
                </a:lnTo>
                <a:lnTo>
                  <a:pt x="293166" y="68744"/>
                </a:lnTo>
                <a:cubicBezTo>
                  <a:pt x="293166" y="72046"/>
                  <a:pt x="293593" y="76313"/>
                  <a:pt x="294447" y="81545"/>
                </a:cubicBezTo>
                <a:cubicBezTo>
                  <a:pt x="295300" y="86776"/>
                  <a:pt x="295727" y="91022"/>
                  <a:pt x="295727" y="94284"/>
                </a:cubicBezTo>
                <a:cubicBezTo>
                  <a:pt x="295727" y="96035"/>
                  <a:pt x="295161" y="97457"/>
                  <a:pt x="294030" y="98550"/>
                </a:cubicBezTo>
                <a:cubicBezTo>
                  <a:pt x="292898" y="99645"/>
                  <a:pt x="291478" y="100192"/>
                  <a:pt x="289771" y="100192"/>
                </a:cubicBezTo>
                <a:close/>
                <a:moveTo>
                  <a:pt x="353798" y="99834"/>
                </a:moveTo>
                <a:cubicBezTo>
                  <a:pt x="353043" y="99834"/>
                  <a:pt x="351673" y="98953"/>
                  <a:pt x="349688" y="97191"/>
                </a:cubicBezTo>
                <a:cubicBezTo>
                  <a:pt x="347901" y="95549"/>
                  <a:pt x="346570" y="94087"/>
                  <a:pt x="345697" y="92805"/>
                </a:cubicBezTo>
                <a:cubicBezTo>
                  <a:pt x="341884" y="94890"/>
                  <a:pt x="338529" y="96464"/>
                  <a:pt x="335630" y="97526"/>
                </a:cubicBezTo>
                <a:cubicBezTo>
                  <a:pt x="332731" y="98588"/>
                  <a:pt x="330308" y="99120"/>
                  <a:pt x="328363" y="99120"/>
                </a:cubicBezTo>
                <a:cubicBezTo>
                  <a:pt x="319070" y="99120"/>
                  <a:pt x="312299" y="96499"/>
                  <a:pt x="308050" y="91257"/>
                </a:cubicBezTo>
                <a:cubicBezTo>
                  <a:pt x="304039" y="86333"/>
                  <a:pt x="302034" y="78787"/>
                  <a:pt x="302034" y="68621"/>
                </a:cubicBezTo>
                <a:cubicBezTo>
                  <a:pt x="302034" y="59011"/>
                  <a:pt x="305340" y="50791"/>
                  <a:pt x="311952" y="43960"/>
                </a:cubicBezTo>
                <a:cubicBezTo>
                  <a:pt x="318564" y="37130"/>
                  <a:pt x="326456" y="33715"/>
                  <a:pt x="335630" y="33715"/>
                </a:cubicBezTo>
                <a:cubicBezTo>
                  <a:pt x="339085" y="33715"/>
                  <a:pt x="342956" y="34608"/>
                  <a:pt x="347245" y="36395"/>
                </a:cubicBezTo>
                <a:cubicBezTo>
                  <a:pt x="352646" y="38619"/>
                  <a:pt x="355346" y="41300"/>
                  <a:pt x="355346" y="44437"/>
                </a:cubicBezTo>
                <a:cubicBezTo>
                  <a:pt x="355346" y="45509"/>
                  <a:pt x="354949" y="46462"/>
                  <a:pt x="354155" y="47296"/>
                </a:cubicBezTo>
                <a:cubicBezTo>
                  <a:pt x="353758" y="48805"/>
                  <a:pt x="353450" y="51287"/>
                  <a:pt x="353232" y="54742"/>
                </a:cubicBezTo>
                <a:cubicBezTo>
                  <a:pt x="353013" y="58197"/>
                  <a:pt x="352884" y="62625"/>
                  <a:pt x="352845" y="68026"/>
                </a:cubicBezTo>
                <a:cubicBezTo>
                  <a:pt x="352805" y="72950"/>
                  <a:pt x="353142" y="76842"/>
                  <a:pt x="353857" y="79701"/>
                </a:cubicBezTo>
                <a:cubicBezTo>
                  <a:pt x="354254" y="81448"/>
                  <a:pt x="355505" y="84943"/>
                  <a:pt x="357610" y="90185"/>
                </a:cubicBezTo>
                <a:cubicBezTo>
                  <a:pt x="357888" y="90899"/>
                  <a:pt x="358345" y="91952"/>
                  <a:pt x="358980" y="93342"/>
                </a:cubicBezTo>
                <a:lnTo>
                  <a:pt x="359337" y="94354"/>
                </a:lnTo>
                <a:cubicBezTo>
                  <a:pt x="359337" y="95943"/>
                  <a:pt x="358781" y="97253"/>
                  <a:pt x="357670" y="98286"/>
                </a:cubicBezTo>
                <a:cubicBezTo>
                  <a:pt x="356558" y="99318"/>
                  <a:pt x="355267" y="99834"/>
                  <a:pt x="353798" y="99834"/>
                </a:cubicBezTo>
                <a:moveTo>
                  <a:pt x="341408" y="58458"/>
                </a:moveTo>
                <a:cubicBezTo>
                  <a:pt x="341408" y="56754"/>
                  <a:pt x="341517" y="54902"/>
                  <a:pt x="341735" y="52903"/>
                </a:cubicBezTo>
                <a:cubicBezTo>
                  <a:pt x="341954" y="50903"/>
                  <a:pt x="342281" y="48774"/>
                  <a:pt x="342718" y="46516"/>
                </a:cubicBezTo>
                <a:cubicBezTo>
                  <a:pt x="341249" y="45763"/>
                  <a:pt x="339988" y="45208"/>
                  <a:pt x="338936" y="44852"/>
                </a:cubicBezTo>
                <a:cubicBezTo>
                  <a:pt x="337883" y="44496"/>
                  <a:pt x="337039" y="44318"/>
                  <a:pt x="336404" y="44318"/>
                </a:cubicBezTo>
                <a:cubicBezTo>
                  <a:pt x="330249" y="44318"/>
                  <a:pt x="324937" y="46823"/>
                  <a:pt x="320470" y="51833"/>
                </a:cubicBezTo>
                <a:cubicBezTo>
                  <a:pt x="316002" y="56842"/>
                  <a:pt x="313769" y="62615"/>
                  <a:pt x="313769" y="69150"/>
                </a:cubicBezTo>
                <a:cubicBezTo>
                  <a:pt x="313769" y="75645"/>
                  <a:pt x="314920" y="80517"/>
                  <a:pt x="317223" y="83764"/>
                </a:cubicBezTo>
                <a:cubicBezTo>
                  <a:pt x="319527" y="87012"/>
                  <a:pt x="322982" y="88636"/>
                  <a:pt x="327588" y="88636"/>
                </a:cubicBezTo>
                <a:cubicBezTo>
                  <a:pt x="331400" y="88636"/>
                  <a:pt x="334637" y="87943"/>
                  <a:pt x="337298" y="86557"/>
                </a:cubicBezTo>
                <a:cubicBezTo>
                  <a:pt x="338727" y="85805"/>
                  <a:pt x="340733" y="84300"/>
                  <a:pt x="343314" y="82042"/>
                </a:cubicBezTo>
                <a:cubicBezTo>
                  <a:pt x="342043" y="71546"/>
                  <a:pt x="341408" y="63685"/>
                  <a:pt x="341408" y="58458"/>
                </a:cubicBezTo>
                <a:close/>
                <a:moveTo>
                  <a:pt x="381845" y="20491"/>
                </a:moveTo>
                <a:cubicBezTo>
                  <a:pt x="379939" y="20491"/>
                  <a:pt x="378291" y="19816"/>
                  <a:pt x="376901" y="18466"/>
                </a:cubicBezTo>
                <a:cubicBezTo>
                  <a:pt x="375511" y="17116"/>
                  <a:pt x="374816" y="15487"/>
                  <a:pt x="374816" y="13581"/>
                </a:cubicBezTo>
                <a:cubicBezTo>
                  <a:pt x="374816" y="11675"/>
                  <a:pt x="375511" y="10047"/>
                  <a:pt x="376901" y="8697"/>
                </a:cubicBezTo>
                <a:cubicBezTo>
                  <a:pt x="378291" y="7347"/>
                  <a:pt x="379939" y="6672"/>
                  <a:pt x="381845" y="6672"/>
                </a:cubicBezTo>
                <a:cubicBezTo>
                  <a:pt x="383751" y="6672"/>
                  <a:pt x="385389" y="7347"/>
                  <a:pt x="386760" y="8697"/>
                </a:cubicBezTo>
                <a:cubicBezTo>
                  <a:pt x="388130" y="10047"/>
                  <a:pt x="388815" y="11675"/>
                  <a:pt x="388815" y="13581"/>
                </a:cubicBezTo>
                <a:cubicBezTo>
                  <a:pt x="388815" y="15487"/>
                  <a:pt x="388130" y="17116"/>
                  <a:pt x="386760" y="18466"/>
                </a:cubicBezTo>
                <a:cubicBezTo>
                  <a:pt x="385389" y="19816"/>
                  <a:pt x="383751" y="20491"/>
                  <a:pt x="381845" y="20491"/>
                </a:cubicBezTo>
                <a:moveTo>
                  <a:pt x="384526" y="68893"/>
                </a:moveTo>
                <a:cubicBezTo>
                  <a:pt x="384526" y="71278"/>
                  <a:pt x="384595" y="74846"/>
                  <a:pt x="384734" y="79596"/>
                </a:cubicBezTo>
                <a:cubicBezTo>
                  <a:pt x="384873" y="84346"/>
                  <a:pt x="384943" y="87913"/>
                  <a:pt x="384943" y="90298"/>
                </a:cubicBezTo>
                <a:cubicBezTo>
                  <a:pt x="384943" y="92047"/>
                  <a:pt x="384407" y="93477"/>
                  <a:pt x="383334" y="94591"/>
                </a:cubicBezTo>
                <a:cubicBezTo>
                  <a:pt x="382262" y="95704"/>
                  <a:pt x="380852" y="96260"/>
                  <a:pt x="379105" y="96260"/>
                </a:cubicBezTo>
                <a:cubicBezTo>
                  <a:pt x="377398" y="96260"/>
                  <a:pt x="375998" y="95704"/>
                  <a:pt x="374906" y="94591"/>
                </a:cubicBezTo>
                <a:cubicBezTo>
                  <a:pt x="373814" y="93477"/>
                  <a:pt x="373268" y="92047"/>
                  <a:pt x="373268" y="90298"/>
                </a:cubicBezTo>
                <a:cubicBezTo>
                  <a:pt x="373268" y="87913"/>
                  <a:pt x="373198" y="84346"/>
                  <a:pt x="373059" y="79596"/>
                </a:cubicBezTo>
                <a:cubicBezTo>
                  <a:pt x="372920" y="74846"/>
                  <a:pt x="372851" y="71278"/>
                  <a:pt x="372851" y="68893"/>
                </a:cubicBezTo>
                <a:cubicBezTo>
                  <a:pt x="372851" y="65156"/>
                  <a:pt x="373049" y="60496"/>
                  <a:pt x="373446" y="54912"/>
                </a:cubicBezTo>
                <a:cubicBezTo>
                  <a:pt x="373843" y="49326"/>
                  <a:pt x="374042" y="44665"/>
                  <a:pt x="374042" y="40928"/>
                </a:cubicBezTo>
                <a:cubicBezTo>
                  <a:pt x="374042" y="39140"/>
                  <a:pt x="374588" y="37689"/>
                  <a:pt x="375680" y="36576"/>
                </a:cubicBezTo>
                <a:cubicBezTo>
                  <a:pt x="376772" y="35463"/>
                  <a:pt x="378172" y="34906"/>
                  <a:pt x="379880" y="34906"/>
                </a:cubicBezTo>
                <a:cubicBezTo>
                  <a:pt x="381587" y="34906"/>
                  <a:pt x="382987" y="35463"/>
                  <a:pt x="384079" y="36576"/>
                </a:cubicBezTo>
                <a:cubicBezTo>
                  <a:pt x="385171" y="37689"/>
                  <a:pt x="385717" y="39140"/>
                  <a:pt x="385717" y="40928"/>
                </a:cubicBezTo>
                <a:cubicBezTo>
                  <a:pt x="385717" y="44665"/>
                  <a:pt x="385519" y="49326"/>
                  <a:pt x="385121" y="54912"/>
                </a:cubicBezTo>
                <a:cubicBezTo>
                  <a:pt x="384724" y="60496"/>
                  <a:pt x="384526" y="65156"/>
                  <a:pt x="384526" y="68893"/>
                </a:cubicBezTo>
                <a:close/>
                <a:moveTo>
                  <a:pt x="445566" y="50036"/>
                </a:moveTo>
                <a:cubicBezTo>
                  <a:pt x="443381" y="50036"/>
                  <a:pt x="441852" y="49307"/>
                  <a:pt x="440979" y="47847"/>
                </a:cubicBezTo>
                <a:cubicBezTo>
                  <a:pt x="440383" y="46822"/>
                  <a:pt x="439867" y="44693"/>
                  <a:pt x="439430" y="41459"/>
                </a:cubicBezTo>
                <a:cubicBezTo>
                  <a:pt x="436452" y="42212"/>
                  <a:pt x="431865" y="43600"/>
                  <a:pt x="425670" y="45623"/>
                </a:cubicBezTo>
                <a:cubicBezTo>
                  <a:pt x="419277" y="48162"/>
                  <a:pt x="416060" y="51295"/>
                  <a:pt x="416020" y="55023"/>
                </a:cubicBezTo>
                <a:cubicBezTo>
                  <a:pt x="417212" y="55460"/>
                  <a:pt x="418383" y="55778"/>
                  <a:pt x="419535" y="55976"/>
                </a:cubicBezTo>
                <a:cubicBezTo>
                  <a:pt x="428668" y="57602"/>
                  <a:pt x="435459" y="59843"/>
                  <a:pt x="439907" y="62700"/>
                </a:cubicBezTo>
                <a:cubicBezTo>
                  <a:pt x="446380" y="66866"/>
                  <a:pt x="449616" y="72896"/>
                  <a:pt x="449616" y="80792"/>
                </a:cubicBezTo>
                <a:cubicBezTo>
                  <a:pt x="449616" y="87258"/>
                  <a:pt x="446816" y="92138"/>
                  <a:pt x="441217" y="95430"/>
                </a:cubicBezTo>
                <a:cubicBezTo>
                  <a:pt x="436571" y="98128"/>
                  <a:pt x="430694" y="99477"/>
                  <a:pt x="423585" y="99477"/>
                </a:cubicBezTo>
                <a:cubicBezTo>
                  <a:pt x="418383" y="99477"/>
                  <a:pt x="413419" y="98603"/>
                  <a:pt x="408693" y="96856"/>
                </a:cubicBezTo>
                <a:cubicBezTo>
                  <a:pt x="402578" y="94632"/>
                  <a:pt x="399520" y="91535"/>
                  <a:pt x="399520" y="87564"/>
                </a:cubicBezTo>
                <a:cubicBezTo>
                  <a:pt x="399520" y="85975"/>
                  <a:pt x="400146" y="84585"/>
                  <a:pt x="401397" y="83394"/>
                </a:cubicBezTo>
                <a:cubicBezTo>
                  <a:pt x="402647" y="82203"/>
                  <a:pt x="404067" y="81607"/>
                  <a:pt x="405656" y="81607"/>
                </a:cubicBezTo>
                <a:cubicBezTo>
                  <a:pt x="406887" y="81607"/>
                  <a:pt x="408475" y="82560"/>
                  <a:pt x="410421" y="84466"/>
                </a:cubicBezTo>
                <a:cubicBezTo>
                  <a:pt x="411374" y="85379"/>
                  <a:pt x="413518" y="86134"/>
                  <a:pt x="416854" y="86730"/>
                </a:cubicBezTo>
                <a:cubicBezTo>
                  <a:pt x="419515" y="87206"/>
                  <a:pt x="421759" y="87444"/>
                  <a:pt x="423585" y="87444"/>
                </a:cubicBezTo>
                <a:cubicBezTo>
                  <a:pt x="426921" y="87444"/>
                  <a:pt x="429860" y="87048"/>
                  <a:pt x="432401" y="86255"/>
                </a:cubicBezTo>
                <a:cubicBezTo>
                  <a:pt x="436094" y="85105"/>
                  <a:pt x="437941" y="83280"/>
                  <a:pt x="437941" y="80782"/>
                </a:cubicBezTo>
                <a:cubicBezTo>
                  <a:pt x="437941" y="75388"/>
                  <a:pt x="434168" y="71739"/>
                  <a:pt x="426623" y="69835"/>
                </a:cubicBezTo>
                <a:lnTo>
                  <a:pt x="420428" y="68465"/>
                </a:lnTo>
                <a:cubicBezTo>
                  <a:pt x="415147" y="67312"/>
                  <a:pt x="411394" y="65961"/>
                  <a:pt x="409170" y="64411"/>
                </a:cubicBezTo>
                <a:cubicBezTo>
                  <a:pt x="405953" y="62186"/>
                  <a:pt x="404345" y="58829"/>
                  <a:pt x="404345" y="54340"/>
                </a:cubicBezTo>
                <a:cubicBezTo>
                  <a:pt x="404345" y="46035"/>
                  <a:pt x="408257" y="40115"/>
                  <a:pt x="416080" y="36578"/>
                </a:cubicBezTo>
                <a:cubicBezTo>
                  <a:pt x="418462" y="35506"/>
                  <a:pt x="422275" y="34225"/>
                  <a:pt x="427517" y="32736"/>
                </a:cubicBezTo>
                <a:cubicBezTo>
                  <a:pt x="432759" y="31245"/>
                  <a:pt x="436511" y="29983"/>
                  <a:pt x="438775" y="28950"/>
                </a:cubicBezTo>
                <a:cubicBezTo>
                  <a:pt x="440403" y="28235"/>
                  <a:pt x="442170" y="27877"/>
                  <a:pt x="444076" y="27877"/>
                </a:cubicBezTo>
                <a:cubicBezTo>
                  <a:pt x="445784" y="27877"/>
                  <a:pt x="447184" y="28433"/>
                  <a:pt x="448276" y="29545"/>
                </a:cubicBezTo>
                <a:cubicBezTo>
                  <a:pt x="449368" y="30657"/>
                  <a:pt x="449914" y="32107"/>
                  <a:pt x="449914" y="33894"/>
                </a:cubicBezTo>
                <a:cubicBezTo>
                  <a:pt x="449914" y="35045"/>
                  <a:pt x="450162" y="36733"/>
                  <a:pt x="450658" y="38957"/>
                </a:cubicBezTo>
                <a:cubicBezTo>
                  <a:pt x="451155" y="41181"/>
                  <a:pt x="451403" y="42868"/>
                  <a:pt x="451403" y="44020"/>
                </a:cubicBezTo>
                <a:cubicBezTo>
                  <a:pt x="451403" y="45807"/>
                  <a:pt x="450857" y="47257"/>
                  <a:pt x="449765" y="48368"/>
                </a:cubicBezTo>
                <a:cubicBezTo>
                  <a:pt x="448673" y="49480"/>
                  <a:pt x="447273" y="50036"/>
                  <a:pt x="445566" y="50036"/>
                </a:cubicBezTo>
                <a:close/>
                <a:moveTo>
                  <a:pt x="504367" y="50036"/>
                </a:moveTo>
                <a:cubicBezTo>
                  <a:pt x="502183" y="50036"/>
                  <a:pt x="500654" y="49307"/>
                  <a:pt x="499780" y="47847"/>
                </a:cubicBezTo>
                <a:cubicBezTo>
                  <a:pt x="499185" y="46822"/>
                  <a:pt x="498669" y="44693"/>
                  <a:pt x="498232" y="41459"/>
                </a:cubicBezTo>
                <a:cubicBezTo>
                  <a:pt x="495253" y="42212"/>
                  <a:pt x="490667" y="43600"/>
                  <a:pt x="484472" y="45623"/>
                </a:cubicBezTo>
                <a:cubicBezTo>
                  <a:pt x="478078" y="48162"/>
                  <a:pt x="474862" y="51295"/>
                  <a:pt x="474822" y="55023"/>
                </a:cubicBezTo>
                <a:cubicBezTo>
                  <a:pt x="476013" y="55460"/>
                  <a:pt x="477185" y="55778"/>
                  <a:pt x="478336" y="55976"/>
                </a:cubicBezTo>
                <a:cubicBezTo>
                  <a:pt x="487470" y="57602"/>
                  <a:pt x="494261" y="59843"/>
                  <a:pt x="498708" y="62700"/>
                </a:cubicBezTo>
                <a:cubicBezTo>
                  <a:pt x="505181" y="66866"/>
                  <a:pt x="508418" y="72896"/>
                  <a:pt x="508418" y="80792"/>
                </a:cubicBezTo>
                <a:cubicBezTo>
                  <a:pt x="508418" y="87258"/>
                  <a:pt x="505618" y="92138"/>
                  <a:pt x="500019" y="95430"/>
                </a:cubicBezTo>
                <a:cubicBezTo>
                  <a:pt x="495373" y="98128"/>
                  <a:pt x="489495" y="99477"/>
                  <a:pt x="482387" y="99477"/>
                </a:cubicBezTo>
                <a:cubicBezTo>
                  <a:pt x="477185" y="99477"/>
                  <a:pt x="472221" y="98603"/>
                  <a:pt x="467495" y="96856"/>
                </a:cubicBezTo>
                <a:cubicBezTo>
                  <a:pt x="461380" y="94632"/>
                  <a:pt x="458322" y="91535"/>
                  <a:pt x="458322" y="87564"/>
                </a:cubicBezTo>
                <a:cubicBezTo>
                  <a:pt x="458322" y="85975"/>
                  <a:pt x="458947" y="84585"/>
                  <a:pt x="460198" y="83394"/>
                </a:cubicBezTo>
                <a:cubicBezTo>
                  <a:pt x="461449" y="82203"/>
                  <a:pt x="462869" y="81607"/>
                  <a:pt x="464457" y="81607"/>
                </a:cubicBezTo>
                <a:cubicBezTo>
                  <a:pt x="465688" y="81607"/>
                  <a:pt x="467277" y="82560"/>
                  <a:pt x="469223" y="84466"/>
                </a:cubicBezTo>
                <a:cubicBezTo>
                  <a:pt x="470176" y="85379"/>
                  <a:pt x="472320" y="86134"/>
                  <a:pt x="475656" y="86730"/>
                </a:cubicBezTo>
                <a:cubicBezTo>
                  <a:pt x="478316" y="87206"/>
                  <a:pt x="480560" y="87444"/>
                  <a:pt x="482387" y="87444"/>
                </a:cubicBezTo>
                <a:cubicBezTo>
                  <a:pt x="485723" y="87444"/>
                  <a:pt x="488661" y="87048"/>
                  <a:pt x="491203" y="86255"/>
                </a:cubicBezTo>
                <a:cubicBezTo>
                  <a:pt x="494896" y="85105"/>
                  <a:pt x="496743" y="83280"/>
                  <a:pt x="496743" y="80782"/>
                </a:cubicBezTo>
                <a:cubicBezTo>
                  <a:pt x="496743" y="75388"/>
                  <a:pt x="492970" y="71739"/>
                  <a:pt x="485425" y="69835"/>
                </a:cubicBezTo>
                <a:lnTo>
                  <a:pt x="479230" y="68465"/>
                </a:lnTo>
                <a:cubicBezTo>
                  <a:pt x="473948" y="67312"/>
                  <a:pt x="470196" y="65961"/>
                  <a:pt x="467972" y="64411"/>
                </a:cubicBezTo>
                <a:cubicBezTo>
                  <a:pt x="464755" y="62186"/>
                  <a:pt x="463147" y="58829"/>
                  <a:pt x="463147" y="54340"/>
                </a:cubicBezTo>
                <a:cubicBezTo>
                  <a:pt x="463147" y="46035"/>
                  <a:pt x="467058" y="40115"/>
                  <a:pt x="474881" y="36578"/>
                </a:cubicBezTo>
                <a:cubicBezTo>
                  <a:pt x="477264" y="35506"/>
                  <a:pt x="481076" y="34225"/>
                  <a:pt x="486318" y="32736"/>
                </a:cubicBezTo>
                <a:cubicBezTo>
                  <a:pt x="491560" y="31245"/>
                  <a:pt x="495313" y="29983"/>
                  <a:pt x="497576" y="28950"/>
                </a:cubicBezTo>
                <a:cubicBezTo>
                  <a:pt x="499205" y="28235"/>
                  <a:pt x="500972" y="27877"/>
                  <a:pt x="502878" y="27877"/>
                </a:cubicBezTo>
                <a:cubicBezTo>
                  <a:pt x="504586" y="27877"/>
                  <a:pt x="505985" y="28433"/>
                  <a:pt x="507077" y="29545"/>
                </a:cubicBezTo>
                <a:cubicBezTo>
                  <a:pt x="508170" y="30657"/>
                  <a:pt x="508716" y="32107"/>
                  <a:pt x="508716" y="33894"/>
                </a:cubicBezTo>
                <a:cubicBezTo>
                  <a:pt x="508716" y="35045"/>
                  <a:pt x="508964" y="36733"/>
                  <a:pt x="509460" y="38957"/>
                </a:cubicBezTo>
                <a:cubicBezTo>
                  <a:pt x="509957" y="41181"/>
                  <a:pt x="510205" y="42868"/>
                  <a:pt x="510205" y="44020"/>
                </a:cubicBezTo>
                <a:cubicBezTo>
                  <a:pt x="510205" y="45807"/>
                  <a:pt x="509659" y="47257"/>
                  <a:pt x="508567" y="48368"/>
                </a:cubicBezTo>
                <a:cubicBezTo>
                  <a:pt x="507475" y="49480"/>
                  <a:pt x="506075" y="50036"/>
                  <a:pt x="504367" y="50036"/>
                </a:cubicBezTo>
                <a:close/>
                <a:moveTo>
                  <a:pt x="530499" y="101502"/>
                </a:moveTo>
                <a:cubicBezTo>
                  <a:pt x="528434" y="101502"/>
                  <a:pt x="526687" y="100787"/>
                  <a:pt x="525257" y="99358"/>
                </a:cubicBezTo>
                <a:cubicBezTo>
                  <a:pt x="523827" y="97928"/>
                  <a:pt x="523113" y="96181"/>
                  <a:pt x="523113" y="94116"/>
                </a:cubicBezTo>
                <a:cubicBezTo>
                  <a:pt x="523113" y="92091"/>
                  <a:pt x="523827" y="90353"/>
                  <a:pt x="525257" y="88904"/>
                </a:cubicBezTo>
                <a:cubicBezTo>
                  <a:pt x="526687" y="87454"/>
                  <a:pt x="528434" y="86730"/>
                  <a:pt x="530499" y="86730"/>
                </a:cubicBezTo>
                <a:cubicBezTo>
                  <a:pt x="532524" y="86730"/>
                  <a:pt x="534262" y="87454"/>
                  <a:pt x="535711" y="88904"/>
                </a:cubicBezTo>
                <a:cubicBezTo>
                  <a:pt x="537161" y="90353"/>
                  <a:pt x="537885" y="92091"/>
                  <a:pt x="537885" y="94116"/>
                </a:cubicBezTo>
                <a:cubicBezTo>
                  <a:pt x="537885" y="96181"/>
                  <a:pt x="537161" y="97928"/>
                  <a:pt x="535711" y="99358"/>
                </a:cubicBezTo>
                <a:cubicBezTo>
                  <a:pt x="534262" y="100787"/>
                  <a:pt x="532524" y="101502"/>
                  <a:pt x="530499" y="101502"/>
                </a:cubicBezTo>
                <a:close/>
                <a:moveTo>
                  <a:pt x="656637" y="97690"/>
                </a:moveTo>
                <a:cubicBezTo>
                  <a:pt x="652984" y="97690"/>
                  <a:pt x="649807" y="93021"/>
                  <a:pt x="647107" y="83682"/>
                </a:cubicBezTo>
                <a:cubicBezTo>
                  <a:pt x="646074" y="80110"/>
                  <a:pt x="644783" y="73858"/>
                  <a:pt x="643235" y="64928"/>
                </a:cubicBezTo>
                <a:cubicBezTo>
                  <a:pt x="639184" y="65480"/>
                  <a:pt x="633883" y="66467"/>
                  <a:pt x="627330" y="67888"/>
                </a:cubicBezTo>
                <a:lnTo>
                  <a:pt x="611485" y="71144"/>
                </a:lnTo>
                <a:cubicBezTo>
                  <a:pt x="609500" y="76354"/>
                  <a:pt x="606105" y="83972"/>
                  <a:pt x="601300" y="93995"/>
                </a:cubicBezTo>
                <a:cubicBezTo>
                  <a:pt x="600029" y="96220"/>
                  <a:pt x="598301" y="97333"/>
                  <a:pt x="596117" y="97333"/>
                </a:cubicBezTo>
                <a:cubicBezTo>
                  <a:pt x="594529" y="97333"/>
                  <a:pt x="593109" y="96757"/>
                  <a:pt x="591858" y="95605"/>
                </a:cubicBezTo>
                <a:cubicBezTo>
                  <a:pt x="590607" y="94454"/>
                  <a:pt x="589982" y="93024"/>
                  <a:pt x="589982" y="91316"/>
                </a:cubicBezTo>
                <a:cubicBezTo>
                  <a:pt x="589982" y="89409"/>
                  <a:pt x="592980" y="82160"/>
                  <a:pt x="598976" y="69571"/>
                </a:cubicBezTo>
                <a:cubicBezTo>
                  <a:pt x="598301" y="68538"/>
                  <a:pt x="597964" y="67346"/>
                  <a:pt x="597964" y="65995"/>
                </a:cubicBezTo>
                <a:cubicBezTo>
                  <a:pt x="597964" y="62778"/>
                  <a:pt x="599910" y="60713"/>
                  <a:pt x="603801" y="59800"/>
                </a:cubicBezTo>
                <a:cubicBezTo>
                  <a:pt x="608328" y="51293"/>
                  <a:pt x="614047" y="41514"/>
                  <a:pt x="620957" y="30463"/>
                </a:cubicBezTo>
                <a:cubicBezTo>
                  <a:pt x="630368" y="15396"/>
                  <a:pt x="636226" y="7863"/>
                  <a:pt x="638529" y="7863"/>
                </a:cubicBezTo>
                <a:cubicBezTo>
                  <a:pt x="641666" y="7863"/>
                  <a:pt x="643811" y="10049"/>
                  <a:pt x="644962" y="14423"/>
                </a:cubicBezTo>
                <a:lnTo>
                  <a:pt x="648715" y="34450"/>
                </a:lnTo>
                <a:lnTo>
                  <a:pt x="657590" y="75874"/>
                </a:lnTo>
                <a:lnTo>
                  <a:pt x="660986" y="85267"/>
                </a:lnTo>
                <a:cubicBezTo>
                  <a:pt x="662137" y="88476"/>
                  <a:pt x="662713" y="90616"/>
                  <a:pt x="662713" y="91687"/>
                </a:cubicBezTo>
                <a:cubicBezTo>
                  <a:pt x="662713" y="93391"/>
                  <a:pt x="662098" y="94817"/>
                  <a:pt x="660867" y="95966"/>
                </a:cubicBezTo>
                <a:cubicBezTo>
                  <a:pt x="659636" y="97115"/>
                  <a:pt x="658226" y="97690"/>
                  <a:pt x="656637" y="97690"/>
                </a:cubicBezTo>
                <a:moveTo>
                  <a:pt x="635610" y="29627"/>
                </a:moveTo>
                <a:lnTo>
                  <a:pt x="618574" y="57097"/>
                </a:lnTo>
                <a:cubicBezTo>
                  <a:pt x="623379" y="55866"/>
                  <a:pt x="630666" y="54377"/>
                  <a:pt x="640435" y="52629"/>
                </a:cubicBezTo>
                <a:lnTo>
                  <a:pt x="635610" y="29627"/>
                </a:lnTo>
                <a:close/>
                <a:moveTo>
                  <a:pt x="694888" y="49083"/>
                </a:moveTo>
                <a:lnTo>
                  <a:pt x="693995" y="78723"/>
                </a:lnTo>
                <a:cubicBezTo>
                  <a:pt x="693995" y="81864"/>
                  <a:pt x="693836" y="86476"/>
                  <a:pt x="693518" y="92560"/>
                </a:cubicBezTo>
                <a:cubicBezTo>
                  <a:pt x="693121" y="96536"/>
                  <a:pt x="691175" y="98524"/>
                  <a:pt x="687680" y="98524"/>
                </a:cubicBezTo>
                <a:cubicBezTo>
                  <a:pt x="683789" y="98524"/>
                  <a:pt x="681843" y="96496"/>
                  <a:pt x="681843" y="92441"/>
                </a:cubicBezTo>
                <a:cubicBezTo>
                  <a:pt x="681843" y="87629"/>
                  <a:pt x="682061" y="80403"/>
                  <a:pt x="682498" y="70762"/>
                </a:cubicBezTo>
                <a:cubicBezTo>
                  <a:pt x="682935" y="61121"/>
                  <a:pt x="683153" y="53895"/>
                  <a:pt x="683153" y="49083"/>
                </a:cubicBezTo>
                <a:cubicBezTo>
                  <a:pt x="683153" y="42801"/>
                  <a:pt x="683253" y="35615"/>
                  <a:pt x="683451" y="27524"/>
                </a:cubicBezTo>
                <a:cubicBezTo>
                  <a:pt x="683650" y="19433"/>
                  <a:pt x="683749" y="12246"/>
                  <a:pt x="683749" y="5964"/>
                </a:cubicBezTo>
                <a:cubicBezTo>
                  <a:pt x="683749" y="1988"/>
                  <a:pt x="685695" y="0"/>
                  <a:pt x="689587" y="0"/>
                </a:cubicBezTo>
                <a:cubicBezTo>
                  <a:pt x="693518" y="0"/>
                  <a:pt x="695484" y="1988"/>
                  <a:pt x="695484" y="5964"/>
                </a:cubicBezTo>
                <a:cubicBezTo>
                  <a:pt x="695484" y="12246"/>
                  <a:pt x="695384" y="19433"/>
                  <a:pt x="695186" y="27524"/>
                </a:cubicBezTo>
                <a:cubicBezTo>
                  <a:pt x="694987" y="35615"/>
                  <a:pt x="694888" y="42801"/>
                  <a:pt x="694888" y="49083"/>
                </a:cubicBezTo>
                <a:close/>
                <a:moveTo>
                  <a:pt x="739377" y="99715"/>
                </a:moveTo>
                <a:cubicBezTo>
                  <a:pt x="731236" y="99715"/>
                  <a:pt x="724445" y="97249"/>
                  <a:pt x="719005" y="92316"/>
                </a:cubicBezTo>
                <a:cubicBezTo>
                  <a:pt x="713286" y="87145"/>
                  <a:pt x="710427" y="80322"/>
                  <a:pt x="710427" y="71847"/>
                </a:cubicBezTo>
                <a:cubicBezTo>
                  <a:pt x="710427" y="63772"/>
                  <a:pt x="713108" y="55438"/>
                  <a:pt x="718469" y="46846"/>
                </a:cubicBezTo>
                <a:cubicBezTo>
                  <a:pt x="724425" y="37298"/>
                  <a:pt x="731137" y="32524"/>
                  <a:pt x="738602" y="32524"/>
                </a:cubicBezTo>
                <a:cubicBezTo>
                  <a:pt x="742494" y="32524"/>
                  <a:pt x="746842" y="33440"/>
                  <a:pt x="751648" y="35273"/>
                </a:cubicBezTo>
                <a:cubicBezTo>
                  <a:pt x="757723" y="37625"/>
                  <a:pt x="760761" y="40494"/>
                  <a:pt x="760761" y="43880"/>
                </a:cubicBezTo>
                <a:cubicBezTo>
                  <a:pt x="760761" y="45394"/>
                  <a:pt x="760265" y="46740"/>
                  <a:pt x="759272" y="47916"/>
                </a:cubicBezTo>
                <a:cubicBezTo>
                  <a:pt x="758279" y="49091"/>
                  <a:pt x="757048" y="49679"/>
                  <a:pt x="755579" y="49679"/>
                </a:cubicBezTo>
                <a:cubicBezTo>
                  <a:pt x="754427" y="49679"/>
                  <a:pt x="753425" y="49328"/>
                  <a:pt x="752571" y="48627"/>
                </a:cubicBezTo>
                <a:cubicBezTo>
                  <a:pt x="751717" y="47925"/>
                  <a:pt x="750893" y="47232"/>
                  <a:pt x="750099" y="46550"/>
                </a:cubicBezTo>
                <a:cubicBezTo>
                  <a:pt x="747756" y="44665"/>
                  <a:pt x="743924" y="43722"/>
                  <a:pt x="738602" y="43722"/>
                </a:cubicBezTo>
                <a:cubicBezTo>
                  <a:pt x="734552" y="43722"/>
                  <a:pt x="730541" y="47346"/>
                  <a:pt x="726570" y="54593"/>
                </a:cubicBezTo>
                <a:cubicBezTo>
                  <a:pt x="722956" y="61242"/>
                  <a:pt x="721149" y="66996"/>
                  <a:pt x="721149" y="71853"/>
                </a:cubicBezTo>
                <a:cubicBezTo>
                  <a:pt x="721149" y="77108"/>
                  <a:pt x="722936" y="81249"/>
                  <a:pt x="726510" y="84276"/>
                </a:cubicBezTo>
                <a:cubicBezTo>
                  <a:pt x="729846" y="87103"/>
                  <a:pt x="734135" y="88517"/>
                  <a:pt x="739377" y="88517"/>
                </a:cubicBezTo>
                <a:cubicBezTo>
                  <a:pt x="741759" y="88517"/>
                  <a:pt x="744301" y="87881"/>
                  <a:pt x="747001" y="86611"/>
                </a:cubicBezTo>
                <a:lnTo>
                  <a:pt x="753911" y="82917"/>
                </a:lnTo>
                <a:cubicBezTo>
                  <a:pt x="755102" y="82282"/>
                  <a:pt x="755956" y="81964"/>
                  <a:pt x="756472" y="81964"/>
                </a:cubicBezTo>
                <a:cubicBezTo>
                  <a:pt x="757942" y="81964"/>
                  <a:pt x="759213" y="82550"/>
                  <a:pt x="760285" y="83722"/>
                </a:cubicBezTo>
                <a:cubicBezTo>
                  <a:pt x="761357" y="84893"/>
                  <a:pt x="761893" y="86233"/>
                  <a:pt x="761893" y="87742"/>
                </a:cubicBezTo>
                <a:cubicBezTo>
                  <a:pt x="761893" y="90641"/>
                  <a:pt x="758835" y="93441"/>
                  <a:pt x="752720" y="96141"/>
                </a:cubicBezTo>
                <a:cubicBezTo>
                  <a:pt x="747359" y="98524"/>
                  <a:pt x="742911" y="99715"/>
                  <a:pt x="739377" y="99715"/>
                </a:cubicBezTo>
                <a:close/>
                <a:moveTo>
                  <a:pt x="825502" y="99596"/>
                </a:moveTo>
                <a:cubicBezTo>
                  <a:pt x="822682" y="99596"/>
                  <a:pt x="820836" y="98089"/>
                  <a:pt x="819962" y="95075"/>
                </a:cubicBezTo>
                <a:cubicBezTo>
                  <a:pt x="819049" y="91822"/>
                  <a:pt x="818215" y="87201"/>
                  <a:pt x="817460" y="81210"/>
                </a:cubicBezTo>
                <a:cubicBezTo>
                  <a:pt x="816746" y="75458"/>
                  <a:pt x="816388" y="70738"/>
                  <a:pt x="816388" y="67050"/>
                </a:cubicBezTo>
                <a:cubicBezTo>
                  <a:pt x="816388" y="66019"/>
                  <a:pt x="816438" y="64452"/>
                  <a:pt x="816537" y="62350"/>
                </a:cubicBezTo>
                <a:cubicBezTo>
                  <a:pt x="816636" y="60247"/>
                  <a:pt x="816686" y="58679"/>
                  <a:pt x="816686" y="57648"/>
                </a:cubicBezTo>
                <a:cubicBezTo>
                  <a:pt x="816686" y="50191"/>
                  <a:pt x="814820" y="46462"/>
                  <a:pt x="811087" y="46462"/>
                </a:cubicBezTo>
                <a:cubicBezTo>
                  <a:pt x="806043" y="46462"/>
                  <a:pt x="801536" y="48746"/>
                  <a:pt x="797565" y="53313"/>
                </a:cubicBezTo>
                <a:cubicBezTo>
                  <a:pt x="795540" y="55655"/>
                  <a:pt x="792760" y="60123"/>
                  <a:pt x="789226" y="66715"/>
                </a:cubicBezTo>
                <a:cubicBezTo>
                  <a:pt x="789226" y="81815"/>
                  <a:pt x="788590" y="90753"/>
                  <a:pt x="787319" y="93528"/>
                </a:cubicBezTo>
                <a:cubicBezTo>
                  <a:pt x="786208" y="95985"/>
                  <a:pt x="784480" y="97213"/>
                  <a:pt x="782137" y="97213"/>
                </a:cubicBezTo>
                <a:cubicBezTo>
                  <a:pt x="780509" y="97213"/>
                  <a:pt x="779079" y="96657"/>
                  <a:pt x="777848" y="95546"/>
                </a:cubicBezTo>
                <a:cubicBezTo>
                  <a:pt x="776617" y="94434"/>
                  <a:pt x="776002" y="93083"/>
                  <a:pt x="776002" y="91495"/>
                </a:cubicBezTo>
                <a:cubicBezTo>
                  <a:pt x="776002" y="90939"/>
                  <a:pt x="776180" y="90065"/>
                  <a:pt x="776538" y="88874"/>
                </a:cubicBezTo>
                <a:cubicBezTo>
                  <a:pt x="776856" y="87881"/>
                  <a:pt x="777074" y="84982"/>
                  <a:pt x="777193" y="80177"/>
                </a:cubicBezTo>
                <a:lnTo>
                  <a:pt x="777372" y="71361"/>
                </a:lnTo>
                <a:lnTo>
                  <a:pt x="777550" y="27580"/>
                </a:lnTo>
                <a:cubicBezTo>
                  <a:pt x="777828" y="22655"/>
                  <a:pt x="777967" y="19339"/>
                  <a:pt x="777967" y="17632"/>
                </a:cubicBezTo>
                <a:cubicBezTo>
                  <a:pt x="777967" y="15607"/>
                  <a:pt x="777779" y="13690"/>
                  <a:pt x="777402" y="11884"/>
                </a:cubicBezTo>
                <a:cubicBezTo>
                  <a:pt x="777024" y="10077"/>
                  <a:pt x="776836" y="8200"/>
                  <a:pt x="776836" y="6255"/>
                </a:cubicBezTo>
                <a:cubicBezTo>
                  <a:pt x="776836" y="4587"/>
                  <a:pt x="777411" y="3207"/>
                  <a:pt x="778563" y="2115"/>
                </a:cubicBezTo>
                <a:cubicBezTo>
                  <a:pt x="779715" y="1023"/>
                  <a:pt x="781124" y="477"/>
                  <a:pt x="782792" y="477"/>
                </a:cubicBezTo>
                <a:cubicBezTo>
                  <a:pt x="786049" y="477"/>
                  <a:pt x="787955" y="2224"/>
                  <a:pt x="788511" y="5718"/>
                </a:cubicBezTo>
                <a:cubicBezTo>
                  <a:pt x="789146" y="9570"/>
                  <a:pt x="789464" y="13045"/>
                  <a:pt x="789464" y="16143"/>
                </a:cubicBezTo>
                <a:cubicBezTo>
                  <a:pt x="789464" y="20312"/>
                  <a:pt x="789325" y="24661"/>
                  <a:pt x="789047" y="29188"/>
                </a:cubicBezTo>
                <a:cubicBezTo>
                  <a:pt x="788809" y="33516"/>
                  <a:pt x="788709" y="37865"/>
                  <a:pt x="788749" y="42233"/>
                </a:cubicBezTo>
                <a:lnTo>
                  <a:pt x="788809" y="47475"/>
                </a:lnTo>
                <a:cubicBezTo>
                  <a:pt x="792065" y="43107"/>
                  <a:pt x="795550" y="39840"/>
                  <a:pt x="799263" y="37676"/>
                </a:cubicBezTo>
                <a:cubicBezTo>
                  <a:pt x="802976" y="35512"/>
                  <a:pt x="806917" y="34430"/>
                  <a:pt x="811087" y="34430"/>
                </a:cubicBezTo>
                <a:cubicBezTo>
                  <a:pt x="817679" y="34430"/>
                  <a:pt x="822206" y="36574"/>
                  <a:pt x="824668" y="40863"/>
                </a:cubicBezTo>
                <a:cubicBezTo>
                  <a:pt x="826415" y="43881"/>
                  <a:pt x="827408" y="48964"/>
                  <a:pt x="827646" y="56112"/>
                </a:cubicBezTo>
                <a:lnTo>
                  <a:pt x="828123" y="67489"/>
                </a:lnTo>
                <a:lnTo>
                  <a:pt x="829314" y="79879"/>
                </a:lnTo>
                <a:cubicBezTo>
                  <a:pt x="829870" y="84526"/>
                  <a:pt x="830545" y="88616"/>
                  <a:pt x="831340" y="92150"/>
                </a:cubicBezTo>
                <a:cubicBezTo>
                  <a:pt x="831498" y="92825"/>
                  <a:pt x="831578" y="93401"/>
                  <a:pt x="831578" y="93878"/>
                </a:cubicBezTo>
                <a:cubicBezTo>
                  <a:pt x="831578" y="95506"/>
                  <a:pt x="830982" y="96866"/>
                  <a:pt x="829791" y="97958"/>
                </a:cubicBezTo>
                <a:cubicBezTo>
                  <a:pt x="828599" y="99050"/>
                  <a:pt x="827170" y="99596"/>
                  <a:pt x="825502" y="99596"/>
                </a:cubicBezTo>
                <a:close/>
                <a:moveTo>
                  <a:pt x="873121" y="98643"/>
                </a:moveTo>
                <a:cubicBezTo>
                  <a:pt x="864146" y="98643"/>
                  <a:pt x="856879" y="96398"/>
                  <a:pt x="851320" y="91906"/>
                </a:cubicBezTo>
                <a:cubicBezTo>
                  <a:pt x="845244" y="86938"/>
                  <a:pt x="842206" y="79981"/>
                  <a:pt x="842206" y="71037"/>
                </a:cubicBezTo>
                <a:cubicBezTo>
                  <a:pt x="842206" y="60704"/>
                  <a:pt x="844708" y="52039"/>
                  <a:pt x="849711" y="45044"/>
                </a:cubicBezTo>
                <a:cubicBezTo>
                  <a:pt x="855152" y="37412"/>
                  <a:pt x="862419" y="33596"/>
                  <a:pt x="871513" y="33596"/>
                </a:cubicBezTo>
                <a:cubicBezTo>
                  <a:pt x="878105" y="33596"/>
                  <a:pt x="883486" y="34708"/>
                  <a:pt x="887655" y="36932"/>
                </a:cubicBezTo>
                <a:cubicBezTo>
                  <a:pt x="892778" y="39672"/>
                  <a:pt x="895340" y="43881"/>
                  <a:pt x="895340" y="49560"/>
                </a:cubicBezTo>
                <a:cubicBezTo>
                  <a:pt x="895340" y="53531"/>
                  <a:pt x="893096" y="57145"/>
                  <a:pt x="888609" y="60401"/>
                </a:cubicBezTo>
                <a:cubicBezTo>
                  <a:pt x="886623" y="61831"/>
                  <a:pt x="882414" y="64054"/>
                  <a:pt x="875980" y="67073"/>
                </a:cubicBezTo>
                <a:lnTo>
                  <a:pt x="853226" y="77854"/>
                </a:lnTo>
                <a:cubicBezTo>
                  <a:pt x="855450" y="81150"/>
                  <a:pt x="858219" y="83632"/>
                  <a:pt x="861535" y="85300"/>
                </a:cubicBezTo>
                <a:cubicBezTo>
                  <a:pt x="864851" y="86968"/>
                  <a:pt x="868713" y="87802"/>
                  <a:pt x="873121" y="87802"/>
                </a:cubicBezTo>
                <a:cubicBezTo>
                  <a:pt x="875861" y="87802"/>
                  <a:pt x="879078" y="87286"/>
                  <a:pt x="882771" y="86253"/>
                </a:cubicBezTo>
                <a:cubicBezTo>
                  <a:pt x="887457" y="84943"/>
                  <a:pt x="890475" y="83225"/>
                  <a:pt x="891825" y="81101"/>
                </a:cubicBezTo>
                <a:cubicBezTo>
                  <a:pt x="893175" y="78976"/>
                  <a:pt x="894625" y="77914"/>
                  <a:pt x="896174" y="77914"/>
                </a:cubicBezTo>
                <a:cubicBezTo>
                  <a:pt x="897563" y="77914"/>
                  <a:pt x="898804" y="78442"/>
                  <a:pt x="899897" y="79498"/>
                </a:cubicBezTo>
                <a:cubicBezTo>
                  <a:pt x="900989" y="80553"/>
                  <a:pt x="901535" y="81777"/>
                  <a:pt x="901535" y="83171"/>
                </a:cubicBezTo>
                <a:cubicBezTo>
                  <a:pt x="901535" y="87591"/>
                  <a:pt x="897980" y="91394"/>
                  <a:pt x="890872" y="94581"/>
                </a:cubicBezTo>
                <a:cubicBezTo>
                  <a:pt x="884796" y="97289"/>
                  <a:pt x="878879" y="98643"/>
                  <a:pt x="873121" y="98643"/>
                </a:cubicBezTo>
                <a:moveTo>
                  <a:pt x="871513" y="44318"/>
                </a:moveTo>
                <a:cubicBezTo>
                  <a:pt x="866668" y="44318"/>
                  <a:pt x="862637" y="46194"/>
                  <a:pt x="859421" y="49947"/>
                </a:cubicBezTo>
                <a:cubicBezTo>
                  <a:pt x="856204" y="53700"/>
                  <a:pt x="853802" y="59349"/>
                  <a:pt x="852213" y="66894"/>
                </a:cubicBezTo>
                <a:lnTo>
                  <a:pt x="870500" y="58197"/>
                </a:lnTo>
                <a:cubicBezTo>
                  <a:pt x="877688" y="54702"/>
                  <a:pt x="882811" y="51665"/>
                  <a:pt x="885868" y="49083"/>
                </a:cubicBezTo>
                <a:cubicBezTo>
                  <a:pt x="882453" y="45906"/>
                  <a:pt x="877668" y="44318"/>
                  <a:pt x="871513" y="44318"/>
                </a:cubicBezTo>
                <a:close/>
                <a:moveTo>
                  <a:pt x="988537" y="100907"/>
                </a:moveTo>
                <a:cubicBezTo>
                  <a:pt x="985281" y="100907"/>
                  <a:pt x="983375" y="99175"/>
                  <a:pt x="982819" y="95713"/>
                </a:cubicBezTo>
                <a:cubicBezTo>
                  <a:pt x="982104" y="91335"/>
                  <a:pt x="981389" y="85167"/>
                  <a:pt x="980674" y="77208"/>
                </a:cubicBezTo>
                <a:lnTo>
                  <a:pt x="978649" y="58701"/>
                </a:lnTo>
                <a:cubicBezTo>
                  <a:pt x="978252" y="55956"/>
                  <a:pt x="977577" y="53270"/>
                  <a:pt x="976624" y="50643"/>
                </a:cubicBezTo>
                <a:cubicBezTo>
                  <a:pt x="975274" y="47062"/>
                  <a:pt x="973804" y="45271"/>
                  <a:pt x="972216" y="45271"/>
                </a:cubicBezTo>
                <a:cubicBezTo>
                  <a:pt x="970747" y="45271"/>
                  <a:pt x="968007" y="46523"/>
                  <a:pt x="963996" y="49027"/>
                </a:cubicBezTo>
                <a:cubicBezTo>
                  <a:pt x="960183" y="51333"/>
                  <a:pt x="957682" y="53182"/>
                  <a:pt x="956490" y="54573"/>
                </a:cubicBezTo>
                <a:cubicBezTo>
                  <a:pt x="956451" y="58309"/>
                  <a:pt x="956550" y="62046"/>
                  <a:pt x="956788" y="65783"/>
                </a:cubicBezTo>
                <a:lnTo>
                  <a:pt x="958575" y="81704"/>
                </a:lnTo>
                <a:cubicBezTo>
                  <a:pt x="959330" y="87984"/>
                  <a:pt x="959707" y="93172"/>
                  <a:pt x="959707" y="97267"/>
                </a:cubicBezTo>
                <a:cubicBezTo>
                  <a:pt x="959707" y="99016"/>
                  <a:pt x="959161" y="100457"/>
                  <a:pt x="958069" y="101590"/>
                </a:cubicBezTo>
                <a:cubicBezTo>
                  <a:pt x="956977" y="102723"/>
                  <a:pt x="955577" y="103289"/>
                  <a:pt x="953869" y="103289"/>
                </a:cubicBezTo>
                <a:cubicBezTo>
                  <a:pt x="952162" y="103289"/>
                  <a:pt x="950762" y="102723"/>
                  <a:pt x="949670" y="101590"/>
                </a:cubicBezTo>
                <a:cubicBezTo>
                  <a:pt x="948578" y="100457"/>
                  <a:pt x="948032" y="99016"/>
                  <a:pt x="948032" y="97267"/>
                </a:cubicBezTo>
                <a:cubicBezTo>
                  <a:pt x="948032" y="92457"/>
                  <a:pt x="947545" y="85352"/>
                  <a:pt x="946572" y="75950"/>
                </a:cubicBezTo>
                <a:cubicBezTo>
                  <a:pt x="945599" y="66548"/>
                  <a:pt x="945113" y="59442"/>
                  <a:pt x="945113" y="54632"/>
                </a:cubicBezTo>
                <a:cubicBezTo>
                  <a:pt x="945113" y="50419"/>
                  <a:pt x="944517" y="47140"/>
                  <a:pt x="943326" y="44794"/>
                </a:cubicBezTo>
                <a:cubicBezTo>
                  <a:pt x="940546" y="46068"/>
                  <a:pt x="937727" y="48137"/>
                  <a:pt x="934867" y="51002"/>
                </a:cubicBezTo>
                <a:lnTo>
                  <a:pt x="927839" y="58884"/>
                </a:lnTo>
                <a:cubicBezTo>
                  <a:pt x="927203" y="59838"/>
                  <a:pt x="926190" y="61092"/>
                  <a:pt x="924801" y="62644"/>
                </a:cubicBezTo>
                <a:cubicBezTo>
                  <a:pt x="924801" y="65032"/>
                  <a:pt x="924582" y="68554"/>
                  <a:pt x="924145" y="73212"/>
                </a:cubicBezTo>
                <a:cubicBezTo>
                  <a:pt x="923709" y="77868"/>
                  <a:pt x="923490" y="81310"/>
                  <a:pt x="923490" y="83539"/>
                </a:cubicBezTo>
                <a:cubicBezTo>
                  <a:pt x="923490" y="84733"/>
                  <a:pt x="923679" y="86405"/>
                  <a:pt x="924056" y="88554"/>
                </a:cubicBezTo>
                <a:cubicBezTo>
                  <a:pt x="924433" y="90702"/>
                  <a:pt x="924622" y="92254"/>
                  <a:pt x="924622" y="93209"/>
                </a:cubicBezTo>
                <a:cubicBezTo>
                  <a:pt x="924622" y="94841"/>
                  <a:pt x="924016" y="96214"/>
                  <a:pt x="922805" y="97329"/>
                </a:cubicBezTo>
                <a:cubicBezTo>
                  <a:pt x="921594" y="98443"/>
                  <a:pt x="920174" y="99000"/>
                  <a:pt x="918546" y="99000"/>
                </a:cubicBezTo>
                <a:cubicBezTo>
                  <a:pt x="914059" y="99000"/>
                  <a:pt x="911815" y="93893"/>
                  <a:pt x="911815" y="83679"/>
                </a:cubicBezTo>
                <a:cubicBezTo>
                  <a:pt x="911815" y="81294"/>
                  <a:pt x="912033" y="77736"/>
                  <a:pt x="912470" y="73007"/>
                </a:cubicBezTo>
                <a:cubicBezTo>
                  <a:pt x="912907" y="68278"/>
                  <a:pt x="913125" y="64720"/>
                  <a:pt x="913125" y="62335"/>
                </a:cubicBezTo>
                <a:cubicBezTo>
                  <a:pt x="913125" y="60229"/>
                  <a:pt x="912937" y="57070"/>
                  <a:pt x="912560" y="52856"/>
                </a:cubicBezTo>
                <a:cubicBezTo>
                  <a:pt x="912182" y="48643"/>
                  <a:pt x="911994" y="45463"/>
                  <a:pt x="911994" y="43316"/>
                </a:cubicBezTo>
                <a:cubicBezTo>
                  <a:pt x="911994" y="34294"/>
                  <a:pt x="914019" y="29784"/>
                  <a:pt x="918070" y="29784"/>
                </a:cubicBezTo>
                <a:cubicBezTo>
                  <a:pt x="919618" y="29784"/>
                  <a:pt x="921038" y="30449"/>
                  <a:pt x="922329" y="31779"/>
                </a:cubicBezTo>
                <a:cubicBezTo>
                  <a:pt x="923619" y="33109"/>
                  <a:pt x="924264" y="34569"/>
                  <a:pt x="924264" y="36157"/>
                </a:cubicBezTo>
                <a:cubicBezTo>
                  <a:pt x="924264" y="36912"/>
                  <a:pt x="924165" y="38083"/>
                  <a:pt x="923967" y="39672"/>
                </a:cubicBezTo>
                <a:cubicBezTo>
                  <a:pt x="923768" y="41260"/>
                  <a:pt x="923669" y="42471"/>
                  <a:pt x="923669" y="43305"/>
                </a:cubicBezTo>
                <a:lnTo>
                  <a:pt x="923788" y="49560"/>
                </a:lnTo>
                <a:cubicBezTo>
                  <a:pt x="925853" y="45311"/>
                  <a:pt x="928891" y="41469"/>
                  <a:pt x="932902" y="38034"/>
                </a:cubicBezTo>
                <a:cubicBezTo>
                  <a:pt x="936913" y="34599"/>
                  <a:pt x="940328" y="32881"/>
                  <a:pt x="943147" y="32881"/>
                </a:cubicBezTo>
                <a:cubicBezTo>
                  <a:pt x="949382" y="32881"/>
                  <a:pt x="953671" y="35979"/>
                  <a:pt x="956014" y="42173"/>
                </a:cubicBezTo>
                <a:cubicBezTo>
                  <a:pt x="958198" y="39275"/>
                  <a:pt x="960799" y="37100"/>
                  <a:pt x="963817" y="35651"/>
                </a:cubicBezTo>
                <a:cubicBezTo>
                  <a:pt x="966835" y="34201"/>
                  <a:pt x="970290" y="33477"/>
                  <a:pt x="974182" y="33477"/>
                </a:cubicBezTo>
                <a:cubicBezTo>
                  <a:pt x="980813" y="33477"/>
                  <a:pt x="985341" y="37057"/>
                  <a:pt x="987763" y="44217"/>
                </a:cubicBezTo>
                <a:cubicBezTo>
                  <a:pt x="988240" y="45649"/>
                  <a:pt x="989054" y="51239"/>
                  <a:pt x="990205" y="60986"/>
                </a:cubicBezTo>
                <a:cubicBezTo>
                  <a:pt x="991317" y="67828"/>
                  <a:pt x="992747" y="79226"/>
                  <a:pt x="994494" y="95179"/>
                </a:cubicBezTo>
                <a:cubicBezTo>
                  <a:pt x="994613" y="96770"/>
                  <a:pt x="994077" y="98122"/>
                  <a:pt x="992886" y="99235"/>
                </a:cubicBezTo>
                <a:cubicBezTo>
                  <a:pt x="991694" y="100349"/>
                  <a:pt x="990245" y="100907"/>
                  <a:pt x="988537" y="100907"/>
                </a:cubicBezTo>
                <a:close/>
                <a:moveTo>
                  <a:pt x="1060717" y="42760"/>
                </a:moveTo>
                <a:lnTo>
                  <a:pt x="1040107" y="87322"/>
                </a:lnTo>
                <a:cubicBezTo>
                  <a:pt x="1035024" y="98164"/>
                  <a:pt x="1031132" y="107239"/>
                  <a:pt x="1028431" y="114546"/>
                </a:cubicBezTo>
                <a:lnTo>
                  <a:pt x="1024500" y="126103"/>
                </a:lnTo>
                <a:cubicBezTo>
                  <a:pt x="1023468" y="129002"/>
                  <a:pt x="1021680" y="130452"/>
                  <a:pt x="1019139" y="130452"/>
                </a:cubicBezTo>
                <a:cubicBezTo>
                  <a:pt x="1017471" y="130452"/>
                  <a:pt x="1016032" y="129903"/>
                  <a:pt x="1014820" y="128804"/>
                </a:cubicBezTo>
                <a:cubicBezTo>
                  <a:pt x="1013609" y="127707"/>
                  <a:pt x="1013004" y="126341"/>
                  <a:pt x="1013004" y="124704"/>
                </a:cubicBezTo>
                <a:cubicBezTo>
                  <a:pt x="1013004" y="120713"/>
                  <a:pt x="1017292" y="109229"/>
                  <a:pt x="1025870" y="90253"/>
                </a:cubicBezTo>
                <a:lnTo>
                  <a:pt x="1004545" y="49156"/>
                </a:lnTo>
                <a:lnTo>
                  <a:pt x="1001865" y="44800"/>
                </a:lnTo>
                <a:cubicBezTo>
                  <a:pt x="1000792" y="42971"/>
                  <a:pt x="1000256" y="41440"/>
                  <a:pt x="1000256" y="40208"/>
                </a:cubicBezTo>
                <a:cubicBezTo>
                  <a:pt x="1000256" y="38580"/>
                  <a:pt x="1000882" y="37150"/>
                  <a:pt x="1002133" y="35919"/>
                </a:cubicBezTo>
                <a:cubicBezTo>
                  <a:pt x="1003383" y="34688"/>
                  <a:pt x="1004783" y="34072"/>
                  <a:pt x="1006332" y="34072"/>
                </a:cubicBezTo>
                <a:cubicBezTo>
                  <a:pt x="1008159" y="34072"/>
                  <a:pt x="1009569" y="34767"/>
                  <a:pt x="1010561" y="36157"/>
                </a:cubicBezTo>
                <a:cubicBezTo>
                  <a:pt x="1017312" y="45543"/>
                  <a:pt x="1024560" y="58905"/>
                  <a:pt x="1032303" y="76244"/>
                </a:cubicBezTo>
                <a:lnTo>
                  <a:pt x="1041119" y="55630"/>
                </a:lnTo>
                <a:cubicBezTo>
                  <a:pt x="1044296" y="48518"/>
                  <a:pt x="1047354" y="42404"/>
                  <a:pt x="1050293" y="37289"/>
                </a:cubicBezTo>
                <a:cubicBezTo>
                  <a:pt x="1051563" y="35065"/>
                  <a:pt x="1053231" y="33953"/>
                  <a:pt x="1055296" y="33953"/>
                </a:cubicBezTo>
                <a:cubicBezTo>
                  <a:pt x="1056924" y="33953"/>
                  <a:pt x="1058364" y="34528"/>
                  <a:pt x="1059615" y="35679"/>
                </a:cubicBezTo>
                <a:cubicBezTo>
                  <a:pt x="1060866" y="36829"/>
                  <a:pt x="1061491" y="38198"/>
                  <a:pt x="1061491" y="39785"/>
                </a:cubicBezTo>
                <a:cubicBezTo>
                  <a:pt x="1061491" y="40658"/>
                  <a:pt x="1061233" y="41649"/>
                  <a:pt x="1060717" y="42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•…">
            <a:extLst xmlns:a="http://schemas.openxmlformats.org/drawingml/2006/main">
              <a:ext uri="{FF2B5EF4-FFF2-40B4-BE49-F238E27FC236}">
                <a16:creationId xmlns:a16="http://schemas.microsoft.com/office/drawing/2014/main" id="{BEF4FAA2-0E9C-4A4B-AE7E-FFF7F5C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614" y="1973714"/>
            <a:ext cx="165955" cy="61890"/>
          </a:xfrm>
          <a:custGeom xmlns:a="http://schemas.openxmlformats.org/drawingml/2006/main">
            <a:pathLst>
              <a:path w="165955" h="61890">
                <a:moveTo>
                  <a:pt x="0" y="15070"/>
                </a:moveTo>
                <a:cubicBezTo>
                  <a:pt x="0" y="10901"/>
                  <a:pt x="1479" y="7347"/>
                  <a:pt x="4438" y="4408"/>
                </a:cubicBezTo>
                <a:cubicBezTo>
                  <a:pt x="7396" y="1469"/>
                  <a:pt x="10940" y="0"/>
                  <a:pt x="15070" y="0"/>
                </a:cubicBezTo>
                <a:cubicBezTo>
                  <a:pt x="19240" y="0"/>
                  <a:pt x="22804" y="1469"/>
                  <a:pt x="25763" y="4408"/>
                </a:cubicBezTo>
                <a:cubicBezTo>
                  <a:pt x="28721" y="7347"/>
                  <a:pt x="30201" y="10901"/>
                  <a:pt x="30201" y="15070"/>
                </a:cubicBezTo>
                <a:cubicBezTo>
                  <a:pt x="30201" y="19240"/>
                  <a:pt x="28721" y="22804"/>
                  <a:pt x="25763" y="25763"/>
                </a:cubicBezTo>
                <a:cubicBezTo>
                  <a:pt x="22804" y="28721"/>
                  <a:pt x="19240" y="30201"/>
                  <a:pt x="15070" y="30201"/>
                </a:cubicBezTo>
                <a:cubicBezTo>
                  <a:pt x="10940" y="30201"/>
                  <a:pt x="7396" y="28721"/>
                  <a:pt x="4438" y="25763"/>
                </a:cubicBezTo>
                <a:cubicBezTo>
                  <a:pt x="1479" y="22804"/>
                  <a:pt x="0" y="19240"/>
                  <a:pt x="0" y="15070"/>
                </a:cubicBezTo>
                <a:close/>
                <a:moveTo>
                  <a:pt x="159343" y="61414"/>
                </a:moveTo>
                <a:cubicBezTo>
                  <a:pt x="157874" y="61414"/>
                  <a:pt x="156563" y="61056"/>
                  <a:pt x="155412" y="60341"/>
                </a:cubicBezTo>
                <a:cubicBezTo>
                  <a:pt x="154061" y="59508"/>
                  <a:pt x="153386" y="58396"/>
                  <a:pt x="153386" y="57006"/>
                </a:cubicBezTo>
                <a:cubicBezTo>
                  <a:pt x="153386" y="56410"/>
                  <a:pt x="153545" y="55626"/>
                  <a:pt x="153863" y="54653"/>
                </a:cubicBezTo>
                <a:cubicBezTo>
                  <a:pt x="154181" y="53680"/>
                  <a:pt x="154359" y="52975"/>
                  <a:pt x="154399" y="52538"/>
                </a:cubicBezTo>
                <a:cubicBezTo>
                  <a:pt x="154756" y="49719"/>
                  <a:pt x="156662" y="48309"/>
                  <a:pt x="160117" y="48309"/>
                </a:cubicBezTo>
                <a:cubicBezTo>
                  <a:pt x="164009" y="48309"/>
                  <a:pt x="165955" y="49818"/>
                  <a:pt x="165955" y="52836"/>
                </a:cubicBezTo>
                <a:cubicBezTo>
                  <a:pt x="165955" y="58554"/>
                  <a:pt x="163751" y="61414"/>
                  <a:pt x="159343" y="61414"/>
                </a:cubicBezTo>
                <a:moveTo>
                  <a:pt x="133431" y="61175"/>
                </a:moveTo>
                <a:cubicBezTo>
                  <a:pt x="129579" y="61175"/>
                  <a:pt x="127653" y="59699"/>
                  <a:pt x="127653" y="56747"/>
                </a:cubicBezTo>
                <a:lnTo>
                  <a:pt x="127653" y="52856"/>
                </a:lnTo>
                <a:cubicBezTo>
                  <a:pt x="127653" y="49904"/>
                  <a:pt x="129579" y="48428"/>
                  <a:pt x="133431" y="48428"/>
                </a:cubicBezTo>
                <a:cubicBezTo>
                  <a:pt x="137244" y="48428"/>
                  <a:pt x="139150" y="49904"/>
                  <a:pt x="139150" y="52856"/>
                </a:cubicBezTo>
                <a:lnTo>
                  <a:pt x="139150" y="56747"/>
                </a:lnTo>
                <a:cubicBezTo>
                  <a:pt x="139150" y="59699"/>
                  <a:pt x="137244" y="61175"/>
                  <a:pt x="133431" y="61175"/>
                </a:cubicBezTo>
                <a:moveTo>
                  <a:pt x="108354" y="61890"/>
                </a:moveTo>
                <a:cubicBezTo>
                  <a:pt x="104502" y="61890"/>
                  <a:pt x="102576" y="60413"/>
                  <a:pt x="102576" y="57460"/>
                </a:cubicBezTo>
                <a:lnTo>
                  <a:pt x="102576" y="54109"/>
                </a:lnTo>
                <a:cubicBezTo>
                  <a:pt x="102576" y="51116"/>
                  <a:pt x="104502" y="49619"/>
                  <a:pt x="108354" y="49619"/>
                </a:cubicBezTo>
                <a:cubicBezTo>
                  <a:pt x="112206" y="49619"/>
                  <a:pt x="114132" y="51116"/>
                  <a:pt x="114132" y="54109"/>
                </a:cubicBezTo>
                <a:lnTo>
                  <a:pt x="114132" y="57460"/>
                </a:lnTo>
                <a:cubicBezTo>
                  <a:pt x="114132" y="60413"/>
                  <a:pt x="112206" y="61890"/>
                  <a:pt x="108354" y="618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TaskSeedPool">
            <a:extLst xmlns:a="http://schemas.openxmlformats.org/drawingml/2006/main">
              <a:ext uri="{FF2B5EF4-FFF2-40B4-BE49-F238E27FC236}">
                <a16:creationId xmlns:a16="http://schemas.microsoft.com/office/drawing/2014/main" id="{E48FF3C7-4BC9-4A0F-9A02-415F71D3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265" y="831436"/>
            <a:ext cx="842601" cy="99834"/>
          </a:xfrm>
          <a:custGeom xmlns:a="http://schemas.openxmlformats.org/drawingml/2006/main">
            <a:pathLst>
              <a:path w="842601" h="99834">
                <a:moveTo>
                  <a:pt x="74221" y="20729"/>
                </a:moveTo>
                <a:cubicBezTo>
                  <a:pt x="71282" y="20729"/>
                  <a:pt x="66755" y="20491"/>
                  <a:pt x="60639" y="20015"/>
                </a:cubicBezTo>
                <a:cubicBezTo>
                  <a:pt x="54683" y="19578"/>
                  <a:pt x="50155" y="19379"/>
                  <a:pt x="47058" y="19419"/>
                </a:cubicBezTo>
                <a:lnTo>
                  <a:pt x="42829" y="19419"/>
                </a:lnTo>
                <a:cubicBezTo>
                  <a:pt x="42948" y="24895"/>
                  <a:pt x="43484" y="33784"/>
                  <a:pt x="44437" y="46084"/>
                </a:cubicBezTo>
                <a:cubicBezTo>
                  <a:pt x="45311" y="57552"/>
                  <a:pt x="45748" y="66461"/>
                  <a:pt x="45748" y="72810"/>
                </a:cubicBezTo>
                <a:cubicBezTo>
                  <a:pt x="45748" y="74198"/>
                  <a:pt x="45886" y="76301"/>
                  <a:pt x="46164" y="79118"/>
                </a:cubicBezTo>
                <a:cubicBezTo>
                  <a:pt x="46442" y="81935"/>
                  <a:pt x="46581" y="84058"/>
                  <a:pt x="46581" y="85488"/>
                </a:cubicBezTo>
                <a:cubicBezTo>
                  <a:pt x="46581" y="88186"/>
                  <a:pt x="46145" y="90507"/>
                  <a:pt x="45271" y="92452"/>
                </a:cubicBezTo>
                <a:cubicBezTo>
                  <a:pt x="44159" y="95070"/>
                  <a:pt x="42432" y="96380"/>
                  <a:pt x="40089" y="96380"/>
                </a:cubicBezTo>
                <a:cubicBezTo>
                  <a:pt x="38500" y="96380"/>
                  <a:pt x="37071" y="95824"/>
                  <a:pt x="35800" y="94714"/>
                </a:cubicBezTo>
                <a:cubicBezTo>
                  <a:pt x="34529" y="93602"/>
                  <a:pt x="33894" y="92173"/>
                  <a:pt x="33894" y="90427"/>
                </a:cubicBezTo>
                <a:cubicBezTo>
                  <a:pt x="33894" y="89832"/>
                  <a:pt x="33993" y="88940"/>
                  <a:pt x="34191" y="87750"/>
                </a:cubicBezTo>
                <a:cubicBezTo>
                  <a:pt x="34390" y="86558"/>
                  <a:pt x="34489" y="85666"/>
                  <a:pt x="34489" y="85071"/>
                </a:cubicBezTo>
                <a:cubicBezTo>
                  <a:pt x="34489" y="83126"/>
                  <a:pt x="34360" y="80210"/>
                  <a:pt x="34102" y="76322"/>
                </a:cubicBezTo>
                <a:cubicBezTo>
                  <a:pt x="33844" y="72433"/>
                  <a:pt x="33715" y="69496"/>
                  <a:pt x="33715" y="67512"/>
                </a:cubicBezTo>
                <a:cubicBezTo>
                  <a:pt x="33715" y="61838"/>
                  <a:pt x="33258" y="53862"/>
                  <a:pt x="32345" y="43584"/>
                </a:cubicBezTo>
                <a:cubicBezTo>
                  <a:pt x="31392" y="32474"/>
                  <a:pt x="30856" y="24498"/>
                  <a:pt x="30737" y="19657"/>
                </a:cubicBezTo>
                <a:lnTo>
                  <a:pt x="25316" y="19717"/>
                </a:lnTo>
                <a:cubicBezTo>
                  <a:pt x="16619" y="19717"/>
                  <a:pt x="9789" y="19078"/>
                  <a:pt x="4825" y="17801"/>
                </a:cubicBezTo>
                <a:cubicBezTo>
                  <a:pt x="1608" y="16964"/>
                  <a:pt x="0" y="14989"/>
                  <a:pt x="0" y="11876"/>
                </a:cubicBezTo>
                <a:cubicBezTo>
                  <a:pt x="0" y="10241"/>
                  <a:pt x="516" y="8804"/>
                  <a:pt x="1549" y="7567"/>
                </a:cubicBezTo>
                <a:cubicBezTo>
                  <a:pt x="2740" y="6176"/>
                  <a:pt x="4269" y="5540"/>
                  <a:pt x="6135" y="5659"/>
                </a:cubicBezTo>
                <a:cubicBezTo>
                  <a:pt x="7525" y="5738"/>
                  <a:pt x="10702" y="6096"/>
                  <a:pt x="15666" y="6731"/>
                </a:cubicBezTo>
                <a:cubicBezTo>
                  <a:pt x="19637" y="7209"/>
                  <a:pt x="22854" y="7448"/>
                  <a:pt x="25316" y="7448"/>
                </a:cubicBezTo>
                <a:cubicBezTo>
                  <a:pt x="27699" y="7448"/>
                  <a:pt x="31312" y="7398"/>
                  <a:pt x="36157" y="7299"/>
                </a:cubicBezTo>
                <a:cubicBezTo>
                  <a:pt x="41002" y="7198"/>
                  <a:pt x="44616" y="7148"/>
                  <a:pt x="46998" y="7148"/>
                </a:cubicBezTo>
                <a:cubicBezTo>
                  <a:pt x="50056" y="7148"/>
                  <a:pt x="54593" y="7368"/>
                  <a:pt x="60609" y="7807"/>
                </a:cubicBezTo>
                <a:cubicBezTo>
                  <a:pt x="66626" y="8245"/>
                  <a:pt x="71163" y="8464"/>
                  <a:pt x="74221" y="8464"/>
                </a:cubicBezTo>
                <a:cubicBezTo>
                  <a:pt x="75928" y="8464"/>
                  <a:pt x="77358" y="9053"/>
                  <a:pt x="78509" y="10231"/>
                </a:cubicBezTo>
                <a:cubicBezTo>
                  <a:pt x="79661" y="11408"/>
                  <a:pt x="80237" y="12875"/>
                  <a:pt x="80237" y="14631"/>
                </a:cubicBezTo>
                <a:cubicBezTo>
                  <a:pt x="80237" y="16346"/>
                  <a:pt x="79661" y="17791"/>
                  <a:pt x="78509" y="18967"/>
                </a:cubicBezTo>
                <a:cubicBezTo>
                  <a:pt x="77358" y="20142"/>
                  <a:pt x="75928" y="20729"/>
                  <a:pt x="74221" y="20729"/>
                </a:cubicBezTo>
                <a:close/>
                <a:moveTo>
                  <a:pt x="130677" y="99834"/>
                </a:moveTo>
                <a:cubicBezTo>
                  <a:pt x="129922" y="99834"/>
                  <a:pt x="128552" y="98953"/>
                  <a:pt x="126566" y="97191"/>
                </a:cubicBezTo>
                <a:cubicBezTo>
                  <a:pt x="124779" y="95549"/>
                  <a:pt x="123449" y="94087"/>
                  <a:pt x="122575" y="92805"/>
                </a:cubicBezTo>
                <a:cubicBezTo>
                  <a:pt x="118763" y="94890"/>
                  <a:pt x="115408" y="96464"/>
                  <a:pt x="112509" y="97526"/>
                </a:cubicBezTo>
                <a:cubicBezTo>
                  <a:pt x="109610" y="98588"/>
                  <a:pt x="107187" y="99120"/>
                  <a:pt x="105241" y="99120"/>
                </a:cubicBezTo>
                <a:cubicBezTo>
                  <a:pt x="95949" y="99120"/>
                  <a:pt x="89178" y="96499"/>
                  <a:pt x="84929" y="91257"/>
                </a:cubicBezTo>
                <a:cubicBezTo>
                  <a:pt x="80918" y="86333"/>
                  <a:pt x="78913" y="78787"/>
                  <a:pt x="78913" y="68621"/>
                </a:cubicBezTo>
                <a:cubicBezTo>
                  <a:pt x="78913" y="59011"/>
                  <a:pt x="82219" y="50791"/>
                  <a:pt x="88831" y="43960"/>
                </a:cubicBezTo>
                <a:cubicBezTo>
                  <a:pt x="95443" y="37130"/>
                  <a:pt x="103335" y="33715"/>
                  <a:pt x="112509" y="33715"/>
                </a:cubicBezTo>
                <a:cubicBezTo>
                  <a:pt x="115963" y="33715"/>
                  <a:pt x="119835" y="34608"/>
                  <a:pt x="124124" y="36395"/>
                </a:cubicBezTo>
                <a:cubicBezTo>
                  <a:pt x="129525" y="38619"/>
                  <a:pt x="132225" y="41300"/>
                  <a:pt x="132225" y="44437"/>
                </a:cubicBezTo>
                <a:cubicBezTo>
                  <a:pt x="132225" y="45509"/>
                  <a:pt x="131828" y="46462"/>
                  <a:pt x="131034" y="47296"/>
                </a:cubicBezTo>
                <a:cubicBezTo>
                  <a:pt x="130637" y="48805"/>
                  <a:pt x="130329" y="51287"/>
                  <a:pt x="130111" y="54742"/>
                </a:cubicBezTo>
                <a:cubicBezTo>
                  <a:pt x="129892" y="58197"/>
                  <a:pt x="129763" y="62625"/>
                  <a:pt x="129723" y="68026"/>
                </a:cubicBezTo>
                <a:cubicBezTo>
                  <a:pt x="129684" y="72950"/>
                  <a:pt x="130021" y="76842"/>
                  <a:pt x="130736" y="79701"/>
                </a:cubicBezTo>
                <a:cubicBezTo>
                  <a:pt x="131133" y="81448"/>
                  <a:pt x="132384" y="84943"/>
                  <a:pt x="134489" y="90185"/>
                </a:cubicBezTo>
                <a:cubicBezTo>
                  <a:pt x="134767" y="90899"/>
                  <a:pt x="135224" y="91952"/>
                  <a:pt x="135859" y="93342"/>
                </a:cubicBezTo>
                <a:lnTo>
                  <a:pt x="136216" y="94354"/>
                </a:lnTo>
                <a:cubicBezTo>
                  <a:pt x="136216" y="95943"/>
                  <a:pt x="135660" y="97253"/>
                  <a:pt x="134548" y="98286"/>
                </a:cubicBezTo>
                <a:cubicBezTo>
                  <a:pt x="133436" y="99318"/>
                  <a:pt x="132146" y="99834"/>
                  <a:pt x="130677" y="99834"/>
                </a:cubicBezTo>
                <a:moveTo>
                  <a:pt x="118287" y="58458"/>
                </a:moveTo>
                <a:cubicBezTo>
                  <a:pt x="118287" y="56754"/>
                  <a:pt x="118396" y="54902"/>
                  <a:pt x="118614" y="52903"/>
                </a:cubicBezTo>
                <a:cubicBezTo>
                  <a:pt x="118833" y="50903"/>
                  <a:pt x="119160" y="48774"/>
                  <a:pt x="119597" y="46516"/>
                </a:cubicBezTo>
                <a:cubicBezTo>
                  <a:pt x="118128" y="45763"/>
                  <a:pt x="116867" y="45208"/>
                  <a:pt x="115815" y="44852"/>
                </a:cubicBezTo>
                <a:cubicBezTo>
                  <a:pt x="114762" y="44496"/>
                  <a:pt x="113918" y="44318"/>
                  <a:pt x="113283" y="44318"/>
                </a:cubicBezTo>
                <a:cubicBezTo>
                  <a:pt x="107128" y="44318"/>
                  <a:pt x="101816" y="46823"/>
                  <a:pt x="97349" y="51833"/>
                </a:cubicBezTo>
                <a:cubicBezTo>
                  <a:pt x="92881" y="56842"/>
                  <a:pt x="90647" y="62615"/>
                  <a:pt x="90647" y="69150"/>
                </a:cubicBezTo>
                <a:cubicBezTo>
                  <a:pt x="90647" y="75645"/>
                  <a:pt x="91799" y="80517"/>
                  <a:pt x="94102" y="83764"/>
                </a:cubicBezTo>
                <a:cubicBezTo>
                  <a:pt x="96406" y="87012"/>
                  <a:pt x="99861" y="88636"/>
                  <a:pt x="104467" y="88636"/>
                </a:cubicBezTo>
                <a:cubicBezTo>
                  <a:pt x="108279" y="88636"/>
                  <a:pt x="111516" y="87943"/>
                  <a:pt x="114176" y="86557"/>
                </a:cubicBezTo>
                <a:cubicBezTo>
                  <a:pt x="115606" y="85805"/>
                  <a:pt x="117612" y="84300"/>
                  <a:pt x="120193" y="82042"/>
                </a:cubicBezTo>
                <a:cubicBezTo>
                  <a:pt x="118922" y="71546"/>
                  <a:pt x="118287" y="63685"/>
                  <a:pt x="118287" y="58458"/>
                </a:cubicBezTo>
                <a:close/>
                <a:moveTo>
                  <a:pt x="187507" y="50036"/>
                </a:moveTo>
                <a:cubicBezTo>
                  <a:pt x="185323" y="50036"/>
                  <a:pt x="183794" y="49307"/>
                  <a:pt x="182920" y="47847"/>
                </a:cubicBezTo>
                <a:cubicBezTo>
                  <a:pt x="182325" y="46822"/>
                  <a:pt x="181808" y="44693"/>
                  <a:pt x="181372" y="41459"/>
                </a:cubicBezTo>
                <a:cubicBezTo>
                  <a:pt x="178393" y="42212"/>
                  <a:pt x="173806" y="43600"/>
                  <a:pt x="167612" y="45623"/>
                </a:cubicBezTo>
                <a:cubicBezTo>
                  <a:pt x="161218" y="48162"/>
                  <a:pt x="158001" y="51295"/>
                  <a:pt x="157962" y="55023"/>
                </a:cubicBezTo>
                <a:cubicBezTo>
                  <a:pt x="159153" y="55460"/>
                  <a:pt x="160324" y="55778"/>
                  <a:pt x="161476" y="55976"/>
                </a:cubicBezTo>
                <a:cubicBezTo>
                  <a:pt x="170610" y="57602"/>
                  <a:pt x="177400" y="59843"/>
                  <a:pt x="181848" y="62700"/>
                </a:cubicBezTo>
                <a:cubicBezTo>
                  <a:pt x="188321" y="66866"/>
                  <a:pt x="191557" y="72896"/>
                  <a:pt x="191557" y="80792"/>
                </a:cubicBezTo>
                <a:cubicBezTo>
                  <a:pt x="191557" y="87258"/>
                  <a:pt x="188758" y="92138"/>
                  <a:pt x="183159" y="95430"/>
                </a:cubicBezTo>
                <a:cubicBezTo>
                  <a:pt x="178512" y="98128"/>
                  <a:pt x="172635" y="99477"/>
                  <a:pt x="165527" y="99477"/>
                </a:cubicBezTo>
                <a:cubicBezTo>
                  <a:pt x="160324" y="99477"/>
                  <a:pt x="155361" y="98603"/>
                  <a:pt x="150635" y="96856"/>
                </a:cubicBezTo>
                <a:cubicBezTo>
                  <a:pt x="144519" y="94632"/>
                  <a:pt x="141462" y="91535"/>
                  <a:pt x="141462" y="87564"/>
                </a:cubicBezTo>
                <a:cubicBezTo>
                  <a:pt x="141462" y="85975"/>
                  <a:pt x="142087" y="84585"/>
                  <a:pt x="143338" y="83394"/>
                </a:cubicBezTo>
                <a:cubicBezTo>
                  <a:pt x="144589" y="82203"/>
                  <a:pt x="146009" y="81607"/>
                  <a:pt x="147597" y="81607"/>
                </a:cubicBezTo>
                <a:cubicBezTo>
                  <a:pt x="148828" y="81607"/>
                  <a:pt x="150416" y="82560"/>
                  <a:pt x="152362" y="84466"/>
                </a:cubicBezTo>
                <a:cubicBezTo>
                  <a:pt x="153315" y="85379"/>
                  <a:pt x="155460" y="86134"/>
                  <a:pt x="158796" y="86730"/>
                </a:cubicBezTo>
                <a:cubicBezTo>
                  <a:pt x="161456" y="87206"/>
                  <a:pt x="163700" y="87444"/>
                  <a:pt x="165527" y="87444"/>
                </a:cubicBezTo>
                <a:cubicBezTo>
                  <a:pt x="168862" y="87444"/>
                  <a:pt x="171801" y="87048"/>
                  <a:pt x="174343" y="86255"/>
                </a:cubicBezTo>
                <a:cubicBezTo>
                  <a:pt x="178036" y="85105"/>
                  <a:pt x="179882" y="83280"/>
                  <a:pt x="179882" y="80782"/>
                </a:cubicBezTo>
                <a:cubicBezTo>
                  <a:pt x="179882" y="75388"/>
                  <a:pt x="176110" y="71739"/>
                  <a:pt x="168565" y="69835"/>
                </a:cubicBezTo>
                <a:lnTo>
                  <a:pt x="162370" y="68465"/>
                </a:lnTo>
                <a:cubicBezTo>
                  <a:pt x="157088" y="67312"/>
                  <a:pt x="153335" y="65961"/>
                  <a:pt x="151111" y="64411"/>
                </a:cubicBezTo>
                <a:cubicBezTo>
                  <a:pt x="147895" y="62186"/>
                  <a:pt x="146286" y="58829"/>
                  <a:pt x="146286" y="54340"/>
                </a:cubicBezTo>
                <a:cubicBezTo>
                  <a:pt x="146286" y="46035"/>
                  <a:pt x="150198" y="40115"/>
                  <a:pt x="158021" y="36578"/>
                </a:cubicBezTo>
                <a:cubicBezTo>
                  <a:pt x="160404" y="35506"/>
                  <a:pt x="164216" y="34225"/>
                  <a:pt x="169458" y="32736"/>
                </a:cubicBezTo>
                <a:cubicBezTo>
                  <a:pt x="174700" y="31245"/>
                  <a:pt x="178453" y="29983"/>
                  <a:pt x="180716" y="28950"/>
                </a:cubicBezTo>
                <a:cubicBezTo>
                  <a:pt x="182344" y="28235"/>
                  <a:pt x="184112" y="27877"/>
                  <a:pt x="186018" y="27877"/>
                </a:cubicBezTo>
                <a:cubicBezTo>
                  <a:pt x="187725" y="27877"/>
                  <a:pt x="189125" y="28433"/>
                  <a:pt x="190217" y="29545"/>
                </a:cubicBezTo>
                <a:cubicBezTo>
                  <a:pt x="191309" y="30657"/>
                  <a:pt x="191855" y="32107"/>
                  <a:pt x="191855" y="33894"/>
                </a:cubicBezTo>
                <a:cubicBezTo>
                  <a:pt x="191855" y="35045"/>
                  <a:pt x="192104" y="36733"/>
                  <a:pt x="192600" y="38957"/>
                </a:cubicBezTo>
                <a:cubicBezTo>
                  <a:pt x="193096" y="41181"/>
                  <a:pt x="193344" y="42868"/>
                  <a:pt x="193344" y="44020"/>
                </a:cubicBezTo>
                <a:cubicBezTo>
                  <a:pt x="193344" y="45807"/>
                  <a:pt x="192798" y="47257"/>
                  <a:pt x="191706" y="48368"/>
                </a:cubicBezTo>
                <a:cubicBezTo>
                  <a:pt x="190614" y="49480"/>
                  <a:pt x="189215" y="50036"/>
                  <a:pt x="187507" y="50036"/>
                </a:cubicBezTo>
                <a:close/>
                <a:moveTo>
                  <a:pt x="255670" y="98286"/>
                </a:moveTo>
                <a:cubicBezTo>
                  <a:pt x="253486" y="98286"/>
                  <a:pt x="251799" y="97134"/>
                  <a:pt x="250607" y="94831"/>
                </a:cubicBezTo>
                <a:cubicBezTo>
                  <a:pt x="248542" y="90817"/>
                  <a:pt x="245425" y="86069"/>
                  <a:pt x="241255" y="80585"/>
                </a:cubicBezTo>
                <a:lnTo>
                  <a:pt x="230712" y="66220"/>
                </a:lnTo>
                <a:cubicBezTo>
                  <a:pt x="228409" y="68048"/>
                  <a:pt x="224835" y="70611"/>
                  <a:pt x="219990" y="73910"/>
                </a:cubicBezTo>
                <a:cubicBezTo>
                  <a:pt x="219553" y="80069"/>
                  <a:pt x="219335" y="86068"/>
                  <a:pt x="219335" y="91908"/>
                </a:cubicBezTo>
                <a:cubicBezTo>
                  <a:pt x="219335" y="93697"/>
                  <a:pt x="218788" y="95147"/>
                  <a:pt x="217696" y="96259"/>
                </a:cubicBezTo>
                <a:cubicBezTo>
                  <a:pt x="216604" y="97372"/>
                  <a:pt x="215205" y="97928"/>
                  <a:pt x="213497" y="97928"/>
                </a:cubicBezTo>
                <a:cubicBezTo>
                  <a:pt x="209486" y="97928"/>
                  <a:pt x="207481" y="95226"/>
                  <a:pt x="207481" y="89822"/>
                </a:cubicBezTo>
                <a:cubicBezTo>
                  <a:pt x="207481" y="86524"/>
                  <a:pt x="207709" y="81588"/>
                  <a:pt x="208166" y="75012"/>
                </a:cubicBezTo>
                <a:cubicBezTo>
                  <a:pt x="208622" y="68434"/>
                  <a:pt x="208851" y="63497"/>
                  <a:pt x="208851" y="60200"/>
                </a:cubicBezTo>
                <a:cubicBezTo>
                  <a:pt x="208851" y="54160"/>
                  <a:pt x="208940" y="47256"/>
                  <a:pt x="209119" y="39487"/>
                </a:cubicBezTo>
                <a:cubicBezTo>
                  <a:pt x="209297" y="31719"/>
                  <a:pt x="209387" y="24854"/>
                  <a:pt x="209387" y="18894"/>
                </a:cubicBezTo>
                <a:cubicBezTo>
                  <a:pt x="209387" y="17106"/>
                  <a:pt x="209297" y="15000"/>
                  <a:pt x="209119" y="12576"/>
                </a:cubicBezTo>
                <a:cubicBezTo>
                  <a:pt x="208940" y="10152"/>
                  <a:pt x="208851" y="8047"/>
                  <a:pt x="208851" y="6258"/>
                </a:cubicBezTo>
                <a:cubicBezTo>
                  <a:pt x="208851" y="4470"/>
                  <a:pt x="209397" y="3020"/>
                  <a:pt x="210489" y="1908"/>
                </a:cubicBezTo>
                <a:cubicBezTo>
                  <a:pt x="211581" y="795"/>
                  <a:pt x="212981" y="238"/>
                  <a:pt x="214688" y="238"/>
                </a:cubicBezTo>
                <a:cubicBezTo>
                  <a:pt x="216396" y="238"/>
                  <a:pt x="217796" y="795"/>
                  <a:pt x="218888" y="1908"/>
                </a:cubicBezTo>
                <a:cubicBezTo>
                  <a:pt x="219980" y="3020"/>
                  <a:pt x="220526" y="4470"/>
                  <a:pt x="220526" y="6258"/>
                </a:cubicBezTo>
                <a:cubicBezTo>
                  <a:pt x="220526" y="8086"/>
                  <a:pt x="220625" y="10242"/>
                  <a:pt x="220824" y="12727"/>
                </a:cubicBezTo>
                <a:cubicBezTo>
                  <a:pt x="221022" y="15210"/>
                  <a:pt x="221122" y="17365"/>
                  <a:pt x="221122" y="19192"/>
                </a:cubicBezTo>
                <a:lnTo>
                  <a:pt x="220705" y="38385"/>
                </a:lnTo>
                <a:cubicBezTo>
                  <a:pt x="220506" y="45299"/>
                  <a:pt x="220446" y="52213"/>
                  <a:pt x="220526" y="59128"/>
                </a:cubicBezTo>
                <a:cubicBezTo>
                  <a:pt x="225927" y="54995"/>
                  <a:pt x="231129" y="50465"/>
                  <a:pt x="236132" y="45537"/>
                </a:cubicBezTo>
                <a:lnTo>
                  <a:pt x="249237" y="32008"/>
                </a:lnTo>
                <a:cubicBezTo>
                  <a:pt x="250548" y="30658"/>
                  <a:pt x="251957" y="29983"/>
                  <a:pt x="253466" y="29983"/>
                </a:cubicBezTo>
                <a:cubicBezTo>
                  <a:pt x="255015" y="29983"/>
                  <a:pt x="256415" y="30598"/>
                  <a:pt x="257666" y="31829"/>
                </a:cubicBezTo>
                <a:cubicBezTo>
                  <a:pt x="258917" y="33060"/>
                  <a:pt x="259542" y="34491"/>
                  <a:pt x="259542" y="36120"/>
                </a:cubicBezTo>
                <a:cubicBezTo>
                  <a:pt x="259542" y="37471"/>
                  <a:pt x="258966" y="38802"/>
                  <a:pt x="257815" y="40113"/>
                </a:cubicBezTo>
                <a:cubicBezTo>
                  <a:pt x="252930" y="45826"/>
                  <a:pt x="246914" y="51956"/>
                  <a:pt x="239766" y="58502"/>
                </a:cubicBezTo>
                <a:lnTo>
                  <a:pt x="252752" y="76235"/>
                </a:lnTo>
                <a:cubicBezTo>
                  <a:pt x="258827" y="84539"/>
                  <a:pt x="261865" y="89943"/>
                  <a:pt x="261865" y="92446"/>
                </a:cubicBezTo>
                <a:cubicBezTo>
                  <a:pt x="261865" y="94036"/>
                  <a:pt x="261240" y="95407"/>
                  <a:pt x="259989" y="96558"/>
                </a:cubicBezTo>
                <a:cubicBezTo>
                  <a:pt x="258738" y="97710"/>
                  <a:pt x="257299" y="98286"/>
                  <a:pt x="255670" y="98286"/>
                </a:cubicBezTo>
                <a:close/>
                <a:moveTo>
                  <a:pt x="308130" y="81086"/>
                </a:moveTo>
                <a:cubicBezTo>
                  <a:pt x="308090" y="79413"/>
                  <a:pt x="308656" y="78049"/>
                  <a:pt x="309827" y="76994"/>
                </a:cubicBezTo>
                <a:cubicBezTo>
                  <a:pt x="310999" y="75939"/>
                  <a:pt x="312438" y="75412"/>
                  <a:pt x="314146" y="75412"/>
                </a:cubicBezTo>
                <a:cubicBezTo>
                  <a:pt x="316092" y="75412"/>
                  <a:pt x="317799" y="76529"/>
                  <a:pt x="319269" y="78763"/>
                </a:cubicBezTo>
                <a:cubicBezTo>
                  <a:pt x="321294" y="81796"/>
                  <a:pt x="323101" y="83851"/>
                  <a:pt x="324689" y="84928"/>
                </a:cubicBezTo>
                <a:cubicBezTo>
                  <a:pt x="328065" y="87162"/>
                  <a:pt x="332969" y="88278"/>
                  <a:pt x="339402" y="88278"/>
                </a:cubicBezTo>
                <a:cubicBezTo>
                  <a:pt x="345558" y="88278"/>
                  <a:pt x="351276" y="86946"/>
                  <a:pt x="356558" y="84280"/>
                </a:cubicBezTo>
                <a:cubicBezTo>
                  <a:pt x="363309" y="80859"/>
                  <a:pt x="366684" y="76105"/>
                  <a:pt x="366684" y="70019"/>
                </a:cubicBezTo>
                <a:cubicBezTo>
                  <a:pt x="366684" y="65007"/>
                  <a:pt x="363845" y="61049"/>
                  <a:pt x="358166" y="58145"/>
                </a:cubicBezTo>
                <a:cubicBezTo>
                  <a:pt x="353361" y="55638"/>
                  <a:pt x="347424" y="54285"/>
                  <a:pt x="340356" y="54087"/>
                </a:cubicBezTo>
                <a:cubicBezTo>
                  <a:pt x="334081" y="53849"/>
                  <a:pt x="328740" y="52477"/>
                  <a:pt x="324332" y="49971"/>
                </a:cubicBezTo>
                <a:cubicBezTo>
                  <a:pt x="318693" y="46751"/>
                  <a:pt x="315873" y="42138"/>
                  <a:pt x="315873" y="36133"/>
                </a:cubicBezTo>
                <a:cubicBezTo>
                  <a:pt x="315873" y="29056"/>
                  <a:pt x="319884" y="22595"/>
                  <a:pt x="327906" y="16750"/>
                </a:cubicBezTo>
                <a:cubicBezTo>
                  <a:pt x="335570" y="11222"/>
                  <a:pt x="343493" y="8459"/>
                  <a:pt x="351673" y="8459"/>
                </a:cubicBezTo>
                <a:cubicBezTo>
                  <a:pt x="355525" y="8459"/>
                  <a:pt x="359874" y="9117"/>
                  <a:pt x="364718" y="10434"/>
                </a:cubicBezTo>
                <a:cubicBezTo>
                  <a:pt x="371152" y="12149"/>
                  <a:pt x="374368" y="14342"/>
                  <a:pt x="374368" y="17014"/>
                </a:cubicBezTo>
                <a:cubicBezTo>
                  <a:pt x="374368" y="20523"/>
                  <a:pt x="372581" y="22278"/>
                  <a:pt x="369007" y="22278"/>
                </a:cubicBezTo>
                <a:cubicBezTo>
                  <a:pt x="367419" y="22278"/>
                  <a:pt x="364639" y="21851"/>
                  <a:pt x="360668" y="20997"/>
                </a:cubicBezTo>
                <a:cubicBezTo>
                  <a:pt x="356697" y="20144"/>
                  <a:pt x="353619" y="19737"/>
                  <a:pt x="351435" y="19776"/>
                </a:cubicBezTo>
                <a:cubicBezTo>
                  <a:pt x="345240" y="19856"/>
                  <a:pt x="339978" y="21381"/>
                  <a:pt x="335650" y="24352"/>
                </a:cubicBezTo>
                <a:cubicBezTo>
                  <a:pt x="331202" y="27402"/>
                  <a:pt x="328978" y="31106"/>
                  <a:pt x="328978" y="35463"/>
                </a:cubicBezTo>
                <a:cubicBezTo>
                  <a:pt x="328978" y="38751"/>
                  <a:pt x="331917" y="41069"/>
                  <a:pt x="337794" y="42415"/>
                </a:cubicBezTo>
                <a:cubicBezTo>
                  <a:pt x="339978" y="42930"/>
                  <a:pt x="344208" y="43406"/>
                  <a:pt x="350482" y="43841"/>
                </a:cubicBezTo>
                <a:cubicBezTo>
                  <a:pt x="359576" y="44518"/>
                  <a:pt x="366684" y="47383"/>
                  <a:pt x="371807" y="52438"/>
                </a:cubicBezTo>
                <a:cubicBezTo>
                  <a:pt x="376493" y="57054"/>
                  <a:pt x="378836" y="62685"/>
                  <a:pt x="378836" y="69330"/>
                </a:cubicBezTo>
                <a:cubicBezTo>
                  <a:pt x="378836" y="78803"/>
                  <a:pt x="374468" y="86365"/>
                  <a:pt x="365731" y="92016"/>
                </a:cubicBezTo>
                <a:cubicBezTo>
                  <a:pt x="358146" y="96911"/>
                  <a:pt x="349350" y="99358"/>
                  <a:pt x="339343" y="99358"/>
                </a:cubicBezTo>
                <a:cubicBezTo>
                  <a:pt x="332076" y="99358"/>
                  <a:pt x="325424" y="97964"/>
                  <a:pt x="319388" y="95177"/>
                </a:cubicBezTo>
                <a:cubicBezTo>
                  <a:pt x="312002" y="91754"/>
                  <a:pt x="308249" y="87057"/>
                  <a:pt x="308130" y="81086"/>
                </a:cubicBezTo>
                <a:close/>
                <a:moveTo>
                  <a:pt x="421226" y="98643"/>
                </a:moveTo>
                <a:cubicBezTo>
                  <a:pt x="412251" y="98643"/>
                  <a:pt x="404984" y="96398"/>
                  <a:pt x="399424" y="91906"/>
                </a:cubicBezTo>
                <a:cubicBezTo>
                  <a:pt x="393348" y="86938"/>
                  <a:pt x="390310" y="79981"/>
                  <a:pt x="390310" y="71037"/>
                </a:cubicBezTo>
                <a:cubicBezTo>
                  <a:pt x="390310" y="60704"/>
                  <a:pt x="392812" y="52039"/>
                  <a:pt x="397816" y="45044"/>
                </a:cubicBezTo>
                <a:cubicBezTo>
                  <a:pt x="403256" y="37412"/>
                  <a:pt x="410524" y="33596"/>
                  <a:pt x="419617" y="33596"/>
                </a:cubicBezTo>
                <a:cubicBezTo>
                  <a:pt x="426209" y="33596"/>
                  <a:pt x="431590" y="34708"/>
                  <a:pt x="435760" y="36932"/>
                </a:cubicBezTo>
                <a:cubicBezTo>
                  <a:pt x="440883" y="39672"/>
                  <a:pt x="443444" y="43881"/>
                  <a:pt x="443444" y="49560"/>
                </a:cubicBezTo>
                <a:cubicBezTo>
                  <a:pt x="443444" y="53531"/>
                  <a:pt x="441201" y="57145"/>
                  <a:pt x="436713" y="60401"/>
                </a:cubicBezTo>
                <a:cubicBezTo>
                  <a:pt x="434728" y="61831"/>
                  <a:pt x="430518" y="64054"/>
                  <a:pt x="424085" y="67073"/>
                </a:cubicBezTo>
                <a:lnTo>
                  <a:pt x="401330" y="77854"/>
                </a:lnTo>
                <a:cubicBezTo>
                  <a:pt x="403554" y="81150"/>
                  <a:pt x="406324" y="83632"/>
                  <a:pt x="409640" y="85300"/>
                </a:cubicBezTo>
                <a:cubicBezTo>
                  <a:pt x="412956" y="86968"/>
                  <a:pt x="416818" y="87802"/>
                  <a:pt x="421226" y="87802"/>
                </a:cubicBezTo>
                <a:cubicBezTo>
                  <a:pt x="423966" y="87802"/>
                  <a:pt x="427182" y="87286"/>
                  <a:pt x="430876" y="86253"/>
                </a:cubicBezTo>
                <a:cubicBezTo>
                  <a:pt x="435562" y="84943"/>
                  <a:pt x="438580" y="83225"/>
                  <a:pt x="439930" y="81101"/>
                </a:cubicBezTo>
                <a:cubicBezTo>
                  <a:pt x="441280" y="78976"/>
                  <a:pt x="442729" y="77914"/>
                  <a:pt x="444278" y="77914"/>
                </a:cubicBezTo>
                <a:cubicBezTo>
                  <a:pt x="445668" y="77914"/>
                  <a:pt x="446909" y="78442"/>
                  <a:pt x="448001" y="79498"/>
                </a:cubicBezTo>
                <a:cubicBezTo>
                  <a:pt x="449093" y="80553"/>
                  <a:pt x="449639" y="81777"/>
                  <a:pt x="449639" y="83171"/>
                </a:cubicBezTo>
                <a:cubicBezTo>
                  <a:pt x="449639" y="87591"/>
                  <a:pt x="446085" y="91394"/>
                  <a:pt x="438977" y="94581"/>
                </a:cubicBezTo>
                <a:cubicBezTo>
                  <a:pt x="432901" y="97289"/>
                  <a:pt x="426984" y="98643"/>
                  <a:pt x="421226" y="98643"/>
                </a:cubicBezTo>
                <a:moveTo>
                  <a:pt x="419617" y="44318"/>
                </a:moveTo>
                <a:cubicBezTo>
                  <a:pt x="414773" y="44318"/>
                  <a:pt x="410742" y="46194"/>
                  <a:pt x="407525" y="49947"/>
                </a:cubicBezTo>
                <a:cubicBezTo>
                  <a:pt x="404309" y="53700"/>
                  <a:pt x="401906" y="59349"/>
                  <a:pt x="400318" y="66894"/>
                </a:cubicBezTo>
                <a:lnTo>
                  <a:pt x="418605" y="58197"/>
                </a:lnTo>
                <a:cubicBezTo>
                  <a:pt x="425793" y="54702"/>
                  <a:pt x="430915" y="51665"/>
                  <a:pt x="433973" y="49083"/>
                </a:cubicBezTo>
                <a:cubicBezTo>
                  <a:pt x="430558" y="45906"/>
                  <a:pt x="425773" y="44318"/>
                  <a:pt x="419617" y="44318"/>
                </a:cubicBezTo>
                <a:close/>
                <a:moveTo>
                  <a:pt x="488762" y="98643"/>
                </a:moveTo>
                <a:cubicBezTo>
                  <a:pt x="479787" y="98643"/>
                  <a:pt x="472520" y="96398"/>
                  <a:pt x="466960" y="91906"/>
                </a:cubicBezTo>
                <a:cubicBezTo>
                  <a:pt x="460884" y="86938"/>
                  <a:pt x="457846" y="79981"/>
                  <a:pt x="457846" y="71037"/>
                </a:cubicBezTo>
                <a:cubicBezTo>
                  <a:pt x="457846" y="60704"/>
                  <a:pt x="460348" y="52039"/>
                  <a:pt x="465352" y="45044"/>
                </a:cubicBezTo>
                <a:cubicBezTo>
                  <a:pt x="470792" y="37412"/>
                  <a:pt x="478059" y="33596"/>
                  <a:pt x="487153" y="33596"/>
                </a:cubicBezTo>
                <a:cubicBezTo>
                  <a:pt x="493745" y="33596"/>
                  <a:pt x="499126" y="34708"/>
                  <a:pt x="503296" y="36932"/>
                </a:cubicBezTo>
                <a:cubicBezTo>
                  <a:pt x="508419" y="39672"/>
                  <a:pt x="510980" y="43881"/>
                  <a:pt x="510980" y="49560"/>
                </a:cubicBezTo>
                <a:cubicBezTo>
                  <a:pt x="510980" y="53531"/>
                  <a:pt x="508736" y="57145"/>
                  <a:pt x="504249" y="60401"/>
                </a:cubicBezTo>
                <a:cubicBezTo>
                  <a:pt x="502263" y="61831"/>
                  <a:pt x="498054" y="64054"/>
                  <a:pt x="491621" y="67073"/>
                </a:cubicBezTo>
                <a:lnTo>
                  <a:pt x="468866" y="77854"/>
                </a:lnTo>
                <a:cubicBezTo>
                  <a:pt x="471090" y="81150"/>
                  <a:pt x="473860" y="83632"/>
                  <a:pt x="477176" y="85300"/>
                </a:cubicBezTo>
                <a:cubicBezTo>
                  <a:pt x="480492" y="86968"/>
                  <a:pt x="484354" y="87802"/>
                  <a:pt x="488762" y="87802"/>
                </a:cubicBezTo>
                <a:cubicBezTo>
                  <a:pt x="491502" y="87802"/>
                  <a:pt x="494718" y="87286"/>
                  <a:pt x="498411" y="86253"/>
                </a:cubicBezTo>
                <a:cubicBezTo>
                  <a:pt x="503097" y="84943"/>
                  <a:pt x="506115" y="83225"/>
                  <a:pt x="507466" y="81101"/>
                </a:cubicBezTo>
                <a:cubicBezTo>
                  <a:pt x="508816" y="78976"/>
                  <a:pt x="510265" y="77914"/>
                  <a:pt x="511814" y="77914"/>
                </a:cubicBezTo>
                <a:cubicBezTo>
                  <a:pt x="513204" y="77914"/>
                  <a:pt x="514445" y="78442"/>
                  <a:pt x="515537" y="79498"/>
                </a:cubicBezTo>
                <a:cubicBezTo>
                  <a:pt x="516629" y="80553"/>
                  <a:pt x="517175" y="81777"/>
                  <a:pt x="517175" y="83171"/>
                </a:cubicBezTo>
                <a:cubicBezTo>
                  <a:pt x="517175" y="87591"/>
                  <a:pt x="513621" y="91394"/>
                  <a:pt x="506513" y="94581"/>
                </a:cubicBezTo>
                <a:cubicBezTo>
                  <a:pt x="500437" y="97289"/>
                  <a:pt x="494520" y="98643"/>
                  <a:pt x="488762" y="98643"/>
                </a:cubicBezTo>
                <a:moveTo>
                  <a:pt x="487153" y="44318"/>
                </a:moveTo>
                <a:cubicBezTo>
                  <a:pt x="482308" y="44318"/>
                  <a:pt x="478278" y="46194"/>
                  <a:pt x="475061" y="49947"/>
                </a:cubicBezTo>
                <a:cubicBezTo>
                  <a:pt x="471845" y="53700"/>
                  <a:pt x="469442" y="59349"/>
                  <a:pt x="467854" y="66894"/>
                </a:cubicBezTo>
                <a:lnTo>
                  <a:pt x="486141" y="58197"/>
                </a:lnTo>
                <a:cubicBezTo>
                  <a:pt x="493328" y="54702"/>
                  <a:pt x="498451" y="51665"/>
                  <a:pt x="501509" y="49083"/>
                </a:cubicBezTo>
                <a:cubicBezTo>
                  <a:pt x="498094" y="45906"/>
                  <a:pt x="493309" y="44318"/>
                  <a:pt x="487153" y="44318"/>
                </a:cubicBezTo>
                <a:close/>
                <a:moveTo>
                  <a:pt x="583340" y="43279"/>
                </a:moveTo>
                <a:cubicBezTo>
                  <a:pt x="582864" y="49113"/>
                  <a:pt x="582626" y="54947"/>
                  <a:pt x="582626" y="60781"/>
                </a:cubicBezTo>
                <a:cubicBezTo>
                  <a:pt x="582626" y="73997"/>
                  <a:pt x="583241" y="83978"/>
                  <a:pt x="584472" y="90724"/>
                </a:cubicBezTo>
                <a:cubicBezTo>
                  <a:pt x="584552" y="91280"/>
                  <a:pt x="584591" y="91737"/>
                  <a:pt x="584591" y="92094"/>
                </a:cubicBezTo>
                <a:cubicBezTo>
                  <a:pt x="584591" y="93682"/>
                  <a:pt x="584035" y="94991"/>
                  <a:pt x="582923" y="96022"/>
                </a:cubicBezTo>
                <a:cubicBezTo>
                  <a:pt x="581811" y="97055"/>
                  <a:pt x="580521" y="97571"/>
                  <a:pt x="579052" y="97571"/>
                </a:cubicBezTo>
                <a:cubicBezTo>
                  <a:pt x="576589" y="97571"/>
                  <a:pt x="574783" y="95784"/>
                  <a:pt x="573631" y="92210"/>
                </a:cubicBezTo>
                <a:cubicBezTo>
                  <a:pt x="570772" y="94315"/>
                  <a:pt x="567803" y="95913"/>
                  <a:pt x="564726" y="97005"/>
                </a:cubicBezTo>
                <a:cubicBezTo>
                  <a:pt x="561648" y="98097"/>
                  <a:pt x="558441" y="98643"/>
                  <a:pt x="555106" y="98643"/>
                </a:cubicBezTo>
                <a:cubicBezTo>
                  <a:pt x="546885" y="98643"/>
                  <a:pt x="540075" y="95900"/>
                  <a:pt x="534674" y="90415"/>
                </a:cubicBezTo>
                <a:cubicBezTo>
                  <a:pt x="529114" y="84811"/>
                  <a:pt x="526335" y="77617"/>
                  <a:pt x="526335" y="68832"/>
                </a:cubicBezTo>
                <a:cubicBezTo>
                  <a:pt x="526335" y="58219"/>
                  <a:pt x="529144" y="49713"/>
                  <a:pt x="534763" y="43315"/>
                </a:cubicBezTo>
                <a:cubicBezTo>
                  <a:pt x="540383" y="36915"/>
                  <a:pt x="547680" y="33715"/>
                  <a:pt x="556654" y="33715"/>
                </a:cubicBezTo>
                <a:cubicBezTo>
                  <a:pt x="561261" y="33715"/>
                  <a:pt x="564815" y="34430"/>
                  <a:pt x="567317" y="35859"/>
                </a:cubicBezTo>
                <a:lnTo>
                  <a:pt x="572916" y="39970"/>
                </a:lnTo>
                <a:cubicBezTo>
                  <a:pt x="573472" y="23273"/>
                  <a:pt x="574127" y="12032"/>
                  <a:pt x="574882" y="6245"/>
                </a:cubicBezTo>
                <a:cubicBezTo>
                  <a:pt x="575398" y="2717"/>
                  <a:pt x="577205" y="953"/>
                  <a:pt x="580302" y="953"/>
                </a:cubicBezTo>
                <a:cubicBezTo>
                  <a:pt x="583916" y="953"/>
                  <a:pt x="585723" y="2878"/>
                  <a:pt x="585723" y="6727"/>
                </a:cubicBezTo>
                <a:cubicBezTo>
                  <a:pt x="585723" y="12244"/>
                  <a:pt x="584929" y="24427"/>
                  <a:pt x="583340" y="43279"/>
                </a:cubicBezTo>
                <a:moveTo>
                  <a:pt x="556893" y="44794"/>
                </a:moveTo>
                <a:cubicBezTo>
                  <a:pt x="550221" y="44794"/>
                  <a:pt x="545217" y="46770"/>
                  <a:pt x="541882" y="50721"/>
                </a:cubicBezTo>
                <a:cubicBezTo>
                  <a:pt x="538546" y="54673"/>
                  <a:pt x="536878" y="60619"/>
                  <a:pt x="536878" y="68562"/>
                </a:cubicBezTo>
                <a:cubicBezTo>
                  <a:pt x="536878" y="73684"/>
                  <a:pt x="538695" y="78092"/>
                  <a:pt x="542328" y="81786"/>
                </a:cubicBezTo>
                <a:cubicBezTo>
                  <a:pt x="545962" y="85479"/>
                  <a:pt x="550221" y="87325"/>
                  <a:pt x="555106" y="87325"/>
                </a:cubicBezTo>
                <a:cubicBezTo>
                  <a:pt x="558441" y="87325"/>
                  <a:pt x="561261" y="86710"/>
                  <a:pt x="563564" y="85479"/>
                </a:cubicBezTo>
                <a:cubicBezTo>
                  <a:pt x="564914" y="84764"/>
                  <a:pt x="567118" y="83116"/>
                  <a:pt x="570176" y="80535"/>
                </a:cubicBezTo>
                <a:cubicBezTo>
                  <a:pt x="570772" y="80018"/>
                  <a:pt x="571348" y="79403"/>
                  <a:pt x="571903" y="78688"/>
                </a:cubicBezTo>
                <a:lnTo>
                  <a:pt x="571725" y="68383"/>
                </a:lnTo>
                <a:lnTo>
                  <a:pt x="571784" y="61473"/>
                </a:lnTo>
                <a:lnTo>
                  <a:pt x="571903" y="54444"/>
                </a:lnTo>
                <a:cubicBezTo>
                  <a:pt x="570394" y="51228"/>
                  <a:pt x="568389" y="48815"/>
                  <a:pt x="565887" y="47207"/>
                </a:cubicBezTo>
                <a:cubicBezTo>
                  <a:pt x="563385" y="45599"/>
                  <a:pt x="560387" y="44794"/>
                  <a:pt x="556893" y="44794"/>
                </a:cubicBezTo>
                <a:close/>
                <a:moveTo>
                  <a:pt x="653765" y="60878"/>
                </a:moveTo>
                <a:cubicBezTo>
                  <a:pt x="652653" y="60878"/>
                  <a:pt x="650231" y="60619"/>
                  <a:pt x="646498" y="60103"/>
                </a:cubicBezTo>
                <a:cubicBezTo>
                  <a:pt x="646180" y="66108"/>
                  <a:pt x="646021" y="76629"/>
                  <a:pt x="646021" y="91664"/>
                </a:cubicBezTo>
                <a:cubicBezTo>
                  <a:pt x="646021" y="93255"/>
                  <a:pt x="645505" y="94598"/>
                  <a:pt x="644473" y="95693"/>
                </a:cubicBezTo>
                <a:cubicBezTo>
                  <a:pt x="643440" y="96786"/>
                  <a:pt x="642150" y="97333"/>
                  <a:pt x="640601" y="97333"/>
                </a:cubicBezTo>
                <a:cubicBezTo>
                  <a:pt x="639012" y="97333"/>
                  <a:pt x="637702" y="96787"/>
                  <a:pt x="636669" y="95694"/>
                </a:cubicBezTo>
                <a:cubicBezTo>
                  <a:pt x="635637" y="94601"/>
                  <a:pt x="635121" y="93260"/>
                  <a:pt x="635121" y="91670"/>
                </a:cubicBezTo>
                <a:lnTo>
                  <a:pt x="635121" y="74146"/>
                </a:lnTo>
                <a:cubicBezTo>
                  <a:pt x="635121" y="68305"/>
                  <a:pt x="635478" y="60080"/>
                  <a:pt x="636193" y="49470"/>
                </a:cubicBezTo>
                <a:cubicBezTo>
                  <a:pt x="636987" y="37986"/>
                  <a:pt x="637424" y="29761"/>
                  <a:pt x="637503" y="24795"/>
                </a:cubicBezTo>
                <a:lnTo>
                  <a:pt x="637503" y="16569"/>
                </a:lnTo>
                <a:cubicBezTo>
                  <a:pt x="637503" y="12635"/>
                  <a:pt x="637742" y="9774"/>
                  <a:pt x="638218" y="7986"/>
                </a:cubicBezTo>
                <a:cubicBezTo>
                  <a:pt x="639132" y="4489"/>
                  <a:pt x="641077" y="2978"/>
                  <a:pt x="644056" y="3455"/>
                </a:cubicBezTo>
                <a:cubicBezTo>
                  <a:pt x="645327" y="3058"/>
                  <a:pt x="647133" y="2760"/>
                  <a:pt x="649476" y="2561"/>
                </a:cubicBezTo>
                <a:cubicBezTo>
                  <a:pt x="651819" y="2363"/>
                  <a:pt x="654698" y="2264"/>
                  <a:pt x="658114" y="2264"/>
                </a:cubicBezTo>
                <a:cubicBezTo>
                  <a:pt x="665381" y="2264"/>
                  <a:pt x="672191" y="4746"/>
                  <a:pt x="678545" y="9709"/>
                </a:cubicBezTo>
                <a:cubicBezTo>
                  <a:pt x="685534" y="15190"/>
                  <a:pt x="689029" y="21782"/>
                  <a:pt x="689029" y="29486"/>
                </a:cubicBezTo>
                <a:cubicBezTo>
                  <a:pt x="689029" y="39334"/>
                  <a:pt x="685296" y="47177"/>
                  <a:pt x="677830" y="53015"/>
                </a:cubicBezTo>
                <a:cubicBezTo>
                  <a:pt x="671159" y="58257"/>
                  <a:pt x="663137" y="60878"/>
                  <a:pt x="653765" y="60878"/>
                </a:cubicBezTo>
                <a:moveTo>
                  <a:pt x="656744" y="13581"/>
                </a:moveTo>
                <a:cubicBezTo>
                  <a:pt x="654996" y="13581"/>
                  <a:pt x="653438" y="13621"/>
                  <a:pt x="652068" y="13700"/>
                </a:cubicBezTo>
                <a:cubicBezTo>
                  <a:pt x="650698" y="13780"/>
                  <a:pt x="649536" y="13899"/>
                  <a:pt x="648583" y="14058"/>
                </a:cubicBezTo>
                <a:lnTo>
                  <a:pt x="648464" y="25000"/>
                </a:lnTo>
                <a:lnTo>
                  <a:pt x="647213" y="48668"/>
                </a:lnTo>
                <a:lnTo>
                  <a:pt x="653765" y="49441"/>
                </a:lnTo>
                <a:cubicBezTo>
                  <a:pt x="660437" y="49441"/>
                  <a:pt x="666056" y="47756"/>
                  <a:pt x="670623" y="44387"/>
                </a:cubicBezTo>
                <a:cubicBezTo>
                  <a:pt x="675626" y="40699"/>
                  <a:pt x="678128" y="35723"/>
                  <a:pt x="678128" y="29460"/>
                </a:cubicBezTo>
                <a:cubicBezTo>
                  <a:pt x="678128" y="25019"/>
                  <a:pt x="675745" y="21193"/>
                  <a:pt x="670980" y="17982"/>
                </a:cubicBezTo>
                <a:cubicBezTo>
                  <a:pt x="666572" y="15048"/>
                  <a:pt x="661827" y="13581"/>
                  <a:pt x="656744" y="13581"/>
                </a:cubicBezTo>
                <a:close/>
                <a:moveTo>
                  <a:pt x="722925" y="99477"/>
                </a:moveTo>
                <a:cubicBezTo>
                  <a:pt x="716254" y="99477"/>
                  <a:pt x="710515" y="97011"/>
                  <a:pt x="705710" y="92078"/>
                </a:cubicBezTo>
                <a:cubicBezTo>
                  <a:pt x="700349" y="86588"/>
                  <a:pt x="697530" y="79207"/>
                  <a:pt x="697252" y="69937"/>
                </a:cubicBezTo>
                <a:cubicBezTo>
                  <a:pt x="697013" y="60946"/>
                  <a:pt x="699277" y="53030"/>
                  <a:pt x="704042" y="46187"/>
                </a:cubicBezTo>
                <a:cubicBezTo>
                  <a:pt x="709602" y="38111"/>
                  <a:pt x="717346" y="34072"/>
                  <a:pt x="727273" y="34072"/>
                </a:cubicBezTo>
                <a:cubicBezTo>
                  <a:pt x="735216" y="34072"/>
                  <a:pt x="741232" y="37713"/>
                  <a:pt x="745322" y="44994"/>
                </a:cubicBezTo>
                <a:cubicBezTo>
                  <a:pt x="748579" y="50881"/>
                  <a:pt x="750147" y="57962"/>
                  <a:pt x="750028" y="66237"/>
                </a:cubicBezTo>
                <a:cubicBezTo>
                  <a:pt x="749909" y="75069"/>
                  <a:pt x="747606" y="82608"/>
                  <a:pt x="743118" y="88855"/>
                </a:cubicBezTo>
                <a:cubicBezTo>
                  <a:pt x="738035" y="95936"/>
                  <a:pt x="731304" y="99477"/>
                  <a:pt x="722925" y="99477"/>
                </a:cubicBezTo>
                <a:moveTo>
                  <a:pt x="726499" y="46224"/>
                </a:moveTo>
                <a:cubicBezTo>
                  <a:pt x="720662" y="46184"/>
                  <a:pt x="716115" y="48968"/>
                  <a:pt x="712858" y="54575"/>
                </a:cubicBezTo>
                <a:cubicBezTo>
                  <a:pt x="710277" y="59069"/>
                  <a:pt x="708986" y="64200"/>
                  <a:pt x="708986" y="69965"/>
                </a:cubicBezTo>
                <a:cubicBezTo>
                  <a:pt x="708986" y="75732"/>
                  <a:pt x="710555" y="80226"/>
                  <a:pt x="713692" y="83448"/>
                </a:cubicBezTo>
                <a:cubicBezTo>
                  <a:pt x="716313" y="86112"/>
                  <a:pt x="719391" y="87444"/>
                  <a:pt x="722925" y="87444"/>
                </a:cubicBezTo>
                <a:cubicBezTo>
                  <a:pt x="727055" y="87444"/>
                  <a:pt x="730609" y="85933"/>
                  <a:pt x="733588" y="82910"/>
                </a:cubicBezTo>
                <a:cubicBezTo>
                  <a:pt x="736963" y="79570"/>
                  <a:pt x="738750" y="75057"/>
                  <a:pt x="738949" y="69370"/>
                </a:cubicBezTo>
                <a:cubicBezTo>
                  <a:pt x="739505" y="53979"/>
                  <a:pt x="735355" y="46264"/>
                  <a:pt x="726499" y="46224"/>
                </a:cubicBezTo>
                <a:close/>
                <a:moveTo>
                  <a:pt x="786068" y="99477"/>
                </a:moveTo>
                <a:cubicBezTo>
                  <a:pt x="779397" y="99477"/>
                  <a:pt x="773659" y="97011"/>
                  <a:pt x="768854" y="92078"/>
                </a:cubicBezTo>
                <a:cubicBezTo>
                  <a:pt x="763492" y="86588"/>
                  <a:pt x="760673" y="79207"/>
                  <a:pt x="760395" y="69937"/>
                </a:cubicBezTo>
                <a:cubicBezTo>
                  <a:pt x="760157" y="60946"/>
                  <a:pt x="762420" y="53030"/>
                  <a:pt x="767186" y="46187"/>
                </a:cubicBezTo>
                <a:cubicBezTo>
                  <a:pt x="772745" y="38111"/>
                  <a:pt x="780489" y="34072"/>
                  <a:pt x="790417" y="34072"/>
                </a:cubicBezTo>
                <a:cubicBezTo>
                  <a:pt x="798359" y="34072"/>
                  <a:pt x="804375" y="37713"/>
                  <a:pt x="808466" y="44994"/>
                </a:cubicBezTo>
                <a:cubicBezTo>
                  <a:pt x="811722" y="50881"/>
                  <a:pt x="813291" y="57962"/>
                  <a:pt x="813171" y="66237"/>
                </a:cubicBezTo>
                <a:cubicBezTo>
                  <a:pt x="813052" y="75069"/>
                  <a:pt x="810749" y="82608"/>
                  <a:pt x="806262" y="88855"/>
                </a:cubicBezTo>
                <a:cubicBezTo>
                  <a:pt x="801179" y="95936"/>
                  <a:pt x="794448" y="99477"/>
                  <a:pt x="786068" y="99477"/>
                </a:cubicBezTo>
                <a:moveTo>
                  <a:pt x="789642" y="46224"/>
                </a:moveTo>
                <a:cubicBezTo>
                  <a:pt x="783805" y="46184"/>
                  <a:pt x="779258" y="48968"/>
                  <a:pt x="776002" y="54575"/>
                </a:cubicBezTo>
                <a:cubicBezTo>
                  <a:pt x="773420" y="59069"/>
                  <a:pt x="772130" y="64200"/>
                  <a:pt x="772130" y="69965"/>
                </a:cubicBezTo>
                <a:cubicBezTo>
                  <a:pt x="772130" y="75732"/>
                  <a:pt x="773698" y="80226"/>
                  <a:pt x="776836" y="83448"/>
                </a:cubicBezTo>
                <a:cubicBezTo>
                  <a:pt x="779456" y="86112"/>
                  <a:pt x="782534" y="87444"/>
                  <a:pt x="786068" y="87444"/>
                </a:cubicBezTo>
                <a:cubicBezTo>
                  <a:pt x="790198" y="87444"/>
                  <a:pt x="793753" y="85933"/>
                  <a:pt x="796731" y="82910"/>
                </a:cubicBezTo>
                <a:cubicBezTo>
                  <a:pt x="800106" y="79570"/>
                  <a:pt x="801893" y="75057"/>
                  <a:pt x="802092" y="69370"/>
                </a:cubicBezTo>
                <a:cubicBezTo>
                  <a:pt x="802648" y="53979"/>
                  <a:pt x="798498" y="46264"/>
                  <a:pt x="789642" y="46224"/>
                </a:cubicBezTo>
                <a:close/>
                <a:moveTo>
                  <a:pt x="842005" y="49083"/>
                </a:moveTo>
                <a:lnTo>
                  <a:pt x="841112" y="78723"/>
                </a:lnTo>
                <a:cubicBezTo>
                  <a:pt x="841112" y="81864"/>
                  <a:pt x="840953" y="86476"/>
                  <a:pt x="840635" y="92560"/>
                </a:cubicBezTo>
                <a:cubicBezTo>
                  <a:pt x="840238" y="96536"/>
                  <a:pt x="838292" y="98524"/>
                  <a:pt x="834798" y="98524"/>
                </a:cubicBezTo>
                <a:cubicBezTo>
                  <a:pt x="830906" y="98524"/>
                  <a:pt x="828960" y="96496"/>
                  <a:pt x="828960" y="92441"/>
                </a:cubicBezTo>
                <a:cubicBezTo>
                  <a:pt x="828960" y="87629"/>
                  <a:pt x="829178" y="80403"/>
                  <a:pt x="829615" y="70762"/>
                </a:cubicBezTo>
                <a:cubicBezTo>
                  <a:pt x="830052" y="61121"/>
                  <a:pt x="830271" y="53895"/>
                  <a:pt x="830271" y="49083"/>
                </a:cubicBezTo>
                <a:cubicBezTo>
                  <a:pt x="830271" y="42801"/>
                  <a:pt x="830370" y="35615"/>
                  <a:pt x="830568" y="27524"/>
                </a:cubicBezTo>
                <a:cubicBezTo>
                  <a:pt x="830767" y="19433"/>
                  <a:pt x="830866" y="12246"/>
                  <a:pt x="830866" y="5964"/>
                </a:cubicBezTo>
                <a:cubicBezTo>
                  <a:pt x="830866" y="1988"/>
                  <a:pt x="832812" y="0"/>
                  <a:pt x="836704" y="0"/>
                </a:cubicBezTo>
                <a:cubicBezTo>
                  <a:pt x="840635" y="0"/>
                  <a:pt x="842601" y="1988"/>
                  <a:pt x="842601" y="5964"/>
                </a:cubicBezTo>
                <a:cubicBezTo>
                  <a:pt x="842601" y="12246"/>
                  <a:pt x="842502" y="19433"/>
                  <a:pt x="842303" y="27524"/>
                </a:cubicBezTo>
                <a:cubicBezTo>
                  <a:pt x="842105" y="35615"/>
                  <a:pt x="842005" y="42801"/>
                  <a:pt x="842005" y="49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•ApiAversion">
            <a:extLst xmlns:a="http://schemas.openxmlformats.org/drawingml/2006/main">
              <a:ext uri="{FF2B5EF4-FFF2-40B4-BE49-F238E27FC236}">
                <a16:creationId xmlns:a16="http://schemas.microsoft.com/office/drawing/2014/main" id="{B8C99BA4-D180-454E-A6E1-B57F13CE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739" y="1063970"/>
            <a:ext cx="809942" cy="123900"/>
          </a:xfrm>
          <a:custGeom xmlns:a="http://schemas.openxmlformats.org/drawingml/2006/main">
            <a:pathLst>
              <a:path w="809942" h="123900">
                <a:moveTo>
                  <a:pt x="0" y="46462"/>
                </a:moveTo>
                <a:cubicBezTo>
                  <a:pt x="0" y="42293"/>
                  <a:pt x="1479" y="38738"/>
                  <a:pt x="4438" y="35800"/>
                </a:cubicBezTo>
                <a:cubicBezTo>
                  <a:pt x="7396" y="32861"/>
                  <a:pt x="10940" y="31392"/>
                  <a:pt x="15070" y="31392"/>
                </a:cubicBezTo>
                <a:cubicBezTo>
                  <a:pt x="19240" y="31392"/>
                  <a:pt x="22804" y="32861"/>
                  <a:pt x="25763" y="35800"/>
                </a:cubicBezTo>
                <a:cubicBezTo>
                  <a:pt x="28721" y="38738"/>
                  <a:pt x="30201" y="42293"/>
                  <a:pt x="30201" y="46462"/>
                </a:cubicBezTo>
                <a:cubicBezTo>
                  <a:pt x="30201" y="50632"/>
                  <a:pt x="28721" y="54196"/>
                  <a:pt x="25763" y="57155"/>
                </a:cubicBezTo>
                <a:cubicBezTo>
                  <a:pt x="22804" y="60113"/>
                  <a:pt x="19240" y="61592"/>
                  <a:pt x="15070" y="61592"/>
                </a:cubicBezTo>
                <a:cubicBezTo>
                  <a:pt x="10940" y="61592"/>
                  <a:pt x="7396" y="60113"/>
                  <a:pt x="4438" y="57155"/>
                </a:cubicBezTo>
                <a:cubicBezTo>
                  <a:pt x="1479" y="54196"/>
                  <a:pt x="0" y="50632"/>
                  <a:pt x="0" y="46462"/>
                </a:cubicBezTo>
                <a:close/>
                <a:moveTo>
                  <a:pt x="166432" y="91018"/>
                </a:moveTo>
                <a:cubicBezTo>
                  <a:pt x="162779" y="91018"/>
                  <a:pt x="159602" y="86349"/>
                  <a:pt x="156902" y="77011"/>
                </a:cubicBezTo>
                <a:cubicBezTo>
                  <a:pt x="155869" y="73438"/>
                  <a:pt x="154578" y="67187"/>
                  <a:pt x="153030" y="58257"/>
                </a:cubicBezTo>
                <a:cubicBezTo>
                  <a:pt x="148979" y="58809"/>
                  <a:pt x="143678" y="59795"/>
                  <a:pt x="137125" y="61216"/>
                </a:cubicBezTo>
                <a:lnTo>
                  <a:pt x="121280" y="64472"/>
                </a:lnTo>
                <a:cubicBezTo>
                  <a:pt x="119295" y="69683"/>
                  <a:pt x="115900" y="77300"/>
                  <a:pt x="111095" y="87323"/>
                </a:cubicBezTo>
                <a:cubicBezTo>
                  <a:pt x="109824" y="89549"/>
                  <a:pt x="108096" y="90661"/>
                  <a:pt x="105912" y="90661"/>
                </a:cubicBezTo>
                <a:cubicBezTo>
                  <a:pt x="104324" y="90661"/>
                  <a:pt x="102904" y="90085"/>
                  <a:pt x="101653" y="88934"/>
                </a:cubicBezTo>
                <a:cubicBezTo>
                  <a:pt x="100402" y="87782"/>
                  <a:pt x="99777" y="86352"/>
                  <a:pt x="99777" y="84645"/>
                </a:cubicBezTo>
                <a:cubicBezTo>
                  <a:pt x="99777" y="82737"/>
                  <a:pt x="102775" y="75489"/>
                  <a:pt x="108771" y="62899"/>
                </a:cubicBezTo>
                <a:cubicBezTo>
                  <a:pt x="108096" y="61867"/>
                  <a:pt x="107759" y="60675"/>
                  <a:pt x="107759" y="59323"/>
                </a:cubicBezTo>
                <a:cubicBezTo>
                  <a:pt x="107759" y="56107"/>
                  <a:pt x="109705" y="54042"/>
                  <a:pt x="113596" y="53128"/>
                </a:cubicBezTo>
                <a:cubicBezTo>
                  <a:pt x="118123" y="44621"/>
                  <a:pt x="123842" y="34842"/>
                  <a:pt x="130752" y="23791"/>
                </a:cubicBezTo>
                <a:cubicBezTo>
                  <a:pt x="140163" y="8725"/>
                  <a:pt x="146021" y="1191"/>
                  <a:pt x="148324" y="1191"/>
                </a:cubicBezTo>
                <a:cubicBezTo>
                  <a:pt x="151461" y="1191"/>
                  <a:pt x="153606" y="3378"/>
                  <a:pt x="154757" y="7751"/>
                </a:cubicBezTo>
                <a:lnTo>
                  <a:pt x="158510" y="27779"/>
                </a:lnTo>
                <a:lnTo>
                  <a:pt x="167385" y="69202"/>
                </a:lnTo>
                <a:lnTo>
                  <a:pt x="170781" y="78595"/>
                </a:lnTo>
                <a:cubicBezTo>
                  <a:pt x="171932" y="81804"/>
                  <a:pt x="172508" y="83944"/>
                  <a:pt x="172508" y="85015"/>
                </a:cubicBezTo>
                <a:cubicBezTo>
                  <a:pt x="172508" y="86719"/>
                  <a:pt x="171893" y="88146"/>
                  <a:pt x="170662" y="89295"/>
                </a:cubicBezTo>
                <a:cubicBezTo>
                  <a:pt x="169431" y="90444"/>
                  <a:pt x="168021" y="91018"/>
                  <a:pt x="166432" y="91018"/>
                </a:cubicBezTo>
                <a:moveTo>
                  <a:pt x="145405" y="22956"/>
                </a:moveTo>
                <a:lnTo>
                  <a:pt x="128369" y="50425"/>
                </a:lnTo>
                <a:cubicBezTo>
                  <a:pt x="133174" y="49194"/>
                  <a:pt x="140461" y="47705"/>
                  <a:pt x="150230" y="45958"/>
                </a:cubicBezTo>
                <a:lnTo>
                  <a:pt x="145405" y="22956"/>
                </a:lnTo>
                <a:close/>
                <a:moveTo>
                  <a:pt x="214881" y="91376"/>
                </a:moveTo>
                <a:cubicBezTo>
                  <a:pt x="210910" y="91376"/>
                  <a:pt x="206542" y="90741"/>
                  <a:pt x="201776" y="89470"/>
                </a:cubicBezTo>
                <a:lnTo>
                  <a:pt x="201657" y="117943"/>
                </a:lnTo>
                <a:cubicBezTo>
                  <a:pt x="201657" y="119690"/>
                  <a:pt x="201111" y="121120"/>
                  <a:pt x="200019" y="122232"/>
                </a:cubicBezTo>
                <a:cubicBezTo>
                  <a:pt x="198927" y="123344"/>
                  <a:pt x="197527" y="123900"/>
                  <a:pt x="195820" y="123900"/>
                </a:cubicBezTo>
                <a:cubicBezTo>
                  <a:pt x="194112" y="123900"/>
                  <a:pt x="192712" y="123343"/>
                  <a:pt x="191620" y="122230"/>
                </a:cubicBezTo>
                <a:cubicBezTo>
                  <a:pt x="190528" y="121117"/>
                  <a:pt x="189982" y="119685"/>
                  <a:pt x="189982" y="117935"/>
                </a:cubicBezTo>
                <a:lnTo>
                  <a:pt x="190161" y="94081"/>
                </a:lnTo>
                <a:lnTo>
                  <a:pt x="190161" y="70285"/>
                </a:lnTo>
                <a:cubicBezTo>
                  <a:pt x="190042" y="61577"/>
                  <a:pt x="189744" y="53646"/>
                  <a:pt x="189267" y="46490"/>
                </a:cubicBezTo>
                <a:lnTo>
                  <a:pt x="188374" y="34383"/>
                </a:lnTo>
                <a:cubicBezTo>
                  <a:pt x="188374" y="31560"/>
                  <a:pt x="188890" y="29174"/>
                  <a:pt x="189922" y="27226"/>
                </a:cubicBezTo>
                <a:cubicBezTo>
                  <a:pt x="191114" y="24880"/>
                  <a:pt x="192841" y="23708"/>
                  <a:pt x="195105" y="23708"/>
                </a:cubicBezTo>
                <a:cubicBezTo>
                  <a:pt x="196654" y="23708"/>
                  <a:pt x="197954" y="24262"/>
                  <a:pt x="199006" y="25370"/>
                </a:cubicBezTo>
                <a:cubicBezTo>
                  <a:pt x="200059" y="26478"/>
                  <a:pt x="200585" y="27830"/>
                  <a:pt x="200585" y="29426"/>
                </a:cubicBezTo>
                <a:cubicBezTo>
                  <a:pt x="200585" y="29784"/>
                  <a:pt x="200525" y="30439"/>
                  <a:pt x="200406" y="31392"/>
                </a:cubicBezTo>
                <a:cubicBezTo>
                  <a:pt x="200208" y="32623"/>
                  <a:pt x="200069" y="33755"/>
                  <a:pt x="199989" y="34787"/>
                </a:cubicBezTo>
                <a:cubicBezTo>
                  <a:pt x="203404" y="32444"/>
                  <a:pt x="206701" y="30687"/>
                  <a:pt x="209877" y="29515"/>
                </a:cubicBezTo>
                <a:cubicBezTo>
                  <a:pt x="213054" y="28344"/>
                  <a:pt x="216092" y="27758"/>
                  <a:pt x="218991" y="27758"/>
                </a:cubicBezTo>
                <a:cubicBezTo>
                  <a:pt x="227132" y="27758"/>
                  <a:pt x="233089" y="31375"/>
                  <a:pt x="236861" y="38609"/>
                </a:cubicBezTo>
                <a:cubicBezTo>
                  <a:pt x="239840" y="44333"/>
                  <a:pt x="241329" y="51906"/>
                  <a:pt x="241329" y="61326"/>
                </a:cubicBezTo>
                <a:cubicBezTo>
                  <a:pt x="241329" y="69911"/>
                  <a:pt x="239026" y="76987"/>
                  <a:pt x="234419" y="82553"/>
                </a:cubicBezTo>
                <a:cubicBezTo>
                  <a:pt x="229535" y="88435"/>
                  <a:pt x="223022" y="91376"/>
                  <a:pt x="214881" y="91376"/>
                </a:cubicBezTo>
                <a:moveTo>
                  <a:pt x="218991" y="39672"/>
                </a:moveTo>
                <a:cubicBezTo>
                  <a:pt x="215338" y="39672"/>
                  <a:pt x="212042" y="40486"/>
                  <a:pt x="209103" y="42114"/>
                </a:cubicBezTo>
                <a:cubicBezTo>
                  <a:pt x="206998" y="43266"/>
                  <a:pt x="204338" y="45370"/>
                  <a:pt x="201121" y="48428"/>
                </a:cubicBezTo>
                <a:cubicBezTo>
                  <a:pt x="201637" y="57443"/>
                  <a:pt x="201895" y="66914"/>
                  <a:pt x="201895" y="76842"/>
                </a:cubicBezTo>
                <a:cubicBezTo>
                  <a:pt x="206224" y="78509"/>
                  <a:pt x="210553" y="79343"/>
                  <a:pt x="214881" y="79343"/>
                </a:cubicBezTo>
                <a:cubicBezTo>
                  <a:pt x="219845" y="79343"/>
                  <a:pt x="223637" y="77497"/>
                  <a:pt x="226258" y="73804"/>
                </a:cubicBezTo>
                <a:cubicBezTo>
                  <a:pt x="228522" y="70587"/>
                  <a:pt x="229654" y="66417"/>
                  <a:pt x="229654" y="61295"/>
                </a:cubicBezTo>
                <a:cubicBezTo>
                  <a:pt x="229654" y="54067"/>
                  <a:pt x="228770" y="48656"/>
                  <a:pt x="227003" y="45062"/>
                </a:cubicBezTo>
                <a:cubicBezTo>
                  <a:pt x="225236" y="41469"/>
                  <a:pt x="222565" y="39672"/>
                  <a:pt x="218991" y="39672"/>
                </a:cubicBezTo>
                <a:close/>
                <a:moveTo>
                  <a:pt x="266343" y="13820"/>
                </a:moveTo>
                <a:cubicBezTo>
                  <a:pt x="264437" y="13820"/>
                  <a:pt x="262789" y="13144"/>
                  <a:pt x="261399" y="11794"/>
                </a:cubicBezTo>
                <a:cubicBezTo>
                  <a:pt x="260009" y="10444"/>
                  <a:pt x="259314" y="8816"/>
                  <a:pt x="259314" y="6910"/>
                </a:cubicBezTo>
                <a:cubicBezTo>
                  <a:pt x="259314" y="5004"/>
                  <a:pt x="260009" y="3375"/>
                  <a:pt x="261399" y="2025"/>
                </a:cubicBezTo>
                <a:cubicBezTo>
                  <a:pt x="262789" y="675"/>
                  <a:pt x="264437" y="0"/>
                  <a:pt x="266343" y="0"/>
                </a:cubicBezTo>
                <a:cubicBezTo>
                  <a:pt x="268249" y="0"/>
                  <a:pt x="269887" y="675"/>
                  <a:pt x="271257" y="2025"/>
                </a:cubicBezTo>
                <a:cubicBezTo>
                  <a:pt x="272627" y="3375"/>
                  <a:pt x="273312" y="5004"/>
                  <a:pt x="273312" y="6910"/>
                </a:cubicBezTo>
                <a:cubicBezTo>
                  <a:pt x="273312" y="8816"/>
                  <a:pt x="272627" y="10444"/>
                  <a:pt x="271257" y="11794"/>
                </a:cubicBezTo>
                <a:cubicBezTo>
                  <a:pt x="269887" y="13144"/>
                  <a:pt x="268249" y="13820"/>
                  <a:pt x="266343" y="13820"/>
                </a:cubicBezTo>
                <a:moveTo>
                  <a:pt x="269023" y="62222"/>
                </a:moveTo>
                <a:cubicBezTo>
                  <a:pt x="269023" y="64607"/>
                  <a:pt x="269093" y="68175"/>
                  <a:pt x="269232" y="72925"/>
                </a:cubicBezTo>
                <a:cubicBezTo>
                  <a:pt x="269371" y="77674"/>
                  <a:pt x="269440" y="81241"/>
                  <a:pt x="269440" y="83627"/>
                </a:cubicBezTo>
                <a:cubicBezTo>
                  <a:pt x="269440" y="85375"/>
                  <a:pt x="268904" y="86806"/>
                  <a:pt x="267832" y="87919"/>
                </a:cubicBezTo>
                <a:cubicBezTo>
                  <a:pt x="266760" y="89032"/>
                  <a:pt x="265350" y="89589"/>
                  <a:pt x="263603" y="89589"/>
                </a:cubicBezTo>
                <a:cubicBezTo>
                  <a:pt x="261895" y="89589"/>
                  <a:pt x="260495" y="89032"/>
                  <a:pt x="259403" y="87919"/>
                </a:cubicBezTo>
                <a:cubicBezTo>
                  <a:pt x="258311" y="86806"/>
                  <a:pt x="257765" y="85375"/>
                  <a:pt x="257765" y="83627"/>
                </a:cubicBezTo>
                <a:cubicBezTo>
                  <a:pt x="257765" y="81241"/>
                  <a:pt x="257696" y="77674"/>
                  <a:pt x="257557" y="72925"/>
                </a:cubicBezTo>
                <a:cubicBezTo>
                  <a:pt x="257418" y="68175"/>
                  <a:pt x="257348" y="64607"/>
                  <a:pt x="257348" y="62222"/>
                </a:cubicBezTo>
                <a:cubicBezTo>
                  <a:pt x="257348" y="58485"/>
                  <a:pt x="257547" y="53824"/>
                  <a:pt x="257944" y="48240"/>
                </a:cubicBezTo>
                <a:cubicBezTo>
                  <a:pt x="258341" y="42654"/>
                  <a:pt x="258540" y="37993"/>
                  <a:pt x="258540" y="34257"/>
                </a:cubicBezTo>
                <a:cubicBezTo>
                  <a:pt x="258540" y="32468"/>
                  <a:pt x="259086" y="31018"/>
                  <a:pt x="260178" y="29905"/>
                </a:cubicBezTo>
                <a:cubicBezTo>
                  <a:pt x="261270" y="28791"/>
                  <a:pt x="262670" y="28235"/>
                  <a:pt x="264377" y="28235"/>
                </a:cubicBezTo>
                <a:cubicBezTo>
                  <a:pt x="266085" y="28235"/>
                  <a:pt x="267485" y="28791"/>
                  <a:pt x="268577" y="29905"/>
                </a:cubicBezTo>
                <a:cubicBezTo>
                  <a:pt x="269669" y="31018"/>
                  <a:pt x="270215" y="32468"/>
                  <a:pt x="270215" y="34257"/>
                </a:cubicBezTo>
                <a:cubicBezTo>
                  <a:pt x="270215" y="37993"/>
                  <a:pt x="270016" y="42654"/>
                  <a:pt x="269619" y="48240"/>
                </a:cubicBezTo>
                <a:cubicBezTo>
                  <a:pt x="269222" y="53824"/>
                  <a:pt x="269023" y="58485"/>
                  <a:pt x="269023" y="62222"/>
                </a:cubicBezTo>
                <a:close/>
                <a:moveTo>
                  <a:pt x="393023" y="91018"/>
                </a:moveTo>
                <a:cubicBezTo>
                  <a:pt x="389370" y="91018"/>
                  <a:pt x="386193" y="86349"/>
                  <a:pt x="383492" y="77011"/>
                </a:cubicBezTo>
                <a:cubicBezTo>
                  <a:pt x="382460" y="73438"/>
                  <a:pt x="381169" y="67187"/>
                  <a:pt x="379621" y="58257"/>
                </a:cubicBezTo>
                <a:cubicBezTo>
                  <a:pt x="375570" y="58809"/>
                  <a:pt x="370269" y="59795"/>
                  <a:pt x="363716" y="61216"/>
                </a:cubicBezTo>
                <a:lnTo>
                  <a:pt x="347871" y="64472"/>
                </a:lnTo>
                <a:cubicBezTo>
                  <a:pt x="345886" y="69683"/>
                  <a:pt x="342490" y="77300"/>
                  <a:pt x="337685" y="87323"/>
                </a:cubicBezTo>
                <a:cubicBezTo>
                  <a:pt x="336415" y="89549"/>
                  <a:pt x="334687" y="90661"/>
                  <a:pt x="332503" y="90661"/>
                </a:cubicBezTo>
                <a:cubicBezTo>
                  <a:pt x="330915" y="90661"/>
                  <a:pt x="329495" y="90085"/>
                  <a:pt x="328244" y="88934"/>
                </a:cubicBezTo>
                <a:cubicBezTo>
                  <a:pt x="326993" y="87782"/>
                  <a:pt x="326368" y="86352"/>
                  <a:pt x="326368" y="84645"/>
                </a:cubicBezTo>
                <a:cubicBezTo>
                  <a:pt x="326368" y="82737"/>
                  <a:pt x="329366" y="75489"/>
                  <a:pt x="335362" y="62899"/>
                </a:cubicBezTo>
                <a:cubicBezTo>
                  <a:pt x="334687" y="61867"/>
                  <a:pt x="334350" y="60675"/>
                  <a:pt x="334350" y="59323"/>
                </a:cubicBezTo>
                <a:cubicBezTo>
                  <a:pt x="334350" y="56107"/>
                  <a:pt x="336296" y="54042"/>
                  <a:pt x="340187" y="53128"/>
                </a:cubicBezTo>
                <a:cubicBezTo>
                  <a:pt x="344714" y="44621"/>
                  <a:pt x="350433" y="34842"/>
                  <a:pt x="357343" y="23791"/>
                </a:cubicBezTo>
                <a:cubicBezTo>
                  <a:pt x="366754" y="8725"/>
                  <a:pt x="372612" y="1191"/>
                  <a:pt x="374915" y="1191"/>
                </a:cubicBezTo>
                <a:cubicBezTo>
                  <a:pt x="378052" y="1191"/>
                  <a:pt x="380196" y="3378"/>
                  <a:pt x="381348" y="7751"/>
                </a:cubicBezTo>
                <a:lnTo>
                  <a:pt x="385101" y="27779"/>
                </a:lnTo>
                <a:lnTo>
                  <a:pt x="393976" y="69202"/>
                </a:lnTo>
                <a:lnTo>
                  <a:pt x="397372" y="78595"/>
                </a:lnTo>
                <a:cubicBezTo>
                  <a:pt x="398523" y="81804"/>
                  <a:pt x="399099" y="83944"/>
                  <a:pt x="399099" y="85015"/>
                </a:cubicBezTo>
                <a:cubicBezTo>
                  <a:pt x="399099" y="86719"/>
                  <a:pt x="398484" y="88146"/>
                  <a:pt x="397252" y="89295"/>
                </a:cubicBezTo>
                <a:cubicBezTo>
                  <a:pt x="396021" y="90444"/>
                  <a:pt x="394612" y="91018"/>
                  <a:pt x="393023" y="91018"/>
                </a:cubicBezTo>
                <a:moveTo>
                  <a:pt x="371996" y="22956"/>
                </a:moveTo>
                <a:lnTo>
                  <a:pt x="354960" y="50425"/>
                </a:lnTo>
                <a:cubicBezTo>
                  <a:pt x="359765" y="49194"/>
                  <a:pt x="367052" y="47705"/>
                  <a:pt x="376821" y="45958"/>
                </a:cubicBezTo>
                <a:lnTo>
                  <a:pt x="371996" y="22956"/>
                </a:lnTo>
                <a:close/>
                <a:moveTo>
                  <a:pt x="443615" y="86134"/>
                </a:moveTo>
                <a:cubicBezTo>
                  <a:pt x="443496" y="89787"/>
                  <a:pt x="441689" y="91614"/>
                  <a:pt x="438194" y="91614"/>
                </a:cubicBezTo>
                <a:cubicBezTo>
                  <a:pt x="435295" y="91614"/>
                  <a:pt x="433191" y="89907"/>
                  <a:pt x="431880" y="86491"/>
                </a:cubicBezTo>
                <a:lnTo>
                  <a:pt x="422766" y="62307"/>
                </a:lnTo>
                <a:lnTo>
                  <a:pt x="412164" y="34966"/>
                </a:lnTo>
                <a:cubicBezTo>
                  <a:pt x="411766" y="33933"/>
                  <a:pt x="411568" y="33020"/>
                  <a:pt x="411568" y="32226"/>
                </a:cubicBezTo>
                <a:cubicBezTo>
                  <a:pt x="411568" y="30598"/>
                  <a:pt x="412183" y="29208"/>
                  <a:pt x="413414" y="28056"/>
                </a:cubicBezTo>
                <a:cubicBezTo>
                  <a:pt x="414645" y="26904"/>
                  <a:pt x="416075" y="26329"/>
                  <a:pt x="417703" y="26329"/>
                </a:cubicBezTo>
                <a:cubicBezTo>
                  <a:pt x="420086" y="26329"/>
                  <a:pt x="421794" y="27540"/>
                  <a:pt x="422826" y="29962"/>
                </a:cubicBezTo>
                <a:lnTo>
                  <a:pt x="437956" y="71600"/>
                </a:lnTo>
                <a:cubicBezTo>
                  <a:pt x="440934" y="65246"/>
                  <a:pt x="444687" y="56033"/>
                  <a:pt x="449214" y="43960"/>
                </a:cubicBezTo>
                <a:cubicBezTo>
                  <a:pt x="450286" y="40784"/>
                  <a:pt x="451974" y="36296"/>
                  <a:pt x="454277" y="30498"/>
                </a:cubicBezTo>
                <a:cubicBezTo>
                  <a:pt x="455508" y="27957"/>
                  <a:pt x="457256" y="26686"/>
                  <a:pt x="459519" y="26686"/>
                </a:cubicBezTo>
                <a:cubicBezTo>
                  <a:pt x="461148" y="26686"/>
                  <a:pt x="462577" y="27262"/>
                  <a:pt x="463808" y="28413"/>
                </a:cubicBezTo>
                <a:cubicBezTo>
                  <a:pt x="465039" y="29565"/>
                  <a:pt x="465655" y="30935"/>
                  <a:pt x="465655" y="32524"/>
                </a:cubicBezTo>
                <a:cubicBezTo>
                  <a:pt x="465655" y="34033"/>
                  <a:pt x="462379" y="42531"/>
                  <a:pt x="455826" y="58018"/>
                </a:cubicBezTo>
                <a:lnTo>
                  <a:pt x="443615" y="86134"/>
                </a:lnTo>
                <a:close/>
                <a:moveTo>
                  <a:pt x="502785" y="91972"/>
                </a:moveTo>
                <a:cubicBezTo>
                  <a:pt x="493811" y="91972"/>
                  <a:pt x="486543" y="89726"/>
                  <a:pt x="480984" y="85235"/>
                </a:cubicBezTo>
                <a:cubicBezTo>
                  <a:pt x="474908" y="80266"/>
                  <a:pt x="471870" y="73310"/>
                  <a:pt x="471870" y="64366"/>
                </a:cubicBezTo>
                <a:cubicBezTo>
                  <a:pt x="471870" y="54032"/>
                  <a:pt x="474372" y="45368"/>
                  <a:pt x="479376" y="38372"/>
                </a:cubicBezTo>
                <a:cubicBezTo>
                  <a:pt x="484816" y="30740"/>
                  <a:pt x="492083" y="26924"/>
                  <a:pt x="501177" y="26924"/>
                </a:cubicBezTo>
                <a:cubicBezTo>
                  <a:pt x="507769" y="26924"/>
                  <a:pt x="513150" y="28036"/>
                  <a:pt x="517320" y="30260"/>
                </a:cubicBezTo>
                <a:cubicBezTo>
                  <a:pt x="522443" y="33000"/>
                  <a:pt x="525004" y="37210"/>
                  <a:pt x="525004" y="42888"/>
                </a:cubicBezTo>
                <a:cubicBezTo>
                  <a:pt x="525004" y="46859"/>
                  <a:pt x="522760" y="50473"/>
                  <a:pt x="518273" y="53729"/>
                </a:cubicBezTo>
                <a:cubicBezTo>
                  <a:pt x="516287" y="55159"/>
                  <a:pt x="512078" y="57383"/>
                  <a:pt x="505645" y="60401"/>
                </a:cubicBezTo>
                <a:lnTo>
                  <a:pt x="482890" y="71183"/>
                </a:lnTo>
                <a:cubicBezTo>
                  <a:pt x="485114" y="74479"/>
                  <a:pt x="487884" y="76961"/>
                  <a:pt x="491200" y="78629"/>
                </a:cubicBezTo>
                <a:cubicBezTo>
                  <a:pt x="494516" y="80296"/>
                  <a:pt x="498377" y="81130"/>
                  <a:pt x="502785" y="81130"/>
                </a:cubicBezTo>
                <a:cubicBezTo>
                  <a:pt x="505525" y="81130"/>
                  <a:pt x="508742" y="80614"/>
                  <a:pt x="512435" y="79582"/>
                </a:cubicBezTo>
                <a:cubicBezTo>
                  <a:pt x="517121" y="78271"/>
                  <a:pt x="520139" y="76554"/>
                  <a:pt x="521489" y="74429"/>
                </a:cubicBezTo>
                <a:cubicBezTo>
                  <a:pt x="522840" y="72304"/>
                  <a:pt x="524289" y="71242"/>
                  <a:pt x="525838" y="71242"/>
                </a:cubicBezTo>
                <a:cubicBezTo>
                  <a:pt x="527228" y="71242"/>
                  <a:pt x="528469" y="71770"/>
                  <a:pt x="529561" y="72826"/>
                </a:cubicBezTo>
                <a:cubicBezTo>
                  <a:pt x="530653" y="73881"/>
                  <a:pt x="531199" y="75105"/>
                  <a:pt x="531199" y="76499"/>
                </a:cubicBezTo>
                <a:cubicBezTo>
                  <a:pt x="531199" y="80919"/>
                  <a:pt x="527645" y="84723"/>
                  <a:pt x="520536" y="87910"/>
                </a:cubicBezTo>
                <a:cubicBezTo>
                  <a:pt x="514461" y="90618"/>
                  <a:pt x="508544" y="91972"/>
                  <a:pt x="502785" y="91972"/>
                </a:cubicBezTo>
                <a:moveTo>
                  <a:pt x="501177" y="37646"/>
                </a:moveTo>
                <a:cubicBezTo>
                  <a:pt x="496332" y="37646"/>
                  <a:pt x="492302" y="39523"/>
                  <a:pt x="489085" y="43275"/>
                </a:cubicBezTo>
                <a:cubicBezTo>
                  <a:pt x="485868" y="47028"/>
                  <a:pt x="483466" y="52677"/>
                  <a:pt x="481877" y="60222"/>
                </a:cubicBezTo>
                <a:lnTo>
                  <a:pt x="500164" y="51526"/>
                </a:lnTo>
                <a:cubicBezTo>
                  <a:pt x="507352" y="48031"/>
                  <a:pt x="512475" y="44993"/>
                  <a:pt x="515533" y="42412"/>
                </a:cubicBezTo>
                <a:cubicBezTo>
                  <a:pt x="512118" y="39235"/>
                  <a:pt x="507332" y="37646"/>
                  <a:pt x="501177" y="37646"/>
                </a:cubicBezTo>
                <a:close/>
                <a:moveTo>
                  <a:pt x="588908" y="45092"/>
                </a:moveTo>
                <a:cubicBezTo>
                  <a:pt x="588630" y="50056"/>
                  <a:pt x="586644" y="52538"/>
                  <a:pt x="582951" y="52538"/>
                </a:cubicBezTo>
                <a:cubicBezTo>
                  <a:pt x="579536" y="52538"/>
                  <a:pt x="577828" y="50581"/>
                  <a:pt x="577828" y="46665"/>
                </a:cubicBezTo>
                <a:cubicBezTo>
                  <a:pt x="577828" y="45913"/>
                  <a:pt x="577769" y="44528"/>
                  <a:pt x="577650" y="42510"/>
                </a:cubicBezTo>
                <a:lnTo>
                  <a:pt x="577471" y="37527"/>
                </a:lnTo>
                <a:cubicBezTo>
                  <a:pt x="571197" y="38283"/>
                  <a:pt x="566173" y="40054"/>
                  <a:pt x="562400" y="42840"/>
                </a:cubicBezTo>
                <a:cubicBezTo>
                  <a:pt x="558866" y="45427"/>
                  <a:pt x="555927" y="49328"/>
                  <a:pt x="553585" y="54541"/>
                </a:cubicBezTo>
                <a:lnTo>
                  <a:pt x="553704" y="87253"/>
                </a:lnTo>
                <a:cubicBezTo>
                  <a:pt x="553704" y="91272"/>
                  <a:pt x="551738" y="93282"/>
                  <a:pt x="547807" y="93282"/>
                </a:cubicBezTo>
                <a:cubicBezTo>
                  <a:pt x="544312" y="93282"/>
                  <a:pt x="542565" y="91273"/>
                  <a:pt x="542565" y="87255"/>
                </a:cubicBezTo>
                <a:lnTo>
                  <a:pt x="542565" y="45362"/>
                </a:lnTo>
                <a:cubicBezTo>
                  <a:pt x="542565" y="44049"/>
                  <a:pt x="542614" y="42080"/>
                  <a:pt x="542714" y="39456"/>
                </a:cubicBezTo>
                <a:cubicBezTo>
                  <a:pt x="542813" y="36830"/>
                  <a:pt x="542862" y="34860"/>
                  <a:pt x="542862" y="33547"/>
                </a:cubicBezTo>
                <a:cubicBezTo>
                  <a:pt x="542862" y="29529"/>
                  <a:pt x="544610" y="27520"/>
                  <a:pt x="548104" y="27520"/>
                </a:cubicBezTo>
                <a:cubicBezTo>
                  <a:pt x="551996" y="27520"/>
                  <a:pt x="553962" y="30816"/>
                  <a:pt x="554001" y="37408"/>
                </a:cubicBezTo>
                <a:cubicBezTo>
                  <a:pt x="561626" y="30022"/>
                  <a:pt x="570085" y="26329"/>
                  <a:pt x="579377" y="26329"/>
                </a:cubicBezTo>
                <a:cubicBezTo>
                  <a:pt x="582594" y="26329"/>
                  <a:pt x="584996" y="27540"/>
                  <a:pt x="586585" y="29962"/>
                </a:cubicBezTo>
                <a:cubicBezTo>
                  <a:pt x="588173" y="32385"/>
                  <a:pt x="588967" y="36038"/>
                  <a:pt x="588967" y="40923"/>
                </a:cubicBezTo>
                <a:cubicBezTo>
                  <a:pt x="588967" y="42988"/>
                  <a:pt x="588947" y="44377"/>
                  <a:pt x="588908" y="45092"/>
                </a:cubicBezTo>
                <a:close/>
                <a:moveTo>
                  <a:pt x="641585" y="43365"/>
                </a:moveTo>
                <a:cubicBezTo>
                  <a:pt x="639401" y="43365"/>
                  <a:pt x="637872" y="42635"/>
                  <a:pt x="636999" y="41176"/>
                </a:cubicBezTo>
                <a:cubicBezTo>
                  <a:pt x="636403" y="40151"/>
                  <a:pt x="635887" y="38021"/>
                  <a:pt x="635450" y="34787"/>
                </a:cubicBezTo>
                <a:cubicBezTo>
                  <a:pt x="632472" y="35540"/>
                  <a:pt x="627885" y="36928"/>
                  <a:pt x="621690" y="38951"/>
                </a:cubicBezTo>
                <a:cubicBezTo>
                  <a:pt x="615297" y="41490"/>
                  <a:pt x="612080" y="44624"/>
                  <a:pt x="612040" y="48352"/>
                </a:cubicBezTo>
                <a:cubicBezTo>
                  <a:pt x="613232" y="48789"/>
                  <a:pt x="614403" y="49106"/>
                  <a:pt x="615555" y="49305"/>
                </a:cubicBezTo>
                <a:cubicBezTo>
                  <a:pt x="624688" y="50930"/>
                  <a:pt x="631479" y="53172"/>
                  <a:pt x="635927" y="56028"/>
                </a:cubicBezTo>
                <a:cubicBezTo>
                  <a:pt x="642400" y="60194"/>
                  <a:pt x="645636" y="66225"/>
                  <a:pt x="645636" y="74120"/>
                </a:cubicBezTo>
                <a:cubicBezTo>
                  <a:pt x="645636" y="80587"/>
                  <a:pt x="642836" y="85466"/>
                  <a:pt x="637237" y="88759"/>
                </a:cubicBezTo>
                <a:cubicBezTo>
                  <a:pt x="632591" y="91457"/>
                  <a:pt x="626714" y="92805"/>
                  <a:pt x="619605" y="92805"/>
                </a:cubicBezTo>
                <a:cubicBezTo>
                  <a:pt x="614403" y="92805"/>
                  <a:pt x="609439" y="91932"/>
                  <a:pt x="604713" y="90185"/>
                </a:cubicBezTo>
                <a:cubicBezTo>
                  <a:pt x="598598" y="87961"/>
                  <a:pt x="595540" y="84863"/>
                  <a:pt x="595540" y="80892"/>
                </a:cubicBezTo>
                <a:cubicBezTo>
                  <a:pt x="595540" y="79304"/>
                  <a:pt x="596166" y="77914"/>
                  <a:pt x="597416" y="76722"/>
                </a:cubicBezTo>
                <a:cubicBezTo>
                  <a:pt x="598667" y="75531"/>
                  <a:pt x="600087" y="74935"/>
                  <a:pt x="601676" y="74935"/>
                </a:cubicBezTo>
                <a:cubicBezTo>
                  <a:pt x="602907" y="74935"/>
                  <a:pt x="604495" y="75888"/>
                  <a:pt x="606441" y="77795"/>
                </a:cubicBezTo>
                <a:cubicBezTo>
                  <a:pt x="607394" y="78708"/>
                  <a:pt x="609538" y="79462"/>
                  <a:pt x="612874" y="80058"/>
                </a:cubicBezTo>
                <a:cubicBezTo>
                  <a:pt x="615535" y="80535"/>
                  <a:pt x="617778" y="80773"/>
                  <a:pt x="619605" y="80773"/>
                </a:cubicBezTo>
                <a:cubicBezTo>
                  <a:pt x="622941" y="80773"/>
                  <a:pt x="625880" y="80376"/>
                  <a:pt x="628421" y="79583"/>
                </a:cubicBezTo>
                <a:cubicBezTo>
                  <a:pt x="632114" y="78433"/>
                  <a:pt x="633961" y="76609"/>
                  <a:pt x="633961" y="74111"/>
                </a:cubicBezTo>
                <a:cubicBezTo>
                  <a:pt x="633961" y="68716"/>
                  <a:pt x="630188" y="65067"/>
                  <a:pt x="622643" y="63163"/>
                </a:cubicBezTo>
                <a:lnTo>
                  <a:pt x="616448" y="61793"/>
                </a:lnTo>
                <a:cubicBezTo>
                  <a:pt x="611167" y="60641"/>
                  <a:pt x="607414" y="59289"/>
                  <a:pt x="605190" y="57739"/>
                </a:cubicBezTo>
                <a:cubicBezTo>
                  <a:pt x="601973" y="55514"/>
                  <a:pt x="600365" y="52157"/>
                  <a:pt x="600365" y="47669"/>
                </a:cubicBezTo>
                <a:cubicBezTo>
                  <a:pt x="600365" y="39364"/>
                  <a:pt x="604277" y="33443"/>
                  <a:pt x="612100" y="29906"/>
                </a:cubicBezTo>
                <a:cubicBezTo>
                  <a:pt x="614482" y="28834"/>
                  <a:pt x="618295" y="27553"/>
                  <a:pt x="623537" y="26064"/>
                </a:cubicBezTo>
                <a:cubicBezTo>
                  <a:pt x="628779" y="24574"/>
                  <a:pt x="632531" y="23312"/>
                  <a:pt x="634795" y="22278"/>
                </a:cubicBezTo>
                <a:cubicBezTo>
                  <a:pt x="636423" y="21563"/>
                  <a:pt x="638190" y="21206"/>
                  <a:pt x="640096" y="21206"/>
                </a:cubicBezTo>
                <a:cubicBezTo>
                  <a:pt x="641804" y="21206"/>
                  <a:pt x="643204" y="21762"/>
                  <a:pt x="644296" y="22874"/>
                </a:cubicBezTo>
                <a:cubicBezTo>
                  <a:pt x="645388" y="23986"/>
                  <a:pt x="645934" y="25435"/>
                  <a:pt x="645934" y="27222"/>
                </a:cubicBezTo>
                <a:cubicBezTo>
                  <a:pt x="645934" y="28374"/>
                  <a:pt x="646182" y="30062"/>
                  <a:pt x="646678" y="32285"/>
                </a:cubicBezTo>
                <a:cubicBezTo>
                  <a:pt x="647175" y="34509"/>
                  <a:pt x="647423" y="36197"/>
                  <a:pt x="647423" y="37349"/>
                </a:cubicBezTo>
                <a:cubicBezTo>
                  <a:pt x="647423" y="39136"/>
                  <a:pt x="646877" y="40585"/>
                  <a:pt x="645785" y="41697"/>
                </a:cubicBezTo>
                <a:cubicBezTo>
                  <a:pt x="644693" y="42809"/>
                  <a:pt x="643293" y="43365"/>
                  <a:pt x="641585" y="43365"/>
                </a:cubicBezTo>
                <a:close/>
                <a:moveTo>
                  <a:pt x="671568" y="13820"/>
                </a:moveTo>
                <a:cubicBezTo>
                  <a:pt x="669662" y="13820"/>
                  <a:pt x="668014" y="13144"/>
                  <a:pt x="666624" y="11794"/>
                </a:cubicBezTo>
                <a:cubicBezTo>
                  <a:pt x="665234" y="10444"/>
                  <a:pt x="664539" y="8816"/>
                  <a:pt x="664539" y="6910"/>
                </a:cubicBezTo>
                <a:cubicBezTo>
                  <a:pt x="664539" y="5004"/>
                  <a:pt x="665234" y="3375"/>
                  <a:pt x="666624" y="2025"/>
                </a:cubicBezTo>
                <a:cubicBezTo>
                  <a:pt x="668014" y="675"/>
                  <a:pt x="669662" y="0"/>
                  <a:pt x="671568" y="0"/>
                </a:cubicBezTo>
                <a:cubicBezTo>
                  <a:pt x="673474" y="0"/>
                  <a:pt x="675112" y="675"/>
                  <a:pt x="676482" y="2025"/>
                </a:cubicBezTo>
                <a:cubicBezTo>
                  <a:pt x="677852" y="3375"/>
                  <a:pt x="678537" y="5004"/>
                  <a:pt x="678537" y="6910"/>
                </a:cubicBezTo>
                <a:cubicBezTo>
                  <a:pt x="678537" y="8816"/>
                  <a:pt x="677852" y="10444"/>
                  <a:pt x="676482" y="11794"/>
                </a:cubicBezTo>
                <a:cubicBezTo>
                  <a:pt x="675112" y="13144"/>
                  <a:pt x="673474" y="13820"/>
                  <a:pt x="671568" y="13820"/>
                </a:cubicBezTo>
                <a:moveTo>
                  <a:pt x="674249" y="62222"/>
                </a:moveTo>
                <a:cubicBezTo>
                  <a:pt x="674249" y="64607"/>
                  <a:pt x="674318" y="68175"/>
                  <a:pt x="674457" y="72925"/>
                </a:cubicBezTo>
                <a:cubicBezTo>
                  <a:pt x="674596" y="77674"/>
                  <a:pt x="674666" y="81241"/>
                  <a:pt x="674666" y="83627"/>
                </a:cubicBezTo>
                <a:cubicBezTo>
                  <a:pt x="674666" y="85375"/>
                  <a:pt x="674129" y="86806"/>
                  <a:pt x="673057" y="87919"/>
                </a:cubicBezTo>
                <a:cubicBezTo>
                  <a:pt x="671985" y="89032"/>
                  <a:pt x="670575" y="89589"/>
                  <a:pt x="668828" y="89589"/>
                </a:cubicBezTo>
                <a:cubicBezTo>
                  <a:pt x="667120" y="89589"/>
                  <a:pt x="665721" y="89032"/>
                  <a:pt x="664628" y="87919"/>
                </a:cubicBezTo>
                <a:cubicBezTo>
                  <a:pt x="663536" y="86806"/>
                  <a:pt x="662990" y="85375"/>
                  <a:pt x="662990" y="83627"/>
                </a:cubicBezTo>
                <a:cubicBezTo>
                  <a:pt x="662990" y="81241"/>
                  <a:pt x="662921" y="77674"/>
                  <a:pt x="662782" y="72925"/>
                </a:cubicBezTo>
                <a:cubicBezTo>
                  <a:pt x="662643" y="68175"/>
                  <a:pt x="662573" y="64607"/>
                  <a:pt x="662573" y="62222"/>
                </a:cubicBezTo>
                <a:cubicBezTo>
                  <a:pt x="662573" y="58485"/>
                  <a:pt x="662772" y="53824"/>
                  <a:pt x="663169" y="48240"/>
                </a:cubicBezTo>
                <a:cubicBezTo>
                  <a:pt x="663566" y="42654"/>
                  <a:pt x="663765" y="37993"/>
                  <a:pt x="663765" y="34257"/>
                </a:cubicBezTo>
                <a:cubicBezTo>
                  <a:pt x="663765" y="32468"/>
                  <a:pt x="664311" y="31018"/>
                  <a:pt x="665403" y="29905"/>
                </a:cubicBezTo>
                <a:cubicBezTo>
                  <a:pt x="666495" y="28791"/>
                  <a:pt x="667895" y="28235"/>
                  <a:pt x="669602" y="28235"/>
                </a:cubicBezTo>
                <a:cubicBezTo>
                  <a:pt x="671310" y="28235"/>
                  <a:pt x="672710" y="28791"/>
                  <a:pt x="673802" y="29905"/>
                </a:cubicBezTo>
                <a:cubicBezTo>
                  <a:pt x="674894" y="31018"/>
                  <a:pt x="675440" y="32468"/>
                  <a:pt x="675440" y="34257"/>
                </a:cubicBezTo>
                <a:cubicBezTo>
                  <a:pt x="675440" y="37993"/>
                  <a:pt x="675241" y="42654"/>
                  <a:pt x="674844" y="48240"/>
                </a:cubicBezTo>
                <a:cubicBezTo>
                  <a:pt x="674447" y="53824"/>
                  <a:pt x="674249" y="58485"/>
                  <a:pt x="674249" y="62222"/>
                </a:cubicBezTo>
                <a:close/>
                <a:moveTo>
                  <a:pt x="717430" y="92805"/>
                </a:moveTo>
                <a:cubicBezTo>
                  <a:pt x="710758" y="92805"/>
                  <a:pt x="705020" y="90339"/>
                  <a:pt x="700215" y="85406"/>
                </a:cubicBezTo>
                <a:cubicBezTo>
                  <a:pt x="694854" y="79916"/>
                  <a:pt x="692034" y="72536"/>
                  <a:pt x="691756" y="63266"/>
                </a:cubicBezTo>
                <a:cubicBezTo>
                  <a:pt x="691518" y="54275"/>
                  <a:pt x="693782" y="46358"/>
                  <a:pt x="698547" y="39515"/>
                </a:cubicBezTo>
                <a:cubicBezTo>
                  <a:pt x="704107" y="31439"/>
                  <a:pt x="711850" y="27401"/>
                  <a:pt x="721778" y="27401"/>
                </a:cubicBezTo>
                <a:cubicBezTo>
                  <a:pt x="729721" y="27401"/>
                  <a:pt x="735737" y="31041"/>
                  <a:pt x="739827" y="38322"/>
                </a:cubicBezTo>
                <a:cubicBezTo>
                  <a:pt x="743083" y="44209"/>
                  <a:pt x="744652" y="51290"/>
                  <a:pt x="744533" y="59565"/>
                </a:cubicBezTo>
                <a:cubicBezTo>
                  <a:pt x="744414" y="68397"/>
                  <a:pt x="742111" y="75937"/>
                  <a:pt x="737623" y="82184"/>
                </a:cubicBezTo>
                <a:cubicBezTo>
                  <a:pt x="732540" y="89265"/>
                  <a:pt x="725809" y="92805"/>
                  <a:pt x="717430" y="92805"/>
                </a:cubicBezTo>
                <a:moveTo>
                  <a:pt x="721004" y="39553"/>
                </a:moveTo>
                <a:cubicBezTo>
                  <a:pt x="715166" y="39513"/>
                  <a:pt x="710619" y="42296"/>
                  <a:pt x="707363" y="47903"/>
                </a:cubicBezTo>
                <a:cubicBezTo>
                  <a:pt x="704782" y="52398"/>
                  <a:pt x="703491" y="57528"/>
                  <a:pt x="703491" y="63294"/>
                </a:cubicBezTo>
                <a:cubicBezTo>
                  <a:pt x="703491" y="69061"/>
                  <a:pt x="705060" y="73555"/>
                  <a:pt x="708197" y="76776"/>
                </a:cubicBezTo>
                <a:cubicBezTo>
                  <a:pt x="710818" y="79441"/>
                  <a:pt x="713896" y="80773"/>
                  <a:pt x="717430" y="80773"/>
                </a:cubicBezTo>
                <a:cubicBezTo>
                  <a:pt x="721560" y="80773"/>
                  <a:pt x="725114" y="79261"/>
                  <a:pt x="728092" y="76238"/>
                </a:cubicBezTo>
                <a:cubicBezTo>
                  <a:pt x="731468" y="72899"/>
                  <a:pt x="733255" y="68385"/>
                  <a:pt x="733453" y="62698"/>
                </a:cubicBezTo>
                <a:cubicBezTo>
                  <a:pt x="734009" y="47307"/>
                  <a:pt x="729860" y="39592"/>
                  <a:pt x="721004" y="39553"/>
                </a:cubicBezTo>
                <a:close/>
                <a:moveTo>
                  <a:pt x="803985" y="93520"/>
                </a:moveTo>
                <a:cubicBezTo>
                  <a:pt x="800570" y="93520"/>
                  <a:pt x="798644" y="91650"/>
                  <a:pt x="798207" y="87910"/>
                </a:cubicBezTo>
                <a:lnTo>
                  <a:pt x="796539" y="74837"/>
                </a:lnTo>
                <a:cubicBezTo>
                  <a:pt x="795983" y="70181"/>
                  <a:pt x="795705" y="65823"/>
                  <a:pt x="795705" y="61764"/>
                </a:cubicBezTo>
                <a:cubicBezTo>
                  <a:pt x="795705" y="60649"/>
                  <a:pt x="795775" y="58759"/>
                  <a:pt x="795914" y="56094"/>
                </a:cubicBezTo>
                <a:cubicBezTo>
                  <a:pt x="796053" y="53427"/>
                  <a:pt x="796122" y="51536"/>
                  <a:pt x="796122" y="50422"/>
                </a:cubicBezTo>
                <a:cubicBezTo>
                  <a:pt x="796122" y="41825"/>
                  <a:pt x="794534" y="37527"/>
                  <a:pt x="791357" y="37527"/>
                </a:cubicBezTo>
                <a:cubicBezTo>
                  <a:pt x="786909" y="37527"/>
                  <a:pt x="782660" y="40171"/>
                  <a:pt x="778610" y="45459"/>
                </a:cubicBezTo>
                <a:cubicBezTo>
                  <a:pt x="774956" y="50269"/>
                  <a:pt x="772097" y="56351"/>
                  <a:pt x="770032" y="63705"/>
                </a:cubicBezTo>
                <a:cubicBezTo>
                  <a:pt x="769953" y="65256"/>
                  <a:pt x="769774" y="67205"/>
                  <a:pt x="769496" y="69550"/>
                </a:cubicBezTo>
                <a:cubicBezTo>
                  <a:pt x="769258" y="71538"/>
                  <a:pt x="769138" y="73466"/>
                  <a:pt x="769138" y="75334"/>
                </a:cubicBezTo>
                <a:cubicBezTo>
                  <a:pt x="769138" y="76526"/>
                  <a:pt x="769258" y="78315"/>
                  <a:pt x="769496" y="80700"/>
                </a:cubicBezTo>
                <a:cubicBezTo>
                  <a:pt x="769734" y="83086"/>
                  <a:pt x="769853" y="84874"/>
                  <a:pt x="769853" y="86067"/>
                </a:cubicBezTo>
                <a:cubicBezTo>
                  <a:pt x="769853" y="87856"/>
                  <a:pt x="769307" y="89308"/>
                  <a:pt x="768215" y="90421"/>
                </a:cubicBezTo>
                <a:cubicBezTo>
                  <a:pt x="767123" y="91534"/>
                  <a:pt x="765723" y="92091"/>
                  <a:pt x="764016" y="92091"/>
                </a:cubicBezTo>
                <a:cubicBezTo>
                  <a:pt x="762268" y="92091"/>
                  <a:pt x="760859" y="91533"/>
                  <a:pt x="759786" y="90419"/>
                </a:cubicBezTo>
                <a:cubicBezTo>
                  <a:pt x="758714" y="89306"/>
                  <a:pt x="758178" y="87854"/>
                  <a:pt x="758178" y="86063"/>
                </a:cubicBezTo>
                <a:cubicBezTo>
                  <a:pt x="758178" y="84871"/>
                  <a:pt x="758049" y="83081"/>
                  <a:pt x="757791" y="80695"/>
                </a:cubicBezTo>
                <a:cubicBezTo>
                  <a:pt x="757533" y="78307"/>
                  <a:pt x="757404" y="76516"/>
                  <a:pt x="757404" y="75323"/>
                </a:cubicBezTo>
                <a:cubicBezTo>
                  <a:pt x="757404" y="71225"/>
                  <a:pt x="757692" y="65546"/>
                  <a:pt x="758267" y="58286"/>
                </a:cubicBezTo>
                <a:cubicBezTo>
                  <a:pt x="758843" y="51027"/>
                  <a:pt x="759131" y="45348"/>
                  <a:pt x="759131" y="41250"/>
                </a:cubicBezTo>
                <a:cubicBezTo>
                  <a:pt x="759131" y="39977"/>
                  <a:pt x="759062" y="38088"/>
                  <a:pt x="758923" y="35582"/>
                </a:cubicBezTo>
                <a:cubicBezTo>
                  <a:pt x="758784" y="33075"/>
                  <a:pt x="758714" y="31186"/>
                  <a:pt x="758714" y="29914"/>
                </a:cubicBezTo>
                <a:cubicBezTo>
                  <a:pt x="758714" y="28203"/>
                  <a:pt x="759280" y="26800"/>
                  <a:pt x="760412" y="25707"/>
                </a:cubicBezTo>
                <a:cubicBezTo>
                  <a:pt x="761544" y="24612"/>
                  <a:pt x="762944" y="24065"/>
                  <a:pt x="764611" y="24065"/>
                </a:cubicBezTo>
                <a:cubicBezTo>
                  <a:pt x="768265" y="24065"/>
                  <a:pt x="770270" y="26657"/>
                  <a:pt x="770628" y="31840"/>
                </a:cubicBezTo>
                <a:lnTo>
                  <a:pt x="770806" y="38838"/>
                </a:lnTo>
                <a:cubicBezTo>
                  <a:pt x="777478" y="29942"/>
                  <a:pt x="784328" y="25495"/>
                  <a:pt x="791357" y="25495"/>
                </a:cubicBezTo>
                <a:cubicBezTo>
                  <a:pt x="797711" y="25495"/>
                  <a:pt x="802139" y="28299"/>
                  <a:pt x="804640" y="33909"/>
                </a:cubicBezTo>
                <a:cubicBezTo>
                  <a:pt x="806348" y="37648"/>
                  <a:pt x="807281" y="43177"/>
                  <a:pt x="807440" y="50498"/>
                </a:cubicBezTo>
                <a:lnTo>
                  <a:pt x="807440" y="56524"/>
                </a:lnTo>
                <a:lnTo>
                  <a:pt x="807381" y="62073"/>
                </a:lnTo>
                <a:cubicBezTo>
                  <a:pt x="807381" y="65375"/>
                  <a:pt x="807807" y="69642"/>
                  <a:pt x="808661" y="74874"/>
                </a:cubicBezTo>
                <a:cubicBezTo>
                  <a:pt x="809515" y="80105"/>
                  <a:pt x="809942" y="84351"/>
                  <a:pt x="809942" y="87612"/>
                </a:cubicBezTo>
                <a:cubicBezTo>
                  <a:pt x="809942" y="89363"/>
                  <a:pt x="809376" y="90785"/>
                  <a:pt x="808244" y="91878"/>
                </a:cubicBezTo>
                <a:cubicBezTo>
                  <a:pt x="807112" y="92973"/>
                  <a:pt x="805693" y="93520"/>
                  <a:pt x="803985" y="935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•Brevity">
            <a:extLst xmlns:a="http://schemas.openxmlformats.org/drawingml/2006/main">
              <a:ext uri="{FF2B5EF4-FFF2-40B4-BE49-F238E27FC236}">
                <a16:creationId xmlns:a16="http://schemas.microsoft.com/office/drawing/2014/main" id="{9C33DE91-2A1D-4DD7-97B8-208DD41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739" y="1285424"/>
            <a:ext cx="505897" cy="128188"/>
          </a:xfrm>
          <a:custGeom xmlns:a="http://schemas.openxmlformats.org/drawingml/2006/main">
            <a:pathLst>
              <a:path w="505897" h="128188">
                <a:moveTo>
                  <a:pt x="0" y="50870"/>
                </a:moveTo>
                <a:cubicBezTo>
                  <a:pt x="0" y="46701"/>
                  <a:pt x="1479" y="43146"/>
                  <a:pt x="4438" y="40208"/>
                </a:cubicBezTo>
                <a:cubicBezTo>
                  <a:pt x="7396" y="37269"/>
                  <a:pt x="10940" y="35800"/>
                  <a:pt x="15070" y="35800"/>
                </a:cubicBezTo>
                <a:cubicBezTo>
                  <a:pt x="19240" y="35800"/>
                  <a:pt x="22804" y="37269"/>
                  <a:pt x="25763" y="40208"/>
                </a:cubicBezTo>
                <a:cubicBezTo>
                  <a:pt x="28721" y="43146"/>
                  <a:pt x="30201" y="46701"/>
                  <a:pt x="30201" y="50870"/>
                </a:cubicBezTo>
                <a:cubicBezTo>
                  <a:pt x="30201" y="55040"/>
                  <a:pt x="28721" y="58604"/>
                  <a:pt x="25763" y="61563"/>
                </a:cubicBezTo>
                <a:cubicBezTo>
                  <a:pt x="22804" y="64521"/>
                  <a:pt x="19240" y="66000"/>
                  <a:pt x="15070" y="66000"/>
                </a:cubicBezTo>
                <a:cubicBezTo>
                  <a:pt x="10940" y="66000"/>
                  <a:pt x="7396" y="64521"/>
                  <a:pt x="4438" y="61563"/>
                </a:cubicBezTo>
                <a:cubicBezTo>
                  <a:pt x="1479" y="58604"/>
                  <a:pt x="0" y="55040"/>
                  <a:pt x="0" y="50870"/>
                </a:cubicBezTo>
                <a:close/>
                <a:moveTo>
                  <a:pt x="144750" y="91253"/>
                </a:moveTo>
                <a:cubicBezTo>
                  <a:pt x="135815" y="94750"/>
                  <a:pt x="124398" y="96499"/>
                  <a:pt x="110499" y="96499"/>
                </a:cubicBezTo>
                <a:cubicBezTo>
                  <a:pt x="108791" y="96499"/>
                  <a:pt x="107173" y="95694"/>
                  <a:pt x="105644" y="94084"/>
                </a:cubicBezTo>
                <a:cubicBezTo>
                  <a:pt x="104115" y="92475"/>
                  <a:pt x="103351" y="90816"/>
                  <a:pt x="103351" y="89109"/>
                </a:cubicBezTo>
                <a:lnTo>
                  <a:pt x="103351" y="71763"/>
                </a:lnTo>
                <a:cubicBezTo>
                  <a:pt x="103351" y="66081"/>
                  <a:pt x="103708" y="57975"/>
                  <a:pt x="104423" y="47445"/>
                </a:cubicBezTo>
                <a:cubicBezTo>
                  <a:pt x="105217" y="36080"/>
                  <a:pt x="105654" y="27855"/>
                  <a:pt x="105733" y="22770"/>
                </a:cubicBezTo>
                <a:cubicBezTo>
                  <a:pt x="105694" y="19114"/>
                  <a:pt x="105912" y="13669"/>
                  <a:pt x="106389" y="6437"/>
                </a:cubicBezTo>
                <a:cubicBezTo>
                  <a:pt x="106667" y="4450"/>
                  <a:pt x="107322" y="3139"/>
                  <a:pt x="108354" y="2504"/>
                </a:cubicBezTo>
                <a:cubicBezTo>
                  <a:pt x="113755" y="835"/>
                  <a:pt x="119891" y="0"/>
                  <a:pt x="126761" y="0"/>
                </a:cubicBezTo>
                <a:cubicBezTo>
                  <a:pt x="133750" y="0"/>
                  <a:pt x="140461" y="2384"/>
                  <a:pt x="146894" y="7152"/>
                </a:cubicBezTo>
                <a:cubicBezTo>
                  <a:pt x="154320" y="12636"/>
                  <a:pt x="158033" y="19411"/>
                  <a:pt x="158033" y="27477"/>
                </a:cubicBezTo>
                <a:cubicBezTo>
                  <a:pt x="158033" y="37689"/>
                  <a:pt x="154062" y="45736"/>
                  <a:pt x="146120" y="51617"/>
                </a:cubicBezTo>
                <a:cubicBezTo>
                  <a:pt x="152077" y="54159"/>
                  <a:pt x="156534" y="56981"/>
                  <a:pt x="159493" y="60081"/>
                </a:cubicBezTo>
                <a:cubicBezTo>
                  <a:pt x="162451" y="63180"/>
                  <a:pt x="163931" y="66557"/>
                  <a:pt x="163931" y="70213"/>
                </a:cubicBezTo>
                <a:cubicBezTo>
                  <a:pt x="163931" y="75022"/>
                  <a:pt x="161329" y="79671"/>
                  <a:pt x="156127" y="84161"/>
                </a:cubicBezTo>
                <a:cubicBezTo>
                  <a:pt x="152513" y="87339"/>
                  <a:pt x="148721" y="89703"/>
                  <a:pt x="144750" y="91253"/>
                </a:cubicBezTo>
                <a:moveTo>
                  <a:pt x="126761" y="12152"/>
                </a:moveTo>
                <a:cubicBezTo>
                  <a:pt x="122432" y="12152"/>
                  <a:pt x="119394" y="12291"/>
                  <a:pt x="117647" y="12569"/>
                </a:cubicBezTo>
                <a:lnTo>
                  <a:pt x="117528" y="22974"/>
                </a:lnTo>
                <a:lnTo>
                  <a:pt x="116336" y="45986"/>
                </a:lnTo>
                <a:cubicBezTo>
                  <a:pt x="121975" y="46502"/>
                  <a:pt x="124994" y="46740"/>
                  <a:pt x="125391" y="46701"/>
                </a:cubicBezTo>
                <a:cubicBezTo>
                  <a:pt x="131387" y="46224"/>
                  <a:pt x="136291" y="44358"/>
                  <a:pt x="140104" y="41101"/>
                </a:cubicBezTo>
                <a:cubicBezTo>
                  <a:pt x="144194" y="37567"/>
                  <a:pt x="146239" y="33020"/>
                  <a:pt x="146239" y="27460"/>
                </a:cubicBezTo>
                <a:cubicBezTo>
                  <a:pt x="146239" y="23688"/>
                  <a:pt x="144154" y="20193"/>
                  <a:pt x="139985" y="16977"/>
                </a:cubicBezTo>
                <a:cubicBezTo>
                  <a:pt x="135815" y="13760"/>
                  <a:pt x="131407" y="12152"/>
                  <a:pt x="126761" y="12152"/>
                </a:cubicBezTo>
                <a:moveTo>
                  <a:pt x="133432" y="59923"/>
                </a:moveTo>
                <a:lnTo>
                  <a:pt x="127118" y="58912"/>
                </a:lnTo>
                <a:cubicBezTo>
                  <a:pt x="126602" y="58912"/>
                  <a:pt x="125818" y="58942"/>
                  <a:pt x="124765" y="59001"/>
                </a:cubicBezTo>
                <a:cubicBezTo>
                  <a:pt x="123713" y="59061"/>
                  <a:pt x="122909" y="59091"/>
                  <a:pt x="122353" y="59091"/>
                </a:cubicBezTo>
                <a:cubicBezTo>
                  <a:pt x="120208" y="59091"/>
                  <a:pt x="117925" y="58892"/>
                  <a:pt x="115502" y="58495"/>
                </a:cubicBezTo>
                <a:cubicBezTo>
                  <a:pt x="115264" y="63498"/>
                  <a:pt x="115145" y="67966"/>
                  <a:pt x="115145" y="71897"/>
                </a:cubicBezTo>
                <a:lnTo>
                  <a:pt x="115145" y="84228"/>
                </a:lnTo>
                <a:cubicBezTo>
                  <a:pt x="125549" y="83872"/>
                  <a:pt x="134028" y="82406"/>
                  <a:pt x="140580" y="79831"/>
                </a:cubicBezTo>
                <a:cubicBezTo>
                  <a:pt x="143360" y="78761"/>
                  <a:pt x="146021" y="77097"/>
                  <a:pt x="148562" y="74839"/>
                </a:cubicBezTo>
                <a:cubicBezTo>
                  <a:pt x="150985" y="72779"/>
                  <a:pt x="152196" y="71234"/>
                  <a:pt x="152196" y="70204"/>
                </a:cubicBezTo>
                <a:cubicBezTo>
                  <a:pt x="152196" y="68341"/>
                  <a:pt x="149654" y="66241"/>
                  <a:pt x="144571" y="63904"/>
                </a:cubicBezTo>
                <a:cubicBezTo>
                  <a:pt x="140759" y="62121"/>
                  <a:pt x="137046" y="60794"/>
                  <a:pt x="133432" y="59923"/>
                </a:cubicBezTo>
                <a:close/>
                <a:moveTo>
                  <a:pt x="222842" y="49500"/>
                </a:moveTo>
                <a:cubicBezTo>
                  <a:pt x="222564" y="54464"/>
                  <a:pt x="220578" y="56946"/>
                  <a:pt x="216885" y="56946"/>
                </a:cubicBezTo>
                <a:cubicBezTo>
                  <a:pt x="213470" y="56946"/>
                  <a:pt x="211763" y="54988"/>
                  <a:pt x="211763" y="51073"/>
                </a:cubicBezTo>
                <a:cubicBezTo>
                  <a:pt x="211763" y="50321"/>
                  <a:pt x="211703" y="48936"/>
                  <a:pt x="211584" y="46918"/>
                </a:cubicBezTo>
                <a:lnTo>
                  <a:pt x="211405" y="41935"/>
                </a:lnTo>
                <a:cubicBezTo>
                  <a:pt x="205131" y="42691"/>
                  <a:pt x="200107" y="44462"/>
                  <a:pt x="196335" y="47248"/>
                </a:cubicBezTo>
                <a:cubicBezTo>
                  <a:pt x="192800" y="49835"/>
                  <a:pt x="189862" y="53736"/>
                  <a:pt x="187519" y="58949"/>
                </a:cubicBezTo>
                <a:lnTo>
                  <a:pt x="187638" y="91661"/>
                </a:lnTo>
                <a:cubicBezTo>
                  <a:pt x="187638" y="95680"/>
                  <a:pt x="185672" y="97690"/>
                  <a:pt x="181741" y="97690"/>
                </a:cubicBezTo>
                <a:cubicBezTo>
                  <a:pt x="178246" y="97690"/>
                  <a:pt x="176499" y="95681"/>
                  <a:pt x="176499" y="91663"/>
                </a:cubicBezTo>
                <a:lnTo>
                  <a:pt x="176499" y="49770"/>
                </a:lnTo>
                <a:cubicBezTo>
                  <a:pt x="176499" y="48457"/>
                  <a:pt x="176548" y="46488"/>
                  <a:pt x="176648" y="43864"/>
                </a:cubicBezTo>
                <a:cubicBezTo>
                  <a:pt x="176747" y="41238"/>
                  <a:pt x="176797" y="39268"/>
                  <a:pt x="176797" y="37955"/>
                </a:cubicBezTo>
                <a:cubicBezTo>
                  <a:pt x="176797" y="33937"/>
                  <a:pt x="178544" y="31928"/>
                  <a:pt x="182039" y="31928"/>
                </a:cubicBezTo>
                <a:cubicBezTo>
                  <a:pt x="185930" y="31928"/>
                  <a:pt x="187896" y="35224"/>
                  <a:pt x="187936" y="41816"/>
                </a:cubicBezTo>
                <a:cubicBezTo>
                  <a:pt x="195560" y="34430"/>
                  <a:pt x="204019" y="30737"/>
                  <a:pt x="213311" y="30737"/>
                </a:cubicBezTo>
                <a:cubicBezTo>
                  <a:pt x="216528" y="30737"/>
                  <a:pt x="218930" y="31948"/>
                  <a:pt x="220519" y="34370"/>
                </a:cubicBezTo>
                <a:cubicBezTo>
                  <a:pt x="222107" y="36793"/>
                  <a:pt x="222902" y="40446"/>
                  <a:pt x="222902" y="45331"/>
                </a:cubicBezTo>
                <a:cubicBezTo>
                  <a:pt x="222902" y="47396"/>
                  <a:pt x="222882" y="48785"/>
                  <a:pt x="222842" y="49500"/>
                </a:cubicBezTo>
                <a:close/>
                <a:moveTo>
                  <a:pt x="263118" y="96380"/>
                </a:moveTo>
                <a:cubicBezTo>
                  <a:pt x="254143" y="96380"/>
                  <a:pt x="246876" y="94134"/>
                  <a:pt x="241316" y="89643"/>
                </a:cubicBezTo>
                <a:cubicBezTo>
                  <a:pt x="235241" y="84674"/>
                  <a:pt x="232203" y="77718"/>
                  <a:pt x="232203" y="68774"/>
                </a:cubicBezTo>
                <a:cubicBezTo>
                  <a:pt x="232203" y="58440"/>
                  <a:pt x="234705" y="49776"/>
                  <a:pt x="239708" y="42780"/>
                </a:cubicBezTo>
                <a:cubicBezTo>
                  <a:pt x="245149" y="35148"/>
                  <a:pt x="252416" y="31332"/>
                  <a:pt x="261510" y="31332"/>
                </a:cubicBezTo>
                <a:cubicBezTo>
                  <a:pt x="268102" y="31332"/>
                  <a:pt x="273483" y="32444"/>
                  <a:pt x="277652" y="34668"/>
                </a:cubicBezTo>
                <a:cubicBezTo>
                  <a:pt x="282775" y="37408"/>
                  <a:pt x="285337" y="41618"/>
                  <a:pt x="285337" y="47296"/>
                </a:cubicBezTo>
                <a:cubicBezTo>
                  <a:pt x="285337" y="51267"/>
                  <a:pt x="283093" y="54881"/>
                  <a:pt x="278605" y="58137"/>
                </a:cubicBezTo>
                <a:cubicBezTo>
                  <a:pt x="276620" y="59567"/>
                  <a:pt x="272410" y="61791"/>
                  <a:pt x="265977" y="64809"/>
                </a:cubicBezTo>
                <a:lnTo>
                  <a:pt x="243223" y="75591"/>
                </a:lnTo>
                <a:cubicBezTo>
                  <a:pt x="245446" y="78887"/>
                  <a:pt x="248216" y="81369"/>
                  <a:pt x="251532" y="83036"/>
                </a:cubicBezTo>
                <a:cubicBezTo>
                  <a:pt x="254848" y="84704"/>
                  <a:pt x="258710" y="85538"/>
                  <a:pt x="263118" y="85538"/>
                </a:cubicBezTo>
                <a:cubicBezTo>
                  <a:pt x="265858" y="85538"/>
                  <a:pt x="269075" y="85022"/>
                  <a:pt x="272768" y="83990"/>
                </a:cubicBezTo>
                <a:cubicBezTo>
                  <a:pt x="277454" y="82679"/>
                  <a:pt x="280472" y="80962"/>
                  <a:pt x="281822" y="78837"/>
                </a:cubicBezTo>
                <a:cubicBezTo>
                  <a:pt x="283172" y="76712"/>
                  <a:pt x="284622" y="75650"/>
                  <a:pt x="286170" y="75650"/>
                </a:cubicBezTo>
                <a:cubicBezTo>
                  <a:pt x="287560" y="75650"/>
                  <a:pt x="288801" y="76178"/>
                  <a:pt x="289893" y="77234"/>
                </a:cubicBezTo>
                <a:cubicBezTo>
                  <a:pt x="290985" y="78289"/>
                  <a:pt x="291532" y="79513"/>
                  <a:pt x="291532" y="80907"/>
                </a:cubicBezTo>
                <a:cubicBezTo>
                  <a:pt x="291532" y="85327"/>
                  <a:pt x="287977" y="89131"/>
                  <a:pt x="280869" y="92318"/>
                </a:cubicBezTo>
                <a:cubicBezTo>
                  <a:pt x="274793" y="95026"/>
                  <a:pt x="268876" y="96380"/>
                  <a:pt x="263118" y="96380"/>
                </a:cubicBezTo>
                <a:moveTo>
                  <a:pt x="261510" y="42054"/>
                </a:moveTo>
                <a:cubicBezTo>
                  <a:pt x="256665" y="42054"/>
                  <a:pt x="252634" y="43931"/>
                  <a:pt x="249418" y="47683"/>
                </a:cubicBezTo>
                <a:cubicBezTo>
                  <a:pt x="246201" y="51436"/>
                  <a:pt x="243798" y="57085"/>
                  <a:pt x="242210" y="64630"/>
                </a:cubicBezTo>
                <a:lnTo>
                  <a:pt x="260497" y="55933"/>
                </a:lnTo>
                <a:cubicBezTo>
                  <a:pt x="267685" y="52439"/>
                  <a:pt x="272808" y="49401"/>
                  <a:pt x="275865" y="46820"/>
                </a:cubicBezTo>
                <a:cubicBezTo>
                  <a:pt x="272450" y="43643"/>
                  <a:pt x="267665" y="42054"/>
                  <a:pt x="261510" y="42054"/>
                </a:cubicBezTo>
                <a:close/>
                <a:moveTo>
                  <a:pt x="330344" y="90542"/>
                </a:moveTo>
                <a:cubicBezTo>
                  <a:pt x="330225" y="94195"/>
                  <a:pt x="328418" y="96022"/>
                  <a:pt x="324924" y="96022"/>
                </a:cubicBezTo>
                <a:cubicBezTo>
                  <a:pt x="322025" y="96022"/>
                  <a:pt x="319920" y="94315"/>
                  <a:pt x="318610" y="90899"/>
                </a:cubicBezTo>
                <a:lnTo>
                  <a:pt x="309496" y="66715"/>
                </a:lnTo>
                <a:lnTo>
                  <a:pt x="298893" y="39374"/>
                </a:lnTo>
                <a:cubicBezTo>
                  <a:pt x="298496" y="38341"/>
                  <a:pt x="298297" y="37428"/>
                  <a:pt x="298297" y="36634"/>
                </a:cubicBezTo>
                <a:cubicBezTo>
                  <a:pt x="298297" y="35006"/>
                  <a:pt x="298913" y="33616"/>
                  <a:pt x="300144" y="32464"/>
                </a:cubicBezTo>
                <a:cubicBezTo>
                  <a:pt x="301375" y="31312"/>
                  <a:pt x="302805" y="30737"/>
                  <a:pt x="304433" y="30737"/>
                </a:cubicBezTo>
                <a:cubicBezTo>
                  <a:pt x="306815" y="30737"/>
                  <a:pt x="308523" y="31948"/>
                  <a:pt x="309556" y="34370"/>
                </a:cubicBezTo>
                <a:lnTo>
                  <a:pt x="324686" y="76008"/>
                </a:lnTo>
                <a:cubicBezTo>
                  <a:pt x="327664" y="69654"/>
                  <a:pt x="331417" y="60441"/>
                  <a:pt x="335944" y="48368"/>
                </a:cubicBezTo>
                <a:cubicBezTo>
                  <a:pt x="337016" y="45192"/>
                  <a:pt x="338704" y="40704"/>
                  <a:pt x="341007" y="34906"/>
                </a:cubicBezTo>
                <a:cubicBezTo>
                  <a:pt x="342238" y="32365"/>
                  <a:pt x="343985" y="31094"/>
                  <a:pt x="346249" y="31094"/>
                </a:cubicBezTo>
                <a:cubicBezTo>
                  <a:pt x="347877" y="31094"/>
                  <a:pt x="349307" y="31670"/>
                  <a:pt x="350538" y="32821"/>
                </a:cubicBezTo>
                <a:cubicBezTo>
                  <a:pt x="351769" y="33973"/>
                  <a:pt x="352384" y="35343"/>
                  <a:pt x="352384" y="36932"/>
                </a:cubicBezTo>
                <a:cubicBezTo>
                  <a:pt x="352384" y="38441"/>
                  <a:pt x="349108" y="46939"/>
                  <a:pt x="342556" y="62426"/>
                </a:cubicBezTo>
                <a:lnTo>
                  <a:pt x="330344" y="90542"/>
                </a:lnTo>
                <a:close/>
                <a:moveTo>
                  <a:pt x="373062" y="18228"/>
                </a:moveTo>
                <a:cubicBezTo>
                  <a:pt x="371156" y="18228"/>
                  <a:pt x="369508" y="17552"/>
                  <a:pt x="368118" y="16202"/>
                </a:cubicBezTo>
                <a:cubicBezTo>
                  <a:pt x="366728" y="14852"/>
                  <a:pt x="366033" y="13224"/>
                  <a:pt x="366033" y="11318"/>
                </a:cubicBezTo>
                <a:cubicBezTo>
                  <a:pt x="366033" y="9412"/>
                  <a:pt x="366728" y="7783"/>
                  <a:pt x="368118" y="6433"/>
                </a:cubicBezTo>
                <a:cubicBezTo>
                  <a:pt x="369508" y="5083"/>
                  <a:pt x="371156" y="4408"/>
                  <a:pt x="373062" y="4408"/>
                </a:cubicBezTo>
                <a:cubicBezTo>
                  <a:pt x="374968" y="4408"/>
                  <a:pt x="376606" y="5083"/>
                  <a:pt x="377976" y="6433"/>
                </a:cubicBezTo>
                <a:cubicBezTo>
                  <a:pt x="379346" y="7783"/>
                  <a:pt x="380032" y="9412"/>
                  <a:pt x="380032" y="11318"/>
                </a:cubicBezTo>
                <a:cubicBezTo>
                  <a:pt x="380032" y="13224"/>
                  <a:pt x="379346" y="14852"/>
                  <a:pt x="377976" y="16202"/>
                </a:cubicBezTo>
                <a:cubicBezTo>
                  <a:pt x="376606" y="17552"/>
                  <a:pt x="374968" y="18228"/>
                  <a:pt x="373062" y="18228"/>
                </a:cubicBezTo>
                <a:moveTo>
                  <a:pt x="375743" y="66629"/>
                </a:moveTo>
                <a:cubicBezTo>
                  <a:pt x="375743" y="69015"/>
                  <a:pt x="375812" y="72582"/>
                  <a:pt x="375951" y="77333"/>
                </a:cubicBezTo>
                <a:cubicBezTo>
                  <a:pt x="376090" y="82082"/>
                  <a:pt x="376160" y="85649"/>
                  <a:pt x="376160" y="88035"/>
                </a:cubicBezTo>
                <a:cubicBezTo>
                  <a:pt x="376160" y="89783"/>
                  <a:pt x="375624" y="91214"/>
                  <a:pt x="374551" y="92327"/>
                </a:cubicBezTo>
                <a:cubicBezTo>
                  <a:pt x="373479" y="93440"/>
                  <a:pt x="372069" y="93997"/>
                  <a:pt x="370322" y="93997"/>
                </a:cubicBezTo>
                <a:cubicBezTo>
                  <a:pt x="368614" y="93997"/>
                  <a:pt x="367215" y="93440"/>
                  <a:pt x="366123" y="92327"/>
                </a:cubicBezTo>
                <a:cubicBezTo>
                  <a:pt x="365031" y="91214"/>
                  <a:pt x="364485" y="89783"/>
                  <a:pt x="364485" y="88035"/>
                </a:cubicBezTo>
                <a:cubicBezTo>
                  <a:pt x="364485" y="85649"/>
                  <a:pt x="364415" y="82082"/>
                  <a:pt x="364276" y="77333"/>
                </a:cubicBezTo>
                <a:cubicBezTo>
                  <a:pt x="364137" y="72582"/>
                  <a:pt x="364068" y="69015"/>
                  <a:pt x="364068" y="66629"/>
                </a:cubicBezTo>
                <a:cubicBezTo>
                  <a:pt x="364068" y="62893"/>
                  <a:pt x="364266" y="58232"/>
                  <a:pt x="364663" y="52648"/>
                </a:cubicBezTo>
                <a:cubicBezTo>
                  <a:pt x="365060" y="47062"/>
                  <a:pt x="365259" y="42401"/>
                  <a:pt x="365259" y="38665"/>
                </a:cubicBezTo>
                <a:cubicBezTo>
                  <a:pt x="365259" y="36876"/>
                  <a:pt x="365805" y="35426"/>
                  <a:pt x="366897" y="34312"/>
                </a:cubicBezTo>
                <a:cubicBezTo>
                  <a:pt x="367989" y="33199"/>
                  <a:pt x="369389" y="32643"/>
                  <a:pt x="371096" y="32643"/>
                </a:cubicBezTo>
                <a:cubicBezTo>
                  <a:pt x="372804" y="32643"/>
                  <a:pt x="374204" y="33199"/>
                  <a:pt x="375296" y="34312"/>
                </a:cubicBezTo>
                <a:cubicBezTo>
                  <a:pt x="376388" y="35426"/>
                  <a:pt x="376934" y="36876"/>
                  <a:pt x="376934" y="38665"/>
                </a:cubicBezTo>
                <a:cubicBezTo>
                  <a:pt x="376934" y="42401"/>
                  <a:pt x="376735" y="47062"/>
                  <a:pt x="376338" y="52648"/>
                </a:cubicBezTo>
                <a:cubicBezTo>
                  <a:pt x="375941" y="58232"/>
                  <a:pt x="375743" y="62893"/>
                  <a:pt x="375743" y="66629"/>
                </a:cubicBezTo>
                <a:close/>
                <a:moveTo>
                  <a:pt x="436425" y="42940"/>
                </a:moveTo>
                <a:cubicBezTo>
                  <a:pt x="435591" y="42940"/>
                  <a:pt x="434609" y="42901"/>
                  <a:pt x="433477" y="42821"/>
                </a:cubicBezTo>
                <a:cubicBezTo>
                  <a:pt x="432345" y="42741"/>
                  <a:pt x="431362" y="42700"/>
                  <a:pt x="430528" y="42700"/>
                </a:cubicBezTo>
                <a:cubicBezTo>
                  <a:pt x="429615" y="42700"/>
                  <a:pt x="426914" y="43001"/>
                  <a:pt x="422427" y="43603"/>
                </a:cubicBezTo>
                <a:lnTo>
                  <a:pt x="423559" y="78768"/>
                </a:lnTo>
                <a:lnTo>
                  <a:pt x="423618" y="81387"/>
                </a:lnTo>
                <a:lnTo>
                  <a:pt x="423678" y="84421"/>
                </a:lnTo>
                <a:cubicBezTo>
                  <a:pt x="423837" y="93108"/>
                  <a:pt x="421752" y="97452"/>
                  <a:pt x="417423" y="97452"/>
                </a:cubicBezTo>
                <a:cubicBezTo>
                  <a:pt x="415835" y="97452"/>
                  <a:pt x="414455" y="96936"/>
                  <a:pt x="413283" y="95905"/>
                </a:cubicBezTo>
                <a:cubicBezTo>
                  <a:pt x="412112" y="94874"/>
                  <a:pt x="411526" y="93584"/>
                  <a:pt x="411526" y="92037"/>
                </a:cubicBezTo>
                <a:cubicBezTo>
                  <a:pt x="411526" y="90530"/>
                  <a:pt x="411586" y="88270"/>
                  <a:pt x="411705" y="85255"/>
                </a:cubicBezTo>
                <a:cubicBezTo>
                  <a:pt x="411824" y="82240"/>
                  <a:pt x="411884" y="79978"/>
                  <a:pt x="411884" y="78470"/>
                </a:cubicBezTo>
                <a:lnTo>
                  <a:pt x="410692" y="43722"/>
                </a:lnTo>
                <a:cubicBezTo>
                  <a:pt x="407793" y="43603"/>
                  <a:pt x="403385" y="43264"/>
                  <a:pt x="397468" y="42704"/>
                </a:cubicBezTo>
                <a:cubicBezTo>
                  <a:pt x="393934" y="42225"/>
                  <a:pt x="392167" y="40250"/>
                  <a:pt x="392167" y="36779"/>
                </a:cubicBezTo>
                <a:cubicBezTo>
                  <a:pt x="392167" y="35023"/>
                  <a:pt x="392703" y="33567"/>
                  <a:pt x="393775" y="32412"/>
                </a:cubicBezTo>
                <a:cubicBezTo>
                  <a:pt x="394847" y="31255"/>
                  <a:pt x="396218" y="30677"/>
                  <a:pt x="397885" y="30677"/>
                </a:cubicBezTo>
                <a:lnTo>
                  <a:pt x="410394" y="31690"/>
                </a:lnTo>
                <a:cubicBezTo>
                  <a:pt x="410394" y="29658"/>
                  <a:pt x="410305" y="26940"/>
                  <a:pt x="410126" y="23536"/>
                </a:cubicBezTo>
                <a:cubicBezTo>
                  <a:pt x="409948" y="20131"/>
                  <a:pt x="409858" y="17672"/>
                  <a:pt x="409858" y="16159"/>
                </a:cubicBezTo>
                <a:cubicBezTo>
                  <a:pt x="409858" y="14487"/>
                  <a:pt x="410434" y="13103"/>
                  <a:pt x="411586" y="12008"/>
                </a:cubicBezTo>
                <a:cubicBezTo>
                  <a:pt x="412737" y="10913"/>
                  <a:pt x="414147" y="10365"/>
                  <a:pt x="415815" y="10365"/>
                </a:cubicBezTo>
                <a:cubicBezTo>
                  <a:pt x="419389" y="10365"/>
                  <a:pt x="421474" y="13283"/>
                  <a:pt x="422070" y="19121"/>
                </a:cubicBezTo>
                <a:cubicBezTo>
                  <a:pt x="422189" y="20590"/>
                  <a:pt x="422248" y="22358"/>
                  <a:pt x="422248" y="24422"/>
                </a:cubicBezTo>
                <a:lnTo>
                  <a:pt x="422129" y="27877"/>
                </a:lnTo>
                <a:lnTo>
                  <a:pt x="422070" y="31571"/>
                </a:lnTo>
                <a:cubicBezTo>
                  <a:pt x="426994" y="30935"/>
                  <a:pt x="429813" y="30617"/>
                  <a:pt x="430528" y="30617"/>
                </a:cubicBezTo>
                <a:cubicBezTo>
                  <a:pt x="434658" y="30617"/>
                  <a:pt x="437359" y="30816"/>
                  <a:pt x="438629" y="31213"/>
                </a:cubicBezTo>
                <a:cubicBezTo>
                  <a:pt x="441052" y="32012"/>
                  <a:pt x="442263" y="33896"/>
                  <a:pt x="442263" y="36865"/>
                </a:cubicBezTo>
                <a:cubicBezTo>
                  <a:pt x="442263" y="38629"/>
                  <a:pt x="441717" y="40083"/>
                  <a:pt x="440625" y="41226"/>
                </a:cubicBezTo>
                <a:cubicBezTo>
                  <a:pt x="439533" y="42369"/>
                  <a:pt x="438133" y="42940"/>
                  <a:pt x="436425" y="42940"/>
                </a:cubicBezTo>
                <a:close/>
                <a:moveTo>
                  <a:pt x="505122" y="40496"/>
                </a:moveTo>
                <a:lnTo>
                  <a:pt x="484512" y="85058"/>
                </a:lnTo>
                <a:cubicBezTo>
                  <a:pt x="479429" y="95900"/>
                  <a:pt x="475538" y="104975"/>
                  <a:pt x="472837" y="112282"/>
                </a:cubicBezTo>
                <a:lnTo>
                  <a:pt x="468906" y="123840"/>
                </a:lnTo>
                <a:cubicBezTo>
                  <a:pt x="467873" y="126739"/>
                  <a:pt x="466086" y="128188"/>
                  <a:pt x="463545" y="128188"/>
                </a:cubicBezTo>
                <a:cubicBezTo>
                  <a:pt x="461877" y="128188"/>
                  <a:pt x="460437" y="127639"/>
                  <a:pt x="459226" y="126541"/>
                </a:cubicBezTo>
                <a:cubicBezTo>
                  <a:pt x="458015" y="125444"/>
                  <a:pt x="457409" y="124077"/>
                  <a:pt x="457409" y="122440"/>
                </a:cubicBezTo>
                <a:cubicBezTo>
                  <a:pt x="457409" y="118449"/>
                  <a:pt x="461698" y="106966"/>
                  <a:pt x="470276" y="87990"/>
                </a:cubicBezTo>
                <a:lnTo>
                  <a:pt x="448951" y="46892"/>
                </a:lnTo>
                <a:lnTo>
                  <a:pt x="446270" y="42536"/>
                </a:lnTo>
                <a:cubicBezTo>
                  <a:pt x="445198" y="40707"/>
                  <a:pt x="444662" y="39177"/>
                  <a:pt x="444662" y="37944"/>
                </a:cubicBezTo>
                <a:cubicBezTo>
                  <a:pt x="444662" y="36316"/>
                  <a:pt x="445287" y="34886"/>
                  <a:pt x="446538" y="33655"/>
                </a:cubicBezTo>
                <a:cubicBezTo>
                  <a:pt x="447789" y="32424"/>
                  <a:pt x="449189" y="31809"/>
                  <a:pt x="450738" y="31809"/>
                </a:cubicBezTo>
                <a:cubicBezTo>
                  <a:pt x="452564" y="31809"/>
                  <a:pt x="453974" y="32504"/>
                  <a:pt x="454967" y="33894"/>
                </a:cubicBezTo>
                <a:cubicBezTo>
                  <a:pt x="461718" y="43279"/>
                  <a:pt x="468965" y="56641"/>
                  <a:pt x="476709" y="73980"/>
                </a:cubicBezTo>
                <a:lnTo>
                  <a:pt x="485525" y="53367"/>
                </a:lnTo>
                <a:cubicBezTo>
                  <a:pt x="488702" y="46254"/>
                  <a:pt x="491760" y="40141"/>
                  <a:pt x="494698" y="35025"/>
                </a:cubicBezTo>
                <a:cubicBezTo>
                  <a:pt x="495969" y="32802"/>
                  <a:pt x="497637" y="31690"/>
                  <a:pt x="499702" y="31690"/>
                </a:cubicBezTo>
                <a:cubicBezTo>
                  <a:pt x="501330" y="31690"/>
                  <a:pt x="502770" y="32265"/>
                  <a:pt x="504020" y="33415"/>
                </a:cubicBezTo>
                <a:cubicBezTo>
                  <a:pt x="505271" y="34566"/>
                  <a:pt x="505897" y="35934"/>
                  <a:pt x="505897" y="37522"/>
                </a:cubicBezTo>
                <a:cubicBezTo>
                  <a:pt x="505897" y="38394"/>
                  <a:pt x="505639" y="39386"/>
                  <a:pt x="505122" y="404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•Dir.Restriction">
            <a:extLst xmlns:a="http://schemas.openxmlformats.org/drawingml/2006/main">
              <a:ext uri="{FF2B5EF4-FFF2-40B4-BE49-F238E27FC236}">
                <a16:creationId xmlns:a16="http://schemas.microsoft.com/office/drawing/2014/main" id="{2D064568-0D0C-4CE4-ADDA-EAC57136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739" y="1495508"/>
            <a:ext cx="971022" cy="98643"/>
          </a:xfrm>
          <a:custGeom xmlns:a="http://schemas.openxmlformats.org/drawingml/2006/main">
            <a:pathLst>
              <a:path w="971022" h="98643">
                <a:moveTo>
                  <a:pt x="0" y="49917"/>
                </a:moveTo>
                <a:cubicBezTo>
                  <a:pt x="0" y="45748"/>
                  <a:pt x="1479" y="42193"/>
                  <a:pt x="4438" y="39255"/>
                </a:cubicBezTo>
                <a:cubicBezTo>
                  <a:pt x="7396" y="36316"/>
                  <a:pt x="10940" y="34847"/>
                  <a:pt x="15070" y="34847"/>
                </a:cubicBezTo>
                <a:cubicBezTo>
                  <a:pt x="19240" y="34847"/>
                  <a:pt x="22804" y="36316"/>
                  <a:pt x="25763" y="39255"/>
                </a:cubicBezTo>
                <a:cubicBezTo>
                  <a:pt x="28721" y="42193"/>
                  <a:pt x="30201" y="45748"/>
                  <a:pt x="30201" y="49917"/>
                </a:cubicBezTo>
                <a:cubicBezTo>
                  <a:pt x="30201" y="54087"/>
                  <a:pt x="28721" y="57651"/>
                  <a:pt x="25763" y="60609"/>
                </a:cubicBezTo>
                <a:cubicBezTo>
                  <a:pt x="22804" y="63568"/>
                  <a:pt x="19240" y="65047"/>
                  <a:pt x="15070" y="65047"/>
                </a:cubicBezTo>
                <a:cubicBezTo>
                  <a:pt x="10940" y="65047"/>
                  <a:pt x="7396" y="63568"/>
                  <a:pt x="4438" y="60609"/>
                </a:cubicBezTo>
                <a:cubicBezTo>
                  <a:pt x="1479" y="57651"/>
                  <a:pt x="0" y="54087"/>
                  <a:pt x="0" y="49917"/>
                </a:cubicBezTo>
                <a:close/>
                <a:moveTo>
                  <a:pt x="156068" y="92325"/>
                </a:moveTo>
                <a:cubicBezTo>
                  <a:pt x="149912" y="96537"/>
                  <a:pt x="141077" y="98643"/>
                  <a:pt x="129560" y="98643"/>
                </a:cubicBezTo>
                <a:cubicBezTo>
                  <a:pt x="126661" y="98643"/>
                  <a:pt x="123345" y="98186"/>
                  <a:pt x="119613" y="97273"/>
                </a:cubicBezTo>
                <a:cubicBezTo>
                  <a:pt x="115125" y="96200"/>
                  <a:pt x="111750" y="94808"/>
                  <a:pt x="109486" y="93100"/>
                </a:cubicBezTo>
                <a:lnTo>
                  <a:pt x="108891" y="93100"/>
                </a:lnTo>
                <a:cubicBezTo>
                  <a:pt x="107183" y="93100"/>
                  <a:pt x="105753" y="92504"/>
                  <a:pt x="104602" y="91313"/>
                </a:cubicBezTo>
                <a:cubicBezTo>
                  <a:pt x="103450" y="90120"/>
                  <a:pt x="102874" y="88669"/>
                  <a:pt x="102874" y="86960"/>
                </a:cubicBezTo>
                <a:cubicBezTo>
                  <a:pt x="102874" y="82788"/>
                  <a:pt x="103063" y="76540"/>
                  <a:pt x="103440" y="68215"/>
                </a:cubicBezTo>
                <a:cubicBezTo>
                  <a:pt x="103817" y="59891"/>
                  <a:pt x="104006" y="53643"/>
                  <a:pt x="104006" y="49470"/>
                </a:cubicBezTo>
                <a:cubicBezTo>
                  <a:pt x="104006" y="44822"/>
                  <a:pt x="103917" y="37878"/>
                  <a:pt x="103738" y="28641"/>
                </a:cubicBezTo>
                <a:cubicBezTo>
                  <a:pt x="103559" y="19401"/>
                  <a:pt x="103470" y="12458"/>
                  <a:pt x="103470" y="7809"/>
                </a:cubicBezTo>
                <a:cubicBezTo>
                  <a:pt x="103470" y="6179"/>
                  <a:pt x="104304" y="4471"/>
                  <a:pt x="105972" y="2682"/>
                </a:cubicBezTo>
                <a:cubicBezTo>
                  <a:pt x="107640" y="894"/>
                  <a:pt x="109308" y="0"/>
                  <a:pt x="110975" y="0"/>
                </a:cubicBezTo>
                <a:cubicBezTo>
                  <a:pt x="111928" y="0"/>
                  <a:pt x="115105" y="1331"/>
                  <a:pt x="120506" y="3993"/>
                </a:cubicBezTo>
                <a:cubicBezTo>
                  <a:pt x="126622" y="6974"/>
                  <a:pt x="130156" y="8623"/>
                  <a:pt x="131109" y="8941"/>
                </a:cubicBezTo>
                <a:cubicBezTo>
                  <a:pt x="142387" y="12795"/>
                  <a:pt x="151997" y="18716"/>
                  <a:pt x="159940" y="26703"/>
                </a:cubicBezTo>
                <a:cubicBezTo>
                  <a:pt x="169272" y="36119"/>
                  <a:pt x="173938" y="46470"/>
                  <a:pt x="173938" y="57756"/>
                </a:cubicBezTo>
                <a:cubicBezTo>
                  <a:pt x="173938" y="64550"/>
                  <a:pt x="172339" y="71067"/>
                  <a:pt x="169143" y="77305"/>
                </a:cubicBezTo>
                <a:cubicBezTo>
                  <a:pt x="165946" y="83543"/>
                  <a:pt x="161588" y="88550"/>
                  <a:pt x="156068" y="92325"/>
                </a:cubicBezTo>
                <a:moveTo>
                  <a:pt x="143559" y="29296"/>
                </a:moveTo>
                <a:cubicBezTo>
                  <a:pt x="139508" y="26638"/>
                  <a:pt x="130156" y="22075"/>
                  <a:pt x="115502" y="15607"/>
                </a:cubicBezTo>
                <a:lnTo>
                  <a:pt x="115800" y="32747"/>
                </a:lnTo>
                <a:lnTo>
                  <a:pt x="115979" y="49830"/>
                </a:lnTo>
                <a:lnTo>
                  <a:pt x="115026" y="82325"/>
                </a:lnTo>
                <a:cubicBezTo>
                  <a:pt x="115304" y="82445"/>
                  <a:pt x="115721" y="82703"/>
                  <a:pt x="116277" y="83100"/>
                </a:cubicBezTo>
                <a:cubicBezTo>
                  <a:pt x="119771" y="85440"/>
                  <a:pt x="124179" y="86611"/>
                  <a:pt x="129501" y="86611"/>
                </a:cubicBezTo>
                <a:cubicBezTo>
                  <a:pt x="138555" y="86611"/>
                  <a:pt x="145147" y="85222"/>
                  <a:pt x="149277" y="82445"/>
                </a:cubicBezTo>
                <a:cubicBezTo>
                  <a:pt x="153129" y="79826"/>
                  <a:pt x="156197" y="76305"/>
                  <a:pt x="158480" y="71881"/>
                </a:cubicBezTo>
                <a:cubicBezTo>
                  <a:pt x="160764" y="67457"/>
                  <a:pt x="161905" y="62844"/>
                  <a:pt x="161905" y="58043"/>
                </a:cubicBezTo>
                <a:cubicBezTo>
                  <a:pt x="161905" y="46853"/>
                  <a:pt x="155790" y="37270"/>
                  <a:pt x="143559" y="29296"/>
                </a:cubicBezTo>
                <a:close/>
                <a:moveTo>
                  <a:pt x="198770" y="17274"/>
                </a:moveTo>
                <a:cubicBezTo>
                  <a:pt x="196864" y="17274"/>
                  <a:pt x="195216" y="16599"/>
                  <a:pt x="193826" y="15249"/>
                </a:cubicBezTo>
                <a:cubicBezTo>
                  <a:pt x="192436" y="13899"/>
                  <a:pt x="191741" y="12271"/>
                  <a:pt x="191741" y="10365"/>
                </a:cubicBezTo>
                <a:cubicBezTo>
                  <a:pt x="191741" y="8459"/>
                  <a:pt x="192436" y="6830"/>
                  <a:pt x="193826" y="5480"/>
                </a:cubicBezTo>
                <a:cubicBezTo>
                  <a:pt x="195216" y="4130"/>
                  <a:pt x="196864" y="3455"/>
                  <a:pt x="198770" y="3455"/>
                </a:cubicBezTo>
                <a:cubicBezTo>
                  <a:pt x="200676" y="3455"/>
                  <a:pt x="202314" y="4130"/>
                  <a:pt x="203684" y="5480"/>
                </a:cubicBezTo>
                <a:cubicBezTo>
                  <a:pt x="205054" y="6830"/>
                  <a:pt x="205739" y="8459"/>
                  <a:pt x="205739" y="10365"/>
                </a:cubicBezTo>
                <a:cubicBezTo>
                  <a:pt x="205739" y="12271"/>
                  <a:pt x="205054" y="13899"/>
                  <a:pt x="203684" y="15249"/>
                </a:cubicBezTo>
                <a:cubicBezTo>
                  <a:pt x="202314" y="16599"/>
                  <a:pt x="200676" y="17274"/>
                  <a:pt x="198770" y="17274"/>
                </a:cubicBezTo>
                <a:moveTo>
                  <a:pt x="201451" y="65676"/>
                </a:moveTo>
                <a:cubicBezTo>
                  <a:pt x="201451" y="68062"/>
                  <a:pt x="201520" y="71629"/>
                  <a:pt x="201659" y="76380"/>
                </a:cubicBezTo>
                <a:cubicBezTo>
                  <a:pt x="201798" y="81129"/>
                  <a:pt x="201868" y="84696"/>
                  <a:pt x="201868" y="87081"/>
                </a:cubicBezTo>
                <a:cubicBezTo>
                  <a:pt x="201868" y="88830"/>
                  <a:pt x="201331" y="90261"/>
                  <a:pt x="200259" y="91374"/>
                </a:cubicBezTo>
                <a:cubicBezTo>
                  <a:pt x="199187" y="92487"/>
                  <a:pt x="197777" y="93044"/>
                  <a:pt x="196030" y="93044"/>
                </a:cubicBezTo>
                <a:cubicBezTo>
                  <a:pt x="194322" y="93044"/>
                  <a:pt x="192923" y="92487"/>
                  <a:pt x="191831" y="91374"/>
                </a:cubicBezTo>
                <a:cubicBezTo>
                  <a:pt x="190738" y="90261"/>
                  <a:pt x="190192" y="88830"/>
                  <a:pt x="190192" y="87081"/>
                </a:cubicBezTo>
                <a:cubicBezTo>
                  <a:pt x="190192" y="84696"/>
                  <a:pt x="190123" y="81129"/>
                  <a:pt x="189984" y="76380"/>
                </a:cubicBezTo>
                <a:cubicBezTo>
                  <a:pt x="189845" y="71629"/>
                  <a:pt x="189775" y="68062"/>
                  <a:pt x="189775" y="65676"/>
                </a:cubicBezTo>
                <a:cubicBezTo>
                  <a:pt x="189775" y="61940"/>
                  <a:pt x="189974" y="57279"/>
                  <a:pt x="190371" y="51695"/>
                </a:cubicBezTo>
                <a:cubicBezTo>
                  <a:pt x="190768" y="46109"/>
                  <a:pt x="190967" y="41448"/>
                  <a:pt x="190967" y="37712"/>
                </a:cubicBezTo>
                <a:cubicBezTo>
                  <a:pt x="190967" y="35923"/>
                  <a:pt x="191513" y="34473"/>
                  <a:pt x="192605" y="33359"/>
                </a:cubicBezTo>
                <a:cubicBezTo>
                  <a:pt x="193697" y="32246"/>
                  <a:pt x="195097" y="31690"/>
                  <a:pt x="196804" y="31690"/>
                </a:cubicBezTo>
                <a:cubicBezTo>
                  <a:pt x="198512" y="31690"/>
                  <a:pt x="199912" y="32246"/>
                  <a:pt x="201004" y="33359"/>
                </a:cubicBezTo>
                <a:cubicBezTo>
                  <a:pt x="202096" y="34473"/>
                  <a:pt x="202642" y="35923"/>
                  <a:pt x="202642" y="37712"/>
                </a:cubicBezTo>
                <a:cubicBezTo>
                  <a:pt x="202642" y="41448"/>
                  <a:pt x="202443" y="46109"/>
                  <a:pt x="202046" y="51695"/>
                </a:cubicBezTo>
                <a:cubicBezTo>
                  <a:pt x="201649" y="57279"/>
                  <a:pt x="201451" y="61940"/>
                  <a:pt x="201451" y="65676"/>
                </a:cubicBezTo>
                <a:close/>
                <a:moveTo>
                  <a:pt x="268541" y="48547"/>
                </a:moveTo>
                <a:cubicBezTo>
                  <a:pt x="268263" y="53511"/>
                  <a:pt x="266277" y="55993"/>
                  <a:pt x="262584" y="55993"/>
                </a:cubicBezTo>
                <a:cubicBezTo>
                  <a:pt x="259169" y="55993"/>
                  <a:pt x="257461" y="54035"/>
                  <a:pt x="257461" y="50120"/>
                </a:cubicBezTo>
                <a:cubicBezTo>
                  <a:pt x="257461" y="49368"/>
                  <a:pt x="257402" y="47983"/>
                  <a:pt x="257283" y="45965"/>
                </a:cubicBezTo>
                <a:lnTo>
                  <a:pt x="257104" y="40982"/>
                </a:lnTo>
                <a:cubicBezTo>
                  <a:pt x="250830" y="41738"/>
                  <a:pt x="245806" y="43509"/>
                  <a:pt x="242034" y="46295"/>
                </a:cubicBezTo>
                <a:cubicBezTo>
                  <a:pt x="238499" y="48882"/>
                  <a:pt x="235561" y="52783"/>
                  <a:pt x="233218" y="57996"/>
                </a:cubicBezTo>
                <a:lnTo>
                  <a:pt x="233337" y="90708"/>
                </a:lnTo>
                <a:cubicBezTo>
                  <a:pt x="233337" y="94727"/>
                  <a:pt x="231371" y="96737"/>
                  <a:pt x="227440" y="96737"/>
                </a:cubicBezTo>
                <a:cubicBezTo>
                  <a:pt x="223945" y="96737"/>
                  <a:pt x="222198" y="94728"/>
                  <a:pt x="222198" y="90709"/>
                </a:cubicBezTo>
                <a:lnTo>
                  <a:pt x="222198" y="48817"/>
                </a:lnTo>
                <a:cubicBezTo>
                  <a:pt x="222198" y="47504"/>
                  <a:pt x="222247" y="45535"/>
                  <a:pt x="222347" y="42911"/>
                </a:cubicBezTo>
                <a:cubicBezTo>
                  <a:pt x="222446" y="40285"/>
                  <a:pt x="222496" y="38315"/>
                  <a:pt x="222496" y="37002"/>
                </a:cubicBezTo>
                <a:cubicBezTo>
                  <a:pt x="222496" y="32984"/>
                  <a:pt x="224243" y="30975"/>
                  <a:pt x="227737" y="30975"/>
                </a:cubicBezTo>
                <a:cubicBezTo>
                  <a:pt x="231629" y="30975"/>
                  <a:pt x="233595" y="34271"/>
                  <a:pt x="233635" y="40863"/>
                </a:cubicBezTo>
                <a:cubicBezTo>
                  <a:pt x="241259" y="33477"/>
                  <a:pt x="249718" y="29784"/>
                  <a:pt x="259010" y="29784"/>
                </a:cubicBezTo>
                <a:cubicBezTo>
                  <a:pt x="262227" y="29784"/>
                  <a:pt x="264629" y="30995"/>
                  <a:pt x="266218" y="33417"/>
                </a:cubicBezTo>
                <a:cubicBezTo>
                  <a:pt x="267806" y="35840"/>
                  <a:pt x="268600" y="39493"/>
                  <a:pt x="268600" y="44377"/>
                </a:cubicBezTo>
                <a:cubicBezTo>
                  <a:pt x="268600" y="46442"/>
                  <a:pt x="268581" y="47832"/>
                  <a:pt x="268541" y="48547"/>
                </a:cubicBezTo>
                <a:close/>
                <a:moveTo>
                  <a:pt x="288659" y="98286"/>
                </a:moveTo>
                <a:cubicBezTo>
                  <a:pt x="286594" y="98286"/>
                  <a:pt x="284847" y="97571"/>
                  <a:pt x="283417" y="96141"/>
                </a:cubicBezTo>
                <a:cubicBezTo>
                  <a:pt x="281988" y="94712"/>
                  <a:pt x="281273" y="92964"/>
                  <a:pt x="281273" y="90899"/>
                </a:cubicBezTo>
                <a:cubicBezTo>
                  <a:pt x="281273" y="88874"/>
                  <a:pt x="281988" y="87137"/>
                  <a:pt x="283417" y="85687"/>
                </a:cubicBezTo>
                <a:cubicBezTo>
                  <a:pt x="284847" y="84238"/>
                  <a:pt x="286594" y="83513"/>
                  <a:pt x="288659" y="83513"/>
                </a:cubicBezTo>
                <a:cubicBezTo>
                  <a:pt x="290685" y="83513"/>
                  <a:pt x="292422" y="84238"/>
                  <a:pt x="293871" y="85687"/>
                </a:cubicBezTo>
                <a:cubicBezTo>
                  <a:pt x="295321" y="87137"/>
                  <a:pt x="296046" y="88874"/>
                  <a:pt x="296046" y="90899"/>
                </a:cubicBezTo>
                <a:cubicBezTo>
                  <a:pt x="296046" y="92964"/>
                  <a:pt x="295321" y="94712"/>
                  <a:pt x="293871" y="96141"/>
                </a:cubicBezTo>
                <a:cubicBezTo>
                  <a:pt x="292422" y="97571"/>
                  <a:pt x="290685" y="98286"/>
                  <a:pt x="288659" y="98286"/>
                </a:cubicBezTo>
                <a:close/>
                <a:moveTo>
                  <a:pt x="407364" y="93401"/>
                </a:moveTo>
                <a:cubicBezTo>
                  <a:pt x="405855" y="93401"/>
                  <a:pt x="404445" y="92764"/>
                  <a:pt x="403134" y="91489"/>
                </a:cubicBezTo>
                <a:cubicBezTo>
                  <a:pt x="389990" y="78467"/>
                  <a:pt x="375376" y="69705"/>
                  <a:pt x="359293" y="65204"/>
                </a:cubicBezTo>
                <a:lnTo>
                  <a:pt x="359770" y="76910"/>
                </a:lnTo>
                <a:lnTo>
                  <a:pt x="360067" y="88679"/>
                </a:lnTo>
                <a:cubicBezTo>
                  <a:pt x="360067" y="90431"/>
                  <a:pt x="359501" y="91894"/>
                  <a:pt x="358370" y="93068"/>
                </a:cubicBezTo>
                <a:cubicBezTo>
                  <a:pt x="357238" y="94243"/>
                  <a:pt x="355818" y="94831"/>
                  <a:pt x="354111" y="94831"/>
                </a:cubicBezTo>
                <a:cubicBezTo>
                  <a:pt x="352403" y="94831"/>
                  <a:pt x="350983" y="94244"/>
                  <a:pt x="349852" y="93072"/>
                </a:cubicBezTo>
                <a:cubicBezTo>
                  <a:pt x="348720" y="91900"/>
                  <a:pt x="348154" y="90440"/>
                  <a:pt x="348154" y="88692"/>
                </a:cubicBezTo>
                <a:cubicBezTo>
                  <a:pt x="348154" y="85552"/>
                  <a:pt x="348005" y="80873"/>
                  <a:pt x="347707" y="74654"/>
                </a:cubicBezTo>
                <a:cubicBezTo>
                  <a:pt x="347409" y="68436"/>
                  <a:pt x="347260" y="63757"/>
                  <a:pt x="347260" y="60617"/>
                </a:cubicBezTo>
                <a:cubicBezTo>
                  <a:pt x="347260" y="56961"/>
                  <a:pt x="347658" y="51517"/>
                  <a:pt x="348452" y="44286"/>
                </a:cubicBezTo>
                <a:cubicBezTo>
                  <a:pt x="349246" y="37054"/>
                  <a:pt x="349643" y="31629"/>
                  <a:pt x="349643" y="28013"/>
                </a:cubicBezTo>
                <a:cubicBezTo>
                  <a:pt x="349643" y="25987"/>
                  <a:pt x="349455" y="22987"/>
                  <a:pt x="349077" y="19013"/>
                </a:cubicBezTo>
                <a:cubicBezTo>
                  <a:pt x="348700" y="15039"/>
                  <a:pt x="348511" y="12039"/>
                  <a:pt x="348511" y="10013"/>
                </a:cubicBezTo>
                <a:cubicBezTo>
                  <a:pt x="348511" y="7748"/>
                  <a:pt x="349147" y="5761"/>
                  <a:pt x="350418" y="4052"/>
                </a:cubicBezTo>
                <a:cubicBezTo>
                  <a:pt x="351927" y="1946"/>
                  <a:pt x="354011" y="993"/>
                  <a:pt x="356672" y="1191"/>
                </a:cubicBezTo>
                <a:lnTo>
                  <a:pt x="371028" y="2323"/>
                </a:lnTo>
                <a:cubicBezTo>
                  <a:pt x="376468" y="2999"/>
                  <a:pt x="381055" y="4331"/>
                  <a:pt x="384788" y="6318"/>
                </a:cubicBezTo>
                <a:cubicBezTo>
                  <a:pt x="400871" y="14861"/>
                  <a:pt x="408912" y="25292"/>
                  <a:pt x="408912" y="37611"/>
                </a:cubicBezTo>
                <a:cubicBezTo>
                  <a:pt x="408912" y="43651"/>
                  <a:pt x="406172" y="48995"/>
                  <a:pt x="400692" y="53644"/>
                </a:cubicBezTo>
                <a:cubicBezTo>
                  <a:pt x="396284" y="57379"/>
                  <a:pt x="390784" y="60220"/>
                  <a:pt x="384192" y="62168"/>
                </a:cubicBezTo>
                <a:cubicBezTo>
                  <a:pt x="396542" y="68804"/>
                  <a:pt x="405775" y="75798"/>
                  <a:pt x="411891" y="83148"/>
                </a:cubicBezTo>
                <a:cubicBezTo>
                  <a:pt x="412923" y="84420"/>
                  <a:pt x="413439" y="85772"/>
                  <a:pt x="413439" y="87202"/>
                </a:cubicBezTo>
                <a:cubicBezTo>
                  <a:pt x="413439" y="88872"/>
                  <a:pt x="412834" y="90322"/>
                  <a:pt x="411623" y="91555"/>
                </a:cubicBezTo>
                <a:cubicBezTo>
                  <a:pt x="410411" y="92786"/>
                  <a:pt x="408992" y="93401"/>
                  <a:pt x="407364" y="93401"/>
                </a:cubicBezTo>
                <a:moveTo>
                  <a:pt x="369419" y="14652"/>
                </a:moveTo>
                <a:lnTo>
                  <a:pt x="360603" y="13939"/>
                </a:lnTo>
                <a:lnTo>
                  <a:pt x="361199" y="21124"/>
                </a:lnTo>
                <a:cubicBezTo>
                  <a:pt x="361477" y="24054"/>
                  <a:pt x="361616" y="26449"/>
                  <a:pt x="361616" y="28309"/>
                </a:cubicBezTo>
                <a:cubicBezTo>
                  <a:pt x="361616" y="31476"/>
                  <a:pt x="361358" y="35415"/>
                  <a:pt x="360842" y="40126"/>
                </a:cubicBezTo>
                <a:lnTo>
                  <a:pt x="359591" y="51942"/>
                </a:lnTo>
                <a:cubicBezTo>
                  <a:pt x="360147" y="51942"/>
                  <a:pt x="361011" y="51962"/>
                  <a:pt x="362182" y="52002"/>
                </a:cubicBezTo>
                <a:cubicBezTo>
                  <a:pt x="363353" y="52042"/>
                  <a:pt x="364237" y="52062"/>
                  <a:pt x="364833" y="52062"/>
                </a:cubicBezTo>
                <a:cubicBezTo>
                  <a:pt x="374959" y="52062"/>
                  <a:pt x="382544" y="50716"/>
                  <a:pt x="387587" y="48024"/>
                </a:cubicBezTo>
                <a:cubicBezTo>
                  <a:pt x="389811" y="46797"/>
                  <a:pt x="391876" y="45193"/>
                  <a:pt x="393782" y="43214"/>
                </a:cubicBezTo>
                <a:cubicBezTo>
                  <a:pt x="395887" y="40996"/>
                  <a:pt x="396939" y="39116"/>
                  <a:pt x="396939" y="37572"/>
                </a:cubicBezTo>
                <a:cubicBezTo>
                  <a:pt x="396939" y="32069"/>
                  <a:pt x="393802" y="26943"/>
                  <a:pt x="387528" y="22192"/>
                </a:cubicBezTo>
                <a:cubicBezTo>
                  <a:pt x="381770" y="17838"/>
                  <a:pt x="375734" y="15324"/>
                  <a:pt x="369419" y="14652"/>
                </a:cubicBezTo>
                <a:close/>
                <a:moveTo>
                  <a:pt x="452671" y="95426"/>
                </a:moveTo>
                <a:cubicBezTo>
                  <a:pt x="443697" y="95426"/>
                  <a:pt x="436429" y="93181"/>
                  <a:pt x="430870" y="88690"/>
                </a:cubicBezTo>
                <a:cubicBezTo>
                  <a:pt x="424794" y="83721"/>
                  <a:pt x="421756" y="76765"/>
                  <a:pt x="421756" y="67821"/>
                </a:cubicBezTo>
                <a:cubicBezTo>
                  <a:pt x="421756" y="57487"/>
                  <a:pt x="424258" y="48823"/>
                  <a:pt x="429262" y="41827"/>
                </a:cubicBezTo>
                <a:cubicBezTo>
                  <a:pt x="434702" y="34195"/>
                  <a:pt x="441969" y="30379"/>
                  <a:pt x="451063" y="30379"/>
                </a:cubicBezTo>
                <a:cubicBezTo>
                  <a:pt x="457655" y="30379"/>
                  <a:pt x="463036" y="31491"/>
                  <a:pt x="467206" y="33715"/>
                </a:cubicBezTo>
                <a:cubicBezTo>
                  <a:pt x="472329" y="36455"/>
                  <a:pt x="474890" y="40664"/>
                  <a:pt x="474890" y="46343"/>
                </a:cubicBezTo>
                <a:cubicBezTo>
                  <a:pt x="474890" y="50314"/>
                  <a:pt x="472646" y="53928"/>
                  <a:pt x="468159" y="57184"/>
                </a:cubicBezTo>
                <a:cubicBezTo>
                  <a:pt x="466173" y="58614"/>
                  <a:pt x="461964" y="60838"/>
                  <a:pt x="455531" y="63856"/>
                </a:cubicBezTo>
                <a:lnTo>
                  <a:pt x="432776" y="74638"/>
                </a:lnTo>
                <a:cubicBezTo>
                  <a:pt x="435000" y="77934"/>
                  <a:pt x="437770" y="80416"/>
                  <a:pt x="441086" y="82083"/>
                </a:cubicBezTo>
                <a:cubicBezTo>
                  <a:pt x="444402" y="83751"/>
                  <a:pt x="448263" y="84585"/>
                  <a:pt x="452671" y="84585"/>
                </a:cubicBezTo>
                <a:cubicBezTo>
                  <a:pt x="455412" y="84585"/>
                  <a:pt x="458628" y="84069"/>
                  <a:pt x="462321" y="83036"/>
                </a:cubicBezTo>
                <a:cubicBezTo>
                  <a:pt x="467007" y="81726"/>
                  <a:pt x="470025" y="80009"/>
                  <a:pt x="471375" y="77884"/>
                </a:cubicBezTo>
                <a:cubicBezTo>
                  <a:pt x="472726" y="75759"/>
                  <a:pt x="474175" y="74697"/>
                  <a:pt x="475724" y="74697"/>
                </a:cubicBezTo>
                <a:cubicBezTo>
                  <a:pt x="477114" y="74697"/>
                  <a:pt x="478355" y="75225"/>
                  <a:pt x="479447" y="76281"/>
                </a:cubicBezTo>
                <a:cubicBezTo>
                  <a:pt x="480539" y="77336"/>
                  <a:pt x="481085" y="78560"/>
                  <a:pt x="481085" y="79954"/>
                </a:cubicBezTo>
                <a:cubicBezTo>
                  <a:pt x="481085" y="84374"/>
                  <a:pt x="477531" y="88178"/>
                  <a:pt x="470422" y="91365"/>
                </a:cubicBezTo>
                <a:cubicBezTo>
                  <a:pt x="464347" y="94073"/>
                  <a:pt x="458430" y="95426"/>
                  <a:pt x="452671" y="95426"/>
                </a:cubicBezTo>
                <a:moveTo>
                  <a:pt x="451063" y="41101"/>
                </a:moveTo>
                <a:cubicBezTo>
                  <a:pt x="446218" y="41101"/>
                  <a:pt x="442188" y="42978"/>
                  <a:pt x="438971" y="46730"/>
                </a:cubicBezTo>
                <a:cubicBezTo>
                  <a:pt x="435754" y="50483"/>
                  <a:pt x="433352" y="56132"/>
                  <a:pt x="431763" y="63677"/>
                </a:cubicBezTo>
                <a:lnTo>
                  <a:pt x="450050" y="54980"/>
                </a:lnTo>
                <a:cubicBezTo>
                  <a:pt x="457238" y="51486"/>
                  <a:pt x="462361" y="48448"/>
                  <a:pt x="465419" y="45867"/>
                </a:cubicBezTo>
                <a:cubicBezTo>
                  <a:pt x="462004" y="42690"/>
                  <a:pt x="457218" y="41101"/>
                  <a:pt x="451063" y="41101"/>
                </a:cubicBezTo>
                <a:close/>
                <a:moveTo>
                  <a:pt x="532560" y="46820"/>
                </a:moveTo>
                <a:cubicBezTo>
                  <a:pt x="530376" y="46820"/>
                  <a:pt x="528847" y="46090"/>
                  <a:pt x="527973" y="44631"/>
                </a:cubicBezTo>
                <a:cubicBezTo>
                  <a:pt x="527377" y="43606"/>
                  <a:pt x="526861" y="41476"/>
                  <a:pt x="526424" y="38242"/>
                </a:cubicBezTo>
                <a:cubicBezTo>
                  <a:pt x="523446" y="38995"/>
                  <a:pt x="518859" y="40383"/>
                  <a:pt x="512664" y="42406"/>
                </a:cubicBezTo>
                <a:cubicBezTo>
                  <a:pt x="506271" y="44945"/>
                  <a:pt x="503054" y="48079"/>
                  <a:pt x="503015" y="51807"/>
                </a:cubicBezTo>
                <a:cubicBezTo>
                  <a:pt x="504206" y="52243"/>
                  <a:pt x="505377" y="52561"/>
                  <a:pt x="506529" y="52760"/>
                </a:cubicBezTo>
                <a:cubicBezTo>
                  <a:pt x="515663" y="54385"/>
                  <a:pt x="522453" y="56627"/>
                  <a:pt x="526901" y="59483"/>
                </a:cubicBezTo>
                <a:cubicBezTo>
                  <a:pt x="533374" y="63649"/>
                  <a:pt x="536610" y="69680"/>
                  <a:pt x="536610" y="77575"/>
                </a:cubicBezTo>
                <a:cubicBezTo>
                  <a:pt x="536610" y="84042"/>
                  <a:pt x="533811" y="88921"/>
                  <a:pt x="528211" y="92214"/>
                </a:cubicBezTo>
                <a:cubicBezTo>
                  <a:pt x="523565" y="94911"/>
                  <a:pt x="517688" y="96260"/>
                  <a:pt x="510580" y="96260"/>
                </a:cubicBezTo>
                <a:cubicBezTo>
                  <a:pt x="505377" y="96260"/>
                  <a:pt x="500413" y="95387"/>
                  <a:pt x="495688" y="93639"/>
                </a:cubicBezTo>
                <a:cubicBezTo>
                  <a:pt x="489572" y="91416"/>
                  <a:pt x="486514" y="88318"/>
                  <a:pt x="486514" y="84347"/>
                </a:cubicBezTo>
                <a:cubicBezTo>
                  <a:pt x="486514" y="82759"/>
                  <a:pt x="487140" y="81369"/>
                  <a:pt x="488391" y="80177"/>
                </a:cubicBezTo>
                <a:cubicBezTo>
                  <a:pt x="489642" y="78986"/>
                  <a:pt x="491061" y="78390"/>
                  <a:pt x="492650" y="78390"/>
                </a:cubicBezTo>
                <a:cubicBezTo>
                  <a:pt x="493881" y="78390"/>
                  <a:pt x="495469" y="79343"/>
                  <a:pt x="497415" y="81249"/>
                </a:cubicBezTo>
                <a:cubicBezTo>
                  <a:pt x="498368" y="82163"/>
                  <a:pt x="500513" y="82917"/>
                  <a:pt x="503848" y="83513"/>
                </a:cubicBezTo>
                <a:cubicBezTo>
                  <a:pt x="506509" y="83990"/>
                  <a:pt x="508753" y="84228"/>
                  <a:pt x="510580" y="84228"/>
                </a:cubicBezTo>
                <a:cubicBezTo>
                  <a:pt x="513915" y="84228"/>
                  <a:pt x="516854" y="83831"/>
                  <a:pt x="519395" y="83038"/>
                </a:cubicBezTo>
                <a:cubicBezTo>
                  <a:pt x="523089" y="81888"/>
                  <a:pt x="524935" y="80064"/>
                  <a:pt x="524935" y="77566"/>
                </a:cubicBezTo>
                <a:cubicBezTo>
                  <a:pt x="524935" y="72171"/>
                  <a:pt x="521163" y="68522"/>
                  <a:pt x="513617" y="66618"/>
                </a:cubicBezTo>
                <a:lnTo>
                  <a:pt x="507423" y="65248"/>
                </a:lnTo>
                <a:cubicBezTo>
                  <a:pt x="502141" y="64095"/>
                  <a:pt x="498388" y="62744"/>
                  <a:pt x="496164" y="61194"/>
                </a:cubicBezTo>
                <a:cubicBezTo>
                  <a:pt x="492948" y="58969"/>
                  <a:pt x="491339" y="55612"/>
                  <a:pt x="491339" y="51123"/>
                </a:cubicBezTo>
                <a:cubicBezTo>
                  <a:pt x="491339" y="42819"/>
                  <a:pt x="495251" y="36898"/>
                  <a:pt x="503074" y="33361"/>
                </a:cubicBezTo>
                <a:cubicBezTo>
                  <a:pt x="505457" y="32289"/>
                  <a:pt x="509269" y="31008"/>
                  <a:pt x="514511" y="29519"/>
                </a:cubicBezTo>
                <a:cubicBezTo>
                  <a:pt x="519753" y="28029"/>
                  <a:pt x="523506" y="26767"/>
                  <a:pt x="525769" y="25733"/>
                </a:cubicBezTo>
                <a:cubicBezTo>
                  <a:pt x="527397" y="25018"/>
                  <a:pt x="529164" y="24661"/>
                  <a:pt x="531071" y="24661"/>
                </a:cubicBezTo>
                <a:cubicBezTo>
                  <a:pt x="532778" y="24661"/>
                  <a:pt x="534178" y="25217"/>
                  <a:pt x="535270" y="26329"/>
                </a:cubicBezTo>
                <a:cubicBezTo>
                  <a:pt x="536362" y="27441"/>
                  <a:pt x="536908" y="28890"/>
                  <a:pt x="536908" y="30677"/>
                </a:cubicBezTo>
                <a:cubicBezTo>
                  <a:pt x="536908" y="31829"/>
                  <a:pt x="537156" y="33516"/>
                  <a:pt x="537653" y="35740"/>
                </a:cubicBezTo>
                <a:cubicBezTo>
                  <a:pt x="538149" y="37964"/>
                  <a:pt x="538397" y="39652"/>
                  <a:pt x="538397" y="40803"/>
                </a:cubicBezTo>
                <a:cubicBezTo>
                  <a:pt x="538397" y="42590"/>
                  <a:pt x="537851" y="44040"/>
                  <a:pt x="536759" y="45152"/>
                </a:cubicBezTo>
                <a:cubicBezTo>
                  <a:pt x="535667" y="46264"/>
                  <a:pt x="534267" y="46820"/>
                  <a:pt x="532560" y="46820"/>
                </a:cubicBezTo>
                <a:close/>
                <a:moveTo>
                  <a:pt x="591040" y="41987"/>
                </a:moveTo>
                <a:cubicBezTo>
                  <a:pt x="590206" y="41987"/>
                  <a:pt x="589223" y="41948"/>
                  <a:pt x="588091" y="41868"/>
                </a:cubicBezTo>
                <a:cubicBezTo>
                  <a:pt x="586959" y="41788"/>
                  <a:pt x="585977" y="41747"/>
                  <a:pt x="585143" y="41747"/>
                </a:cubicBezTo>
                <a:cubicBezTo>
                  <a:pt x="584229" y="41747"/>
                  <a:pt x="581529" y="42048"/>
                  <a:pt x="577042" y="42650"/>
                </a:cubicBezTo>
                <a:lnTo>
                  <a:pt x="578173" y="77815"/>
                </a:lnTo>
                <a:lnTo>
                  <a:pt x="578233" y="80434"/>
                </a:lnTo>
                <a:lnTo>
                  <a:pt x="578292" y="83468"/>
                </a:lnTo>
                <a:cubicBezTo>
                  <a:pt x="578451" y="92155"/>
                  <a:pt x="576366" y="96499"/>
                  <a:pt x="572038" y="96499"/>
                </a:cubicBezTo>
                <a:cubicBezTo>
                  <a:pt x="570449" y="96499"/>
                  <a:pt x="569069" y="95983"/>
                  <a:pt x="567898" y="94952"/>
                </a:cubicBezTo>
                <a:cubicBezTo>
                  <a:pt x="566726" y="93921"/>
                  <a:pt x="566141" y="92631"/>
                  <a:pt x="566141" y="91084"/>
                </a:cubicBezTo>
                <a:cubicBezTo>
                  <a:pt x="566141" y="89577"/>
                  <a:pt x="566200" y="87317"/>
                  <a:pt x="566319" y="84302"/>
                </a:cubicBezTo>
                <a:cubicBezTo>
                  <a:pt x="566439" y="81287"/>
                  <a:pt x="566498" y="79025"/>
                  <a:pt x="566498" y="77517"/>
                </a:cubicBezTo>
                <a:lnTo>
                  <a:pt x="565307" y="42769"/>
                </a:lnTo>
                <a:cubicBezTo>
                  <a:pt x="562408" y="42650"/>
                  <a:pt x="558000" y="42311"/>
                  <a:pt x="552083" y="41751"/>
                </a:cubicBezTo>
                <a:cubicBezTo>
                  <a:pt x="548549" y="41272"/>
                  <a:pt x="546781" y="39297"/>
                  <a:pt x="546781" y="35826"/>
                </a:cubicBezTo>
                <a:cubicBezTo>
                  <a:pt x="546781" y="34070"/>
                  <a:pt x="547318" y="32614"/>
                  <a:pt x="548390" y="31459"/>
                </a:cubicBezTo>
                <a:cubicBezTo>
                  <a:pt x="549462" y="30302"/>
                  <a:pt x="550832" y="29724"/>
                  <a:pt x="552500" y="29724"/>
                </a:cubicBezTo>
                <a:lnTo>
                  <a:pt x="565009" y="30737"/>
                </a:lnTo>
                <a:cubicBezTo>
                  <a:pt x="565009" y="28705"/>
                  <a:pt x="564920" y="25987"/>
                  <a:pt x="564741" y="22583"/>
                </a:cubicBezTo>
                <a:cubicBezTo>
                  <a:pt x="564562" y="19178"/>
                  <a:pt x="564473" y="16719"/>
                  <a:pt x="564473" y="15206"/>
                </a:cubicBezTo>
                <a:cubicBezTo>
                  <a:pt x="564473" y="13534"/>
                  <a:pt x="565049" y="12150"/>
                  <a:pt x="566200" y="11055"/>
                </a:cubicBezTo>
                <a:cubicBezTo>
                  <a:pt x="567352" y="9959"/>
                  <a:pt x="568762" y="9412"/>
                  <a:pt x="570430" y="9412"/>
                </a:cubicBezTo>
                <a:cubicBezTo>
                  <a:pt x="574004" y="9412"/>
                  <a:pt x="576088" y="12330"/>
                  <a:pt x="576684" y="18168"/>
                </a:cubicBezTo>
                <a:cubicBezTo>
                  <a:pt x="576803" y="19637"/>
                  <a:pt x="576863" y="21404"/>
                  <a:pt x="576863" y="23469"/>
                </a:cubicBezTo>
                <a:lnTo>
                  <a:pt x="576744" y="26924"/>
                </a:lnTo>
                <a:lnTo>
                  <a:pt x="576684" y="30617"/>
                </a:lnTo>
                <a:cubicBezTo>
                  <a:pt x="581608" y="29982"/>
                  <a:pt x="584428" y="29664"/>
                  <a:pt x="585143" y="29664"/>
                </a:cubicBezTo>
                <a:cubicBezTo>
                  <a:pt x="589273" y="29664"/>
                  <a:pt x="591973" y="29863"/>
                  <a:pt x="593244" y="30260"/>
                </a:cubicBezTo>
                <a:cubicBezTo>
                  <a:pt x="595666" y="31059"/>
                  <a:pt x="596877" y="32943"/>
                  <a:pt x="596877" y="35911"/>
                </a:cubicBezTo>
                <a:cubicBezTo>
                  <a:pt x="596877" y="37676"/>
                  <a:pt x="596331" y="39130"/>
                  <a:pt x="595239" y="40273"/>
                </a:cubicBezTo>
                <a:cubicBezTo>
                  <a:pt x="594147" y="41416"/>
                  <a:pt x="592747" y="41987"/>
                  <a:pt x="591040" y="41987"/>
                </a:cubicBezTo>
                <a:close/>
                <a:moveTo>
                  <a:pt x="654174" y="48547"/>
                </a:moveTo>
                <a:cubicBezTo>
                  <a:pt x="653896" y="53511"/>
                  <a:pt x="651911" y="55993"/>
                  <a:pt x="648218" y="55993"/>
                </a:cubicBezTo>
                <a:cubicBezTo>
                  <a:pt x="644802" y="55993"/>
                  <a:pt x="643095" y="54035"/>
                  <a:pt x="643095" y="50120"/>
                </a:cubicBezTo>
                <a:cubicBezTo>
                  <a:pt x="643095" y="49368"/>
                  <a:pt x="643035" y="47983"/>
                  <a:pt x="642916" y="45965"/>
                </a:cubicBezTo>
                <a:lnTo>
                  <a:pt x="642737" y="40982"/>
                </a:lnTo>
                <a:cubicBezTo>
                  <a:pt x="636463" y="41738"/>
                  <a:pt x="631439" y="43509"/>
                  <a:pt x="627667" y="46295"/>
                </a:cubicBezTo>
                <a:cubicBezTo>
                  <a:pt x="624133" y="48882"/>
                  <a:pt x="621194" y="52783"/>
                  <a:pt x="618851" y="57996"/>
                </a:cubicBezTo>
                <a:lnTo>
                  <a:pt x="618970" y="90708"/>
                </a:lnTo>
                <a:cubicBezTo>
                  <a:pt x="618970" y="94727"/>
                  <a:pt x="617004" y="96737"/>
                  <a:pt x="613073" y="96737"/>
                </a:cubicBezTo>
                <a:cubicBezTo>
                  <a:pt x="609578" y="96737"/>
                  <a:pt x="607831" y="94728"/>
                  <a:pt x="607831" y="90709"/>
                </a:cubicBezTo>
                <a:lnTo>
                  <a:pt x="607831" y="48817"/>
                </a:lnTo>
                <a:cubicBezTo>
                  <a:pt x="607831" y="47504"/>
                  <a:pt x="607881" y="45535"/>
                  <a:pt x="607980" y="42911"/>
                </a:cubicBezTo>
                <a:cubicBezTo>
                  <a:pt x="608079" y="40285"/>
                  <a:pt x="608129" y="38315"/>
                  <a:pt x="608129" y="37002"/>
                </a:cubicBezTo>
                <a:cubicBezTo>
                  <a:pt x="608129" y="32984"/>
                  <a:pt x="609876" y="30975"/>
                  <a:pt x="613371" y="30975"/>
                </a:cubicBezTo>
                <a:cubicBezTo>
                  <a:pt x="617262" y="30975"/>
                  <a:pt x="619228" y="34271"/>
                  <a:pt x="619268" y="40863"/>
                </a:cubicBezTo>
                <a:cubicBezTo>
                  <a:pt x="626893" y="33477"/>
                  <a:pt x="635351" y="29784"/>
                  <a:pt x="644643" y="29784"/>
                </a:cubicBezTo>
                <a:cubicBezTo>
                  <a:pt x="647860" y="29784"/>
                  <a:pt x="650263" y="30995"/>
                  <a:pt x="651851" y="33417"/>
                </a:cubicBezTo>
                <a:cubicBezTo>
                  <a:pt x="653440" y="35840"/>
                  <a:pt x="654234" y="39493"/>
                  <a:pt x="654234" y="44377"/>
                </a:cubicBezTo>
                <a:cubicBezTo>
                  <a:pt x="654234" y="46442"/>
                  <a:pt x="654214" y="47832"/>
                  <a:pt x="654174" y="48547"/>
                </a:cubicBezTo>
                <a:close/>
                <a:moveTo>
                  <a:pt x="678046" y="17274"/>
                </a:moveTo>
                <a:cubicBezTo>
                  <a:pt x="676140" y="17274"/>
                  <a:pt x="674492" y="16599"/>
                  <a:pt x="673102" y="15249"/>
                </a:cubicBezTo>
                <a:cubicBezTo>
                  <a:pt x="671712" y="13899"/>
                  <a:pt x="671017" y="12271"/>
                  <a:pt x="671017" y="10365"/>
                </a:cubicBezTo>
                <a:cubicBezTo>
                  <a:pt x="671017" y="8459"/>
                  <a:pt x="671712" y="6830"/>
                  <a:pt x="673102" y="5480"/>
                </a:cubicBezTo>
                <a:cubicBezTo>
                  <a:pt x="674492" y="4130"/>
                  <a:pt x="676140" y="3455"/>
                  <a:pt x="678046" y="3455"/>
                </a:cubicBezTo>
                <a:cubicBezTo>
                  <a:pt x="679952" y="3455"/>
                  <a:pt x="681590" y="4130"/>
                  <a:pt x="682960" y="5480"/>
                </a:cubicBezTo>
                <a:cubicBezTo>
                  <a:pt x="684330" y="6830"/>
                  <a:pt x="685015" y="8459"/>
                  <a:pt x="685015" y="10365"/>
                </a:cubicBezTo>
                <a:cubicBezTo>
                  <a:pt x="685015" y="12271"/>
                  <a:pt x="684330" y="13899"/>
                  <a:pt x="682960" y="15249"/>
                </a:cubicBezTo>
                <a:cubicBezTo>
                  <a:pt x="681590" y="16599"/>
                  <a:pt x="679952" y="17274"/>
                  <a:pt x="678046" y="17274"/>
                </a:cubicBezTo>
                <a:moveTo>
                  <a:pt x="680726" y="65676"/>
                </a:moveTo>
                <a:cubicBezTo>
                  <a:pt x="680726" y="68062"/>
                  <a:pt x="680796" y="71629"/>
                  <a:pt x="680935" y="76380"/>
                </a:cubicBezTo>
                <a:cubicBezTo>
                  <a:pt x="681074" y="81129"/>
                  <a:pt x="681143" y="84696"/>
                  <a:pt x="681143" y="87081"/>
                </a:cubicBezTo>
                <a:cubicBezTo>
                  <a:pt x="681143" y="88830"/>
                  <a:pt x="680607" y="90261"/>
                  <a:pt x="679535" y="91374"/>
                </a:cubicBezTo>
                <a:cubicBezTo>
                  <a:pt x="678463" y="92487"/>
                  <a:pt x="677053" y="93044"/>
                  <a:pt x="675306" y="93044"/>
                </a:cubicBezTo>
                <a:cubicBezTo>
                  <a:pt x="673598" y="93044"/>
                  <a:pt x="672198" y="92487"/>
                  <a:pt x="671106" y="91374"/>
                </a:cubicBezTo>
                <a:cubicBezTo>
                  <a:pt x="670014" y="90261"/>
                  <a:pt x="669468" y="88830"/>
                  <a:pt x="669468" y="87081"/>
                </a:cubicBezTo>
                <a:cubicBezTo>
                  <a:pt x="669468" y="84696"/>
                  <a:pt x="669399" y="81129"/>
                  <a:pt x="669260" y="76380"/>
                </a:cubicBezTo>
                <a:cubicBezTo>
                  <a:pt x="669121" y="71629"/>
                  <a:pt x="669051" y="68062"/>
                  <a:pt x="669051" y="65676"/>
                </a:cubicBezTo>
                <a:cubicBezTo>
                  <a:pt x="669051" y="61940"/>
                  <a:pt x="669250" y="57279"/>
                  <a:pt x="669647" y="51695"/>
                </a:cubicBezTo>
                <a:cubicBezTo>
                  <a:pt x="670044" y="46109"/>
                  <a:pt x="670242" y="41448"/>
                  <a:pt x="670242" y="37712"/>
                </a:cubicBezTo>
                <a:cubicBezTo>
                  <a:pt x="670242" y="35923"/>
                  <a:pt x="670788" y="34473"/>
                  <a:pt x="671881" y="33359"/>
                </a:cubicBezTo>
                <a:cubicBezTo>
                  <a:pt x="672973" y="32246"/>
                  <a:pt x="674372" y="31690"/>
                  <a:pt x="676080" y="31690"/>
                </a:cubicBezTo>
                <a:cubicBezTo>
                  <a:pt x="677788" y="31690"/>
                  <a:pt x="679187" y="32246"/>
                  <a:pt x="680279" y="33359"/>
                </a:cubicBezTo>
                <a:cubicBezTo>
                  <a:pt x="681372" y="34473"/>
                  <a:pt x="681918" y="35923"/>
                  <a:pt x="681918" y="37712"/>
                </a:cubicBezTo>
                <a:cubicBezTo>
                  <a:pt x="681918" y="41448"/>
                  <a:pt x="681719" y="46109"/>
                  <a:pt x="681322" y="51695"/>
                </a:cubicBezTo>
                <a:cubicBezTo>
                  <a:pt x="680925" y="57279"/>
                  <a:pt x="680726" y="61940"/>
                  <a:pt x="680726" y="65676"/>
                </a:cubicBezTo>
                <a:close/>
                <a:moveTo>
                  <a:pt x="728397" y="96499"/>
                </a:moveTo>
                <a:cubicBezTo>
                  <a:pt x="720257" y="96499"/>
                  <a:pt x="713466" y="94032"/>
                  <a:pt x="708025" y="89099"/>
                </a:cubicBezTo>
                <a:cubicBezTo>
                  <a:pt x="702307" y="83928"/>
                  <a:pt x="699448" y="77105"/>
                  <a:pt x="699448" y="68631"/>
                </a:cubicBezTo>
                <a:cubicBezTo>
                  <a:pt x="699448" y="60556"/>
                  <a:pt x="702128" y="52222"/>
                  <a:pt x="707489" y="43629"/>
                </a:cubicBezTo>
                <a:cubicBezTo>
                  <a:pt x="713446" y="34081"/>
                  <a:pt x="720157" y="29307"/>
                  <a:pt x="727623" y="29307"/>
                </a:cubicBezTo>
                <a:cubicBezTo>
                  <a:pt x="731515" y="29307"/>
                  <a:pt x="735863" y="30223"/>
                  <a:pt x="740668" y="32056"/>
                </a:cubicBezTo>
                <a:cubicBezTo>
                  <a:pt x="746744" y="34408"/>
                  <a:pt x="749782" y="37277"/>
                  <a:pt x="749782" y="40664"/>
                </a:cubicBezTo>
                <a:cubicBezTo>
                  <a:pt x="749782" y="42178"/>
                  <a:pt x="749286" y="43523"/>
                  <a:pt x="748293" y="44699"/>
                </a:cubicBezTo>
                <a:cubicBezTo>
                  <a:pt x="747300" y="45875"/>
                  <a:pt x="746069" y="46462"/>
                  <a:pt x="744600" y="46462"/>
                </a:cubicBezTo>
                <a:cubicBezTo>
                  <a:pt x="743448" y="46462"/>
                  <a:pt x="742445" y="46112"/>
                  <a:pt x="741591" y="45411"/>
                </a:cubicBezTo>
                <a:cubicBezTo>
                  <a:pt x="740738" y="44708"/>
                  <a:pt x="739914" y="44016"/>
                  <a:pt x="739119" y="43333"/>
                </a:cubicBezTo>
                <a:cubicBezTo>
                  <a:pt x="736776" y="41448"/>
                  <a:pt x="732944" y="40506"/>
                  <a:pt x="727623" y="40506"/>
                </a:cubicBezTo>
                <a:cubicBezTo>
                  <a:pt x="723572" y="40506"/>
                  <a:pt x="719562" y="44129"/>
                  <a:pt x="715590" y="51377"/>
                </a:cubicBezTo>
                <a:cubicBezTo>
                  <a:pt x="711977" y="58026"/>
                  <a:pt x="710170" y="63779"/>
                  <a:pt x="710170" y="68636"/>
                </a:cubicBezTo>
                <a:cubicBezTo>
                  <a:pt x="710170" y="73892"/>
                  <a:pt x="711957" y="78033"/>
                  <a:pt x="715531" y="81060"/>
                </a:cubicBezTo>
                <a:cubicBezTo>
                  <a:pt x="718867" y="83887"/>
                  <a:pt x="723155" y="85300"/>
                  <a:pt x="728397" y="85300"/>
                </a:cubicBezTo>
                <a:cubicBezTo>
                  <a:pt x="730780" y="85300"/>
                  <a:pt x="733322" y="84665"/>
                  <a:pt x="736022" y="83394"/>
                </a:cubicBezTo>
                <a:lnTo>
                  <a:pt x="742932" y="79701"/>
                </a:lnTo>
                <a:cubicBezTo>
                  <a:pt x="744123" y="79065"/>
                  <a:pt x="744977" y="78748"/>
                  <a:pt x="745493" y="78748"/>
                </a:cubicBezTo>
                <a:cubicBezTo>
                  <a:pt x="746962" y="78748"/>
                  <a:pt x="748233" y="79333"/>
                  <a:pt x="749305" y="80505"/>
                </a:cubicBezTo>
                <a:cubicBezTo>
                  <a:pt x="750378" y="81676"/>
                  <a:pt x="750914" y="83017"/>
                  <a:pt x="750914" y="84526"/>
                </a:cubicBezTo>
                <a:cubicBezTo>
                  <a:pt x="750914" y="87425"/>
                  <a:pt x="747856" y="90224"/>
                  <a:pt x="741740" y="92925"/>
                </a:cubicBezTo>
                <a:cubicBezTo>
                  <a:pt x="736379" y="95307"/>
                  <a:pt x="731932" y="96499"/>
                  <a:pt x="728397" y="96499"/>
                </a:cubicBezTo>
                <a:close/>
                <a:moveTo>
                  <a:pt x="804553" y="41987"/>
                </a:moveTo>
                <a:cubicBezTo>
                  <a:pt x="803719" y="41987"/>
                  <a:pt x="802736" y="41948"/>
                  <a:pt x="801604" y="41868"/>
                </a:cubicBezTo>
                <a:cubicBezTo>
                  <a:pt x="800472" y="41788"/>
                  <a:pt x="799490" y="41747"/>
                  <a:pt x="798656" y="41747"/>
                </a:cubicBezTo>
                <a:cubicBezTo>
                  <a:pt x="797742" y="41747"/>
                  <a:pt x="795042" y="42048"/>
                  <a:pt x="790554" y="42650"/>
                </a:cubicBezTo>
                <a:lnTo>
                  <a:pt x="791686" y="77815"/>
                </a:lnTo>
                <a:lnTo>
                  <a:pt x="791746" y="80434"/>
                </a:lnTo>
                <a:lnTo>
                  <a:pt x="791805" y="83468"/>
                </a:lnTo>
                <a:cubicBezTo>
                  <a:pt x="791964" y="92155"/>
                  <a:pt x="789879" y="96499"/>
                  <a:pt x="785551" y="96499"/>
                </a:cubicBezTo>
                <a:cubicBezTo>
                  <a:pt x="783962" y="96499"/>
                  <a:pt x="782582" y="95983"/>
                  <a:pt x="781411" y="94952"/>
                </a:cubicBezTo>
                <a:cubicBezTo>
                  <a:pt x="780239" y="93921"/>
                  <a:pt x="779654" y="92631"/>
                  <a:pt x="779654" y="91084"/>
                </a:cubicBezTo>
                <a:cubicBezTo>
                  <a:pt x="779654" y="89577"/>
                  <a:pt x="779713" y="87317"/>
                  <a:pt x="779832" y="84302"/>
                </a:cubicBezTo>
                <a:cubicBezTo>
                  <a:pt x="779952" y="81287"/>
                  <a:pt x="780011" y="79025"/>
                  <a:pt x="780011" y="77517"/>
                </a:cubicBezTo>
                <a:lnTo>
                  <a:pt x="778820" y="42769"/>
                </a:lnTo>
                <a:cubicBezTo>
                  <a:pt x="775921" y="42650"/>
                  <a:pt x="771513" y="42311"/>
                  <a:pt x="765596" y="41751"/>
                </a:cubicBezTo>
                <a:cubicBezTo>
                  <a:pt x="762062" y="41272"/>
                  <a:pt x="760294" y="39297"/>
                  <a:pt x="760294" y="35826"/>
                </a:cubicBezTo>
                <a:cubicBezTo>
                  <a:pt x="760294" y="34070"/>
                  <a:pt x="760831" y="32614"/>
                  <a:pt x="761903" y="31459"/>
                </a:cubicBezTo>
                <a:cubicBezTo>
                  <a:pt x="762975" y="30302"/>
                  <a:pt x="764345" y="29724"/>
                  <a:pt x="766013" y="29724"/>
                </a:cubicBezTo>
                <a:lnTo>
                  <a:pt x="778522" y="30737"/>
                </a:lnTo>
                <a:cubicBezTo>
                  <a:pt x="778522" y="28705"/>
                  <a:pt x="778433" y="25987"/>
                  <a:pt x="778254" y="22583"/>
                </a:cubicBezTo>
                <a:cubicBezTo>
                  <a:pt x="778075" y="19178"/>
                  <a:pt x="777986" y="16719"/>
                  <a:pt x="777986" y="15206"/>
                </a:cubicBezTo>
                <a:cubicBezTo>
                  <a:pt x="777986" y="13534"/>
                  <a:pt x="778562" y="12150"/>
                  <a:pt x="779713" y="11055"/>
                </a:cubicBezTo>
                <a:cubicBezTo>
                  <a:pt x="780865" y="9959"/>
                  <a:pt x="782275" y="9412"/>
                  <a:pt x="783943" y="9412"/>
                </a:cubicBezTo>
                <a:cubicBezTo>
                  <a:pt x="787517" y="9412"/>
                  <a:pt x="789601" y="12330"/>
                  <a:pt x="790197" y="18168"/>
                </a:cubicBezTo>
                <a:cubicBezTo>
                  <a:pt x="790316" y="19637"/>
                  <a:pt x="790376" y="21404"/>
                  <a:pt x="790376" y="23469"/>
                </a:cubicBezTo>
                <a:lnTo>
                  <a:pt x="790257" y="26924"/>
                </a:lnTo>
                <a:lnTo>
                  <a:pt x="790197" y="30617"/>
                </a:lnTo>
                <a:cubicBezTo>
                  <a:pt x="795121" y="29982"/>
                  <a:pt x="797941" y="29664"/>
                  <a:pt x="798656" y="29664"/>
                </a:cubicBezTo>
                <a:cubicBezTo>
                  <a:pt x="802786" y="29664"/>
                  <a:pt x="805486" y="29863"/>
                  <a:pt x="806757" y="30260"/>
                </a:cubicBezTo>
                <a:cubicBezTo>
                  <a:pt x="809179" y="31059"/>
                  <a:pt x="810390" y="32943"/>
                  <a:pt x="810390" y="35911"/>
                </a:cubicBezTo>
                <a:cubicBezTo>
                  <a:pt x="810390" y="37676"/>
                  <a:pt x="809844" y="39130"/>
                  <a:pt x="808752" y="40273"/>
                </a:cubicBezTo>
                <a:cubicBezTo>
                  <a:pt x="807660" y="41416"/>
                  <a:pt x="806260" y="41987"/>
                  <a:pt x="804553" y="41987"/>
                </a:cubicBezTo>
                <a:close/>
                <a:moveTo>
                  <a:pt x="832721" y="17274"/>
                </a:moveTo>
                <a:cubicBezTo>
                  <a:pt x="830815" y="17274"/>
                  <a:pt x="829167" y="16599"/>
                  <a:pt x="827777" y="15249"/>
                </a:cubicBezTo>
                <a:cubicBezTo>
                  <a:pt x="826387" y="13899"/>
                  <a:pt x="825692" y="12271"/>
                  <a:pt x="825692" y="10365"/>
                </a:cubicBezTo>
                <a:cubicBezTo>
                  <a:pt x="825692" y="8459"/>
                  <a:pt x="826387" y="6830"/>
                  <a:pt x="827777" y="5480"/>
                </a:cubicBezTo>
                <a:cubicBezTo>
                  <a:pt x="829167" y="4130"/>
                  <a:pt x="830815" y="3455"/>
                  <a:pt x="832721" y="3455"/>
                </a:cubicBezTo>
                <a:cubicBezTo>
                  <a:pt x="834627" y="3455"/>
                  <a:pt x="836266" y="4130"/>
                  <a:pt x="837636" y="5480"/>
                </a:cubicBezTo>
                <a:cubicBezTo>
                  <a:pt x="839006" y="6830"/>
                  <a:pt x="839691" y="8459"/>
                  <a:pt x="839691" y="10365"/>
                </a:cubicBezTo>
                <a:cubicBezTo>
                  <a:pt x="839691" y="12271"/>
                  <a:pt x="839006" y="13899"/>
                  <a:pt x="837636" y="15249"/>
                </a:cubicBezTo>
                <a:cubicBezTo>
                  <a:pt x="836266" y="16599"/>
                  <a:pt x="834627" y="17274"/>
                  <a:pt x="832721" y="17274"/>
                </a:cubicBezTo>
                <a:moveTo>
                  <a:pt x="835402" y="65676"/>
                </a:moveTo>
                <a:cubicBezTo>
                  <a:pt x="835402" y="68062"/>
                  <a:pt x="835471" y="71629"/>
                  <a:pt x="835610" y="76380"/>
                </a:cubicBezTo>
                <a:cubicBezTo>
                  <a:pt x="835749" y="81129"/>
                  <a:pt x="835819" y="84696"/>
                  <a:pt x="835819" y="87081"/>
                </a:cubicBezTo>
                <a:cubicBezTo>
                  <a:pt x="835819" y="88830"/>
                  <a:pt x="835283" y="90261"/>
                  <a:pt x="834211" y="91374"/>
                </a:cubicBezTo>
                <a:cubicBezTo>
                  <a:pt x="833138" y="92487"/>
                  <a:pt x="831729" y="93044"/>
                  <a:pt x="829981" y="93044"/>
                </a:cubicBezTo>
                <a:cubicBezTo>
                  <a:pt x="828274" y="93044"/>
                  <a:pt x="826874" y="92487"/>
                  <a:pt x="825782" y="91374"/>
                </a:cubicBezTo>
                <a:cubicBezTo>
                  <a:pt x="824690" y="90261"/>
                  <a:pt x="824144" y="88830"/>
                  <a:pt x="824144" y="87081"/>
                </a:cubicBezTo>
                <a:cubicBezTo>
                  <a:pt x="824144" y="84696"/>
                  <a:pt x="824074" y="81129"/>
                  <a:pt x="823935" y="76380"/>
                </a:cubicBezTo>
                <a:cubicBezTo>
                  <a:pt x="823796" y="71629"/>
                  <a:pt x="823727" y="68062"/>
                  <a:pt x="823727" y="65676"/>
                </a:cubicBezTo>
                <a:cubicBezTo>
                  <a:pt x="823727" y="61940"/>
                  <a:pt x="823925" y="57279"/>
                  <a:pt x="824322" y="51695"/>
                </a:cubicBezTo>
                <a:cubicBezTo>
                  <a:pt x="824719" y="46109"/>
                  <a:pt x="824918" y="41448"/>
                  <a:pt x="824918" y="37712"/>
                </a:cubicBezTo>
                <a:cubicBezTo>
                  <a:pt x="824918" y="35923"/>
                  <a:pt x="825464" y="34473"/>
                  <a:pt x="826556" y="33359"/>
                </a:cubicBezTo>
                <a:cubicBezTo>
                  <a:pt x="827648" y="32246"/>
                  <a:pt x="829048" y="31690"/>
                  <a:pt x="830756" y="31690"/>
                </a:cubicBezTo>
                <a:cubicBezTo>
                  <a:pt x="832463" y="31690"/>
                  <a:pt x="833863" y="32246"/>
                  <a:pt x="834955" y="33359"/>
                </a:cubicBezTo>
                <a:cubicBezTo>
                  <a:pt x="836047" y="34473"/>
                  <a:pt x="836593" y="35923"/>
                  <a:pt x="836593" y="37712"/>
                </a:cubicBezTo>
                <a:cubicBezTo>
                  <a:pt x="836593" y="41448"/>
                  <a:pt x="836395" y="46109"/>
                  <a:pt x="835998" y="51695"/>
                </a:cubicBezTo>
                <a:cubicBezTo>
                  <a:pt x="835600" y="57279"/>
                  <a:pt x="835402" y="61940"/>
                  <a:pt x="835402" y="65676"/>
                </a:cubicBezTo>
                <a:close/>
                <a:moveTo>
                  <a:pt x="878486" y="96260"/>
                </a:moveTo>
                <a:cubicBezTo>
                  <a:pt x="871815" y="96260"/>
                  <a:pt x="866076" y="93794"/>
                  <a:pt x="861271" y="88861"/>
                </a:cubicBezTo>
                <a:cubicBezTo>
                  <a:pt x="855910" y="83371"/>
                  <a:pt x="853091" y="75991"/>
                  <a:pt x="852813" y="66721"/>
                </a:cubicBezTo>
                <a:cubicBezTo>
                  <a:pt x="852575" y="57730"/>
                  <a:pt x="854838" y="49813"/>
                  <a:pt x="859604" y="42970"/>
                </a:cubicBezTo>
                <a:cubicBezTo>
                  <a:pt x="865163" y="34894"/>
                  <a:pt x="872907" y="30856"/>
                  <a:pt x="882835" y="30856"/>
                </a:cubicBezTo>
                <a:cubicBezTo>
                  <a:pt x="890777" y="30856"/>
                  <a:pt x="896793" y="34496"/>
                  <a:pt x="900884" y="41777"/>
                </a:cubicBezTo>
                <a:cubicBezTo>
                  <a:pt x="904140" y="47664"/>
                  <a:pt x="905708" y="54745"/>
                  <a:pt x="905589" y="63020"/>
                </a:cubicBezTo>
                <a:cubicBezTo>
                  <a:pt x="905470" y="71852"/>
                  <a:pt x="903167" y="79392"/>
                  <a:pt x="898680" y="85639"/>
                </a:cubicBezTo>
                <a:cubicBezTo>
                  <a:pt x="893596" y="92720"/>
                  <a:pt x="886865" y="96260"/>
                  <a:pt x="878486" y="96260"/>
                </a:cubicBezTo>
                <a:moveTo>
                  <a:pt x="882060" y="43007"/>
                </a:moveTo>
                <a:cubicBezTo>
                  <a:pt x="876223" y="42968"/>
                  <a:pt x="871676" y="45751"/>
                  <a:pt x="868419" y="51358"/>
                </a:cubicBezTo>
                <a:cubicBezTo>
                  <a:pt x="865838" y="55853"/>
                  <a:pt x="864548" y="60983"/>
                  <a:pt x="864548" y="66749"/>
                </a:cubicBezTo>
                <a:cubicBezTo>
                  <a:pt x="864548" y="72515"/>
                  <a:pt x="866116" y="77010"/>
                  <a:pt x="869253" y="80231"/>
                </a:cubicBezTo>
                <a:cubicBezTo>
                  <a:pt x="871874" y="82896"/>
                  <a:pt x="874952" y="84228"/>
                  <a:pt x="878486" y="84228"/>
                </a:cubicBezTo>
                <a:cubicBezTo>
                  <a:pt x="882616" y="84228"/>
                  <a:pt x="886170" y="82716"/>
                  <a:pt x="889149" y="79693"/>
                </a:cubicBezTo>
                <a:cubicBezTo>
                  <a:pt x="892524" y="76354"/>
                  <a:pt x="894311" y="71840"/>
                  <a:pt x="894510" y="66153"/>
                </a:cubicBezTo>
                <a:cubicBezTo>
                  <a:pt x="895066" y="50762"/>
                  <a:pt x="890916" y="43047"/>
                  <a:pt x="882060" y="43007"/>
                </a:cubicBezTo>
                <a:close/>
                <a:moveTo>
                  <a:pt x="965065" y="96975"/>
                </a:moveTo>
                <a:cubicBezTo>
                  <a:pt x="961650" y="96975"/>
                  <a:pt x="959724" y="95105"/>
                  <a:pt x="959287" y="91365"/>
                </a:cubicBezTo>
                <a:lnTo>
                  <a:pt x="957619" y="78292"/>
                </a:lnTo>
                <a:cubicBezTo>
                  <a:pt x="957064" y="73635"/>
                  <a:pt x="956786" y="69278"/>
                  <a:pt x="956786" y="65218"/>
                </a:cubicBezTo>
                <a:cubicBezTo>
                  <a:pt x="956786" y="64104"/>
                  <a:pt x="956855" y="62214"/>
                  <a:pt x="956994" y="59548"/>
                </a:cubicBezTo>
                <a:cubicBezTo>
                  <a:pt x="957133" y="56882"/>
                  <a:pt x="957203" y="54991"/>
                  <a:pt x="957203" y="53877"/>
                </a:cubicBezTo>
                <a:cubicBezTo>
                  <a:pt x="957203" y="45280"/>
                  <a:pt x="955614" y="40982"/>
                  <a:pt x="952437" y="40982"/>
                </a:cubicBezTo>
                <a:cubicBezTo>
                  <a:pt x="947989" y="40982"/>
                  <a:pt x="943740" y="43626"/>
                  <a:pt x="939690" y="48914"/>
                </a:cubicBezTo>
                <a:cubicBezTo>
                  <a:pt x="936036" y="53724"/>
                  <a:pt x="933177" y="59806"/>
                  <a:pt x="931112" y="67160"/>
                </a:cubicBezTo>
                <a:cubicBezTo>
                  <a:pt x="931033" y="68711"/>
                  <a:pt x="930854" y="70660"/>
                  <a:pt x="930576" y="73005"/>
                </a:cubicBezTo>
                <a:cubicBezTo>
                  <a:pt x="930338" y="74993"/>
                  <a:pt x="930219" y="76921"/>
                  <a:pt x="930219" y="78789"/>
                </a:cubicBezTo>
                <a:cubicBezTo>
                  <a:pt x="930219" y="79981"/>
                  <a:pt x="930338" y="81770"/>
                  <a:pt x="930576" y="84155"/>
                </a:cubicBezTo>
                <a:cubicBezTo>
                  <a:pt x="930814" y="86540"/>
                  <a:pt x="930933" y="88329"/>
                  <a:pt x="930933" y="89522"/>
                </a:cubicBezTo>
                <a:cubicBezTo>
                  <a:pt x="930933" y="91311"/>
                  <a:pt x="930387" y="92763"/>
                  <a:pt x="929295" y="93876"/>
                </a:cubicBezTo>
                <a:cubicBezTo>
                  <a:pt x="928203" y="94989"/>
                  <a:pt x="926803" y="95546"/>
                  <a:pt x="925096" y="95546"/>
                </a:cubicBezTo>
                <a:cubicBezTo>
                  <a:pt x="923349" y="95546"/>
                  <a:pt x="921939" y="94988"/>
                  <a:pt x="920867" y="93874"/>
                </a:cubicBezTo>
                <a:cubicBezTo>
                  <a:pt x="919794" y="92761"/>
                  <a:pt x="919258" y="91309"/>
                  <a:pt x="919258" y="89518"/>
                </a:cubicBezTo>
                <a:cubicBezTo>
                  <a:pt x="919258" y="88326"/>
                  <a:pt x="919129" y="86536"/>
                  <a:pt x="918871" y="84150"/>
                </a:cubicBezTo>
                <a:cubicBezTo>
                  <a:pt x="918613" y="81762"/>
                  <a:pt x="918484" y="79971"/>
                  <a:pt x="918484" y="78777"/>
                </a:cubicBezTo>
                <a:cubicBezTo>
                  <a:pt x="918484" y="74680"/>
                  <a:pt x="918772" y="69001"/>
                  <a:pt x="919348" y="61741"/>
                </a:cubicBezTo>
                <a:cubicBezTo>
                  <a:pt x="919923" y="54482"/>
                  <a:pt x="920211" y="48803"/>
                  <a:pt x="920211" y="44705"/>
                </a:cubicBezTo>
                <a:cubicBezTo>
                  <a:pt x="920211" y="43432"/>
                  <a:pt x="920142" y="41542"/>
                  <a:pt x="920003" y="39037"/>
                </a:cubicBezTo>
                <a:cubicBezTo>
                  <a:pt x="919864" y="36530"/>
                  <a:pt x="919794" y="34641"/>
                  <a:pt x="919794" y="33369"/>
                </a:cubicBezTo>
                <a:cubicBezTo>
                  <a:pt x="919794" y="31657"/>
                  <a:pt x="920360" y="30255"/>
                  <a:pt x="921492" y="29162"/>
                </a:cubicBezTo>
                <a:cubicBezTo>
                  <a:pt x="922624" y="28067"/>
                  <a:pt x="924024" y="27520"/>
                  <a:pt x="925692" y="27520"/>
                </a:cubicBezTo>
                <a:cubicBezTo>
                  <a:pt x="929345" y="27520"/>
                  <a:pt x="931350" y="30112"/>
                  <a:pt x="931708" y="35295"/>
                </a:cubicBezTo>
                <a:lnTo>
                  <a:pt x="931886" y="42293"/>
                </a:lnTo>
                <a:cubicBezTo>
                  <a:pt x="938558" y="33397"/>
                  <a:pt x="945408" y="28950"/>
                  <a:pt x="952437" y="28950"/>
                </a:cubicBezTo>
                <a:cubicBezTo>
                  <a:pt x="958791" y="28950"/>
                  <a:pt x="963219" y="31754"/>
                  <a:pt x="965721" y="37363"/>
                </a:cubicBezTo>
                <a:cubicBezTo>
                  <a:pt x="967428" y="41103"/>
                  <a:pt x="968361" y="46632"/>
                  <a:pt x="968520" y="53953"/>
                </a:cubicBezTo>
                <a:lnTo>
                  <a:pt x="968520" y="59978"/>
                </a:lnTo>
                <a:lnTo>
                  <a:pt x="968461" y="65527"/>
                </a:lnTo>
                <a:cubicBezTo>
                  <a:pt x="968461" y="68830"/>
                  <a:pt x="968888" y="73097"/>
                  <a:pt x="969741" y="78329"/>
                </a:cubicBezTo>
                <a:cubicBezTo>
                  <a:pt x="970595" y="83560"/>
                  <a:pt x="971022" y="87806"/>
                  <a:pt x="971022" y="91067"/>
                </a:cubicBezTo>
                <a:cubicBezTo>
                  <a:pt x="971022" y="92818"/>
                  <a:pt x="970456" y="94240"/>
                  <a:pt x="969324" y="95333"/>
                </a:cubicBezTo>
                <a:cubicBezTo>
                  <a:pt x="968193" y="96428"/>
                  <a:pt x="966773" y="96975"/>
                  <a:pt x="965065" y="969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•FiletypePref.">
            <a:extLst xmlns:a="http://schemas.openxmlformats.org/drawingml/2006/main">
              <a:ext uri="{FF2B5EF4-FFF2-40B4-BE49-F238E27FC236}">
                <a16:creationId xmlns:a16="http://schemas.microsoft.com/office/drawing/2014/main" id="{2C4AC127-FAB2-4A94-9598-7199F9D8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739" y="1718154"/>
            <a:ext cx="865072" cy="130571"/>
          </a:xfrm>
          <a:custGeom xmlns:a="http://schemas.openxmlformats.org/drawingml/2006/main">
            <a:pathLst>
              <a:path w="865072" h="130571">
                <a:moveTo>
                  <a:pt x="0" y="53134"/>
                </a:moveTo>
                <a:cubicBezTo>
                  <a:pt x="0" y="48964"/>
                  <a:pt x="1479" y="45410"/>
                  <a:pt x="4438" y="42471"/>
                </a:cubicBezTo>
                <a:cubicBezTo>
                  <a:pt x="7396" y="39533"/>
                  <a:pt x="10940" y="38063"/>
                  <a:pt x="15070" y="38063"/>
                </a:cubicBezTo>
                <a:cubicBezTo>
                  <a:pt x="19240" y="38063"/>
                  <a:pt x="22804" y="39533"/>
                  <a:pt x="25763" y="42471"/>
                </a:cubicBezTo>
                <a:cubicBezTo>
                  <a:pt x="28721" y="45410"/>
                  <a:pt x="30201" y="48964"/>
                  <a:pt x="30201" y="53134"/>
                </a:cubicBezTo>
                <a:cubicBezTo>
                  <a:pt x="30201" y="57304"/>
                  <a:pt x="28721" y="60868"/>
                  <a:pt x="25763" y="63826"/>
                </a:cubicBezTo>
                <a:cubicBezTo>
                  <a:pt x="22804" y="66785"/>
                  <a:pt x="19240" y="68264"/>
                  <a:pt x="15070" y="68264"/>
                </a:cubicBezTo>
                <a:cubicBezTo>
                  <a:pt x="10940" y="68264"/>
                  <a:pt x="7396" y="66785"/>
                  <a:pt x="4438" y="63826"/>
                </a:cubicBezTo>
                <a:cubicBezTo>
                  <a:pt x="1479" y="60868"/>
                  <a:pt x="0" y="57304"/>
                  <a:pt x="0" y="53134"/>
                </a:cubicBezTo>
                <a:close/>
                <a:moveTo>
                  <a:pt x="157855" y="17632"/>
                </a:moveTo>
                <a:cubicBezTo>
                  <a:pt x="157140" y="17632"/>
                  <a:pt x="156385" y="17473"/>
                  <a:pt x="155591" y="17155"/>
                </a:cubicBezTo>
                <a:cubicBezTo>
                  <a:pt x="150667" y="15329"/>
                  <a:pt x="144154" y="14415"/>
                  <a:pt x="136053" y="14415"/>
                </a:cubicBezTo>
                <a:cubicBezTo>
                  <a:pt x="133432" y="14415"/>
                  <a:pt x="130364" y="14609"/>
                  <a:pt x="126850" y="14996"/>
                </a:cubicBezTo>
                <a:cubicBezTo>
                  <a:pt x="123336" y="15383"/>
                  <a:pt x="119394" y="15984"/>
                  <a:pt x="115026" y="16798"/>
                </a:cubicBezTo>
                <a:lnTo>
                  <a:pt x="114907" y="42531"/>
                </a:lnTo>
                <a:cubicBezTo>
                  <a:pt x="122571" y="40466"/>
                  <a:pt x="128329" y="39433"/>
                  <a:pt x="132181" y="39433"/>
                </a:cubicBezTo>
                <a:cubicBezTo>
                  <a:pt x="138297" y="39433"/>
                  <a:pt x="144631" y="39791"/>
                  <a:pt x="151183" y="40506"/>
                </a:cubicBezTo>
                <a:cubicBezTo>
                  <a:pt x="154916" y="40903"/>
                  <a:pt x="156782" y="42928"/>
                  <a:pt x="156782" y="46581"/>
                </a:cubicBezTo>
                <a:cubicBezTo>
                  <a:pt x="156782" y="48368"/>
                  <a:pt x="156207" y="49848"/>
                  <a:pt x="155055" y="51019"/>
                </a:cubicBezTo>
                <a:cubicBezTo>
                  <a:pt x="153903" y="52191"/>
                  <a:pt x="152474" y="52776"/>
                  <a:pt x="150766" y="52776"/>
                </a:cubicBezTo>
                <a:cubicBezTo>
                  <a:pt x="148701" y="52776"/>
                  <a:pt x="145604" y="52598"/>
                  <a:pt x="141474" y="52240"/>
                </a:cubicBezTo>
                <a:cubicBezTo>
                  <a:pt x="137344" y="51883"/>
                  <a:pt x="134246" y="51704"/>
                  <a:pt x="132181" y="51704"/>
                </a:cubicBezTo>
                <a:cubicBezTo>
                  <a:pt x="129481" y="51704"/>
                  <a:pt x="123643" y="52856"/>
                  <a:pt x="114669" y="55159"/>
                </a:cubicBezTo>
                <a:lnTo>
                  <a:pt x="114132" y="96141"/>
                </a:lnTo>
                <a:cubicBezTo>
                  <a:pt x="114132" y="97849"/>
                  <a:pt x="113576" y="99288"/>
                  <a:pt x="112465" y="100460"/>
                </a:cubicBezTo>
                <a:cubicBezTo>
                  <a:pt x="111353" y="101631"/>
                  <a:pt x="109943" y="102217"/>
                  <a:pt x="108235" y="102217"/>
                </a:cubicBezTo>
                <a:cubicBezTo>
                  <a:pt x="106528" y="102217"/>
                  <a:pt x="105108" y="101631"/>
                  <a:pt x="103976" y="100460"/>
                </a:cubicBezTo>
                <a:cubicBezTo>
                  <a:pt x="102844" y="99288"/>
                  <a:pt x="102279" y="97849"/>
                  <a:pt x="102279" y="96141"/>
                </a:cubicBezTo>
                <a:cubicBezTo>
                  <a:pt x="102279" y="88318"/>
                  <a:pt x="102428" y="76573"/>
                  <a:pt x="102725" y="60907"/>
                </a:cubicBezTo>
                <a:cubicBezTo>
                  <a:pt x="103023" y="45241"/>
                  <a:pt x="103172" y="33497"/>
                  <a:pt x="103172" y="25673"/>
                </a:cubicBezTo>
                <a:cubicBezTo>
                  <a:pt x="103172" y="23926"/>
                  <a:pt x="103142" y="21295"/>
                  <a:pt x="103083" y="17781"/>
                </a:cubicBezTo>
                <a:cubicBezTo>
                  <a:pt x="103023" y="14266"/>
                  <a:pt x="102993" y="11635"/>
                  <a:pt x="102993" y="9888"/>
                </a:cubicBezTo>
                <a:cubicBezTo>
                  <a:pt x="102993" y="8141"/>
                  <a:pt x="103539" y="6672"/>
                  <a:pt x="104631" y="5480"/>
                </a:cubicBezTo>
                <a:cubicBezTo>
                  <a:pt x="105724" y="4289"/>
                  <a:pt x="107143" y="3693"/>
                  <a:pt x="108891" y="3693"/>
                </a:cubicBezTo>
                <a:cubicBezTo>
                  <a:pt x="110201" y="3693"/>
                  <a:pt x="111373" y="4051"/>
                  <a:pt x="112405" y="4765"/>
                </a:cubicBezTo>
                <a:cubicBezTo>
                  <a:pt x="117329" y="3886"/>
                  <a:pt x="121757" y="3229"/>
                  <a:pt x="125688" y="2796"/>
                </a:cubicBezTo>
                <a:cubicBezTo>
                  <a:pt x="129620" y="2362"/>
                  <a:pt x="133075" y="2144"/>
                  <a:pt x="136053" y="2144"/>
                </a:cubicBezTo>
                <a:cubicBezTo>
                  <a:pt x="140620" y="2144"/>
                  <a:pt x="145842" y="2802"/>
                  <a:pt x="151719" y="4118"/>
                </a:cubicBezTo>
                <a:cubicBezTo>
                  <a:pt x="159701" y="5952"/>
                  <a:pt x="163692" y="8344"/>
                  <a:pt x="163692" y="11294"/>
                </a:cubicBezTo>
                <a:cubicBezTo>
                  <a:pt x="163692" y="12888"/>
                  <a:pt x="163176" y="14304"/>
                  <a:pt x="162144" y="15540"/>
                </a:cubicBezTo>
                <a:cubicBezTo>
                  <a:pt x="160992" y="16934"/>
                  <a:pt x="159562" y="17632"/>
                  <a:pt x="157855" y="17632"/>
                </a:cubicBezTo>
                <a:close/>
                <a:moveTo>
                  <a:pt x="185693" y="20491"/>
                </a:moveTo>
                <a:cubicBezTo>
                  <a:pt x="183787" y="20491"/>
                  <a:pt x="182139" y="19816"/>
                  <a:pt x="180749" y="18466"/>
                </a:cubicBezTo>
                <a:cubicBezTo>
                  <a:pt x="179359" y="17116"/>
                  <a:pt x="178664" y="15487"/>
                  <a:pt x="178664" y="13581"/>
                </a:cubicBezTo>
                <a:cubicBezTo>
                  <a:pt x="178664" y="11675"/>
                  <a:pt x="179359" y="10047"/>
                  <a:pt x="180749" y="8697"/>
                </a:cubicBezTo>
                <a:cubicBezTo>
                  <a:pt x="182139" y="7347"/>
                  <a:pt x="183787" y="6672"/>
                  <a:pt x="185693" y="6672"/>
                </a:cubicBezTo>
                <a:cubicBezTo>
                  <a:pt x="187599" y="6672"/>
                  <a:pt x="189237" y="7347"/>
                  <a:pt x="190607" y="8697"/>
                </a:cubicBezTo>
                <a:cubicBezTo>
                  <a:pt x="191977" y="10047"/>
                  <a:pt x="192662" y="11675"/>
                  <a:pt x="192662" y="13581"/>
                </a:cubicBezTo>
                <a:cubicBezTo>
                  <a:pt x="192662" y="15487"/>
                  <a:pt x="191977" y="17116"/>
                  <a:pt x="190607" y="18466"/>
                </a:cubicBezTo>
                <a:cubicBezTo>
                  <a:pt x="189237" y="19816"/>
                  <a:pt x="187599" y="20491"/>
                  <a:pt x="185693" y="20491"/>
                </a:cubicBezTo>
                <a:moveTo>
                  <a:pt x="188374" y="68893"/>
                </a:moveTo>
                <a:cubicBezTo>
                  <a:pt x="188374" y="71278"/>
                  <a:pt x="188443" y="74846"/>
                  <a:pt x="188582" y="79596"/>
                </a:cubicBezTo>
                <a:cubicBezTo>
                  <a:pt x="188721" y="84346"/>
                  <a:pt x="188791" y="87913"/>
                  <a:pt x="188791" y="90298"/>
                </a:cubicBezTo>
                <a:cubicBezTo>
                  <a:pt x="188791" y="92047"/>
                  <a:pt x="188254" y="93477"/>
                  <a:pt x="187182" y="94591"/>
                </a:cubicBezTo>
                <a:cubicBezTo>
                  <a:pt x="186110" y="95704"/>
                  <a:pt x="184700" y="96260"/>
                  <a:pt x="182953" y="96260"/>
                </a:cubicBezTo>
                <a:cubicBezTo>
                  <a:pt x="181245" y="96260"/>
                  <a:pt x="179846" y="95704"/>
                  <a:pt x="178753" y="94591"/>
                </a:cubicBezTo>
                <a:cubicBezTo>
                  <a:pt x="177661" y="93477"/>
                  <a:pt x="177115" y="92047"/>
                  <a:pt x="177115" y="90298"/>
                </a:cubicBezTo>
                <a:cubicBezTo>
                  <a:pt x="177115" y="87913"/>
                  <a:pt x="177046" y="84346"/>
                  <a:pt x="176907" y="79596"/>
                </a:cubicBezTo>
                <a:cubicBezTo>
                  <a:pt x="176768" y="74846"/>
                  <a:pt x="176698" y="71278"/>
                  <a:pt x="176698" y="68893"/>
                </a:cubicBezTo>
                <a:cubicBezTo>
                  <a:pt x="176698" y="65156"/>
                  <a:pt x="176897" y="60496"/>
                  <a:pt x="177294" y="54912"/>
                </a:cubicBezTo>
                <a:cubicBezTo>
                  <a:pt x="177691" y="49326"/>
                  <a:pt x="177890" y="44665"/>
                  <a:pt x="177890" y="40928"/>
                </a:cubicBezTo>
                <a:cubicBezTo>
                  <a:pt x="177890" y="39140"/>
                  <a:pt x="178436" y="37689"/>
                  <a:pt x="179528" y="36576"/>
                </a:cubicBezTo>
                <a:cubicBezTo>
                  <a:pt x="180620" y="35463"/>
                  <a:pt x="182020" y="34906"/>
                  <a:pt x="183727" y="34906"/>
                </a:cubicBezTo>
                <a:cubicBezTo>
                  <a:pt x="185435" y="34906"/>
                  <a:pt x="186835" y="35463"/>
                  <a:pt x="187927" y="36576"/>
                </a:cubicBezTo>
                <a:cubicBezTo>
                  <a:pt x="189019" y="37689"/>
                  <a:pt x="189565" y="39140"/>
                  <a:pt x="189565" y="40928"/>
                </a:cubicBezTo>
                <a:cubicBezTo>
                  <a:pt x="189565" y="44665"/>
                  <a:pt x="189366" y="49326"/>
                  <a:pt x="188969" y="54912"/>
                </a:cubicBezTo>
                <a:cubicBezTo>
                  <a:pt x="188572" y="60496"/>
                  <a:pt x="188374" y="65156"/>
                  <a:pt x="188374" y="68893"/>
                </a:cubicBezTo>
                <a:close/>
                <a:moveTo>
                  <a:pt x="224348" y="49083"/>
                </a:moveTo>
                <a:lnTo>
                  <a:pt x="223455" y="78723"/>
                </a:lnTo>
                <a:cubicBezTo>
                  <a:pt x="223455" y="81864"/>
                  <a:pt x="223296" y="86476"/>
                  <a:pt x="222978" y="92560"/>
                </a:cubicBezTo>
                <a:cubicBezTo>
                  <a:pt x="222581" y="96536"/>
                  <a:pt x="220635" y="98524"/>
                  <a:pt x="217141" y="98524"/>
                </a:cubicBezTo>
                <a:cubicBezTo>
                  <a:pt x="213249" y="98524"/>
                  <a:pt x="211303" y="96496"/>
                  <a:pt x="211303" y="92441"/>
                </a:cubicBezTo>
                <a:cubicBezTo>
                  <a:pt x="211303" y="87629"/>
                  <a:pt x="211521" y="80403"/>
                  <a:pt x="211958" y="70762"/>
                </a:cubicBezTo>
                <a:cubicBezTo>
                  <a:pt x="212395" y="61121"/>
                  <a:pt x="212613" y="53895"/>
                  <a:pt x="212613" y="49083"/>
                </a:cubicBezTo>
                <a:cubicBezTo>
                  <a:pt x="212613" y="42801"/>
                  <a:pt x="212713" y="35615"/>
                  <a:pt x="212911" y="27524"/>
                </a:cubicBezTo>
                <a:cubicBezTo>
                  <a:pt x="213110" y="19433"/>
                  <a:pt x="213209" y="12246"/>
                  <a:pt x="213209" y="5964"/>
                </a:cubicBezTo>
                <a:cubicBezTo>
                  <a:pt x="213209" y="1988"/>
                  <a:pt x="215155" y="0"/>
                  <a:pt x="219047" y="0"/>
                </a:cubicBezTo>
                <a:cubicBezTo>
                  <a:pt x="222978" y="0"/>
                  <a:pt x="224944" y="1988"/>
                  <a:pt x="224944" y="5964"/>
                </a:cubicBezTo>
                <a:cubicBezTo>
                  <a:pt x="224944" y="12246"/>
                  <a:pt x="224845" y="19433"/>
                  <a:pt x="224646" y="27524"/>
                </a:cubicBezTo>
                <a:cubicBezTo>
                  <a:pt x="224447" y="35615"/>
                  <a:pt x="224348" y="42801"/>
                  <a:pt x="224348" y="49083"/>
                </a:cubicBezTo>
                <a:close/>
                <a:moveTo>
                  <a:pt x="269742" y="98643"/>
                </a:moveTo>
                <a:cubicBezTo>
                  <a:pt x="260767" y="98643"/>
                  <a:pt x="253500" y="96398"/>
                  <a:pt x="247940" y="91906"/>
                </a:cubicBezTo>
                <a:cubicBezTo>
                  <a:pt x="241865" y="86938"/>
                  <a:pt x="238827" y="79981"/>
                  <a:pt x="238827" y="71037"/>
                </a:cubicBezTo>
                <a:cubicBezTo>
                  <a:pt x="238827" y="60704"/>
                  <a:pt x="241328" y="52039"/>
                  <a:pt x="246332" y="45044"/>
                </a:cubicBezTo>
                <a:cubicBezTo>
                  <a:pt x="251773" y="37412"/>
                  <a:pt x="259040" y="33596"/>
                  <a:pt x="268134" y="33596"/>
                </a:cubicBezTo>
                <a:cubicBezTo>
                  <a:pt x="274726" y="33596"/>
                  <a:pt x="280107" y="34708"/>
                  <a:pt x="284276" y="36932"/>
                </a:cubicBezTo>
                <a:cubicBezTo>
                  <a:pt x="289399" y="39672"/>
                  <a:pt x="291961" y="43881"/>
                  <a:pt x="291961" y="49560"/>
                </a:cubicBezTo>
                <a:cubicBezTo>
                  <a:pt x="291961" y="53531"/>
                  <a:pt x="289717" y="57145"/>
                  <a:pt x="285229" y="60401"/>
                </a:cubicBezTo>
                <a:cubicBezTo>
                  <a:pt x="283244" y="61831"/>
                  <a:pt x="279034" y="64054"/>
                  <a:pt x="272601" y="67073"/>
                </a:cubicBezTo>
                <a:lnTo>
                  <a:pt x="249847" y="77854"/>
                </a:lnTo>
                <a:cubicBezTo>
                  <a:pt x="252070" y="81150"/>
                  <a:pt x="254840" y="83632"/>
                  <a:pt x="258156" y="85300"/>
                </a:cubicBezTo>
                <a:cubicBezTo>
                  <a:pt x="261472" y="86968"/>
                  <a:pt x="265334" y="87802"/>
                  <a:pt x="269742" y="87802"/>
                </a:cubicBezTo>
                <a:cubicBezTo>
                  <a:pt x="272482" y="87802"/>
                  <a:pt x="275699" y="87286"/>
                  <a:pt x="279392" y="86253"/>
                </a:cubicBezTo>
                <a:cubicBezTo>
                  <a:pt x="284078" y="84943"/>
                  <a:pt x="287096" y="83225"/>
                  <a:pt x="288446" y="81101"/>
                </a:cubicBezTo>
                <a:cubicBezTo>
                  <a:pt x="289796" y="78976"/>
                  <a:pt x="291246" y="77914"/>
                  <a:pt x="292794" y="77914"/>
                </a:cubicBezTo>
                <a:cubicBezTo>
                  <a:pt x="294184" y="77914"/>
                  <a:pt x="295425" y="78442"/>
                  <a:pt x="296517" y="79498"/>
                </a:cubicBezTo>
                <a:cubicBezTo>
                  <a:pt x="297609" y="80553"/>
                  <a:pt x="298155" y="81777"/>
                  <a:pt x="298155" y="83171"/>
                </a:cubicBezTo>
                <a:cubicBezTo>
                  <a:pt x="298155" y="87591"/>
                  <a:pt x="294601" y="91394"/>
                  <a:pt x="287493" y="94581"/>
                </a:cubicBezTo>
                <a:cubicBezTo>
                  <a:pt x="281417" y="97289"/>
                  <a:pt x="275500" y="98643"/>
                  <a:pt x="269742" y="98643"/>
                </a:cubicBezTo>
                <a:moveTo>
                  <a:pt x="268134" y="44318"/>
                </a:moveTo>
                <a:cubicBezTo>
                  <a:pt x="263289" y="44318"/>
                  <a:pt x="259258" y="46194"/>
                  <a:pt x="256042" y="49947"/>
                </a:cubicBezTo>
                <a:cubicBezTo>
                  <a:pt x="252825" y="53700"/>
                  <a:pt x="250422" y="59349"/>
                  <a:pt x="248834" y="66894"/>
                </a:cubicBezTo>
                <a:lnTo>
                  <a:pt x="267121" y="58197"/>
                </a:lnTo>
                <a:cubicBezTo>
                  <a:pt x="274309" y="54702"/>
                  <a:pt x="279432" y="51665"/>
                  <a:pt x="282489" y="49083"/>
                </a:cubicBezTo>
                <a:cubicBezTo>
                  <a:pt x="279074" y="45906"/>
                  <a:pt x="274289" y="44318"/>
                  <a:pt x="268134" y="44318"/>
                </a:cubicBezTo>
                <a:close/>
                <a:moveTo>
                  <a:pt x="349372" y="45204"/>
                </a:moveTo>
                <a:cubicBezTo>
                  <a:pt x="348538" y="45204"/>
                  <a:pt x="347555" y="45164"/>
                  <a:pt x="346423" y="45085"/>
                </a:cubicBezTo>
                <a:cubicBezTo>
                  <a:pt x="345291" y="45004"/>
                  <a:pt x="344308" y="44964"/>
                  <a:pt x="343474" y="44964"/>
                </a:cubicBezTo>
                <a:cubicBezTo>
                  <a:pt x="342561" y="44964"/>
                  <a:pt x="339861" y="45265"/>
                  <a:pt x="335373" y="45867"/>
                </a:cubicBezTo>
                <a:lnTo>
                  <a:pt x="336505" y="81032"/>
                </a:lnTo>
                <a:lnTo>
                  <a:pt x="336565" y="83651"/>
                </a:lnTo>
                <a:lnTo>
                  <a:pt x="336624" y="86685"/>
                </a:lnTo>
                <a:cubicBezTo>
                  <a:pt x="336783" y="95372"/>
                  <a:pt x="334698" y="99715"/>
                  <a:pt x="330370" y="99715"/>
                </a:cubicBezTo>
                <a:cubicBezTo>
                  <a:pt x="328781" y="99715"/>
                  <a:pt x="327401" y="99200"/>
                  <a:pt x="326230" y="98168"/>
                </a:cubicBezTo>
                <a:cubicBezTo>
                  <a:pt x="325058" y="97137"/>
                  <a:pt x="324473" y="95848"/>
                  <a:pt x="324473" y="94300"/>
                </a:cubicBezTo>
                <a:cubicBezTo>
                  <a:pt x="324473" y="92794"/>
                  <a:pt x="324532" y="90533"/>
                  <a:pt x="324651" y="87519"/>
                </a:cubicBezTo>
                <a:cubicBezTo>
                  <a:pt x="324770" y="84503"/>
                  <a:pt x="324830" y="82242"/>
                  <a:pt x="324830" y="80734"/>
                </a:cubicBezTo>
                <a:lnTo>
                  <a:pt x="323639" y="45986"/>
                </a:lnTo>
                <a:cubicBezTo>
                  <a:pt x="320740" y="45867"/>
                  <a:pt x="316332" y="45527"/>
                  <a:pt x="310415" y="44968"/>
                </a:cubicBezTo>
                <a:cubicBezTo>
                  <a:pt x="306880" y="44489"/>
                  <a:pt x="305113" y="42514"/>
                  <a:pt x="305113" y="39042"/>
                </a:cubicBezTo>
                <a:cubicBezTo>
                  <a:pt x="305113" y="37287"/>
                  <a:pt x="305649" y="35831"/>
                  <a:pt x="306722" y="34675"/>
                </a:cubicBezTo>
                <a:cubicBezTo>
                  <a:pt x="307794" y="33519"/>
                  <a:pt x="309164" y="32941"/>
                  <a:pt x="310832" y="32941"/>
                </a:cubicBezTo>
                <a:lnTo>
                  <a:pt x="323341" y="33953"/>
                </a:lnTo>
                <a:cubicBezTo>
                  <a:pt x="323341" y="31922"/>
                  <a:pt x="323251" y="29204"/>
                  <a:pt x="323073" y="25800"/>
                </a:cubicBezTo>
                <a:cubicBezTo>
                  <a:pt x="322894" y="22395"/>
                  <a:pt x="322805" y="19936"/>
                  <a:pt x="322805" y="18423"/>
                </a:cubicBezTo>
                <a:cubicBezTo>
                  <a:pt x="322805" y="16750"/>
                  <a:pt x="323380" y="15366"/>
                  <a:pt x="324532" y="14272"/>
                </a:cubicBezTo>
                <a:cubicBezTo>
                  <a:pt x="325684" y="13176"/>
                  <a:pt x="327093" y="12628"/>
                  <a:pt x="328761" y="12628"/>
                </a:cubicBezTo>
                <a:cubicBezTo>
                  <a:pt x="332335" y="12628"/>
                  <a:pt x="334420" y="15547"/>
                  <a:pt x="335016" y="21385"/>
                </a:cubicBezTo>
                <a:cubicBezTo>
                  <a:pt x="335135" y="22854"/>
                  <a:pt x="335195" y="24621"/>
                  <a:pt x="335195" y="26686"/>
                </a:cubicBezTo>
                <a:lnTo>
                  <a:pt x="335075" y="30141"/>
                </a:lnTo>
                <a:lnTo>
                  <a:pt x="335016" y="33834"/>
                </a:lnTo>
                <a:cubicBezTo>
                  <a:pt x="339940" y="33199"/>
                  <a:pt x="342760" y="32881"/>
                  <a:pt x="343474" y="32881"/>
                </a:cubicBezTo>
                <a:cubicBezTo>
                  <a:pt x="347604" y="32881"/>
                  <a:pt x="350305" y="33080"/>
                  <a:pt x="351576" y="33477"/>
                </a:cubicBezTo>
                <a:cubicBezTo>
                  <a:pt x="353998" y="34276"/>
                  <a:pt x="355209" y="36160"/>
                  <a:pt x="355209" y="39128"/>
                </a:cubicBezTo>
                <a:cubicBezTo>
                  <a:pt x="355209" y="40893"/>
                  <a:pt x="354663" y="42347"/>
                  <a:pt x="353571" y="43490"/>
                </a:cubicBezTo>
                <a:cubicBezTo>
                  <a:pt x="352479" y="44632"/>
                  <a:pt x="351079" y="45204"/>
                  <a:pt x="349372" y="45204"/>
                </a:cubicBezTo>
                <a:close/>
                <a:moveTo>
                  <a:pt x="418079" y="42760"/>
                </a:moveTo>
                <a:lnTo>
                  <a:pt x="397469" y="87322"/>
                </a:lnTo>
                <a:cubicBezTo>
                  <a:pt x="392386" y="98164"/>
                  <a:pt x="388494" y="107239"/>
                  <a:pt x="385794" y="114546"/>
                </a:cubicBezTo>
                <a:lnTo>
                  <a:pt x="381863" y="126103"/>
                </a:lnTo>
                <a:cubicBezTo>
                  <a:pt x="380830" y="129002"/>
                  <a:pt x="379043" y="130452"/>
                  <a:pt x="376502" y="130452"/>
                </a:cubicBezTo>
                <a:cubicBezTo>
                  <a:pt x="374834" y="130452"/>
                  <a:pt x="373394" y="129903"/>
                  <a:pt x="372183" y="128804"/>
                </a:cubicBezTo>
                <a:cubicBezTo>
                  <a:pt x="370972" y="127707"/>
                  <a:pt x="370366" y="126341"/>
                  <a:pt x="370366" y="124704"/>
                </a:cubicBezTo>
                <a:cubicBezTo>
                  <a:pt x="370366" y="120713"/>
                  <a:pt x="374655" y="109229"/>
                  <a:pt x="383233" y="90253"/>
                </a:cubicBezTo>
                <a:lnTo>
                  <a:pt x="361908" y="49156"/>
                </a:lnTo>
                <a:lnTo>
                  <a:pt x="359227" y="44800"/>
                </a:lnTo>
                <a:cubicBezTo>
                  <a:pt x="358155" y="42971"/>
                  <a:pt x="357619" y="41440"/>
                  <a:pt x="357619" y="40208"/>
                </a:cubicBezTo>
                <a:cubicBezTo>
                  <a:pt x="357619" y="38580"/>
                  <a:pt x="358244" y="37150"/>
                  <a:pt x="359495" y="35919"/>
                </a:cubicBezTo>
                <a:cubicBezTo>
                  <a:pt x="360746" y="34688"/>
                  <a:pt x="362146" y="34072"/>
                  <a:pt x="363695" y="34072"/>
                </a:cubicBezTo>
                <a:cubicBezTo>
                  <a:pt x="365521" y="34072"/>
                  <a:pt x="366931" y="34767"/>
                  <a:pt x="367924" y="36157"/>
                </a:cubicBezTo>
                <a:cubicBezTo>
                  <a:pt x="374675" y="45543"/>
                  <a:pt x="381922" y="58905"/>
                  <a:pt x="389666" y="76244"/>
                </a:cubicBezTo>
                <a:lnTo>
                  <a:pt x="398482" y="55630"/>
                </a:lnTo>
                <a:cubicBezTo>
                  <a:pt x="401659" y="48518"/>
                  <a:pt x="404716" y="42404"/>
                  <a:pt x="407655" y="37289"/>
                </a:cubicBezTo>
                <a:cubicBezTo>
                  <a:pt x="408926" y="35065"/>
                  <a:pt x="410594" y="33953"/>
                  <a:pt x="412659" y="33953"/>
                </a:cubicBezTo>
                <a:cubicBezTo>
                  <a:pt x="414287" y="33953"/>
                  <a:pt x="415726" y="34528"/>
                  <a:pt x="416977" y="35679"/>
                </a:cubicBezTo>
                <a:cubicBezTo>
                  <a:pt x="418228" y="36829"/>
                  <a:pt x="418854" y="38198"/>
                  <a:pt x="418854" y="39785"/>
                </a:cubicBezTo>
                <a:cubicBezTo>
                  <a:pt x="418854" y="40658"/>
                  <a:pt x="418596" y="41649"/>
                  <a:pt x="418079" y="42760"/>
                </a:cubicBezTo>
                <a:close/>
                <a:moveTo>
                  <a:pt x="454659" y="98047"/>
                </a:moveTo>
                <a:cubicBezTo>
                  <a:pt x="450688" y="98047"/>
                  <a:pt x="446319" y="97412"/>
                  <a:pt x="441554" y="96141"/>
                </a:cubicBezTo>
                <a:lnTo>
                  <a:pt x="441435" y="124614"/>
                </a:lnTo>
                <a:cubicBezTo>
                  <a:pt x="441435" y="126362"/>
                  <a:pt x="440889" y="127791"/>
                  <a:pt x="439797" y="128903"/>
                </a:cubicBezTo>
                <a:cubicBezTo>
                  <a:pt x="438705" y="130015"/>
                  <a:pt x="437305" y="130571"/>
                  <a:pt x="435597" y="130571"/>
                </a:cubicBezTo>
                <a:cubicBezTo>
                  <a:pt x="433890" y="130571"/>
                  <a:pt x="432490" y="130014"/>
                  <a:pt x="431398" y="128901"/>
                </a:cubicBezTo>
                <a:cubicBezTo>
                  <a:pt x="430306" y="127788"/>
                  <a:pt x="429760" y="126357"/>
                  <a:pt x="429760" y="124607"/>
                </a:cubicBezTo>
                <a:lnTo>
                  <a:pt x="429938" y="100752"/>
                </a:lnTo>
                <a:lnTo>
                  <a:pt x="429938" y="76957"/>
                </a:lnTo>
                <a:cubicBezTo>
                  <a:pt x="429819" y="68249"/>
                  <a:pt x="429521" y="60317"/>
                  <a:pt x="429045" y="53162"/>
                </a:cubicBezTo>
                <a:lnTo>
                  <a:pt x="428151" y="41055"/>
                </a:lnTo>
                <a:cubicBezTo>
                  <a:pt x="428151" y="38232"/>
                  <a:pt x="428668" y="35846"/>
                  <a:pt x="429700" y="33897"/>
                </a:cubicBezTo>
                <a:cubicBezTo>
                  <a:pt x="430891" y="31552"/>
                  <a:pt x="432619" y="30379"/>
                  <a:pt x="434882" y="30379"/>
                </a:cubicBezTo>
                <a:cubicBezTo>
                  <a:pt x="436431" y="30379"/>
                  <a:pt x="437732" y="30933"/>
                  <a:pt x="438784" y="32041"/>
                </a:cubicBezTo>
                <a:cubicBezTo>
                  <a:pt x="439836" y="33150"/>
                  <a:pt x="440363" y="34502"/>
                  <a:pt x="440363" y="36098"/>
                </a:cubicBezTo>
                <a:cubicBezTo>
                  <a:pt x="440363" y="36455"/>
                  <a:pt x="440303" y="37110"/>
                  <a:pt x="440184" y="38063"/>
                </a:cubicBezTo>
                <a:cubicBezTo>
                  <a:pt x="439985" y="39294"/>
                  <a:pt x="439846" y="40426"/>
                  <a:pt x="439767" y="41459"/>
                </a:cubicBezTo>
                <a:cubicBezTo>
                  <a:pt x="443182" y="39116"/>
                  <a:pt x="446478" y="37358"/>
                  <a:pt x="449655" y="36187"/>
                </a:cubicBezTo>
                <a:cubicBezTo>
                  <a:pt x="452832" y="35016"/>
                  <a:pt x="455870" y="34430"/>
                  <a:pt x="458769" y="34430"/>
                </a:cubicBezTo>
                <a:cubicBezTo>
                  <a:pt x="466910" y="34430"/>
                  <a:pt x="472866" y="38047"/>
                  <a:pt x="476639" y="45280"/>
                </a:cubicBezTo>
                <a:cubicBezTo>
                  <a:pt x="479617" y="51005"/>
                  <a:pt x="481107" y="58577"/>
                  <a:pt x="481107" y="67998"/>
                </a:cubicBezTo>
                <a:cubicBezTo>
                  <a:pt x="481107" y="76583"/>
                  <a:pt x="478803" y="83658"/>
                  <a:pt x="474197" y="89224"/>
                </a:cubicBezTo>
                <a:cubicBezTo>
                  <a:pt x="469312" y="95106"/>
                  <a:pt x="462800" y="98047"/>
                  <a:pt x="454659" y="98047"/>
                </a:cubicBezTo>
                <a:moveTo>
                  <a:pt x="458769" y="46343"/>
                </a:moveTo>
                <a:cubicBezTo>
                  <a:pt x="455115" y="46343"/>
                  <a:pt x="451819" y="47157"/>
                  <a:pt x="448881" y="48785"/>
                </a:cubicBezTo>
                <a:cubicBezTo>
                  <a:pt x="446776" y="49937"/>
                  <a:pt x="444115" y="52042"/>
                  <a:pt x="440899" y="55100"/>
                </a:cubicBezTo>
                <a:cubicBezTo>
                  <a:pt x="441415" y="64114"/>
                  <a:pt x="441673" y="73585"/>
                  <a:pt x="441673" y="83513"/>
                </a:cubicBezTo>
                <a:cubicBezTo>
                  <a:pt x="446002" y="85181"/>
                  <a:pt x="450330" y="86015"/>
                  <a:pt x="454659" y="86015"/>
                </a:cubicBezTo>
                <a:cubicBezTo>
                  <a:pt x="459623" y="86015"/>
                  <a:pt x="463415" y="84168"/>
                  <a:pt x="466036" y="80475"/>
                </a:cubicBezTo>
                <a:cubicBezTo>
                  <a:pt x="468300" y="77258"/>
                  <a:pt x="469431" y="73089"/>
                  <a:pt x="469431" y="67966"/>
                </a:cubicBezTo>
                <a:cubicBezTo>
                  <a:pt x="469431" y="60739"/>
                  <a:pt x="468548" y="55328"/>
                  <a:pt x="466781" y="51734"/>
                </a:cubicBezTo>
                <a:cubicBezTo>
                  <a:pt x="465013" y="48140"/>
                  <a:pt x="462343" y="46343"/>
                  <a:pt x="458769" y="46343"/>
                </a:cubicBezTo>
                <a:close/>
                <a:moveTo>
                  <a:pt x="522561" y="98643"/>
                </a:moveTo>
                <a:cubicBezTo>
                  <a:pt x="513586" y="98643"/>
                  <a:pt x="506319" y="96398"/>
                  <a:pt x="500759" y="91906"/>
                </a:cubicBezTo>
                <a:cubicBezTo>
                  <a:pt x="494684" y="86938"/>
                  <a:pt x="491646" y="79981"/>
                  <a:pt x="491646" y="71037"/>
                </a:cubicBezTo>
                <a:cubicBezTo>
                  <a:pt x="491646" y="60704"/>
                  <a:pt x="494148" y="52039"/>
                  <a:pt x="499151" y="45044"/>
                </a:cubicBezTo>
                <a:cubicBezTo>
                  <a:pt x="504592" y="37412"/>
                  <a:pt x="511859" y="33596"/>
                  <a:pt x="520953" y="33596"/>
                </a:cubicBezTo>
                <a:cubicBezTo>
                  <a:pt x="527545" y="33596"/>
                  <a:pt x="532926" y="34708"/>
                  <a:pt x="537095" y="36932"/>
                </a:cubicBezTo>
                <a:cubicBezTo>
                  <a:pt x="542218" y="39672"/>
                  <a:pt x="544780" y="43881"/>
                  <a:pt x="544780" y="49560"/>
                </a:cubicBezTo>
                <a:cubicBezTo>
                  <a:pt x="544780" y="53531"/>
                  <a:pt x="542536" y="57145"/>
                  <a:pt x="538048" y="60401"/>
                </a:cubicBezTo>
                <a:cubicBezTo>
                  <a:pt x="536063" y="61831"/>
                  <a:pt x="531853" y="64054"/>
                  <a:pt x="525420" y="67073"/>
                </a:cubicBezTo>
                <a:lnTo>
                  <a:pt x="502666" y="77854"/>
                </a:lnTo>
                <a:cubicBezTo>
                  <a:pt x="504889" y="81150"/>
                  <a:pt x="507659" y="83632"/>
                  <a:pt x="510975" y="85300"/>
                </a:cubicBezTo>
                <a:cubicBezTo>
                  <a:pt x="514291" y="86968"/>
                  <a:pt x="518153" y="87802"/>
                  <a:pt x="522561" y="87802"/>
                </a:cubicBezTo>
                <a:cubicBezTo>
                  <a:pt x="525301" y="87802"/>
                  <a:pt x="528518" y="87286"/>
                  <a:pt x="532211" y="86253"/>
                </a:cubicBezTo>
                <a:cubicBezTo>
                  <a:pt x="536897" y="84943"/>
                  <a:pt x="539915" y="83225"/>
                  <a:pt x="541265" y="81101"/>
                </a:cubicBezTo>
                <a:cubicBezTo>
                  <a:pt x="542615" y="78976"/>
                  <a:pt x="544065" y="77914"/>
                  <a:pt x="545613" y="77914"/>
                </a:cubicBezTo>
                <a:cubicBezTo>
                  <a:pt x="547003" y="77914"/>
                  <a:pt x="548244" y="78442"/>
                  <a:pt x="549336" y="79498"/>
                </a:cubicBezTo>
                <a:cubicBezTo>
                  <a:pt x="550428" y="80553"/>
                  <a:pt x="550975" y="81777"/>
                  <a:pt x="550975" y="83171"/>
                </a:cubicBezTo>
                <a:cubicBezTo>
                  <a:pt x="550975" y="87591"/>
                  <a:pt x="547420" y="91394"/>
                  <a:pt x="540312" y="94581"/>
                </a:cubicBezTo>
                <a:cubicBezTo>
                  <a:pt x="534236" y="97289"/>
                  <a:pt x="528319" y="98643"/>
                  <a:pt x="522561" y="98643"/>
                </a:cubicBezTo>
                <a:moveTo>
                  <a:pt x="520953" y="44318"/>
                </a:moveTo>
                <a:cubicBezTo>
                  <a:pt x="516108" y="44318"/>
                  <a:pt x="512077" y="46194"/>
                  <a:pt x="508861" y="49947"/>
                </a:cubicBezTo>
                <a:cubicBezTo>
                  <a:pt x="505644" y="53700"/>
                  <a:pt x="503241" y="59349"/>
                  <a:pt x="501653" y="66894"/>
                </a:cubicBezTo>
                <a:lnTo>
                  <a:pt x="519940" y="58197"/>
                </a:lnTo>
                <a:cubicBezTo>
                  <a:pt x="527128" y="54702"/>
                  <a:pt x="532251" y="51665"/>
                  <a:pt x="535308" y="49083"/>
                </a:cubicBezTo>
                <a:cubicBezTo>
                  <a:pt x="531893" y="45906"/>
                  <a:pt x="527108" y="44318"/>
                  <a:pt x="520953" y="44318"/>
                </a:cubicBezTo>
                <a:close/>
                <a:moveTo>
                  <a:pt x="615759" y="60878"/>
                </a:moveTo>
                <a:cubicBezTo>
                  <a:pt x="614647" y="60878"/>
                  <a:pt x="612224" y="60619"/>
                  <a:pt x="608492" y="60103"/>
                </a:cubicBezTo>
                <a:cubicBezTo>
                  <a:pt x="608174" y="66108"/>
                  <a:pt x="608015" y="76629"/>
                  <a:pt x="608015" y="91664"/>
                </a:cubicBezTo>
                <a:cubicBezTo>
                  <a:pt x="608015" y="93255"/>
                  <a:pt x="607499" y="94598"/>
                  <a:pt x="606466" y="95693"/>
                </a:cubicBezTo>
                <a:cubicBezTo>
                  <a:pt x="605434" y="96786"/>
                  <a:pt x="604143" y="97333"/>
                  <a:pt x="602594" y="97333"/>
                </a:cubicBezTo>
                <a:cubicBezTo>
                  <a:pt x="601006" y="97333"/>
                  <a:pt x="599696" y="96787"/>
                  <a:pt x="598663" y="95694"/>
                </a:cubicBezTo>
                <a:cubicBezTo>
                  <a:pt x="597631" y="94601"/>
                  <a:pt x="597114" y="93260"/>
                  <a:pt x="597114" y="91670"/>
                </a:cubicBezTo>
                <a:lnTo>
                  <a:pt x="597114" y="74146"/>
                </a:lnTo>
                <a:cubicBezTo>
                  <a:pt x="597114" y="68305"/>
                  <a:pt x="597472" y="60080"/>
                  <a:pt x="598187" y="49470"/>
                </a:cubicBezTo>
                <a:cubicBezTo>
                  <a:pt x="598981" y="37986"/>
                  <a:pt x="599418" y="29761"/>
                  <a:pt x="599497" y="24795"/>
                </a:cubicBezTo>
                <a:lnTo>
                  <a:pt x="599497" y="16569"/>
                </a:lnTo>
                <a:cubicBezTo>
                  <a:pt x="599497" y="12635"/>
                  <a:pt x="599735" y="9774"/>
                  <a:pt x="600212" y="7986"/>
                </a:cubicBezTo>
                <a:cubicBezTo>
                  <a:pt x="601125" y="4489"/>
                  <a:pt x="603071" y="2978"/>
                  <a:pt x="606049" y="3455"/>
                </a:cubicBezTo>
                <a:cubicBezTo>
                  <a:pt x="607320" y="3058"/>
                  <a:pt x="609127" y="2760"/>
                  <a:pt x="611470" y="2561"/>
                </a:cubicBezTo>
                <a:cubicBezTo>
                  <a:pt x="613813" y="2363"/>
                  <a:pt x="616692" y="2264"/>
                  <a:pt x="620107" y="2264"/>
                </a:cubicBezTo>
                <a:cubicBezTo>
                  <a:pt x="627374" y="2264"/>
                  <a:pt x="634185" y="4746"/>
                  <a:pt x="640539" y="9709"/>
                </a:cubicBezTo>
                <a:cubicBezTo>
                  <a:pt x="647528" y="15190"/>
                  <a:pt x="651023" y="21782"/>
                  <a:pt x="651023" y="29486"/>
                </a:cubicBezTo>
                <a:cubicBezTo>
                  <a:pt x="651023" y="39334"/>
                  <a:pt x="647290" y="47177"/>
                  <a:pt x="639824" y="53015"/>
                </a:cubicBezTo>
                <a:cubicBezTo>
                  <a:pt x="633152" y="58257"/>
                  <a:pt x="625131" y="60878"/>
                  <a:pt x="615759" y="60878"/>
                </a:cubicBezTo>
                <a:moveTo>
                  <a:pt x="618737" y="13581"/>
                </a:moveTo>
                <a:cubicBezTo>
                  <a:pt x="616990" y="13581"/>
                  <a:pt x="615431" y="13621"/>
                  <a:pt x="614061" y="13700"/>
                </a:cubicBezTo>
                <a:cubicBezTo>
                  <a:pt x="612691" y="13780"/>
                  <a:pt x="611530" y="13899"/>
                  <a:pt x="610576" y="14058"/>
                </a:cubicBezTo>
                <a:lnTo>
                  <a:pt x="610457" y="25000"/>
                </a:lnTo>
                <a:lnTo>
                  <a:pt x="609206" y="48668"/>
                </a:lnTo>
                <a:lnTo>
                  <a:pt x="615759" y="49441"/>
                </a:lnTo>
                <a:cubicBezTo>
                  <a:pt x="622430" y="49441"/>
                  <a:pt x="628049" y="47756"/>
                  <a:pt x="632616" y="44387"/>
                </a:cubicBezTo>
                <a:cubicBezTo>
                  <a:pt x="637620" y="40699"/>
                  <a:pt x="640122" y="35723"/>
                  <a:pt x="640122" y="29460"/>
                </a:cubicBezTo>
                <a:cubicBezTo>
                  <a:pt x="640122" y="25019"/>
                  <a:pt x="637739" y="21193"/>
                  <a:pt x="632974" y="17982"/>
                </a:cubicBezTo>
                <a:cubicBezTo>
                  <a:pt x="628566" y="15048"/>
                  <a:pt x="623820" y="13581"/>
                  <a:pt x="618737" y="13581"/>
                </a:cubicBezTo>
                <a:close/>
                <a:moveTo>
                  <a:pt x="708986" y="51764"/>
                </a:moveTo>
                <a:cubicBezTo>
                  <a:pt x="708708" y="56728"/>
                  <a:pt x="706722" y="59210"/>
                  <a:pt x="703029" y="59210"/>
                </a:cubicBezTo>
                <a:cubicBezTo>
                  <a:pt x="699614" y="59210"/>
                  <a:pt x="697906" y="57252"/>
                  <a:pt x="697906" y="53337"/>
                </a:cubicBezTo>
                <a:cubicBezTo>
                  <a:pt x="697906" y="52585"/>
                  <a:pt x="697847" y="51200"/>
                  <a:pt x="697727" y="49182"/>
                </a:cubicBezTo>
                <a:lnTo>
                  <a:pt x="697549" y="44199"/>
                </a:lnTo>
                <a:cubicBezTo>
                  <a:pt x="691274" y="44955"/>
                  <a:pt x="686251" y="46725"/>
                  <a:pt x="682478" y="49511"/>
                </a:cubicBezTo>
                <a:cubicBezTo>
                  <a:pt x="678944" y="52099"/>
                  <a:pt x="676005" y="55999"/>
                  <a:pt x="673662" y="61213"/>
                </a:cubicBezTo>
                <a:lnTo>
                  <a:pt x="673782" y="93924"/>
                </a:lnTo>
                <a:cubicBezTo>
                  <a:pt x="673782" y="97944"/>
                  <a:pt x="671816" y="99954"/>
                  <a:pt x="667884" y="99954"/>
                </a:cubicBezTo>
                <a:cubicBezTo>
                  <a:pt x="664390" y="99954"/>
                  <a:pt x="662642" y="97944"/>
                  <a:pt x="662642" y="93926"/>
                </a:cubicBezTo>
                <a:lnTo>
                  <a:pt x="662642" y="52034"/>
                </a:lnTo>
                <a:cubicBezTo>
                  <a:pt x="662642" y="50721"/>
                  <a:pt x="662692" y="48752"/>
                  <a:pt x="662791" y="46127"/>
                </a:cubicBezTo>
                <a:cubicBezTo>
                  <a:pt x="662891" y="43501"/>
                  <a:pt x="662940" y="41532"/>
                  <a:pt x="662940" y="40219"/>
                </a:cubicBezTo>
                <a:cubicBezTo>
                  <a:pt x="662940" y="36201"/>
                  <a:pt x="664688" y="34191"/>
                  <a:pt x="668182" y="34191"/>
                </a:cubicBezTo>
                <a:cubicBezTo>
                  <a:pt x="672074" y="34191"/>
                  <a:pt x="674040" y="37488"/>
                  <a:pt x="674079" y="44080"/>
                </a:cubicBezTo>
                <a:cubicBezTo>
                  <a:pt x="681704" y="36693"/>
                  <a:pt x="690162" y="33000"/>
                  <a:pt x="699455" y="33000"/>
                </a:cubicBezTo>
                <a:cubicBezTo>
                  <a:pt x="702672" y="33000"/>
                  <a:pt x="705074" y="34211"/>
                  <a:pt x="706663" y="36634"/>
                </a:cubicBezTo>
                <a:cubicBezTo>
                  <a:pt x="708251" y="39056"/>
                  <a:pt x="709045" y="42710"/>
                  <a:pt x="709045" y="47594"/>
                </a:cubicBezTo>
                <a:cubicBezTo>
                  <a:pt x="709045" y="49659"/>
                  <a:pt x="709025" y="51049"/>
                  <a:pt x="708986" y="51764"/>
                </a:cubicBezTo>
                <a:close/>
                <a:moveTo>
                  <a:pt x="749273" y="98643"/>
                </a:moveTo>
                <a:cubicBezTo>
                  <a:pt x="740298" y="98643"/>
                  <a:pt x="733031" y="96398"/>
                  <a:pt x="727472" y="91906"/>
                </a:cubicBezTo>
                <a:cubicBezTo>
                  <a:pt x="721396" y="86938"/>
                  <a:pt x="718358" y="79981"/>
                  <a:pt x="718358" y="71037"/>
                </a:cubicBezTo>
                <a:cubicBezTo>
                  <a:pt x="718358" y="60704"/>
                  <a:pt x="720860" y="52039"/>
                  <a:pt x="725863" y="45044"/>
                </a:cubicBezTo>
                <a:cubicBezTo>
                  <a:pt x="731304" y="37412"/>
                  <a:pt x="738571" y="33596"/>
                  <a:pt x="747665" y="33596"/>
                </a:cubicBezTo>
                <a:cubicBezTo>
                  <a:pt x="754257" y="33596"/>
                  <a:pt x="759638" y="34708"/>
                  <a:pt x="763807" y="36932"/>
                </a:cubicBezTo>
                <a:cubicBezTo>
                  <a:pt x="768930" y="39672"/>
                  <a:pt x="771492" y="43881"/>
                  <a:pt x="771492" y="49560"/>
                </a:cubicBezTo>
                <a:cubicBezTo>
                  <a:pt x="771492" y="53531"/>
                  <a:pt x="769248" y="57145"/>
                  <a:pt x="764761" y="60401"/>
                </a:cubicBezTo>
                <a:cubicBezTo>
                  <a:pt x="762775" y="61831"/>
                  <a:pt x="758566" y="64054"/>
                  <a:pt x="752132" y="67073"/>
                </a:cubicBezTo>
                <a:lnTo>
                  <a:pt x="729378" y="77854"/>
                </a:lnTo>
                <a:cubicBezTo>
                  <a:pt x="731602" y="81150"/>
                  <a:pt x="734371" y="83632"/>
                  <a:pt x="737687" y="85300"/>
                </a:cubicBezTo>
                <a:cubicBezTo>
                  <a:pt x="741003" y="86968"/>
                  <a:pt x="744865" y="87802"/>
                  <a:pt x="749273" y="87802"/>
                </a:cubicBezTo>
                <a:cubicBezTo>
                  <a:pt x="752013" y="87802"/>
                  <a:pt x="755230" y="87286"/>
                  <a:pt x="758923" y="86253"/>
                </a:cubicBezTo>
                <a:cubicBezTo>
                  <a:pt x="763609" y="84943"/>
                  <a:pt x="766627" y="83225"/>
                  <a:pt x="767977" y="81101"/>
                </a:cubicBezTo>
                <a:cubicBezTo>
                  <a:pt x="769327" y="78976"/>
                  <a:pt x="770777" y="77914"/>
                  <a:pt x="772326" y="77914"/>
                </a:cubicBezTo>
                <a:cubicBezTo>
                  <a:pt x="773715" y="77914"/>
                  <a:pt x="774956" y="78442"/>
                  <a:pt x="776048" y="79498"/>
                </a:cubicBezTo>
                <a:cubicBezTo>
                  <a:pt x="777141" y="80553"/>
                  <a:pt x="777687" y="81777"/>
                  <a:pt x="777687" y="83171"/>
                </a:cubicBezTo>
                <a:cubicBezTo>
                  <a:pt x="777687" y="87591"/>
                  <a:pt x="774132" y="91394"/>
                  <a:pt x="767024" y="94581"/>
                </a:cubicBezTo>
                <a:cubicBezTo>
                  <a:pt x="760948" y="97289"/>
                  <a:pt x="755031" y="98643"/>
                  <a:pt x="749273" y="98643"/>
                </a:cubicBezTo>
                <a:moveTo>
                  <a:pt x="747665" y="44318"/>
                </a:moveTo>
                <a:cubicBezTo>
                  <a:pt x="742820" y="44318"/>
                  <a:pt x="738789" y="46194"/>
                  <a:pt x="735573" y="49947"/>
                </a:cubicBezTo>
                <a:cubicBezTo>
                  <a:pt x="732356" y="53700"/>
                  <a:pt x="729953" y="59349"/>
                  <a:pt x="728365" y="66894"/>
                </a:cubicBezTo>
                <a:lnTo>
                  <a:pt x="746652" y="58197"/>
                </a:lnTo>
                <a:cubicBezTo>
                  <a:pt x="753840" y="54702"/>
                  <a:pt x="758963" y="51665"/>
                  <a:pt x="762020" y="49083"/>
                </a:cubicBezTo>
                <a:cubicBezTo>
                  <a:pt x="758605" y="45906"/>
                  <a:pt x="753820" y="44318"/>
                  <a:pt x="747665" y="44318"/>
                </a:cubicBezTo>
                <a:close/>
                <a:moveTo>
                  <a:pt x="829081" y="12152"/>
                </a:moveTo>
                <a:cubicBezTo>
                  <a:pt x="819471" y="12152"/>
                  <a:pt x="814090" y="18790"/>
                  <a:pt x="812939" y="32066"/>
                </a:cubicBezTo>
                <a:lnTo>
                  <a:pt x="812760" y="35740"/>
                </a:lnTo>
                <a:cubicBezTo>
                  <a:pt x="819511" y="35264"/>
                  <a:pt x="823879" y="35025"/>
                  <a:pt x="825865" y="35025"/>
                </a:cubicBezTo>
                <a:cubicBezTo>
                  <a:pt x="832179" y="35025"/>
                  <a:pt x="835336" y="37020"/>
                  <a:pt x="835336" y="41010"/>
                </a:cubicBezTo>
                <a:cubicBezTo>
                  <a:pt x="835336" y="43924"/>
                  <a:pt x="833787" y="45660"/>
                  <a:pt x="830690" y="46218"/>
                </a:cubicBezTo>
                <a:cubicBezTo>
                  <a:pt x="829339" y="46458"/>
                  <a:pt x="827761" y="46548"/>
                  <a:pt x="825954" y="46488"/>
                </a:cubicBezTo>
                <a:cubicBezTo>
                  <a:pt x="824147" y="46429"/>
                  <a:pt x="819570" y="46698"/>
                  <a:pt x="812224" y="47296"/>
                </a:cubicBezTo>
                <a:lnTo>
                  <a:pt x="811747" y="60891"/>
                </a:lnTo>
                <a:cubicBezTo>
                  <a:pt x="811747" y="63356"/>
                  <a:pt x="811827" y="67054"/>
                  <a:pt x="811986" y="71983"/>
                </a:cubicBezTo>
                <a:cubicBezTo>
                  <a:pt x="812144" y="76912"/>
                  <a:pt x="812224" y="80589"/>
                  <a:pt x="812224" y="83014"/>
                </a:cubicBezTo>
                <a:cubicBezTo>
                  <a:pt x="812224" y="90567"/>
                  <a:pt x="811787" y="96450"/>
                  <a:pt x="810913" y="100663"/>
                </a:cubicBezTo>
                <a:cubicBezTo>
                  <a:pt x="810238" y="103843"/>
                  <a:pt x="808392" y="105434"/>
                  <a:pt x="805374" y="105434"/>
                </a:cubicBezTo>
                <a:cubicBezTo>
                  <a:pt x="803745" y="105434"/>
                  <a:pt x="802356" y="104907"/>
                  <a:pt x="801204" y="103853"/>
                </a:cubicBezTo>
                <a:cubicBezTo>
                  <a:pt x="800052" y="102800"/>
                  <a:pt x="799477" y="101478"/>
                  <a:pt x="799477" y="99888"/>
                </a:cubicBezTo>
                <a:cubicBezTo>
                  <a:pt x="799477" y="99571"/>
                  <a:pt x="799516" y="99173"/>
                  <a:pt x="799596" y="98695"/>
                </a:cubicBezTo>
                <a:cubicBezTo>
                  <a:pt x="800430" y="93528"/>
                  <a:pt x="800847" y="87903"/>
                  <a:pt x="800847" y="81821"/>
                </a:cubicBezTo>
                <a:lnTo>
                  <a:pt x="800668" y="65542"/>
                </a:lnTo>
                <a:lnTo>
                  <a:pt x="800668" y="48249"/>
                </a:lnTo>
                <a:cubicBezTo>
                  <a:pt x="795704" y="48646"/>
                  <a:pt x="792567" y="48845"/>
                  <a:pt x="791256" y="48845"/>
                </a:cubicBezTo>
                <a:cubicBezTo>
                  <a:pt x="787245" y="48845"/>
                  <a:pt x="785240" y="46919"/>
                  <a:pt x="785240" y="43067"/>
                </a:cubicBezTo>
                <a:cubicBezTo>
                  <a:pt x="785240" y="39136"/>
                  <a:pt x="788715" y="37071"/>
                  <a:pt x="795664" y="36872"/>
                </a:cubicBezTo>
                <a:lnTo>
                  <a:pt x="801383" y="36693"/>
                </a:lnTo>
                <a:cubicBezTo>
                  <a:pt x="801502" y="34469"/>
                  <a:pt x="801800" y="31451"/>
                  <a:pt x="802276" y="27639"/>
                </a:cubicBezTo>
                <a:cubicBezTo>
                  <a:pt x="803309" y="18823"/>
                  <a:pt x="805532" y="12330"/>
                  <a:pt x="808948" y="8161"/>
                </a:cubicBezTo>
                <a:cubicBezTo>
                  <a:pt x="813078" y="3117"/>
                  <a:pt x="819531" y="596"/>
                  <a:pt x="828307" y="596"/>
                </a:cubicBezTo>
                <a:cubicBezTo>
                  <a:pt x="833986" y="596"/>
                  <a:pt x="836825" y="2532"/>
                  <a:pt x="836825" y="6403"/>
                </a:cubicBezTo>
                <a:cubicBezTo>
                  <a:pt x="836825" y="10236"/>
                  <a:pt x="834244" y="12152"/>
                  <a:pt x="829081" y="12152"/>
                </a:cubicBezTo>
                <a:close/>
                <a:moveTo>
                  <a:pt x="857686" y="101502"/>
                </a:moveTo>
                <a:cubicBezTo>
                  <a:pt x="855621" y="101502"/>
                  <a:pt x="853873" y="100787"/>
                  <a:pt x="852444" y="99358"/>
                </a:cubicBezTo>
                <a:cubicBezTo>
                  <a:pt x="851014" y="97928"/>
                  <a:pt x="850299" y="96181"/>
                  <a:pt x="850299" y="94116"/>
                </a:cubicBezTo>
                <a:cubicBezTo>
                  <a:pt x="850299" y="92091"/>
                  <a:pt x="851014" y="90353"/>
                  <a:pt x="852444" y="88904"/>
                </a:cubicBezTo>
                <a:cubicBezTo>
                  <a:pt x="853873" y="87454"/>
                  <a:pt x="855621" y="86730"/>
                  <a:pt x="857686" y="86730"/>
                </a:cubicBezTo>
                <a:cubicBezTo>
                  <a:pt x="859711" y="86730"/>
                  <a:pt x="861448" y="87454"/>
                  <a:pt x="862898" y="88904"/>
                </a:cubicBezTo>
                <a:cubicBezTo>
                  <a:pt x="864347" y="90353"/>
                  <a:pt x="865072" y="92091"/>
                  <a:pt x="865072" y="94116"/>
                </a:cubicBezTo>
                <a:cubicBezTo>
                  <a:pt x="865072" y="96181"/>
                  <a:pt x="864347" y="97928"/>
                  <a:pt x="862898" y="99358"/>
                </a:cubicBezTo>
                <a:cubicBezTo>
                  <a:pt x="861448" y="100787"/>
                  <a:pt x="859711" y="101502"/>
                  <a:pt x="857686" y="101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•…">
            <a:extLst xmlns:a="http://schemas.openxmlformats.org/drawingml/2006/main">
              <a:ext uri="{FF2B5EF4-FFF2-40B4-BE49-F238E27FC236}">
                <a16:creationId xmlns:a16="http://schemas.microsoft.com/office/drawing/2014/main" id="{9B6614A1-0356-4BBC-836B-B928F58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739" y="1965349"/>
            <a:ext cx="165956" cy="61890"/>
          </a:xfrm>
          <a:custGeom xmlns:a="http://schemas.openxmlformats.org/drawingml/2006/main">
            <a:pathLst>
              <a:path w="165956" h="61890">
                <a:moveTo>
                  <a:pt x="0" y="15070"/>
                </a:moveTo>
                <a:cubicBezTo>
                  <a:pt x="0" y="10901"/>
                  <a:pt x="1479" y="7347"/>
                  <a:pt x="4438" y="4408"/>
                </a:cubicBezTo>
                <a:cubicBezTo>
                  <a:pt x="7396" y="1469"/>
                  <a:pt x="10940" y="0"/>
                  <a:pt x="15070" y="0"/>
                </a:cubicBezTo>
                <a:cubicBezTo>
                  <a:pt x="19240" y="0"/>
                  <a:pt x="22804" y="1469"/>
                  <a:pt x="25763" y="4408"/>
                </a:cubicBezTo>
                <a:cubicBezTo>
                  <a:pt x="28721" y="7347"/>
                  <a:pt x="30201" y="10901"/>
                  <a:pt x="30201" y="15070"/>
                </a:cubicBezTo>
                <a:cubicBezTo>
                  <a:pt x="30201" y="19240"/>
                  <a:pt x="28721" y="22804"/>
                  <a:pt x="25763" y="25763"/>
                </a:cubicBezTo>
                <a:cubicBezTo>
                  <a:pt x="22804" y="28721"/>
                  <a:pt x="19240" y="30201"/>
                  <a:pt x="15070" y="30201"/>
                </a:cubicBezTo>
                <a:cubicBezTo>
                  <a:pt x="10940" y="30201"/>
                  <a:pt x="7396" y="28721"/>
                  <a:pt x="4438" y="25763"/>
                </a:cubicBezTo>
                <a:cubicBezTo>
                  <a:pt x="1479" y="22804"/>
                  <a:pt x="0" y="19240"/>
                  <a:pt x="0" y="15070"/>
                </a:cubicBezTo>
                <a:close/>
                <a:moveTo>
                  <a:pt x="159344" y="61414"/>
                </a:moveTo>
                <a:cubicBezTo>
                  <a:pt x="157875" y="61414"/>
                  <a:pt x="156564" y="61056"/>
                  <a:pt x="155412" y="60341"/>
                </a:cubicBezTo>
                <a:cubicBezTo>
                  <a:pt x="154062" y="59508"/>
                  <a:pt x="153387" y="58396"/>
                  <a:pt x="153387" y="57006"/>
                </a:cubicBezTo>
                <a:cubicBezTo>
                  <a:pt x="153387" y="56410"/>
                  <a:pt x="153546" y="55626"/>
                  <a:pt x="153864" y="54653"/>
                </a:cubicBezTo>
                <a:cubicBezTo>
                  <a:pt x="154181" y="53680"/>
                  <a:pt x="154360" y="52975"/>
                  <a:pt x="154400" y="52538"/>
                </a:cubicBezTo>
                <a:cubicBezTo>
                  <a:pt x="154757" y="49719"/>
                  <a:pt x="156663" y="48309"/>
                  <a:pt x="160118" y="48309"/>
                </a:cubicBezTo>
                <a:cubicBezTo>
                  <a:pt x="164010" y="48309"/>
                  <a:pt x="165956" y="49818"/>
                  <a:pt x="165956" y="52836"/>
                </a:cubicBezTo>
                <a:cubicBezTo>
                  <a:pt x="165956" y="58554"/>
                  <a:pt x="163752" y="61414"/>
                  <a:pt x="159344" y="61414"/>
                </a:cubicBezTo>
                <a:moveTo>
                  <a:pt x="133432" y="61175"/>
                </a:moveTo>
                <a:cubicBezTo>
                  <a:pt x="129580" y="61175"/>
                  <a:pt x="127654" y="59699"/>
                  <a:pt x="127654" y="56747"/>
                </a:cubicBezTo>
                <a:lnTo>
                  <a:pt x="127654" y="52856"/>
                </a:lnTo>
                <a:cubicBezTo>
                  <a:pt x="127654" y="49904"/>
                  <a:pt x="129580" y="48428"/>
                  <a:pt x="133432" y="48428"/>
                </a:cubicBezTo>
                <a:cubicBezTo>
                  <a:pt x="137244" y="48428"/>
                  <a:pt x="139151" y="49904"/>
                  <a:pt x="139151" y="52856"/>
                </a:cubicBezTo>
                <a:lnTo>
                  <a:pt x="139151" y="56747"/>
                </a:lnTo>
                <a:cubicBezTo>
                  <a:pt x="139151" y="59699"/>
                  <a:pt x="137244" y="61175"/>
                  <a:pt x="133432" y="61175"/>
                </a:cubicBezTo>
                <a:moveTo>
                  <a:pt x="108354" y="61890"/>
                </a:moveTo>
                <a:cubicBezTo>
                  <a:pt x="104502" y="61890"/>
                  <a:pt x="102576" y="60413"/>
                  <a:pt x="102576" y="57460"/>
                </a:cubicBezTo>
                <a:lnTo>
                  <a:pt x="102576" y="54109"/>
                </a:lnTo>
                <a:cubicBezTo>
                  <a:pt x="102576" y="51116"/>
                  <a:pt x="104502" y="49619"/>
                  <a:pt x="108354" y="49619"/>
                </a:cubicBezTo>
                <a:cubicBezTo>
                  <a:pt x="112206" y="49619"/>
                  <a:pt x="114132" y="51116"/>
                  <a:pt x="114132" y="54109"/>
                </a:cubicBezTo>
                <a:lnTo>
                  <a:pt x="114132" y="57460"/>
                </a:lnTo>
                <a:cubicBezTo>
                  <a:pt x="114132" y="60413"/>
                  <a:pt x="112206" y="61890"/>
                  <a:pt x="108354" y="618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814d03b134665"/>
          <a:stretch xmlns:a="http://schemas.openxmlformats.org/drawingml/2006/main"/>
        </p:blipFill>
        <p:spPr>
          <a:xfrm xmlns:a="http://schemas.openxmlformats.org/drawingml/2006/main">
            <a:off x="10070432" y="1866434"/>
            <a:ext cx="560784" cy="593643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103c488c84ad8"/>
          <a:stretch xmlns:a="http://schemas.openxmlformats.org/drawingml/2006/main"/>
        </p:blipFill>
        <p:spPr>
          <a:xfrm xmlns:a="http://schemas.openxmlformats.org/drawingml/2006/main">
            <a:off x="10051702" y="654707"/>
            <a:ext cx="560784" cy="593643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66f6134f04868"/>
          <a:stretch xmlns:a="http://schemas.openxmlformats.org/drawingml/2006/main"/>
        </p:blipFill>
        <p:spPr>
          <a:xfrm xmlns:a="http://schemas.openxmlformats.org/drawingml/2006/main">
            <a:off x="11287247" y="715047"/>
            <a:ext cx="1142549" cy="1211727"/>
          </a:xfrm>
          <a:prstGeom xmlns:a="http://schemas.openxmlformats.org/drawingml/2006/main" prst="rect">
            <a:avLst/>
          </a:prstGeom>
        </p:spPr>
      </p:pic>
      <p:sp>
        <p:nvSpPr>
          <p:cNvPr id="52" name="Text LLM-Finetune">
            <a:extLst xmlns:a="http://schemas.openxmlformats.org/drawingml/2006/main">
              <a:ext uri="{FF2B5EF4-FFF2-40B4-BE49-F238E27FC236}">
                <a16:creationId xmlns:a16="http://schemas.microsoft.com/office/drawing/2014/main" id="{9D884F76-7387-44E5-9260-19F1E9F0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71" y="1328775"/>
            <a:ext cx="1109092" cy="142961"/>
          </a:xfrm>
          <a:custGeom xmlns:a="http://schemas.openxmlformats.org/drawingml/2006/main">
            <a:pathLst>
              <a:path w="1109092" h="142961">
                <a:moveTo>
                  <a:pt x="78629" y="130537"/>
                </a:moveTo>
                <a:cubicBezTo>
                  <a:pt x="72218" y="133544"/>
                  <a:pt x="62148" y="136238"/>
                  <a:pt x="48419" y="138621"/>
                </a:cubicBezTo>
                <a:cubicBezTo>
                  <a:pt x="35769" y="140834"/>
                  <a:pt x="25444" y="141940"/>
                  <a:pt x="17445" y="141940"/>
                </a:cubicBezTo>
                <a:cubicBezTo>
                  <a:pt x="11715" y="141940"/>
                  <a:pt x="7602" y="141060"/>
                  <a:pt x="5106" y="139299"/>
                </a:cubicBezTo>
                <a:cubicBezTo>
                  <a:pt x="1702" y="136916"/>
                  <a:pt x="0" y="132546"/>
                  <a:pt x="0" y="126186"/>
                </a:cubicBezTo>
                <a:lnTo>
                  <a:pt x="1702" y="98004"/>
                </a:lnTo>
                <a:cubicBezTo>
                  <a:pt x="3177" y="72005"/>
                  <a:pt x="3914" y="43168"/>
                  <a:pt x="3914" y="11493"/>
                </a:cubicBezTo>
                <a:cubicBezTo>
                  <a:pt x="3914" y="9052"/>
                  <a:pt x="4723" y="6981"/>
                  <a:pt x="6340" y="5279"/>
                </a:cubicBezTo>
                <a:cubicBezTo>
                  <a:pt x="7956" y="3575"/>
                  <a:pt x="9956" y="2723"/>
                  <a:pt x="12339" y="2723"/>
                </a:cubicBezTo>
                <a:cubicBezTo>
                  <a:pt x="14778" y="2723"/>
                  <a:pt x="16806" y="3574"/>
                  <a:pt x="18423" y="5276"/>
                </a:cubicBezTo>
                <a:cubicBezTo>
                  <a:pt x="20040" y="6978"/>
                  <a:pt x="20848" y="9049"/>
                  <a:pt x="20848" y="11488"/>
                </a:cubicBezTo>
                <a:cubicBezTo>
                  <a:pt x="20848" y="43541"/>
                  <a:pt x="20083" y="72700"/>
                  <a:pt x="18551" y="98966"/>
                </a:cubicBezTo>
                <a:lnTo>
                  <a:pt x="17445" y="111901"/>
                </a:lnTo>
                <a:cubicBezTo>
                  <a:pt x="16991" y="116610"/>
                  <a:pt x="16821" y="120779"/>
                  <a:pt x="16934" y="124410"/>
                </a:cubicBezTo>
                <a:cubicBezTo>
                  <a:pt x="31741" y="124580"/>
                  <a:pt x="50462" y="121091"/>
                  <a:pt x="73097" y="113943"/>
                </a:cubicBezTo>
                <a:cubicBezTo>
                  <a:pt x="74062" y="113660"/>
                  <a:pt x="74969" y="113518"/>
                  <a:pt x="75820" y="113518"/>
                </a:cubicBezTo>
                <a:cubicBezTo>
                  <a:pt x="78260" y="113518"/>
                  <a:pt x="80302" y="114487"/>
                  <a:pt x="81947" y="116424"/>
                </a:cubicBezTo>
                <a:cubicBezTo>
                  <a:pt x="83365" y="118192"/>
                  <a:pt x="84075" y="120216"/>
                  <a:pt x="84075" y="122498"/>
                </a:cubicBezTo>
                <a:cubicBezTo>
                  <a:pt x="84075" y="126147"/>
                  <a:pt x="82259" y="128826"/>
                  <a:pt x="78629" y="130537"/>
                </a:cubicBezTo>
                <a:close/>
                <a:moveTo>
                  <a:pt x="174480" y="130537"/>
                </a:moveTo>
                <a:cubicBezTo>
                  <a:pt x="168070" y="133544"/>
                  <a:pt x="158000" y="136238"/>
                  <a:pt x="144271" y="138621"/>
                </a:cubicBezTo>
                <a:cubicBezTo>
                  <a:pt x="131621" y="140834"/>
                  <a:pt x="121296" y="141940"/>
                  <a:pt x="113297" y="141940"/>
                </a:cubicBezTo>
                <a:cubicBezTo>
                  <a:pt x="107567" y="141940"/>
                  <a:pt x="103454" y="141060"/>
                  <a:pt x="100958" y="139299"/>
                </a:cubicBezTo>
                <a:cubicBezTo>
                  <a:pt x="97554" y="136916"/>
                  <a:pt x="95852" y="132546"/>
                  <a:pt x="95852" y="126186"/>
                </a:cubicBezTo>
                <a:lnTo>
                  <a:pt x="97554" y="98004"/>
                </a:lnTo>
                <a:cubicBezTo>
                  <a:pt x="99029" y="72005"/>
                  <a:pt x="99766" y="43168"/>
                  <a:pt x="99766" y="11493"/>
                </a:cubicBezTo>
                <a:cubicBezTo>
                  <a:pt x="99766" y="9052"/>
                  <a:pt x="100575" y="6981"/>
                  <a:pt x="102192" y="5279"/>
                </a:cubicBezTo>
                <a:cubicBezTo>
                  <a:pt x="103808" y="3575"/>
                  <a:pt x="105808" y="2723"/>
                  <a:pt x="108191" y="2723"/>
                </a:cubicBezTo>
                <a:cubicBezTo>
                  <a:pt x="110630" y="2723"/>
                  <a:pt x="112658" y="3574"/>
                  <a:pt x="114275" y="5276"/>
                </a:cubicBezTo>
                <a:cubicBezTo>
                  <a:pt x="115892" y="6978"/>
                  <a:pt x="116700" y="9049"/>
                  <a:pt x="116700" y="11488"/>
                </a:cubicBezTo>
                <a:cubicBezTo>
                  <a:pt x="116700" y="43541"/>
                  <a:pt x="115935" y="72700"/>
                  <a:pt x="114403" y="98966"/>
                </a:cubicBezTo>
                <a:lnTo>
                  <a:pt x="113297" y="111901"/>
                </a:lnTo>
                <a:cubicBezTo>
                  <a:pt x="112843" y="116610"/>
                  <a:pt x="112673" y="120779"/>
                  <a:pt x="112786" y="124410"/>
                </a:cubicBezTo>
                <a:cubicBezTo>
                  <a:pt x="127593" y="124580"/>
                  <a:pt x="146314" y="121091"/>
                  <a:pt x="168949" y="113943"/>
                </a:cubicBezTo>
                <a:cubicBezTo>
                  <a:pt x="169914" y="113660"/>
                  <a:pt x="170821" y="113518"/>
                  <a:pt x="171672" y="113518"/>
                </a:cubicBezTo>
                <a:cubicBezTo>
                  <a:pt x="174112" y="113518"/>
                  <a:pt x="176154" y="114487"/>
                  <a:pt x="177799" y="116424"/>
                </a:cubicBezTo>
                <a:cubicBezTo>
                  <a:pt x="179217" y="118192"/>
                  <a:pt x="179927" y="120216"/>
                  <a:pt x="179927" y="122498"/>
                </a:cubicBezTo>
                <a:cubicBezTo>
                  <a:pt x="179927" y="126147"/>
                  <a:pt x="178111" y="128826"/>
                  <a:pt x="174480" y="130537"/>
                </a:cubicBezTo>
                <a:close/>
                <a:moveTo>
                  <a:pt x="321390" y="140919"/>
                </a:moveTo>
                <a:cubicBezTo>
                  <a:pt x="318326" y="140919"/>
                  <a:pt x="315802" y="139330"/>
                  <a:pt x="313816" y="136153"/>
                </a:cubicBezTo>
                <a:cubicBezTo>
                  <a:pt x="312114" y="133430"/>
                  <a:pt x="310583" y="128892"/>
                  <a:pt x="309221" y="122538"/>
                </a:cubicBezTo>
                <a:lnTo>
                  <a:pt x="306158" y="107901"/>
                </a:lnTo>
                <a:cubicBezTo>
                  <a:pt x="303832" y="98825"/>
                  <a:pt x="300144" y="78799"/>
                  <a:pt x="295095" y="47824"/>
                </a:cubicBezTo>
                <a:lnTo>
                  <a:pt x="278076" y="99137"/>
                </a:lnTo>
                <a:lnTo>
                  <a:pt x="273056" y="115305"/>
                </a:lnTo>
                <a:cubicBezTo>
                  <a:pt x="271013" y="121715"/>
                  <a:pt x="268886" y="126963"/>
                  <a:pt x="266673" y="131048"/>
                </a:cubicBezTo>
                <a:cubicBezTo>
                  <a:pt x="264291" y="135359"/>
                  <a:pt x="261085" y="137515"/>
                  <a:pt x="257058" y="137515"/>
                </a:cubicBezTo>
                <a:cubicBezTo>
                  <a:pt x="253710" y="137515"/>
                  <a:pt x="251072" y="135699"/>
                  <a:pt x="249144" y="132069"/>
                </a:cubicBezTo>
                <a:cubicBezTo>
                  <a:pt x="247896" y="129686"/>
                  <a:pt x="246761" y="126651"/>
                  <a:pt x="245740" y="122963"/>
                </a:cubicBezTo>
                <a:lnTo>
                  <a:pt x="243272" y="113518"/>
                </a:lnTo>
                <a:cubicBezTo>
                  <a:pt x="237542" y="93492"/>
                  <a:pt x="232493" y="72048"/>
                  <a:pt x="228125" y="49185"/>
                </a:cubicBezTo>
                <a:lnTo>
                  <a:pt x="225062" y="64418"/>
                </a:lnTo>
                <a:lnTo>
                  <a:pt x="214084" y="109348"/>
                </a:lnTo>
                <a:cubicBezTo>
                  <a:pt x="213630" y="114624"/>
                  <a:pt x="212212" y="122424"/>
                  <a:pt x="209829" y="132749"/>
                </a:cubicBezTo>
                <a:cubicBezTo>
                  <a:pt x="208127" y="137174"/>
                  <a:pt x="205319" y="139387"/>
                  <a:pt x="201405" y="139387"/>
                </a:cubicBezTo>
                <a:cubicBezTo>
                  <a:pt x="198625" y="139387"/>
                  <a:pt x="196413" y="138394"/>
                  <a:pt x="194767" y="136409"/>
                </a:cubicBezTo>
                <a:cubicBezTo>
                  <a:pt x="193349" y="134707"/>
                  <a:pt x="192640" y="132608"/>
                  <a:pt x="192640" y="130111"/>
                </a:cubicBezTo>
                <a:cubicBezTo>
                  <a:pt x="192640" y="120637"/>
                  <a:pt x="194597" y="109008"/>
                  <a:pt x="198512" y="95222"/>
                </a:cubicBezTo>
                <a:lnTo>
                  <a:pt x="207872" y="60929"/>
                </a:lnTo>
                <a:lnTo>
                  <a:pt x="212808" y="34123"/>
                </a:lnTo>
                <a:cubicBezTo>
                  <a:pt x="215304" y="21586"/>
                  <a:pt x="217942" y="13388"/>
                  <a:pt x="220722" y="9531"/>
                </a:cubicBezTo>
                <a:cubicBezTo>
                  <a:pt x="222991" y="6240"/>
                  <a:pt x="225799" y="4595"/>
                  <a:pt x="229146" y="4595"/>
                </a:cubicBezTo>
                <a:cubicBezTo>
                  <a:pt x="232834" y="4595"/>
                  <a:pt x="235585" y="6694"/>
                  <a:pt x="237400" y="10892"/>
                </a:cubicBezTo>
                <a:cubicBezTo>
                  <a:pt x="239613" y="15941"/>
                  <a:pt x="241996" y="26238"/>
                  <a:pt x="244548" y="41782"/>
                </a:cubicBezTo>
                <a:cubicBezTo>
                  <a:pt x="247555" y="60446"/>
                  <a:pt x="252235" y="80642"/>
                  <a:pt x="258589" y="102370"/>
                </a:cubicBezTo>
                <a:cubicBezTo>
                  <a:pt x="266985" y="80529"/>
                  <a:pt x="274247" y="57780"/>
                  <a:pt x="280374" y="34123"/>
                </a:cubicBezTo>
                <a:lnTo>
                  <a:pt x="282927" y="21699"/>
                </a:lnTo>
                <a:cubicBezTo>
                  <a:pt x="283948" y="16707"/>
                  <a:pt x="285281" y="12679"/>
                  <a:pt x="286926" y="9616"/>
                </a:cubicBezTo>
                <a:cubicBezTo>
                  <a:pt x="289139" y="5475"/>
                  <a:pt x="292174" y="3404"/>
                  <a:pt x="296031" y="3404"/>
                </a:cubicBezTo>
                <a:cubicBezTo>
                  <a:pt x="300910" y="3404"/>
                  <a:pt x="304626" y="8084"/>
                  <a:pt x="307179" y="17445"/>
                </a:cubicBezTo>
                <a:cubicBezTo>
                  <a:pt x="308087" y="20678"/>
                  <a:pt x="309193" y="27372"/>
                  <a:pt x="310498" y="37527"/>
                </a:cubicBezTo>
                <a:cubicBezTo>
                  <a:pt x="313845" y="63169"/>
                  <a:pt x="318014" y="85067"/>
                  <a:pt x="323007" y="103221"/>
                </a:cubicBezTo>
                <a:lnTo>
                  <a:pt x="327176" y="117858"/>
                </a:lnTo>
                <a:cubicBezTo>
                  <a:pt x="329332" y="125686"/>
                  <a:pt x="330410" y="130509"/>
                  <a:pt x="330410" y="132324"/>
                </a:cubicBezTo>
                <a:cubicBezTo>
                  <a:pt x="330410" y="134763"/>
                  <a:pt x="329488" y="136806"/>
                  <a:pt x="327644" y="138451"/>
                </a:cubicBezTo>
                <a:cubicBezTo>
                  <a:pt x="325801" y="140096"/>
                  <a:pt x="323716" y="140919"/>
                  <a:pt x="321390" y="140919"/>
                </a:cubicBezTo>
                <a:close/>
                <a:moveTo>
                  <a:pt x="395560" y="93435"/>
                </a:moveTo>
                <a:cubicBezTo>
                  <a:pt x="387845" y="94229"/>
                  <a:pt x="374116" y="94627"/>
                  <a:pt x="354374" y="94627"/>
                </a:cubicBezTo>
                <a:cubicBezTo>
                  <a:pt x="349608" y="94627"/>
                  <a:pt x="347226" y="92414"/>
                  <a:pt x="347226" y="87989"/>
                </a:cubicBezTo>
                <a:cubicBezTo>
                  <a:pt x="347226" y="83564"/>
                  <a:pt x="349608" y="81352"/>
                  <a:pt x="354374" y="81352"/>
                </a:cubicBezTo>
                <a:cubicBezTo>
                  <a:pt x="358855" y="81352"/>
                  <a:pt x="365578" y="81153"/>
                  <a:pt x="374541" y="80756"/>
                </a:cubicBezTo>
                <a:cubicBezTo>
                  <a:pt x="383505" y="80359"/>
                  <a:pt x="390227" y="80160"/>
                  <a:pt x="394709" y="80160"/>
                </a:cubicBezTo>
                <a:cubicBezTo>
                  <a:pt x="399758" y="80160"/>
                  <a:pt x="402283" y="82373"/>
                  <a:pt x="402283" y="86798"/>
                </a:cubicBezTo>
                <a:cubicBezTo>
                  <a:pt x="402283" y="90712"/>
                  <a:pt x="400042" y="92925"/>
                  <a:pt x="395560" y="93435"/>
                </a:cubicBezTo>
                <a:close/>
                <a:moveTo>
                  <a:pt x="503784" y="22125"/>
                </a:moveTo>
                <a:cubicBezTo>
                  <a:pt x="502763" y="22125"/>
                  <a:pt x="501685" y="21898"/>
                  <a:pt x="500550" y="21444"/>
                </a:cubicBezTo>
                <a:cubicBezTo>
                  <a:pt x="493516" y="18835"/>
                  <a:pt x="484212" y="17530"/>
                  <a:pt x="472639" y="17530"/>
                </a:cubicBezTo>
                <a:cubicBezTo>
                  <a:pt x="468895" y="17530"/>
                  <a:pt x="464512" y="17806"/>
                  <a:pt x="459492" y="18359"/>
                </a:cubicBezTo>
                <a:cubicBezTo>
                  <a:pt x="454471" y="18913"/>
                  <a:pt x="448841" y="19771"/>
                  <a:pt x="442600" y="20934"/>
                </a:cubicBezTo>
                <a:lnTo>
                  <a:pt x="442430" y="57695"/>
                </a:lnTo>
                <a:cubicBezTo>
                  <a:pt x="453379" y="54745"/>
                  <a:pt x="461605" y="53270"/>
                  <a:pt x="467108" y="53270"/>
                </a:cubicBezTo>
                <a:cubicBezTo>
                  <a:pt x="475844" y="53270"/>
                  <a:pt x="484893" y="53781"/>
                  <a:pt x="494253" y="54802"/>
                </a:cubicBezTo>
                <a:cubicBezTo>
                  <a:pt x="499586" y="55369"/>
                  <a:pt x="502252" y="58262"/>
                  <a:pt x="502252" y="63481"/>
                </a:cubicBezTo>
                <a:cubicBezTo>
                  <a:pt x="502252" y="66034"/>
                  <a:pt x="501430" y="68148"/>
                  <a:pt x="499785" y="69821"/>
                </a:cubicBezTo>
                <a:cubicBezTo>
                  <a:pt x="498139" y="71495"/>
                  <a:pt x="496097" y="72331"/>
                  <a:pt x="493658" y="72331"/>
                </a:cubicBezTo>
                <a:cubicBezTo>
                  <a:pt x="490708" y="72331"/>
                  <a:pt x="486283" y="72076"/>
                  <a:pt x="480383" y="71566"/>
                </a:cubicBezTo>
                <a:cubicBezTo>
                  <a:pt x="474483" y="71055"/>
                  <a:pt x="470058" y="70800"/>
                  <a:pt x="467108" y="70800"/>
                </a:cubicBezTo>
                <a:cubicBezTo>
                  <a:pt x="463250" y="70800"/>
                  <a:pt x="454911" y="72445"/>
                  <a:pt x="442090" y="75735"/>
                </a:cubicBezTo>
                <a:lnTo>
                  <a:pt x="441324" y="134281"/>
                </a:lnTo>
                <a:cubicBezTo>
                  <a:pt x="441324" y="136721"/>
                  <a:pt x="440530" y="138777"/>
                  <a:pt x="438941" y="140451"/>
                </a:cubicBezTo>
                <a:cubicBezTo>
                  <a:pt x="437353" y="142124"/>
                  <a:pt x="435339" y="142961"/>
                  <a:pt x="432899" y="142961"/>
                </a:cubicBezTo>
                <a:cubicBezTo>
                  <a:pt x="430460" y="142961"/>
                  <a:pt x="428432" y="142124"/>
                  <a:pt x="426815" y="140451"/>
                </a:cubicBezTo>
                <a:cubicBezTo>
                  <a:pt x="425198" y="138777"/>
                  <a:pt x="424390" y="136721"/>
                  <a:pt x="424390" y="134281"/>
                </a:cubicBezTo>
                <a:cubicBezTo>
                  <a:pt x="424390" y="123105"/>
                  <a:pt x="424602" y="106327"/>
                  <a:pt x="425028" y="83947"/>
                </a:cubicBezTo>
                <a:cubicBezTo>
                  <a:pt x="425453" y="61567"/>
                  <a:pt x="425666" y="44789"/>
                  <a:pt x="425666" y="33613"/>
                </a:cubicBezTo>
                <a:cubicBezTo>
                  <a:pt x="425666" y="31117"/>
                  <a:pt x="425624" y="27358"/>
                  <a:pt x="425539" y="22338"/>
                </a:cubicBezTo>
                <a:cubicBezTo>
                  <a:pt x="425453" y="17317"/>
                  <a:pt x="425411" y="13559"/>
                  <a:pt x="425411" y="11062"/>
                </a:cubicBezTo>
                <a:cubicBezTo>
                  <a:pt x="425411" y="8566"/>
                  <a:pt x="426191" y="6467"/>
                  <a:pt x="427751" y="4765"/>
                </a:cubicBezTo>
                <a:cubicBezTo>
                  <a:pt x="429311" y="3063"/>
                  <a:pt x="431339" y="2212"/>
                  <a:pt x="433835" y="2212"/>
                </a:cubicBezTo>
                <a:cubicBezTo>
                  <a:pt x="435707" y="2212"/>
                  <a:pt x="437381" y="2723"/>
                  <a:pt x="438856" y="3744"/>
                </a:cubicBezTo>
                <a:cubicBezTo>
                  <a:pt x="445891" y="2487"/>
                  <a:pt x="452216" y="1549"/>
                  <a:pt x="457832" y="931"/>
                </a:cubicBezTo>
                <a:cubicBezTo>
                  <a:pt x="463449" y="310"/>
                  <a:pt x="468384" y="0"/>
                  <a:pt x="472639" y="0"/>
                </a:cubicBezTo>
                <a:cubicBezTo>
                  <a:pt x="479163" y="0"/>
                  <a:pt x="486623" y="940"/>
                  <a:pt x="495019" y="2819"/>
                </a:cubicBezTo>
                <a:cubicBezTo>
                  <a:pt x="506422" y="5439"/>
                  <a:pt x="512123" y="8856"/>
                  <a:pt x="512123" y="13070"/>
                </a:cubicBezTo>
                <a:cubicBezTo>
                  <a:pt x="512123" y="15348"/>
                  <a:pt x="511386" y="17370"/>
                  <a:pt x="509911" y="19136"/>
                </a:cubicBezTo>
                <a:cubicBezTo>
                  <a:pt x="508266" y="21129"/>
                  <a:pt x="506224" y="22125"/>
                  <a:pt x="503784" y="22125"/>
                </a:cubicBezTo>
                <a:close/>
                <a:moveTo>
                  <a:pt x="544494" y="26209"/>
                </a:moveTo>
                <a:cubicBezTo>
                  <a:pt x="541771" y="26209"/>
                  <a:pt x="539416" y="25245"/>
                  <a:pt x="537431" y="23316"/>
                </a:cubicBezTo>
                <a:cubicBezTo>
                  <a:pt x="535445" y="21387"/>
                  <a:pt x="534452" y="19061"/>
                  <a:pt x="534452" y="16338"/>
                </a:cubicBezTo>
                <a:cubicBezTo>
                  <a:pt x="534452" y="13615"/>
                  <a:pt x="535445" y="11289"/>
                  <a:pt x="537431" y="9361"/>
                </a:cubicBezTo>
                <a:cubicBezTo>
                  <a:pt x="539416" y="7432"/>
                  <a:pt x="541771" y="6467"/>
                  <a:pt x="544494" y="6467"/>
                </a:cubicBezTo>
                <a:cubicBezTo>
                  <a:pt x="547217" y="6467"/>
                  <a:pt x="549557" y="7432"/>
                  <a:pt x="551514" y="9361"/>
                </a:cubicBezTo>
                <a:cubicBezTo>
                  <a:pt x="553471" y="11289"/>
                  <a:pt x="554450" y="13615"/>
                  <a:pt x="554450" y="16338"/>
                </a:cubicBezTo>
                <a:cubicBezTo>
                  <a:pt x="554450" y="19061"/>
                  <a:pt x="553471" y="21387"/>
                  <a:pt x="551514" y="23316"/>
                </a:cubicBezTo>
                <a:cubicBezTo>
                  <a:pt x="549557" y="25245"/>
                  <a:pt x="547217" y="26209"/>
                  <a:pt x="544494" y="26209"/>
                </a:cubicBezTo>
                <a:moveTo>
                  <a:pt x="548323" y="95355"/>
                </a:moveTo>
                <a:cubicBezTo>
                  <a:pt x="548323" y="98763"/>
                  <a:pt x="548422" y="103859"/>
                  <a:pt x="548621" y="110646"/>
                </a:cubicBezTo>
                <a:cubicBezTo>
                  <a:pt x="548819" y="117430"/>
                  <a:pt x="548919" y="122526"/>
                  <a:pt x="548919" y="125934"/>
                </a:cubicBezTo>
                <a:cubicBezTo>
                  <a:pt x="548919" y="128432"/>
                  <a:pt x="548153" y="130476"/>
                  <a:pt x="546621" y="132066"/>
                </a:cubicBezTo>
                <a:cubicBezTo>
                  <a:pt x="545089" y="133656"/>
                  <a:pt x="543075" y="134451"/>
                  <a:pt x="540579" y="134451"/>
                </a:cubicBezTo>
                <a:cubicBezTo>
                  <a:pt x="538140" y="134451"/>
                  <a:pt x="536140" y="133656"/>
                  <a:pt x="534580" y="132066"/>
                </a:cubicBezTo>
                <a:cubicBezTo>
                  <a:pt x="533020" y="130476"/>
                  <a:pt x="532240" y="128432"/>
                  <a:pt x="532240" y="125934"/>
                </a:cubicBezTo>
                <a:cubicBezTo>
                  <a:pt x="532240" y="122526"/>
                  <a:pt x="532141" y="117430"/>
                  <a:pt x="531942" y="110646"/>
                </a:cubicBezTo>
                <a:cubicBezTo>
                  <a:pt x="531744" y="103859"/>
                  <a:pt x="531644" y="98763"/>
                  <a:pt x="531644" y="95355"/>
                </a:cubicBezTo>
                <a:cubicBezTo>
                  <a:pt x="531644" y="90017"/>
                  <a:pt x="531928" y="83359"/>
                  <a:pt x="532495" y="75382"/>
                </a:cubicBezTo>
                <a:cubicBezTo>
                  <a:pt x="533062" y="67402"/>
                  <a:pt x="533346" y="60743"/>
                  <a:pt x="533346" y="55405"/>
                </a:cubicBezTo>
                <a:cubicBezTo>
                  <a:pt x="533346" y="52851"/>
                  <a:pt x="534126" y="50778"/>
                  <a:pt x="535686" y="49188"/>
                </a:cubicBezTo>
                <a:cubicBezTo>
                  <a:pt x="537246" y="47598"/>
                  <a:pt x="539246" y="46803"/>
                  <a:pt x="541686" y="46803"/>
                </a:cubicBezTo>
                <a:cubicBezTo>
                  <a:pt x="544125" y="46803"/>
                  <a:pt x="546125" y="47598"/>
                  <a:pt x="547685" y="49188"/>
                </a:cubicBezTo>
                <a:cubicBezTo>
                  <a:pt x="549245" y="50778"/>
                  <a:pt x="550025" y="52851"/>
                  <a:pt x="550025" y="55405"/>
                </a:cubicBezTo>
                <a:cubicBezTo>
                  <a:pt x="550025" y="60743"/>
                  <a:pt x="549741" y="67402"/>
                  <a:pt x="549174" y="75382"/>
                </a:cubicBezTo>
                <a:cubicBezTo>
                  <a:pt x="548607" y="83359"/>
                  <a:pt x="548323" y="90017"/>
                  <a:pt x="548323" y="95355"/>
                </a:cubicBezTo>
                <a:close/>
                <a:moveTo>
                  <a:pt x="641348" y="140068"/>
                </a:moveTo>
                <a:cubicBezTo>
                  <a:pt x="636469" y="140068"/>
                  <a:pt x="633718" y="137396"/>
                  <a:pt x="633094" y="132053"/>
                </a:cubicBezTo>
                <a:lnTo>
                  <a:pt x="630711" y="113377"/>
                </a:lnTo>
                <a:cubicBezTo>
                  <a:pt x="629917" y="106725"/>
                  <a:pt x="629520" y="100500"/>
                  <a:pt x="629520" y="94701"/>
                </a:cubicBezTo>
                <a:cubicBezTo>
                  <a:pt x="629520" y="93109"/>
                  <a:pt x="629619" y="90409"/>
                  <a:pt x="629818" y="86601"/>
                </a:cubicBezTo>
                <a:cubicBezTo>
                  <a:pt x="630016" y="82791"/>
                  <a:pt x="630115" y="80090"/>
                  <a:pt x="630115" y="78498"/>
                </a:cubicBezTo>
                <a:cubicBezTo>
                  <a:pt x="630115" y="66218"/>
                  <a:pt x="627846" y="60078"/>
                  <a:pt x="623308" y="60078"/>
                </a:cubicBezTo>
                <a:cubicBezTo>
                  <a:pt x="616954" y="60078"/>
                  <a:pt x="610884" y="63855"/>
                  <a:pt x="605097" y="71409"/>
                </a:cubicBezTo>
                <a:cubicBezTo>
                  <a:pt x="599878" y="78280"/>
                  <a:pt x="595793" y="86969"/>
                  <a:pt x="592843" y="97475"/>
                </a:cubicBezTo>
                <a:cubicBezTo>
                  <a:pt x="592730" y="99691"/>
                  <a:pt x="592475" y="102474"/>
                  <a:pt x="592078" y="105825"/>
                </a:cubicBezTo>
                <a:cubicBezTo>
                  <a:pt x="591737" y="108665"/>
                  <a:pt x="591567" y="111419"/>
                  <a:pt x="591567" y="114087"/>
                </a:cubicBezTo>
                <a:cubicBezTo>
                  <a:pt x="591567" y="115791"/>
                  <a:pt x="591737" y="118346"/>
                  <a:pt x="592078" y="121753"/>
                </a:cubicBezTo>
                <a:cubicBezTo>
                  <a:pt x="592418" y="125161"/>
                  <a:pt x="592588" y="127716"/>
                  <a:pt x="592588" y="129420"/>
                </a:cubicBezTo>
                <a:cubicBezTo>
                  <a:pt x="592588" y="131976"/>
                  <a:pt x="591808" y="134050"/>
                  <a:pt x="590248" y="135640"/>
                </a:cubicBezTo>
                <a:cubicBezTo>
                  <a:pt x="588688" y="137230"/>
                  <a:pt x="586688" y="138025"/>
                  <a:pt x="584249" y="138025"/>
                </a:cubicBezTo>
                <a:cubicBezTo>
                  <a:pt x="581753" y="138025"/>
                  <a:pt x="579739" y="137229"/>
                  <a:pt x="578207" y="135637"/>
                </a:cubicBezTo>
                <a:cubicBezTo>
                  <a:pt x="576675" y="134047"/>
                  <a:pt x="575909" y="131973"/>
                  <a:pt x="575909" y="129415"/>
                </a:cubicBezTo>
                <a:cubicBezTo>
                  <a:pt x="575909" y="127711"/>
                  <a:pt x="575725" y="125155"/>
                  <a:pt x="575356" y="121745"/>
                </a:cubicBezTo>
                <a:cubicBezTo>
                  <a:pt x="574987" y="118335"/>
                  <a:pt x="574803" y="115776"/>
                  <a:pt x="574803" y="114071"/>
                </a:cubicBezTo>
                <a:cubicBezTo>
                  <a:pt x="574803" y="108217"/>
                  <a:pt x="575214" y="100105"/>
                  <a:pt x="576037" y="89734"/>
                </a:cubicBezTo>
                <a:cubicBezTo>
                  <a:pt x="576860" y="79362"/>
                  <a:pt x="577271" y="71250"/>
                  <a:pt x="577271" y="65396"/>
                </a:cubicBezTo>
                <a:cubicBezTo>
                  <a:pt x="577271" y="63577"/>
                  <a:pt x="577172" y="60878"/>
                  <a:pt x="576973" y="57299"/>
                </a:cubicBezTo>
                <a:cubicBezTo>
                  <a:pt x="576774" y="53718"/>
                  <a:pt x="576675" y="51018"/>
                  <a:pt x="576675" y="49201"/>
                </a:cubicBezTo>
                <a:cubicBezTo>
                  <a:pt x="576675" y="46757"/>
                  <a:pt x="577484" y="44753"/>
                  <a:pt x="579100" y="43191"/>
                </a:cubicBezTo>
                <a:cubicBezTo>
                  <a:pt x="580717" y="41628"/>
                  <a:pt x="582717" y="40846"/>
                  <a:pt x="585100" y="40846"/>
                </a:cubicBezTo>
                <a:cubicBezTo>
                  <a:pt x="590319" y="40846"/>
                  <a:pt x="593184" y="44549"/>
                  <a:pt x="593694" y="51954"/>
                </a:cubicBezTo>
                <a:lnTo>
                  <a:pt x="593950" y="61950"/>
                </a:lnTo>
                <a:cubicBezTo>
                  <a:pt x="603480" y="49242"/>
                  <a:pt x="613266" y="42888"/>
                  <a:pt x="623308" y="42888"/>
                </a:cubicBezTo>
                <a:cubicBezTo>
                  <a:pt x="632385" y="42888"/>
                  <a:pt x="638710" y="46895"/>
                  <a:pt x="642284" y="54908"/>
                </a:cubicBezTo>
                <a:cubicBezTo>
                  <a:pt x="644723" y="60250"/>
                  <a:pt x="646057" y="68149"/>
                  <a:pt x="646284" y="78607"/>
                </a:cubicBezTo>
                <a:lnTo>
                  <a:pt x="646284" y="87215"/>
                </a:lnTo>
                <a:lnTo>
                  <a:pt x="646198" y="95142"/>
                </a:lnTo>
                <a:cubicBezTo>
                  <a:pt x="646198" y="99860"/>
                  <a:pt x="646808" y="105956"/>
                  <a:pt x="648028" y="113430"/>
                </a:cubicBezTo>
                <a:cubicBezTo>
                  <a:pt x="649248" y="120902"/>
                  <a:pt x="649858" y="126968"/>
                  <a:pt x="649858" y="131627"/>
                </a:cubicBezTo>
                <a:cubicBezTo>
                  <a:pt x="649858" y="134129"/>
                  <a:pt x="649049" y="136160"/>
                  <a:pt x="647432" y="137722"/>
                </a:cubicBezTo>
                <a:cubicBezTo>
                  <a:pt x="645816" y="139286"/>
                  <a:pt x="643787" y="140068"/>
                  <a:pt x="641348" y="140068"/>
                </a:cubicBezTo>
                <a:close/>
                <a:moveTo>
                  <a:pt x="707228" y="137855"/>
                </a:moveTo>
                <a:cubicBezTo>
                  <a:pt x="694406" y="137855"/>
                  <a:pt x="684025" y="134647"/>
                  <a:pt x="676082" y="128231"/>
                </a:cubicBezTo>
                <a:cubicBezTo>
                  <a:pt x="667403" y="121133"/>
                  <a:pt x="663063" y="111195"/>
                  <a:pt x="663063" y="98419"/>
                </a:cubicBezTo>
                <a:cubicBezTo>
                  <a:pt x="663063" y="83656"/>
                  <a:pt x="666637" y="71278"/>
                  <a:pt x="673785" y="61285"/>
                </a:cubicBezTo>
                <a:cubicBezTo>
                  <a:pt x="681557" y="50382"/>
                  <a:pt x="691939" y="44931"/>
                  <a:pt x="704930" y="44931"/>
                </a:cubicBezTo>
                <a:cubicBezTo>
                  <a:pt x="714347" y="44931"/>
                  <a:pt x="722034" y="46519"/>
                  <a:pt x="727991" y="49696"/>
                </a:cubicBezTo>
                <a:cubicBezTo>
                  <a:pt x="735309" y="53610"/>
                  <a:pt x="738968" y="59624"/>
                  <a:pt x="738968" y="67736"/>
                </a:cubicBezTo>
                <a:cubicBezTo>
                  <a:pt x="738968" y="73409"/>
                  <a:pt x="735763" y="78572"/>
                  <a:pt x="729352" y="83224"/>
                </a:cubicBezTo>
                <a:cubicBezTo>
                  <a:pt x="726516" y="85266"/>
                  <a:pt x="720502" y="88443"/>
                  <a:pt x="711312" y="92754"/>
                </a:cubicBezTo>
                <a:lnTo>
                  <a:pt x="678806" y="108157"/>
                </a:lnTo>
                <a:cubicBezTo>
                  <a:pt x="681982" y="112865"/>
                  <a:pt x="685939" y="116411"/>
                  <a:pt x="690676" y="118794"/>
                </a:cubicBezTo>
                <a:cubicBezTo>
                  <a:pt x="695413" y="121176"/>
                  <a:pt x="700930" y="122368"/>
                  <a:pt x="707228" y="122368"/>
                </a:cubicBezTo>
                <a:cubicBezTo>
                  <a:pt x="711142" y="122368"/>
                  <a:pt x="715737" y="121630"/>
                  <a:pt x="721013" y="120155"/>
                </a:cubicBezTo>
                <a:cubicBezTo>
                  <a:pt x="727707" y="118283"/>
                  <a:pt x="732019" y="115830"/>
                  <a:pt x="733948" y="112794"/>
                </a:cubicBezTo>
                <a:cubicBezTo>
                  <a:pt x="735876" y="109759"/>
                  <a:pt x="737947" y="108242"/>
                  <a:pt x="740160" y="108242"/>
                </a:cubicBezTo>
                <a:cubicBezTo>
                  <a:pt x="742145" y="108242"/>
                  <a:pt x="743918" y="108996"/>
                  <a:pt x="745478" y="110505"/>
                </a:cubicBezTo>
                <a:cubicBezTo>
                  <a:pt x="747038" y="112012"/>
                  <a:pt x="747818" y="113761"/>
                  <a:pt x="747818" y="115752"/>
                </a:cubicBezTo>
                <a:cubicBezTo>
                  <a:pt x="747818" y="122066"/>
                  <a:pt x="742741" y="127500"/>
                  <a:pt x="732586" y="132053"/>
                </a:cubicBezTo>
                <a:cubicBezTo>
                  <a:pt x="723906" y="135921"/>
                  <a:pt x="715453" y="137855"/>
                  <a:pt x="707228" y="137855"/>
                </a:cubicBezTo>
                <a:moveTo>
                  <a:pt x="704930" y="60248"/>
                </a:moveTo>
                <a:cubicBezTo>
                  <a:pt x="698009" y="60248"/>
                  <a:pt x="692251" y="62928"/>
                  <a:pt x="687656" y="68289"/>
                </a:cubicBezTo>
                <a:cubicBezTo>
                  <a:pt x="683060" y="73650"/>
                  <a:pt x="679628" y="81720"/>
                  <a:pt x="677359" y="92499"/>
                </a:cubicBezTo>
                <a:lnTo>
                  <a:pt x="703483" y="80075"/>
                </a:lnTo>
                <a:cubicBezTo>
                  <a:pt x="713752" y="75083"/>
                  <a:pt x="721070" y="70743"/>
                  <a:pt x="725438" y="67055"/>
                </a:cubicBezTo>
                <a:cubicBezTo>
                  <a:pt x="720559" y="62517"/>
                  <a:pt x="713723" y="60248"/>
                  <a:pt x="704930" y="60248"/>
                </a:cubicBezTo>
                <a:close/>
                <a:moveTo>
                  <a:pt x="820181" y="61514"/>
                </a:moveTo>
                <a:cubicBezTo>
                  <a:pt x="818990" y="61514"/>
                  <a:pt x="817586" y="61457"/>
                  <a:pt x="815969" y="61343"/>
                </a:cubicBezTo>
                <a:cubicBezTo>
                  <a:pt x="814352" y="61228"/>
                  <a:pt x="812948" y="61171"/>
                  <a:pt x="811757" y="61171"/>
                </a:cubicBezTo>
                <a:cubicBezTo>
                  <a:pt x="810452" y="61171"/>
                  <a:pt x="806594" y="61600"/>
                  <a:pt x="800184" y="62460"/>
                </a:cubicBezTo>
                <a:lnTo>
                  <a:pt x="801801" y="112696"/>
                </a:lnTo>
                <a:lnTo>
                  <a:pt x="801886" y="116438"/>
                </a:lnTo>
                <a:lnTo>
                  <a:pt x="801971" y="120772"/>
                </a:lnTo>
                <a:cubicBezTo>
                  <a:pt x="802198" y="133182"/>
                  <a:pt x="799219" y="139387"/>
                  <a:pt x="793036" y="139387"/>
                </a:cubicBezTo>
                <a:cubicBezTo>
                  <a:pt x="790767" y="139387"/>
                  <a:pt x="788795" y="138650"/>
                  <a:pt x="787122" y="137177"/>
                </a:cubicBezTo>
                <a:cubicBezTo>
                  <a:pt x="785448" y="135704"/>
                  <a:pt x="784611" y="133862"/>
                  <a:pt x="784611" y="131651"/>
                </a:cubicBezTo>
                <a:cubicBezTo>
                  <a:pt x="784611" y="129499"/>
                  <a:pt x="784696" y="126270"/>
                  <a:pt x="784867" y="121964"/>
                </a:cubicBezTo>
                <a:cubicBezTo>
                  <a:pt x="785037" y="117656"/>
                  <a:pt x="785122" y="114425"/>
                  <a:pt x="785122" y="112271"/>
                </a:cubicBezTo>
                <a:lnTo>
                  <a:pt x="783420" y="62630"/>
                </a:lnTo>
                <a:cubicBezTo>
                  <a:pt x="779279" y="62460"/>
                  <a:pt x="772982" y="61975"/>
                  <a:pt x="764529" y="61176"/>
                </a:cubicBezTo>
                <a:cubicBezTo>
                  <a:pt x="759480" y="60492"/>
                  <a:pt x="756955" y="57670"/>
                  <a:pt x="756955" y="52712"/>
                </a:cubicBezTo>
                <a:cubicBezTo>
                  <a:pt x="756955" y="50203"/>
                  <a:pt x="757721" y="48123"/>
                  <a:pt x="759253" y="46473"/>
                </a:cubicBezTo>
                <a:cubicBezTo>
                  <a:pt x="760785" y="44821"/>
                  <a:pt x="762742" y="43995"/>
                  <a:pt x="765124" y="43995"/>
                </a:cubicBezTo>
                <a:lnTo>
                  <a:pt x="782995" y="45441"/>
                </a:lnTo>
                <a:cubicBezTo>
                  <a:pt x="782995" y="42539"/>
                  <a:pt x="782867" y="38657"/>
                  <a:pt x="782612" y="33794"/>
                </a:cubicBezTo>
                <a:cubicBezTo>
                  <a:pt x="782356" y="28929"/>
                  <a:pt x="782229" y="25416"/>
                  <a:pt x="782229" y="23255"/>
                </a:cubicBezTo>
                <a:cubicBezTo>
                  <a:pt x="782229" y="20865"/>
                  <a:pt x="783051" y="18889"/>
                  <a:pt x="784696" y="17325"/>
                </a:cubicBezTo>
                <a:cubicBezTo>
                  <a:pt x="786342" y="15760"/>
                  <a:pt x="788356" y="14977"/>
                  <a:pt x="790738" y="14977"/>
                </a:cubicBezTo>
                <a:cubicBezTo>
                  <a:pt x="795844" y="14977"/>
                  <a:pt x="798822" y="19147"/>
                  <a:pt x="799673" y="27486"/>
                </a:cubicBezTo>
                <a:cubicBezTo>
                  <a:pt x="799844" y="29585"/>
                  <a:pt x="799929" y="32109"/>
                  <a:pt x="799929" y="35059"/>
                </a:cubicBezTo>
                <a:lnTo>
                  <a:pt x="799758" y="39995"/>
                </a:lnTo>
                <a:lnTo>
                  <a:pt x="799673" y="45271"/>
                </a:lnTo>
                <a:cubicBezTo>
                  <a:pt x="806708" y="44363"/>
                  <a:pt x="810736" y="43909"/>
                  <a:pt x="811757" y="43909"/>
                </a:cubicBezTo>
                <a:cubicBezTo>
                  <a:pt x="817657" y="43909"/>
                  <a:pt x="821515" y="44193"/>
                  <a:pt x="823330" y="44760"/>
                </a:cubicBezTo>
                <a:cubicBezTo>
                  <a:pt x="826791" y="45902"/>
                  <a:pt x="828521" y="48593"/>
                  <a:pt x="828521" y="52834"/>
                </a:cubicBezTo>
                <a:cubicBezTo>
                  <a:pt x="828521" y="55355"/>
                  <a:pt x="827741" y="57432"/>
                  <a:pt x="826181" y="59064"/>
                </a:cubicBezTo>
                <a:cubicBezTo>
                  <a:pt x="824621" y="60697"/>
                  <a:pt x="822621" y="61514"/>
                  <a:pt x="820181" y="61514"/>
                </a:cubicBezTo>
                <a:close/>
                <a:moveTo>
                  <a:pt x="915384" y="84245"/>
                </a:moveTo>
                <a:cubicBezTo>
                  <a:pt x="915384" y="88329"/>
                  <a:pt x="915413" y="94456"/>
                  <a:pt x="915469" y="102626"/>
                </a:cubicBezTo>
                <a:cubicBezTo>
                  <a:pt x="915526" y="110795"/>
                  <a:pt x="915554" y="116922"/>
                  <a:pt x="915554" y="121006"/>
                </a:cubicBezTo>
                <a:cubicBezTo>
                  <a:pt x="915554" y="122254"/>
                  <a:pt x="915654" y="124155"/>
                  <a:pt x="915852" y="126708"/>
                </a:cubicBezTo>
                <a:cubicBezTo>
                  <a:pt x="916051" y="129260"/>
                  <a:pt x="916150" y="131161"/>
                  <a:pt x="916150" y="132409"/>
                </a:cubicBezTo>
                <a:cubicBezTo>
                  <a:pt x="916150" y="134848"/>
                  <a:pt x="915328" y="136848"/>
                  <a:pt x="913682" y="138408"/>
                </a:cubicBezTo>
                <a:cubicBezTo>
                  <a:pt x="912037" y="139968"/>
                  <a:pt x="910023" y="140748"/>
                  <a:pt x="907641" y="140748"/>
                </a:cubicBezTo>
                <a:cubicBezTo>
                  <a:pt x="903272" y="140748"/>
                  <a:pt x="900493" y="138054"/>
                  <a:pt x="899301" y="132664"/>
                </a:cubicBezTo>
                <a:cubicBezTo>
                  <a:pt x="892210" y="136352"/>
                  <a:pt x="884041" y="138196"/>
                  <a:pt x="874794" y="138196"/>
                </a:cubicBezTo>
                <a:cubicBezTo>
                  <a:pt x="867362" y="138196"/>
                  <a:pt x="861207" y="136550"/>
                  <a:pt x="856328" y="133260"/>
                </a:cubicBezTo>
                <a:cubicBezTo>
                  <a:pt x="850938" y="129629"/>
                  <a:pt x="847733" y="124325"/>
                  <a:pt x="846712" y="117347"/>
                </a:cubicBezTo>
                <a:cubicBezTo>
                  <a:pt x="844499" y="102313"/>
                  <a:pt x="843393" y="88925"/>
                  <a:pt x="843393" y="77182"/>
                </a:cubicBezTo>
                <a:cubicBezTo>
                  <a:pt x="843393" y="69410"/>
                  <a:pt x="844244" y="60560"/>
                  <a:pt x="845946" y="50632"/>
                </a:cubicBezTo>
                <a:cubicBezTo>
                  <a:pt x="846740" y="45696"/>
                  <a:pt x="849435" y="43229"/>
                  <a:pt x="854030" y="43229"/>
                </a:cubicBezTo>
                <a:cubicBezTo>
                  <a:pt x="856470" y="43229"/>
                  <a:pt x="858512" y="44008"/>
                  <a:pt x="860157" y="45566"/>
                </a:cubicBezTo>
                <a:cubicBezTo>
                  <a:pt x="861802" y="47124"/>
                  <a:pt x="862625" y="49122"/>
                  <a:pt x="862625" y="51560"/>
                </a:cubicBezTo>
                <a:cubicBezTo>
                  <a:pt x="862625" y="54166"/>
                  <a:pt x="862214" y="58331"/>
                  <a:pt x="861391" y="64056"/>
                </a:cubicBezTo>
                <a:cubicBezTo>
                  <a:pt x="860568" y="69779"/>
                  <a:pt x="860157" y="74141"/>
                  <a:pt x="860157" y="77145"/>
                </a:cubicBezTo>
                <a:cubicBezTo>
                  <a:pt x="860157" y="86608"/>
                  <a:pt x="860469" y="94712"/>
                  <a:pt x="861093" y="101455"/>
                </a:cubicBezTo>
                <a:cubicBezTo>
                  <a:pt x="861717" y="108199"/>
                  <a:pt x="862653" y="113611"/>
                  <a:pt x="863901" y="117690"/>
                </a:cubicBezTo>
                <a:cubicBezTo>
                  <a:pt x="865773" y="118711"/>
                  <a:pt x="867617" y="119491"/>
                  <a:pt x="869433" y="120030"/>
                </a:cubicBezTo>
                <a:cubicBezTo>
                  <a:pt x="871248" y="120567"/>
                  <a:pt x="873035" y="120836"/>
                  <a:pt x="874794" y="120836"/>
                </a:cubicBezTo>
                <a:cubicBezTo>
                  <a:pt x="882395" y="120836"/>
                  <a:pt x="890423" y="119618"/>
                  <a:pt x="898876" y="117182"/>
                </a:cubicBezTo>
                <a:lnTo>
                  <a:pt x="898791" y="99926"/>
                </a:lnTo>
                <a:lnTo>
                  <a:pt x="898620" y="83436"/>
                </a:lnTo>
                <a:cubicBezTo>
                  <a:pt x="898620" y="71195"/>
                  <a:pt x="899159" y="60570"/>
                  <a:pt x="900237" y="51560"/>
                </a:cubicBezTo>
                <a:cubicBezTo>
                  <a:pt x="900861" y="46346"/>
                  <a:pt x="903613" y="43739"/>
                  <a:pt x="908492" y="43739"/>
                </a:cubicBezTo>
                <a:cubicBezTo>
                  <a:pt x="910931" y="43739"/>
                  <a:pt x="912973" y="44533"/>
                  <a:pt x="914618" y="46122"/>
                </a:cubicBezTo>
                <a:cubicBezTo>
                  <a:pt x="916264" y="47710"/>
                  <a:pt x="917029" y="49696"/>
                  <a:pt x="916916" y="52079"/>
                </a:cubicBezTo>
                <a:lnTo>
                  <a:pt x="915384" y="84245"/>
                </a:lnTo>
                <a:close/>
                <a:moveTo>
                  <a:pt x="1002623" y="140068"/>
                </a:moveTo>
                <a:cubicBezTo>
                  <a:pt x="997744" y="140068"/>
                  <a:pt x="994993" y="137396"/>
                  <a:pt x="994369" y="132053"/>
                </a:cubicBezTo>
                <a:lnTo>
                  <a:pt x="991986" y="113377"/>
                </a:lnTo>
                <a:cubicBezTo>
                  <a:pt x="991192" y="106725"/>
                  <a:pt x="990795" y="100500"/>
                  <a:pt x="990795" y="94701"/>
                </a:cubicBezTo>
                <a:cubicBezTo>
                  <a:pt x="990795" y="93109"/>
                  <a:pt x="990894" y="90409"/>
                  <a:pt x="991092" y="86601"/>
                </a:cubicBezTo>
                <a:cubicBezTo>
                  <a:pt x="991291" y="82791"/>
                  <a:pt x="991390" y="80090"/>
                  <a:pt x="991390" y="78498"/>
                </a:cubicBezTo>
                <a:cubicBezTo>
                  <a:pt x="991390" y="66218"/>
                  <a:pt x="989121" y="60078"/>
                  <a:pt x="984583" y="60078"/>
                </a:cubicBezTo>
                <a:cubicBezTo>
                  <a:pt x="978229" y="60078"/>
                  <a:pt x="972159" y="63855"/>
                  <a:pt x="966372" y="71409"/>
                </a:cubicBezTo>
                <a:cubicBezTo>
                  <a:pt x="961153" y="78280"/>
                  <a:pt x="957068" y="86969"/>
                  <a:pt x="954118" y="97475"/>
                </a:cubicBezTo>
                <a:cubicBezTo>
                  <a:pt x="954005" y="99691"/>
                  <a:pt x="953750" y="102474"/>
                  <a:pt x="953352" y="105825"/>
                </a:cubicBezTo>
                <a:cubicBezTo>
                  <a:pt x="953012" y="108665"/>
                  <a:pt x="952842" y="111419"/>
                  <a:pt x="952842" y="114087"/>
                </a:cubicBezTo>
                <a:cubicBezTo>
                  <a:pt x="952842" y="115791"/>
                  <a:pt x="953012" y="118346"/>
                  <a:pt x="953352" y="121753"/>
                </a:cubicBezTo>
                <a:cubicBezTo>
                  <a:pt x="953693" y="125161"/>
                  <a:pt x="953863" y="127716"/>
                  <a:pt x="953863" y="129420"/>
                </a:cubicBezTo>
                <a:cubicBezTo>
                  <a:pt x="953863" y="131976"/>
                  <a:pt x="953083" y="134050"/>
                  <a:pt x="951523" y="135640"/>
                </a:cubicBezTo>
                <a:cubicBezTo>
                  <a:pt x="949963" y="137230"/>
                  <a:pt x="947963" y="138025"/>
                  <a:pt x="945524" y="138025"/>
                </a:cubicBezTo>
                <a:cubicBezTo>
                  <a:pt x="943027" y="138025"/>
                  <a:pt x="941014" y="137229"/>
                  <a:pt x="939482" y="135637"/>
                </a:cubicBezTo>
                <a:cubicBezTo>
                  <a:pt x="937950" y="134047"/>
                  <a:pt x="937184" y="131973"/>
                  <a:pt x="937184" y="129415"/>
                </a:cubicBezTo>
                <a:cubicBezTo>
                  <a:pt x="937184" y="127711"/>
                  <a:pt x="937000" y="125155"/>
                  <a:pt x="936631" y="121745"/>
                </a:cubicBezTo>
                <a:cubicBezTo>
                  <a:pt x="936262" y="118335"/>
                  <a:pt x="936078" y="115776"/>
                  <a:pt x="936078" y="114071"/>
                </a:cubicBezTo>
                <a:cubicBezTo>
                  <a:pt x="936078" y="108217"/>
                  <a:pt x="936489" y="100105"/>
                  <a:pt x="937312" y="89734"/>
                </a:cubicBezTo>
                <a:cubicBezTo>
                  <a:pt x="938134" y="79362"/>
                  <a:pt x="938546" y="71250"/>
                  <a:pt x="938546" y="65396"/>
                </a:cubicBezTo>
                <a:cubicBezTo>
                  <a:pt x="938546" y="63577"/>
                  <a:pt x="938446" y="60878"/>
                  <a:pt x="938248" y="57299"/>
                </a:cubicBezTo>
                <a:cubicBezTo>
                  <a:pt x="938049" y="53718"/>
                  <a:pt x="937950" y="51018"/>
                  <a:pt x="937950" y="49201"/>
                </a:cubicBezTo>
                <a:cubicBezTo>
                  <a:pt x="937950" y="46757"/>
                  <a:pt x="938758" y="44753"/>
                  <a:pt x="940375" y="43191"/>
                </a:cubicBezTo>
                <a:cubicBezTo>
                  <a:pt x="941992" y="41628"/>
                  <a:pt x="943992" y="40846"/>
                  <a:pt x="946375" y="40846"/>
                </a:cubicBezTo>
                <a:cubicBezTo>
                  <a:pt x="951594" y="40846"/>
                  <a:pt x="954459" y="44549"/>
                  <a:pt x="954969" y="51954"/>
                </a:cubicBezTo>
                <a:lnTo>
                  <a:pt x="955225" y="61950"/>
                </a:lnTo>
                <a:cubicBezTo>
                  <a:pt x="964755" y="49242"/>
                  <a:pt x="974541" y="42888"/>
                  <a:pt x="984583" y="42888"/>
                </a:cubicBezTo>
                <a:cubicBezTo>
                  <a:pt x="993659" y="42888"/>
                  <a:pt x="999985" y="46895"/>
                  <a:pt x="1003559" y="54908"/>
                </a:cubicBezTo>
                <a:cubicBezTo>
                  <a:pt x="1005998" y="60250"/>
                  <a:pt x="1007331" y="68149"/>
                  <a:pt x="1007558" y="78607"/>
                </a:cubicBezTo>
                <a:lnTo>
                  <a:pt x="1007558" y="87215"/>
                </a:lnTo>
                <a:lnTo>
                  <a:pt x="1007473" y="95142"/>
                </a:lnTo>
                <a:cubicBezTo>
                  <a:pt x="1007473" y="99860"/>
                  <a:pt x="1008083" y="105956"/>
                  <a:pt x="1009303" y="113430"/>
                </a:cubicBezTo>
                <a:cubicBezTo>
                  <a:pt x="1010523" y="120902"/>
                  <a:pt x="1011132" y="126968"/>
                  <a:pt x="1011132" y="131627"/>
                </a:cubicBezTo>
                <a:cubicBezTo>
                  <a:pt x="1011132" y="134129"/>
                  <a:pt x="1010324" y="136160"/>
                  <a:pt x="1008707" y="137722"/>
                </a:cubicBezTo>
                <a:cubicBezTo>
                  <a:pt x="1007090" y="139286"/>
                  <a:pt x="1005062" y="140068"/>
                  <a:pt x="1002623" y="140068"/>
                </a:cubicBezTo>
                <a:close/>
                <a:moveTo>
                  <a:pt x="1068501" y="137855"/>
                </a:moveTo>
                <a:cubicBezTo>
                  <a:pt x="1055680" y="137855"/>
                  <a:pt x="1045298" y="134647"/>
                  <a:pt x="1037356" y="128231"/>
                </a:cubicBezTo>
                <a:cubicBezTo>
                  <a:pt x="1028676" y="121133"/>
                  <a:pt x="1024337" y="111195"/>
                  <a:pt x="1024337" y="98419"/>
                </a:cubicBezTo>
                <a:cubicBezTo>
                  <a:pt x="1024337" y="83656"/>
                  <a:pt x="1027911" y="71278"/>
                  <a:pt x="1035059" y="61285"/>
                </a:cubicBezTo>
                <a:cubicBezTo>
                  <a:pt x="1042831" y="50382"/>
                  <a:pt x="1053212" y="44931"/>
                  <a:pt x="1066204" y="44931"/>
                </a:cubicBezTo>
                <a:cubicBezTo>
                  <a:pt x="1075621" y="44931"/>
                  <a:pt x="1083308" y="46519"/>
                  <a:pt x="1089265" y="49696"/>
                </a:cubicBezTo>
                <a:cubicBezTo>
                  <a:pt x="1096583" y="53610"/>
                  <a:pt x="1100242" y="59624"/>
                  <a:pt x="1100242" y="67736"/>
                </a:cubicBezTo>
                <a:cubicBezTo>
                  <a:pt x="1100242" y="73409"/>
                  <a:pt x="1097037" y="78572"/>
                  <a:pt x="1090626" y="83224"/>
                </a:cubicBezTo>
                <a:cubicBezTo>
                  <a:pt x="1087790" y="85266"/>
                  <a:pt x="1081776" y="88443"/>
                  <a:pt x="1072586" y="92754"/>
                </a:cubicBezTo>
                <a:lnTo>
                  <a:pt x="1040079" y="108157"/>
                </a:lnTo>
                <a:cubicBezTo>
                  <a:pt x="1043256" y="112865"/>
                  <a:pt x="1047213" y="116411"/>
                  <a:pt x="1051950" y="118794"/>
                </a:cubicBezTo>
                <a:cubicBezTo>
                  <a:pt x="1056687" y="121176"/>
                  <a:pt x="1062204" y="122368"/>
                  <a:pt x="1068501" y="122368"/>
                </a:cubicBezTo>
                <a:cubicBezTo>
                  <a:pt x="1072416" y="122368"/>
                  <a:pt x="1077011" y="121630"/>
                  <a:pt x="1082287" y="120155"/>
                </a:cubicBezTo>
                <a:cubicBezTo>
                  <a:pt x="1088981" y="118283"/>
                  <a:pt x="1093292" y="115830"/>
                  <a:pt x="1095221" y="112794"/>
                </a:cubicBezTo>
                <a:cubicBezTo>
                  <a:pt x="1097150" y="109759"/>
                  <a:pt x="1099221" y="108242"/>
                  <a:pt x="1101433" y="108242"/>
                </a:cubicBezTo>
                <a:cubicBezTo>
                  <a:pt x="1103419" y="108242"/>
                  <a:pt x="1105192" y="108996"/>
                  <a:pt x="1106752" y="110505"/>
                </a:cubicBezTo>
                <a:cubicBezTo>
                  <a:pt x="1108312" y="112012"/>
                  <a:pt x="1109092" y="113761"/>
                  <a:pt x="1109092" y="115752"/>
                </a:cubicBezTo>
                <a:cubicBezTo>
                  <a:pt x="1109092" y="122066"/>
                  <a:pt x="1104015" y="127500"/>
                  <a:pt x="1093860" y="132053"/>
                </a:cubicBezTo>
                <a:cubicBezTo>
                  <a:pt x="1085180" y="135921"/>
                  <a:pt x="1076727" y="137855"/>
                  <a:pt x="1068501" y="137855"/>
                </a:cubicBezTo>
                <a:moveTo>
                  <a:pt x="1066204" y="60248"/>
                </a:moveTo>
                <a:cubicBezTo>
                  <a:pt x="1059283" y="60248"/>
                  <a:pt x="1053524" y="62928"/>
                  <a:pt x="1048929" y="68289"/>
                </a:cubicBezTo>
                <a:cubicBezTo>
                  <a:pt x="1044334" y="73650"/>
                  <a:pt x="1040902" y="81720"/>
                  <a:pt x="1038633" y="92499"/>
                </a:cubicBezTo>
                <a:lnTo>
                  <a:pt x="1064757" y="80075"/>
                </a:lnTo>
                <a:cubicBezTo>
                  <a:pt x="1075025" y="75083"/>
                  <a:pt x="1082344" y="70743"/>
                  <a:pt x="1086712" y="67055"/>
                </a:cubicBezTo>
                <a:cubicBezTo>
                  <a:pt x="1081833" y="62517"/>
                  <a:pt x="1074997" y="60248"/>
                  <a:pt x="1066204" y="60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Human-Edit">
            <a:extLst xmlns:a="http://schemas.openxmlformats.org/drawingml/2006/main">
              <a:ext uri="{FF2B5EF4-FFF2-40B4-BE49-F238E27FC236}">
                <a16:creationId xmlns:a16="http://schemas.microsoft.com/office/drawing/2014/main" id="{E06D8906-66FC-47C0-A30C-06C8CB18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18" y="1698307"/>
            <a:ext cx="935543" cy="147216"/>
          </a:xfrm>
          <a:custGeom xmlns:a="http://schemas.openxmlformats.org/drawingml/2006/main">
            <a:pathLst>
              <a:path w="935543" h="147216">
                <a:moveTo>
                  <a:pt x="110965" y="16687"/>
                </a:moveTo>
                <a:cubicBezTo>
                  <a:pt x="110114" y="19071"/>
                  <a:pt x="109688" y="22562"/>
                  <a:pt x="109688" y="27159"/>
                </a:cubicBezTo>
                <a:cubicBezTo>
                  <a:pt x="109688" y="28863"/>
                  <a:pt x="109745" y="31389"/>
                  <a:pt x="109859" y="34738"/>
                </a:cubicBezTo>
                <a:cubicBezTo>
                  <a:pt x="109972" y="38087"/>
                  <a:pt x="110029" y="40613"/>
                  <a:pt x="110029" y="42317"/>
                </a:cubicBezTo>
                <a:cubicBezTo>
                  <a:pt x="110029" y="47993"/>
                  <a:pt x="109532" y="56451"/>
                  <a:pt x="108540" y="67691"/>
                </a:cubicBezTo>
                <a:cubicBezTo>
                  <a:pt x="107547" y="78931"/>
                  <a:pt x="107050" y="87389"/>
                  <a:pt x="107050" y="93066"/>
                </a:cubicBezTo>
                <a:cubicBezTo>
                  <a:pt x="107050" y="97379"/>
                  <a:pt x="107363" y="103850"/>
                  <a:pt x="107987" y="112478"/>
                </a:cubicBezTo>
                <a:cubicBezTo>
                  <a:pt x="108611" y="121106"/>
                  <a:pt x="108923" y="127606"/>
                  <a:pt x="108923" y="131978"/>
                </a:cubicBezTo>
                <a:cubicBezTo>
                  <a:pt x="108923" y="134306"/>
                  <a:pt x="108143" y="136264"/>
                  <a:pt x="106582" y="137853"/>
                </a:cubicBezTo>
                <a:cubicBezTo>
                  <a:pt x="105022" y="139443"/>
                  <a:pt x="103079" y="140238"/>
                  <a:pt x="100753" y="140238"/>
                </a:cubicBezTo>
                <a:cubicBezTo>
                  <a:pt x="98484" y="140238"/>
                  <a:pt x="96555" y="139444"/>
                  <a:pt x="94967" y="137855"/>
                </a:cubicBezTo>
                <a:cubicBezTo>
                  <a:pt x="93378" y="136267"/>
                  <a:pt x="92584" y="134310"/>
                  <a:pt x="92584" y="131984"/>
                </a:cubicBezTo>
                <a:cubicBezTo>
                  <a:pt x="92584" y="127615"/>
                  <a:pt x="92272" y="121120"/>
                  <a:pt x="91648" y="112497"/>
                </a:cubicBezTo>
                <a:cubicBezTo>
                  <a:pt x="91024" y="103874"/>
                  <a:pt x="90712" y="97406"/>
                  <a:pt x="90712" y="93095"/>
                </a:cubicBezTo>
                <a:cubicBezTo>
                  <a:pt x="90712" y="88953"/>
                  <a:pt x="90854" y="84755"/>
                  <a:pt x="91138" y="80501"/>
                </a:cubicBezTo>
                <a:cubicBezTo>
                  <a:pt x="81437" y="80671"/>
                  <a:pt x="69438" y="82117"/>
                  <a:pt x="55142" y="84840"/>
                </a:cubicBezTo>
                <a:lnTo>
                  <a:pt x="19402" y="91818"/>
                </a:lnTo>
                <a:cubicBezTo>
                  <a:pt x="19402" y="96933"/>
                  <a:pt x="18891" y="104193"/>
                  <a:pt x="17870" y="113598"/>
                </a:cubicBezTo>
                <a:cubicBezTo>
                  <a:pt x="16849" y="123001"/>
                  <a:pt x="16338" y="130288"/>
                  <a:pt x="16338" y="135459"/>
                </a:cubicBezTo>
                <a:cubicBezTo>
                  <a:pt x="16338" y="137789"/>
                  <a:pt x="15558" y="139763"/>
                  <a:pt x="13998" y="141381"/>
                </a:cubicBezTo>
                <a:cubicBezTo>
                  <a:pt x="12438" y="143002"/>
                  <a:pt x="10495" y="143812"/>
                  <a:pt x="8169" y="143812"/>
                </a:cubicBezTo>
                <a:cubicBezTo>
                  <a:pt x="5843" y="143812"/>
                  <a:pt x="3900" y="143003"/>
                  <a:pt x="2340" y="141384"/>
                </a:cubicBezTo>
                <a:cubicBezTo>
                  <a:pt x="780" y="139767"/>
                  <a:pt x="0" y="137795"/>
                  <a:pt x="0" y="135467"/>
                </a:cubicBezTo>
                <a:cubicBezTo>
                  <a:pt x="0" y="129450"/>
                  <a:pt x="496" y="120467"/>
                  <a:pt x="1489" y="108518"/>
                </a:cubicBezTo>
                <a:cubicBezTo>
                  <a:pt x="2482" y="96570"/>
                  <a:pt x="2978" y="87587"/>
                  <a:pt x="2978" y="81570"/>
                </a:cubicBezTo>
                <a:cubicBezTo>
                  <a:pt x="2978" y="78448"/>
                  <a:pt x="2865" y="73736"/>
                  <a:pt x="2638" y="67436"/>
                </a:cubicBezTo>
                <a:cubicBezTo>
                  <a:pt x="2411" y="61133"/>
                  <a:pt x="2298" y="56393"/>
                  <a:pt x="2298" y="53214"/>
                </a:cubicBezTo>
                <a:cubicBezTo>
                  <a:pt x="2298" y="48731"/>
                  <a:pt x="2581" y="41990"/>
                  <a:pt x="3149" y="32993"/>
                </a:cubicBezTo>
                <a:cubicBezTo>
                  <a:pt x="3716" y="23994"/>
                  <a:pt x="4000" y="17253"/>
                  <a:pt x="4000" y="12770"/>
                </a:cubicBezTo>
                <a:cubicBezTo>
                  <a:pt x="4000" y="10385"/>
                  <a:pt x="4780" y="8399"/>
                  <a:pt x="6340" y="6810"/>
                </a:cubicBezTo>
                <a:cubicBezTo>
                  <a:pt x="7900" y="5220"/>
                  <a:pt x="9843" y="4425"/>
                  <a:pt x="12169" y="4425"/>
                </a:cubicBezTo>
                <a:cubicBezTo>
                  <a:pt x="14495" y="4425"/>
                  <a:pt x="16438" y="5219"/>
                  <a:pt x="17998" y="6808"/>
                </a:cubicBezTo>
                <a:cubicBezTo>
                  <a:pt x="19558" y="8394"/>
                  <a:pt x="20338" y="10379"/>
                  <a:pt x="20338" y="12762"/>
                </a:cubicBezTo>
                <a:cubicBezTo>
                  <a:pt x="20338" y="17298"/>
                  <a:pt x="20040" y="24089"/>
                  <a:pt x="19444" y="33134"/>
                </a:cubicBezTo>
                <a:cubicBezTo>
                  <a:pt x="18849" y="42177"/>
                  <a:pt x="18551" y="48967"/>
                  <a:pt x="18551" y="53504"/>
                </a:cubicBezTo>
                <a:lnTo>
                  <a:pt x="19061" y="75025"/>
                </a:lnTo>
                <a:lnTo>
                  <a:pt x="55568" y="68098"/>
                </a:lnTo>
                <a:cubicBezTo>
                  <a:pt x="70147" y="65361"/>
                  <a:pt x="82429" y="63935"/>
                  <a:pt x="92414" y="63822"/>
                </a:cubicBezTo>
                <a:cubicBezTo>
                  <a:pt x="93038" y="55709"/>
                  <a:pt x="93350" y="43484"/>
                  <a:pt x="93350" y="27146"/>
                </a:cubicBezTo>
                <a:cubicBezTo>
                  <a:pt x="93350" y="22834"/>
                  <a:pt x="94059" y="18466"/>
                  <a:pt x="95477" y="14041"/>
                </a:cubicBezTo>
                <a:cubicBezTo>
                  <a:pt x="97350" y="7971"/>
                  <a:pt x="99988" y="4936"/>
                  <a:pt x="103391" y="4936"/>
                </a:cubicBezTo>
                <a:cubicBezTo>
                  <a:pt x="105547" y="4936"/>
                  <a:pt x="107476" y="5716"/>
                  <a:pt x="109178" y="7278"/>
                </a:cubicBezTo>
                <a:cubicBezTo>
                  <a:pt x="110880" y="8838"/>
                  <a:pt x="111731" y="10811"/>
                  <a:pt x="111731" y="13195"/>
                </a:cubicBezTo>
                <a:cubicBezTo>
                  <a:pt x="111731" y="14046"/>
                  <a:pt x="111475" y="15210"/>
                  <a:pt x="110965" y="16687"/>
                </a:cubicBezTo>
                <a:close/>
                <a:moveTo>
                  <a:pt x="201217" y="86968"/>
                </a:moveTo>
                <a:cubicBezTo>
                  <a:pt x="201217" y="91052"/>
                  <a:pt x="201245" y="97179"/>
                  <a:pt x="201302" y="105349"/>
                </a:cubicBezTo>
                <a:cubicBezTo>
                  <a:pt x="201359" y="113518"/>
                  <a:pt x="201387" y="119645"/>
                  <a:pt x="201387" y="123729"/>
                </a:cubicBezTo>
                <a:cubicBezTo>
                  <a:pt x="201387" y="124977"/>
                  <a:pt x="201487" y="126878"/>
                  <a:pt x="201685" y="129431"/>
                </a:cubicBezTo>
                <a:cubicBezTo>
                  <a:pt x="201884" y="131984"/>
                  <a:pt x="201983" y="133884"/>
                  <a:pt x="201983" y="135132"/>
                </a:cubicBezTo>
                <a:cubicBezTo>
                  <a:pt x="201983" y="137572"/>
                  <a:pt x="201160" y="139571"/>
                  <a:pt x="199515" y="141131"/>
                </a:cubicBezTo>
                <a:cubicBezTo>
                  <a:pt x="197870" y="142691"/>
                  <a:pt x="195856" y="143471"/>
                  <a:pt x="193473" y="143471"/>
                </a:cubicBezTo>
                <a:cubicBezTo>
                  <a:pt x="189105" y="143471"/>
                  <a:pt x="186325" y="140777"/>
                  <a:pt x="185134" y="135387"/>
                </a:cubicBezTo>
                <a:cubicBezTo>
                  <a:pt x="178043" y="139075"/>
                  <a:pt x="169873" y="140919"/>
                  <a:pt x="160626" y="140919"/>
                </a:cubicBezTo>
                <a:cubicBezTo>
                  <a:pt x="153195" y="140919"/>
                  <a:pt x="147039" y="139273"/>
                  <a:pt x="142161" y="135983"/>
                </a:cubicBezTo>
                <a:cubicBezTo>
                  <a:pt x="136771" y="132352"/>
                  <a:pt x="133566" y="127048"/>
                  <a:pt x="132545" y="120070"/>
                </a:cubicBezTo>
                <a:cubicBezTo>
                  <a:pt x="130332" y="105037"/>
                  <a:pt x="129226" y="91648"/>
                  <a:pt x="129226" y="79905"/>
                </a:cubicBezTo>
                <a:cubicBezTo>
                  <a:pt x="129226" y="72133"/>
                  <a:pt x="130077" y="63283"/>
                  <a:pt x="131779" y="53355"/>
                </a:cubicBezTo>
                <a:cubicBezTo>
                  <a:pt x="132573" y="48419"/>
                  <a:pt x="135268" y="45952"/>
                  <a:pt x="139863" y="45952"/>
                </a:cubicBezTo>
                <a:cubicBezTo>
                  <a:pt x="142302" y="45952"/>
                  <a:pt x="144345" y="46731"/>
                  <a:pt x="145990" y="48289"/>
                </a:cubicBezTo>
                <a:cubicBezTo>
                  <a:pt x="147635" y="49848"/>
                  <a:pt x="148458" y="51845"/>
                  <a:pt x="148458" y="54283"/>
                </a:cubicBezTo>
                <a:cubicBezTo>
                  <a:pt x="148458" y="56889"/>
                  <a:pt x="148046" y="61054"/>
                  <a:pt x="147224" y="66779"/>
                </a:cubicBezTo>
                <a:cubicBezTo>
                  <a:pt x="146401" y="72502"/>
                  <a:pt x="145990" y="76865"/>
                  <a:pt x="145990" y="79868"/>
                </a:cubicBezTo>
                <a:cubicBezTo>
                  <a:pt x="145990" y="89331"/>
                  <a:pt x="146302" y="97435"/>
                  <a:pt x="146926" y="104179"/>
                </a:cubicBezTo>
                <a:cubicBezTo>
                  <a:pt x="147550" y="110922"/>
                  <a:pt x="148486" y="116334"/>
                  <a:pt x="149734" y="120413"/>
                </a:cubicBezTo>
                <a:cubicBezTo>
                  <a:pt x="151606" y="121434"/>
                  <a:pt x="153450" y="122214"/>
                  <a:pt x="155265" y="122753"/>
                </a:cubicBezTo>
                <a:cubicBezTo>
                  <a:pt x="157081" y="123290"/>
                  <a:pt x="158868" y="123559"/>
                  <a:pt x="160626" y="123559"/>
                </a:cubicBezTo>
                <a:cubicBezTo>
                  <a:pt x="168228" y="123559"/>
                  <a:pt x="176256" y="122341"/>
                  <a:pt x="184709" y="119905"/>
                </a:cubicBezTo>
                <a:lnTo>
                  <a:pt x="184623" y="102649"/>
                </a:lnTo>
                <a:lnTo>
                  <a:pt x="184453" y="86159"/>
                </a:lnTo>
                <a:cubicBezTo>
                  <a:pt x="184453" y="73918"/>
                  <a:pt x="184992" y="63293"/>
                  <a:pt x="186070" y="54283"/>
                </a:cubicBezTo>
                <a:cubicBezTo>
                  <a:pt x="186694" y="49069"/>
                  <a:pt x="189446" y="46462"/>
                  <a:pt x="194324" y="46462"/>
                </a:cubicBezTo>
                <a:cubicBezTo>
                  <a:pt x="196764" y="46462"/>
                  <a:pt x="198806" y="47257"/>
                  <a:pt x="200451" y="48845"/>
                </a:cubicBezTo>
                <a:cubicBezTo>
                  <a:pt x="202096" y="50433"/>
                  <a:pt x="202862" y="52419"/>
                  <a:pt x="202749" y="54802"/>
                </a:cubicBezTo>
                <a:lnTo>
                  <a:pt x="201217" y="86968"/>
                </a:lnTo>
                <a:close/>
                <a:moveTo>
                  <a:pt x="331433" y="143812"/>
                </a:moveTo>
                <a:cubicBezTo>
                  <a:pt x="326781" y="143812"/>
                  <a:pt x="324058" y="141339"/>
                  <a:pt x="323264" y="136393"/>
                </a:cubicBezTo>
                <a:cubicBezTo>
                  <a:pt x="322243" y="130138"/>
                  <a:pt x="321221" y="121326"/>
                  <a:pt x="320200" y="109957"/>
                </a:cubicBezTo>
                <a:lnTo>
                  <a:pt x="317307" y="83519"/>
                </a:lnTo>
                <a:cubicBezTo>
                  <a:pt x="316740" y="79597"/>
                  <a:pt x="315775" y="75760"/>
                  <a:pt x="314414" y="72007"/>
                </a:cubicBezTo>
                <a:cubicBezTo>
                  <a:pt x="312485" y="66891"/>
                  <a:pt x="310386" y="64332"/>
                  <a:pt x="308117" y="64332"/>
                </a:cubicBezTo>
                <a:cubicBezTo>
                  <a:pt x="306018" y="64332"/>
                  <a:pt x="302103" y="66121"/>
                  <a:pt x="296373" y="69699"/>
                </a:cubicBezTo>
                <a:cubicBezTo>
                  <a:pt x="290927" y="72993"/>
                  <a:pt x="287353" y="75633"/>
                  <a:pt x="285651" y="77621"/>
                </a:cubicBezTo>
                <a:cubicBezTo>
                  <a:pt x="285595" y="82959"/>
                  <a:pt x="285736" y="88297"/>
                  <a:pt x="286077" y="93635"/>
                </a:cubicBezTo>
                <a:lnTo>
                  <a:pt x="288630" y="116379"/>
                </a:lnTo>
                <a:cubicBezTo>
                  <a:pt x="289708" y="125351"/>
                  <a:pt x="290247" y="132763"/>
                  <a:pt x="290247" y="138613"/>
                </a:cubicBezTo>
                <a:cubicBezTo>
                  <a:pt x="290247" y="141111"/>
                  <a:pt x="289466" y="143169"/>
                  <a:pt x="287906" y="144788"/>
                </a:cubicBezTo>
                <a:cubicBezTo>
                  <a:pt x="286346" y="146406"/>
                  <a:pt x="284347" y="147216"/>
                  <a:pt x="281907" y="147216"/>
                </a:cubicBezTo>
                <a:cubicBezTo>
                  <a:pt x="279468" y="147216"/>
                  <a:pt x="277468" y="146406"/>
                  <a:pt x="275908" y="144788"/>
                </a:cubicBezTo>
                <a:cubicBezTo>
                  <a:pt x="274348" y="143169"/>
                  <a:pt x="273568" y="141111"/>
                  <a:pt x="273568" y="138613"/>
                </a:cubicBezTo>
                <a:cubicBezTo>
                  <a:pt x="273568" y="131742"/>
                  <a:pt x="272873" y="121590"/>
                  <a:pt x="271483" y="108159"/>
                </a:cubicBezTo>
                <a:cubicBezTo>
                  <a:pt x="270093" y="94728"/>
                  <a:pt x="269398" y="84577"/>
                  <a:pt x="269398" y="77706"/>
                </a:cubicBezTo>
                <a:cubicBezTo>
                  <a:pt x="269398" y="71687"/>
                  <a:pt x="268547" y="67002"/>
                  <a:pt x="266845" y="63652"/>
                </a:cubicBezTo>
                <a:cubicBezTo>
                  <a:pt x="262874" y="65471"/>
                  <a:pt x="258846" y="68427"/>
                  <a:pt x="254762" y="72520"/>
                </a:cubicBezTo>
                <a:lnTo>
                  <a:pt x="244720" y="83779"/>
                </a:lnTo>
                <a:cubicBezTo>
                  <a:pt x="243813" y="85143"/>
                  <a:pt x="242366" y="86933"/>
                  <a:pt x="240380" y="89151"/>
                </a:cubicBezTo>
                <a:cubicBezTo>
                  <a:pt x="240380" y="92562"/>
                  <a:pt x="240068" y="97594"/>
                  <a:pt x="239444" y="104248"/>
                </a:cubicBezTo>
                <a:cubicBezTo>
                  <a:pt x="238820" y="110899"/>
                  <a:pt x="238508" y="115817"/>
                  <a:pt x="238508" y="119001"/>
                </a:cubicBezTo>
                <a:cubicBezTo>
                  <a:pt x="238508" y="120707"/>
                  <a:pt x="238778" y="123095"/>
                  <a:pt x="239317" y="126165"/>
                </a:cubicBezTo>
                <a:cubicBezTo>
                  <a:pt x="239856" y="129234"/>
                  <a:pt x="240125" y="131451"/>
                  <a:pt x="240125" y="132816"/>
                </a:cubicBezTo>
                <a:cubicBezTo>
                  <a:pt x="240125" y="135147"/>
                  <a:pt x="239260" y="137109"/>
                  <a:pt x="237530" y="138701"/>
                </a:cubicBezTo>
                <a:cubicBezTo>
                  <a:pt x="235799" y="140293"/>
                  <a:pt x="233771" y="141089"/>
                  <a:pt x="231445" y="141089"/>
                </a:cubicBezTo>
                <a:cubicBezTo>
                  <a:pt x="225035" y="141089"/>
                  <a:pt x="221830" y="133793"/>
                  <a:pt x="221830" y="119201"/>
                </a:cubicBezTo>
                <a:cubicBezTo>
                  <a:pt x="221830" y="115793"/>
                  <a:pt x="222142" y="110711"/>
                  <a:pt x="222766" y="103955"/>
                </a:cubicBezTo>
                <a:cubicBezTo>
                  <a:pt x="223390" y="97199"/>
                  <a:pt x="223702" y="92117"/>
                  <a:pt x="223702" y="88710"/>
                </a:cubicBezTo>
                <a:cubicBezTo>
                  <a:pt x="223702" y="85701"/>
                  <a:pt x="223432" y="81188"/>
                  <a:pt x="222893" y="75169"/>
                </a:cubicBezTo>
                <a:cubicBezTo>
                  <a:pt x="222354" y="69150"/>
                  <a:pt x="222085" y="64607"/>
                  <a:pt x="222085" y="61540"/>
                </a:cubicBezTo>
                <a:cubicBezTo>
                  <a:pt x="222085" y="48652"/>
                  <a:pt x="224978" y="42208"/>
                  <a:pt x="230765" y="42208"/>
                </a:cubicBezTo>
                <a:cubicBezTo>
                  <a:pt x="232977" y="42208"/>
                  <a:pt x="235005" y="43158"/>
                  <a:pt x="236849" y="45058"/>
                </a:cubicBezTo>
                <a:cubicBezTo>
                  <a:pt x="238693" y="46959"/>
                  <a:pt x="239615" y="49044"/>
                  <a:pt x="239615" y="51313"/>
                </a:cubicBezTo>
                <a:cubicBezTo>
                  <a:pt x="239615" y="52391"/>
                  <a:pt x="239473" y="54064"/>
                  <a:pt x="239189" y="56333"/>
                </a:cubicBezTo>
                <a:cubicBezTo>
                  <a:pt x="238905" y="58603"/>
                  <a:pt x="238764" y="60333"/>
                  <a:pt x="238764" y="61524"/>
                </a:cubicBezTo>
                <a:lnTo>
                  <a:pt x="238934" y="70459"/>
                </a:lnTo>
                <a:cubicBezTo>
                  <a:pt x="241884" y="64389"/>
                  <a:pt x="246224" y="58900"/>
                  <a:pt x="251953" y="53993"/>
                </a:cubicBezTo>
                <a:cubicBezTo>
                  <a:pt x="257683" y="49086"/>
                  <a:pt x="262562" y="46632"/>
                  <a:pt x="266590" y="46632"/>
                </a:cubicBezTo>
                <a:cubicBezTo>
                  <a:pt x="275497" y="46632"/>
                  <a:pt x="281623" y="51057"/>
                  <a:pt x="284971" y="59907"/>
                </a:cubicBezTo>
                <a:cubicBezTo>
                  <a:pt x="288091" y="55766"/>
                  <a:pt x="291807" y="52660"/>
                  <a:pt x="296118" y="50589"/>
                </a:cubicBezTo>
                <a:cubicBezTo>
                  <a:pt x="300430" y="48519"/>
                  <a:pt x="305365" y="47483"/>
                  <a:pt x="310925" y="47483"/>
                </a:cubicBezTo>
                <a:cubicBezTo>
                  <a:pt x="320399" y="47483"/>
                  <a:pt x="326866" y="52598"/>
                  <a:pt x="330327" y="62827"/>
                </a:cubicBezTo>
                <a:cubicBezTo>
                  <a:pt x="331007" y="64873"/>
                  <a:pt x="332170" y="72858"/>
                  <a:pt x="333816" y="86782"/>
                </a:cubicBezTo>
                <a:cubicBezTo>
                  <a:pt x="335404" y="96557"/>
                  <a:pt x="337446" y="112840"/>
                  <a:pt x="339942" y="135629"/>
                </a:cubicBezTo>
                <a:cubicBezTo>
                  <a:pt x="340113" y="137902"/>
                  <a:pt x="339347" y="139834"/>
                  <a:pt x="337645" y="141424"/>
                </a:cubicBezTo>
                <a:cubicBezTo>
                  <a:pt x="335943" y="143016"/>
                  <a:pt x="333872" y="143812"/>
                  <a:pt x="331433" y="143812"/>
                </a:cubicBezTo>
                <a:close/>
                <a:moveTo>
                  <a:pt x="424972" y="142280"/>
                </a:moveTo>
                <a:cubicBezTo>
                  <a:pt x="423894" y="142280"/>
                  <a:pt x="421937" y="141021"/>
                  <a:pt x="419101" y="138504"/>
                </a:cubicBezTo>
                <a:cubicBezTo>
                  <a:pt x="416548" y="136159"/>
                  <a:pt x="414647" y="134070"/>
                  <a:pt x="413399" y="132239"/>
                </a:cubicBezTo>
                <a:cubicBezTo>
                  <a:pt x="407953" y="135217"/>
                  <a:pt x="403159" y="137465"/>
                  <a:pt x="399018" y="138983"/>
                </a:cubicBezTo>
                <a:cubicBezTo>
                  <a:pt x="394877" y="140500"/>
                  <a:pt x="391416" y="141259"/>
                  <a:pt x="388636" y="141259"/>
                </a:cubicBezTo>
                <a:cubicBezTo>
                  <a:pt x="375361" y="141259"/>
                  <a:pt x="365689" y="137515"/>
                  <a:pt x="359619" y="130026"/>
                </a:cubicBezTo>
                <a:cubicBezTo>
                  <a:pt x="353889" y="122992"/>
                  <a:pt x="351024" y="112213"/>
                  <a:pt x="351024" y="97690"/>
                </a:cubicBezTo>
                <a:cubicBezTo>
                  <a:pt x="351024" y="83961"/>
                  <a:pt x="355747" y="72218"/>
                  <a:pt x="365192" y="62460"/>
                </a:cubicBezTo>
                <a:cubicBezTo>
                  <a:pt x="374638" y="52703"/>
                  <a:pt x="385913" y="47824"/>
                  <a:pt x="399018" y="47824"/>
                </a:cubicBezTo>
                <a:cubicBezTo>
                  <a:pt x="403954" y="47824"/>
                  <a:pt x="409485" y="49100"/>
                  <a:pt x="415612" y="51653"/>
                </a:cubicBezTo>
                <a:cubicBezTo>
                  <a:pt x="423327" y="54830"/>
                  <a:pt x="427185" y="58659"/>
                  <a:pt x="427185" y="63141"/>
                </a:cubicBezTo>
                <a:cubicBezTo>
                  <a:pt x="427185" y="64673"/>
                  <a:pt x="426617" y="66034"/>
                  <a:pt x="425483" y="67226"/>
                </a:cubicBezTo>
                <a:cubicBezTo>
                  <a:pt x="424915" y="69381"/>
                  <a:pt x="424476" y="72927"/>
                  <a:pt x="424164" y="77863"/>
                </a:cubicBezTo>
                <a:cubicBezTo>
                  <a:pt x="423852" y="82798"/>
                  <a:pt x="423667" y="89124"/>
                  <a:pt x="423611" y="96839"/>
                </a:cubicBezTo>
                <a:cubicBezTo>
                  <a:pt x="423554" y="103874"/>
                  <a:pt x="424036" y="109433"/>
                  <a:pt x="425057" y="113518"/>
                </a:cubicBezTo>
                <a:cubicBezTo>
                  <a:pt x="425625" y="116014"/>
                  <a:pt x="427412" y="121006"/>
                  <a:pt x="430418" y="128495"/>
                </a:cubicBezTo>
                <a:cubicBezTo>
                  <a:pt x="430815" y="129516"/>
                  <a:pt x="431468" y="131019"/>
                  <a:pt x="432376" y="133005"/>
                </a:cubicBezTo>
                <a:lnTo>
                  <a:pt x="432886" y="134451"/>
                </a:lnTo>
                <a:cubicBezTo>
                  <a:pt x="432886" y="136721"/>
                  <a:pt x="432092" y="138593"/>
                  <a:pt x="430503" y="140068"/>
                </a:cubicBezTo>
                <a:cubicBezTo>
                  <a:pt x="428915" y="141543"/>
                  <a:pt x="427071" y="142280"/>
                  <a:pt x="424972" y="142280"/>
                </a:cubicBezTo>
                <a:moveTo>
                  <a:pt x="407272" y="83170"/>
                </a:moveTo>
                <a:cubicBezTo>
                  <a:pt x="407272" y="80736"/>
                  <a:pt x="407428" y="78091"/>
                  <a:pt x="407740" y="75235"/>
                </a:cubicBezTo>
                <a:cubicBezTo>
                  <a:pt x="408052" y="72378"/>
                  <a:pt x="408520" y="69336"/>
                  <a:pt x="409144" y="66111"/>
                </a:cubicBezTo>
                <a:cubicBezTo>
                  <a:pt x="407045" y="65035"/>
                  <a:pt x="405244" y="64243"/>
                  <a:pt x="403741" y="63734"/>
                </a:cubicBezTo>
                <a:cubicBezTo>
                  <a:pt x="402237" y="63225"/>
                  <a:pt x="401032" y="62971"/>
                  <a:pt x="400124" y="62971"/>
                </a:cubicBezTo>
                <a:cubicBezTo>
                  <a:pt x="391331" y="62971"/>
                  <a:pt x="383743" y="66549"/>
                  <a:pt x="377361" y="73706"/>
                </a:cubicBezTo>
                <a:cubicBezTo>
                  <a:pt x="370979" y="80863"/>
                  <a:pt x="367788" y="89109"/>
                  <a:pt x="367788" y="98445"/>
                </a:cubicBezTo>
                <a:cubicBezTo>
                  <a:pt x="367788" y="107724"/>
                  <a:pt x="369433" y="114683"/>
                  <a:pt x="372723" y="119323"/>
                </a:cubicBezTo>
                <a:cubicBezTo>
                  <a:pt x="376014" y="123962"/>
                  <a:pt x="380949" y="126282"/>
                  <a:pt x="387530" y="126282"/>
                </a:cubicBezTo>
                <a:cubicBezTo>
                  <a:pt x="392976" y="126282"/>
                  <a:pt x="397600" y="125292"/>
                  <a:pt x="401401" y="123312"/>
                </a:cubicBezTo>
                <a:cubicBezTo>
                  <a:pt x="403443" y="122237"/>
                  <a:pt x="406308" y="120088"/>
                  <a:pt x="409995" y="116863"/>
                </a:cubicBezTo>
                <a:cubicBezTo>
                  <a:pt x="408180" y="101869"/>
                  <a:pt x="407272" y="90638"/>
                  <a:pt x="407272" y="83170"/>
                </a:cubicBezTo>
                <a:close/>
                <a:moveTo>
                  <a:pt x="513098" y="142791"/>
                </a:moveTo>
                <a:cubicBezTo>
                  <a:pt x="508219" y="142791"/>
                  <a:pt x="505468" y="140119"/>
                  <a:pt x="504843" y="134776"/>
                </a:cubicBezTo>
                <a:lnTo>
                  <a:pt x="502461" y="116100"/>
                </a:lnTo>
                <a:cubicBezTo>
                  <a:pt x="501667" y="109448"/>
                  <a:pt x="501269" y="103223"/>
                  <a:pt x="501269" y="97424"/>
                </a:cubicBezTo>
                <a:cubicBezTo>
                  <a:pt x="501269" y="95832"/>
                  <a:pt x="501369" y="93132"/>
                  <a:pt x="501567" y="89324"/>
                </a:cubicBezTo>
                <a:cubicBezTo>
                  <a:pt x="501766" y="85514"/>
                  <a:pt x="501865" y="82813"/>
                  <a:pt x="501865" y="81221"/>
                </a:cubicBezTo>
                <a:cubicBezTo>
                  <a:pt x="501865" y="68941"/>
                  <a:pt x="499596" y="62801"/>
                  <a:pt x="495057" y="62801"/>
                </a:cubicBezTo>
                <a:cubicBezTo>
                  <a:pt x="488704" y="62801"/>
                  <a:pt x="482633" y="66578"/>
                  <a:pt x="476847" y="74132"/>
                </a:cubicBezTo>
                <a:cubicBezTo>
                  <a:pt x="471628" y="81003"/>
                  <a:pt x="467543" y="89692"/>
                  <a:pt x="464593" y="100198"/>
                </a:cubicBezTo>
                <a:cubicBezTo>
                  <a:pt x="464480" y="102414"/>
                  <a:pt x="464224" y="105197"/>
                  <a:pt x="463827" y="108548"/>
                </a:cubicBezTo>
                <a:cubicBezTo>
                  <a:pt x="463487" y="111388"/>
                  <a:pt x="463317" y="114142"/>
                  <a:pt x="463317" y="116810"/>
                </a:cubicBezTo>
                <a:cubicBezTo>
                  <a:pt x="463317" y="118514"/>
                  <a:pt x="463487" y="121069"/>
                  <a:pt x="463827" y="124477"/>
                </a:cubicBezTo>
                <a:cubicBezTo>
                  <a:pt x="464168" y="127884"/>
                  <a:pt x="464338" y="130439"/>
                  <a:pt x="464338" y="132143"/>
                </a:cubicBezTo>
                <a:cubicBezTo>
                  <a:pt x="464338" y="134700"/>
                  <a:pt x="463558" y="136773"/>
                  <a:pt x="461998" y="138363"/>
                </a:cubicBezTo>
                <a:cubicBezTo>
                  <a:pt x="460438" y="139953"/>
                  <a:pt x="458438" y="140748"/>
                  <a:pt x="455998" y="140748"/>
                </a:cubicBezTo>
                <a:cubicBezTo>
                  <a:pt x="453502" y="140748"/>
                  <a:pt x="451488" y="139952"/>
                  <a:pt x="449957" y="138360"/>
                </a:cubicBezTo>
                <a:cubicBezTo>
                  <a:pt x="448425" y="136770"/>
                  <a:pt x="447659" y="134696"/>
                  <a:pt x="447659" y="132138"/>
                </a:cubicBezTo>
                <a:cubicBezTo>
                  <a:pt x="447659" y="130434"/>
                  <a:pt x="447475" y="127878"/>
                  <a:pt x="447106" y="124469"/>
                </a:cubicBezTo>
                <a:cubicBezTo>
                  <a:pt x="446737" y="121058"/>
                  <a:pt x="446553" y="118499"/>
                  <a:pt x="446553" y="116794"/>
                </a:cubicBezTo>
                <a:cubicBezTo>
                  <a:pt x="446553" y="110940"/>
                  <a:pt x="446964" y="102828"/>
                  <a:pt x="447787" y="92457"/>
                </a:cubicBezTo>
                <a:cubicBezTo>
                  <a:pt x="448609" y="82086"/>
                  <a:pt x="449021" y="73973"/>
                  <a:pt x="449021" y="68119"/>
                </a:cubicBezTo>
                <a:cubicBezTo>
                  <a:pt x="449021" y="66300"/>
                  <a:pt x="448921" y="63601"/>
                  <a:pt x="448723" y="60022"/>
                </a:cubicBezTo>
                <a:cubicBezTo>
                  <a:pt x="448524" y="56441"/>
                  <a:pt x="448425" y="53742"/>
                  <a:pt x="448425" y="51924"/>
                </a:cubicBezTo>
                <a:cubicBezTo>
                  <a:pt x="448425" y="49480"/>
                  <a:pt x="449233" y="47476"/>
                  <a:pt x="450850" y="45914"/>
                </a:cubicBezTo>
                <a:cubicBezTo>
                  <a:pt x="452467" y="44351"/>
                  <a:pt x="454467" y="43569"/>
                  <a:pt x="456849" y="43569"/>
                </a:cubicBezTo>
                <a:cubicBezTo>
                  <a:pt x="462069" y="43569"/>
                  <a:pt x="464934" y="47272"/>
                  <a:pt x="465444" y="54677"/>
                </a:cubicBezTo>
                <a:lnTo>
                  <a:pt x="465699" y="64673"/>
                </a:lnTo>
                <a:cubicBezTo>
                  <a:pt x="475230" y="51965"/>
                  <a:pt x="485016" y="45611"/>
                  <a:pt x="495057" y="45611"/>
                </a:cubicBezTo>
                <a:cubicBezTo>
                  <a:pt x="504134" y="45611"/>
                  <a:pt x="510460" y="49618"/>
                  <a:pt x="514034" y="57631"/>
                </a:cubicBezTo>
                <a:cubicBezTo>
                  <a:pt x="516473" y="62973"/>
                  <a:pt x="517806" y="70872"/>
                  <a:pt x="518033" y="81330"/>
                </a:cubicBezTo>
                <a:lnTo>
                  <a:pt x="518033" y="89938"/>
                </a:lnTo>
                <a:lnTo>
                  <a:pt x="517948" y="97865"/>
                </a:lnTo>
                <a:cubicBezTo>
                  <a:pt x="517948" y="102583"/>
                  <a:pt x="518558" y="108679"/>
                  <a:pt x="519778" y="116153"/>
                </a:cubicBezTo>
                <a:cubicBezTo>
                  <a:pt x="520997" y="123626"/>
                  <a:pt x="521607" y="129691"/>
                  <a:pt x="521607" y="134350"/>
                </a:cubicBezTo>
                <a:cubicBezTo>
                  <a:pt x="521607" y="136852"/>
                  <a:pt x="520799" y="138883"/>
                  <a:pt x="519182" y="140445"/>
                </a:cubicBezTo>
                <a:cubicBezTo>
                  <a:pt x="517565" y="142009"/>
                  <a:pt x="515537" y="142791"/>
                  <a:pt x="513098" y="142791"/>
                </a:cubicBezTo>
                <a:close/>
                <a:moveTo>
                  <a:pt x="585101" y="96158"/>
                </a:moveTo>
                <a:cubicBezTo>
                  <a:pt x="577386" y="96952"/>
                  <a:pt x="563657" y="97350"/>
                  <a:pt x="543915" y="97350"/>
                </a:cubicBezTo>
                <a:cubicBezTo>
                  <a:pt x="539150" y="97350"/>
                  <a:pt x="536767" y="95137"/>
                  <a:pt x="536767" y="90712"/>
                </a:cubicBezTo>
                <a:cubicBezTo>
                  <a:pt x="536767" y="86287"/>
                  <a:pt x="539150" y="84075"/>
                  <a:pt x="543915" y="84075"/>
                </a:cubicBezTo>
                <a:cubicBezTo>
                  <a:pt x="548397" y="84075"/>
                  <a:pt x="555119" y="83876"/>
                  <a:pt x="564083" y="83479"/>
                </a:cubicBezTo>
                <a:cubicBezTo>
                  <a:pt x="573046" y="83082"/>
                  <a:pt x="579769" y="82883"/>
                  <a:pt x="584250" y="82883"/>
                </a:cubicBezTo>
                <a:cubicBezTo>
                  <a:pt x="589299" y="82883"/>
                  <a:pt x="591824" y="85096"/>
                  <a:pt x="591824" y="89521"/>
                </a:cubicBezTo>
                <a:cubicBezTo>
                  <a:pt x="591824" y="93435"/>
                  <a:pt x="589583" y="95648"/>
                  <a:pt x="585101" y="96158"/>
                </a:cubicBezTo>
                <a:close/>
                <a:moveTo>
                  <a:pt x="694092" y="21955"/>
                </a:moveTo>
                <a:cubicBezTo>
                  <a:pt x="693298" y="21955"/>
                  <a:pt x="692418" y="21816"/>
                  <a:pt x="691454" y="21537"/>
                </a:cubicBezTo>
                <a:cubicBezTo>
                  <a:pt x="681867" y="18866"/>
                  <a:pt x="672620" y="17530"/>
                  <a:pt x="663713" y="17530"/>
                </a:cubicBezTo>
                <a:cubicBezTo>
                  <a:pt x="659061" y="17530"/>
                  <a:pt x="653984" y="17948"/>
                  <a:pt x="648481" y="18785"/>
                </a:cubicBezTo>
                <a:cubicBezTo>
                  <a:pt x="642978" y="19622"/>
                  <a:pt x="637049" y="20905"/>
                  <a:pt x="630696" y="22635"/>
                </a:cubicBezTo>
                <a:cubicBezTo>
                  <a:pt x="631206" y="26339"/>
                  <a:pt x="631462" y="29301"/>
                  <a:pt x="631462" y="31523"/>
                </a:cubicBezTo>
                <a:cubicBezTo>
                  <a:pt x="631462" y="39440"/>
                  <a:pt x="630979" y="50320"/>
                  <a:pt x="630015" y="64162"/>
                </a:cubicBezTo>
                <a:lnTo>
                  <a:pt x="667287" y="60588"/>
                </a:lnTo>
                <a:cubicBezTo>
                  <a:pt x="678236" y="59454"/>
                  <a:pt x="684958" y="58886"/>
                  <a:pt x="687455" y="58886"/>
                </a:cubicBezTo>
                <a:cubicBezTo>
                  <a:pt x="689951" y="58886"/>
                  <a:pt x="692050" y="59685"/>
                  <a:pt x="693752" y="61282"/>
                </a:cubicBezTo>
                <a:cubicBezTo>
                  <a:pt x="695454" y="62878"/>
                  <a:pt x="696305" y="65015"/>
                  <a:pt x="696305" y="67694"/>
                </a:cubicBezTo>
                <a:cubicBezTo>
                  <a:pt x="696305" y="72881"/>
                  <a:pt x="693695" y="75788"/>
                  <a:pt x="688476" y="76416"/>
                </a:cubicBezTo>
                <a:lnTo>
                  <a:pt x="668223" y="78174"/>
                </a:lnTo>
                <a:lnTo>
                  <a:pt x="628909" y="81692"/>
                </a:lnTo>
                <a:cubicBezTo>
                  <a:pt x="628682" y="85727"/>
                  <a:pt x="628497" y="89549"/>
                  <a:pt x="628356" y="93159"/>
                </a:cubicBezTo>
                <a:cubicBezTo>
                  <a:pt x="628214" y="96768"/>
                  <a:pt x="628143" y="100136"/>
                  <a:pt x="628143" y="103261"/>
                </a:cubicBezTo>
                <a:cubicBezTo>
                  <a:pt x="628143" y="115822"/>
                  <a:pt x="629050" y="123210"/>
                  <a:pt x="630866" y="125426"/>
                </a:cubicBezTo>
                <a:cubicBezTo>
                  <a:pt x="632227" y="127018"/>
                  <a:pt x="636681" y="127814"/>
                  <a:pt x="644226" y="127814"/>
                </a:cubicBezTo>
                <a:cubicBezTo>
                  <a:pt x="647743" y="127814"/>
                  <a:pt x="653033" y="127700"/>
                  <a:pt x="660096" y="127473"/>
                </a:cubicBezTo>
                <a:cubicBezTo>
                  <a:pt x="667159" y="127247"/>
                  <a:pt x="672478" y="127133"/>
                  <a:pt x="676052" y="127133"/>
                </a:cubicBezTo>
                <a:cubicBezTo>
                  <a:pt x="677186" y="127133"/>
                  <a:pt x="678860" y="126935"/>
                  <a:pt x="681072" y="126537"/>
                </a:cubicBezTo>
                <a:cubicBezTo>
                  <a:pt x="683285" y="126140"/>
                  <a:pt x="684930" y="125942"/>
                  <a:pt x="686008" y="125942"/>
                </a:cubicBezTo>
                <a:cubicBezTo>
                  <a:pt x="692021" y="125942"/>
                  <a:pt x="695028" y="128918"/>
                  <a:pt x="695028" y="134871"/>
                </a:cubicBezTo>
                <a:cubicBezTo>
                  <a:pt x="695028" y="139679"/>
                  <a:pt x="692617" y="142570"/>
                  <a:pt x="687795" y="143543"/>
                </a:cubicBezTo>
                <a:cubicBezTo>
                  <a:pt x="682462" y="144630"/>
                  <a:pt x="670918" y="145173"/>
                  <a:pt x="653161" y="145173"/>
                </a:cubicBezTo>
                <a:cubicBezTo>
                  <a:pt x="635574" y="145173"/>
                  <a:pt x="624285" y="142846"/>
                  <a:pt x="619293" y="138190"/>
                </a:cubicBezTo>
                <a:cubicBezTo>
                  <a:pt x="613847" y="133139"/>
                  <a:pt x="611124" y="121503"/>
                  <a:pt x="611124" y="103282"/>
                </a:cubicBezTo>
                <a:cubicBezTo>
                  <a:pt x="611124" y="99648"/>
                  <a:pt x="611209" y="95674"/>
                  <a:pt x="611379" y="91361"/>
                </a:cubicBezTo>
                <a:cubicBezTo>
                  <a:pt x="611549" y="87046"/>
                  <a:pt x="611776" y="82391"/>
                  <a:pt x="612060" y="77397"/>
                </a:cubicBezTo>
                <a:cubicBezTo>
                  <a:pt x="611436" y="76091"/>
                  <a:pt x="611124" y="74700"/>
                  <a:pt x="611124" y="73225"/>
                </a:cubicBezTo>
                <a:cubicBezTo>
                  <a:pt x="611124" y="71294"/>
                  <a:pt x="611663" y="69563"/>
                  <a:pt x="612740" y="68031"/>
                </a:cubicBezTo>
                <a:cubicBezTo>
                  <a:pt x="613875" y="51626"/>
                  <a:pt x="614442" y="39506"/>
                  <a:pt x="614442" y="31672"/>
                </a:cubicBezTo>
                <a:cubicBezTo>
                  <a:pt x="614442" y="29573"/>
                  <a:pt x="614159" y="26494"/>
                  <a:pt x="613591" y="22436"/>
                </a:cubicBezTo>
                <a:cubicBezTo>
                  <a:pt x="613024" y="18376"/>
                  <a:pt x="612740" y="15296"/>
                  <a:pt x="612740" y="13195"/>
                </a:cubicBezTo>
                <a:cubicBezTo>
                  <a:pt x="612740" y="6441"/>
                  <a:pt x="615577" y="3063"/>
                  <a:pt x="621250" y="3063"/>
                </a:cubicBezTo>
                <a:cubicBezTo>
                  <a:pt x="623633" y="3063"/>
                  <a:pt x="625675" y="3882"/>
                  <a:pt x="627377" y="5518"/>
                </a:cubicBezTo>
                <a:cubicBezTo>
                  <a:pt x="634185" y="3678"/>
                  <a:pt x="640609" y="2298"/>
                  <a:pt x="646651" y="1380"/>
                </a:cubicBezTo>
                <a:cubicBezTo>
                  <a:pt x="652693" y="460"/>
                  <a:pt x="658380" y="0"/>
                  <a:pt x="663713" y="0"/>
                </a:cubicBezTo>
                <a:cubicBezTo>
                  <a:pt x="677498" y="0"/>
                  <a:pt x="688504" y="1639"/>
                  <a:pt x="696730" y="4917"/>
                </a:cubicBezTo>
                <a:cubicBezTo>
                  <a:pt x="700531" y="6442"/>
                  <a:pt x="702431" y="9154"/>
                  <a:pt x="702431" y="13054"/>
                </a:cubicBezTo>
                <a:cubicBezTo>
                  <a:pt x="702431" y="15315"/>
                  <a:pt x="701694" y="17321"/>
                  <a:pt x="700219" y="19072"/>
                </a:cubicBezTo>
                <a:cubicBezTo>
                  <a:pt x="698574" y="20994"/>
                  <a:pt x="696531" y="21955"/>
                  <a:pt x="694092" y="21955"/>
                </a:cubicBezTo>
                <a:close/>
                <a:moveTo>
                  <a:pt x="798334" y="61487"/>
                </a:moveTo>
                <a:cubicBezTo>
                  <a:pt x="797653" y="69821"/>
                  <a:pt x="797313" y="78155"/>
                  <a:pt x="797313" y="86489"/>
                </a:cubicBezTo>
                <a:cubicBezTo>
                  <a:pt x="797313" y="105370"/>
                  <a:pt x="798192" y="119629"/>
                  <a:pt x="799951" y="129266"/>
                </a:cubicBezTo>
                <a:cubicBezTo>
                  <a:pt x="800065" y="130060"/>
                  <a:pt x="800121" y="130712"/>
                  <a:pt x="800121" y="131223"/>
                </a:cubicBezTo>
                <a:cubicBezTo>
                  <a:pt x="800121" y="133490"/>
                  <a:pt x="799327" y="135361"/>
                  <a:pt x="797739" y="136834"/>
                </a:cubicBezTo>
                <a:cubicBezTo>
                  <a:pt x="796150" y="138309"/>
                  <a:pt x="794306" y="139047"/>
                  <a:pt x="792207" y="139047"/>
                </a:cubicBezTo>
                <a:cubicBezTo>
                  <a:pt x="788690" y="139047"/>
                  <a:pt x="786109" y="136494"/>
                  <a:pt x="784464" y="131388"/>
                </a:cubicBezTo>
                <a:cubicBezTo>
                  <a:pt x="780379" y="134395"/>
                  <a:pt x="776138" y="136678"/>
                  <a:pt x="771742" y="138238"/>
                </a:cubicBezTo>
                <a:cubicBezTo>
                  <a:pt x="767345" y="139798"/>
                  <a:pt x="762764" y="140578"/>
                  <a:pt x="757999" y="140578"/>
                </a:cubicBezTo>
                <a:cubicBezTo>
                  <a:pt x="746256" y="140578"/>
                  <a:pt x="736526" y="136660"/>
                  <a:pt x="728811" y="128824"/>
                </a:cubicBezTo>
                <a:cubicBezTo>
                  <a:pt x="720869" y="120818"/>
                  <a:pt x="716898" y="110540"/>
                  <a:pt x="716898" y="97990"/>
                </a:cubicBezTo>
                <a:cubicBezTo>
                  <a:pt x="716898" y="82829"/>
                  <a:pt x="720911" y="70678"/>
                  <a:pt x="728939" y="61538"/>
                </a:cubicBezTo>
                <a:cubicBezTo>
                  <a:pt x="736966" y="52395"/>
                  <a:pt x="747390" y="47824"/>
                  <a:pt x="760211" y="47824"/>
                </a:cubicBezTo>
                <a:cubicBezTo>
                  <a:pt x="766792" y="47824"/>
                  <a:pt x="771869" y="48845"/>
                  <a:pt x="775443" y="50887"/>
                </a:cubicBezTo>
                <a:lnTo>
                  <a:pt x="783442" y="56759"/>
                </a:lnTo>
                <a:cubicBezTo>
                  <a:pt x="784237" y="32907"/>
                  <a:pt x="785173" y="16848"/>
                  <a:pt x="786251" y="8581"/>
                </a:cubicBezTo>
                <a:cubicBezTo>
                  <a:pt x="786988" y="3541"/>
                  <a:pt x="789569" y="1021"/>
                  <a:pt x="793994" y="1021"/>
                </a:cubicBezTo>
                <a:cubicBezTo>
                  <a:pt x="799157" y="1021"/>
                  <a:pt x="801738" y="3771"/>
                  <a:pt x="801738" y="9270"/>
                </a:cubicBezTo>
                <a:cubicBezTo>
                  <a:pt x="801738" y="17150"/>
                  <a:pt x="800603" y="34556"/>
                  <a:pt x="798334" y="61487"/>
                </a:cubicBezTo>
                <a:moveTo>
                  <a:pt x="760552" y="63652"/>
                </a:moveTo>
                <a:cubicBezTo>
                  <a:pt x="751021" y="63652"/>
                  <a:pt x="743873" y="66474"/>
                  <a:pt x="739108" y="72119"/>
                </a:cubicBezTo>
                <a:cubicBezTo>
                  <a:pt x="734342" y="77763"/>
                  <a:pt x="731960" y="86259"/>
                  <a:pt x="731960" y="97605"/>
                </a:cubicBezTo>
                <a:cubicBezTo>
                  <a:pt x="731960" y="104923"/>
                  <a:pt x="734555" y="111220"/>
                  <a:pt x="739746" y="116496"/>
                </a:cubicBezTo>
                <a:cubicBezTo>
                  <a:pt x="744937" y="121772"/>
                  <a:pt x="751021" y="124410"/>
                  <a:pt x="757999" y="124410"/>
                </a:cubicBezTo>
                <a:cubicBezTo>
                  <a:pt x="762764" y="124410"/>
                  <a:pt x="766792" y="123531"/>
                  <a:pt x="770082" y="121772"/>
                </a:cubicBezTo>
                <a:cubicBezTo>
                  <a:pt x="772011" y="120751"/>
                  <a:pt x="775160" y="118397"/>
                  <a:pt x="779528" y="114709"/>
                </a:cubicBezTo>
                <a:cubicBezTo>
                  <a:pt x="780379" y="113972"/>
                  <a:pt x="781202" y="113092"/>
                  <a:pt x="781996" y="112071"/>
                </a:cubicBezTo>
                <a:lnTo>
                  <a:pt x="781741" y="97350"/>
                </a:lnTo>
                <a:lnTo>
                  <a:pt x="781826" y="87478"/>
                </a:lnTo>
                <a:lnTo>
                  <a:pt x="781996" y="77437"/>
                </a:lnTo>
                <a:cubicBezTo>
                  <a:pt x="779840" y="72842"/>
                  <a:pt x="776975" y="69396"/>
                  <a:pt x="773401" y="67098"/>
                </a:cubicBezTo>
                <a:cubicBezTo>
                  <a:pt x="769827" y="64800"/>
                  <a:pt x="765544" y="63652"/>
                  <a:pt x="760552" y="63652"/>
                </a:cubicBezTo>
                <a:close/>
                <a:moveTo>
                  <a:pt x="838601" y="28933"/>
                </a:moveTo>
                <a:cubicBezTo>
                  <a:pt x="835878" y="28933"/>
                  <a:pt x="833524" y="27968"/>
                  <a:pt x="831538" y="26039"/>
                </a:cubicBezTo>
                <a:cubicBezTo>
                  <a:pt x="829553" y="24110"/>
                  <a:pt x="828560" y="21785"/>
                  <a:pt x="828560" y="19061"/>
                </a:cubicBezTo>
                <a:cubicBezTo>
                  <a:pt x="828560" y="16338"/>
                  <a:pt x="829553" y="14012"/>
                  <a:pt x="831538" y="12084"/>
                </a:cubicBezTo>
                <a:cubicBezTo>
                  <a:pt x="833524" y="10155"/>
                  <a:pt x="835878" y="9190"/>
                  <a:pt x="838601" y="9190"/>
                </a:cubicBezTo>
                <a:cubicBezTo>
                  <a:pt x="841324" y="9190"/>
                  <a:pt x="843665" y="10155"/>
                  <a:pt x="845622" y="12084"/>
                </a:cubicBezTo>
                <a:cubicBezTo>
                  <a:pt x="847579" y="14012"/>
                  <a:pt x="848558" y="16338"/>
                  <a:pt x="848558" y="19061"/>
                </a:cubicBezTo>
                <a:cubicBezTo>
                  <a:pt x="848558" y="21785"/>
                  <a:pt x="847579" y="24110"/>
                  <a:pt x="845622" y="26039"/>
                </a:cubicBezTo>
                <a:cubicBezTo>
                  <a:pt x="843665" y="27968"/>
                  <a:pt x="841324" y="28933"/>
                  <a:pt x="838601" y="28933"/>
                </a:cubicBezTo>
                <a:moveTo>
                  <a:pt x="842431" y="98078"/>
                </a:moveTo>
                <a:cubicBezTo>
                  <a:pt x="842431" y="101486"/>
                  <a:pt x="842530" y="106582"/>
                  <a:pt x="842729" y="113369"/>
                </a:cubicBezTo>
                <a:cubicBezTo>
                  <a:pt x="842927" y="120153"/>
                  <a:pt x="843026" y="125249"/>
                  <a:pt x="843026" y="128657"/>
                </a:cubicBezTo>
                <a:cubicBezTo>
                  <a:pt x="843026" y="131155"/>
                  <a:pt x="842261" y="133199"/>
                  <a:pt x="840729" y="134789"/>
                </a:cubicBezTo>
                <a:cubicBezTo>
                  <a:pt x="839197" y="136379"/>
                  <a:pt x="837183" y="137174"/>
                  <a:pt x="834687" y="137174"/>
                </a:cubicBezTo>
                <a:cubicBezTo>
                  <a:pt x="832248" y="137174"/>
                  <a:pt x="830248" y="136379"/>
                  <a:pt x="828688" y="134789"/>
                </a:cubicBezTo>
                <a:cubicBezTo>
                  <a:pt x="827128" y="133199"/>
                  <a:pt x="826348" y="131155"/>
                  <a:pt x="826348" y="128657"/>
                </a:cubicBezTo>
                <a:cubicBezTo>
                  <a:pt x="826348" y="125249"/>
                  <a:pt x="826248" y="120153"/>
                  <a:pt x="826050" y="113369"/>
                </a:cubicBezTo>
                <a:cubicBezTo>
                  <a:pt x="825851" y="106582"/>
                  <a:pt x="825752" y="101486"/>
                  <a:pt x="825752" y="98078"/>
                </a:cubicBezTo>
                <a:cubicBezTo>
                  <a:pt x="825752" y="92740"/>
                  <a:pt x="826036" y="86082"/>
                  <a:pt x="826603" y="78105"/>
                </a:cubicBezTo>
                <a:cubicBezTo>
                  <a:pt x="827170" y="70125"/>
                  <a:pt x="827454" y="63466"/>
                  <a:pt x="827454" y="58128"/>
                </a:cubicBezTo>
                <a:cubicBezTo>
                  <a:pt x="827454" y="55574"/>
                  <a:pt x="828234" y="53501"/>
                  <a:pt x="829794" y="51911"/>
                </a:cubicBezTo>
                <a:cubicBezTo>
                  <a:pt x="831354" y="50321"/>
                  <a:pt x="833354" y="49526"/>
                  <a:pt x="835793" y="49526"/>
                </a:cubicBezTo>
                <a:cubicBezTo>
                  <a:pt x="838233" y="49526"/>
                  <a:pt x="840232" y="50321"/>
                  <a:pt x="841792" y="51911"/>
                </a:cubicBezTo>
                <a:cubicBezTo>
                  <a:pt x="843353" y="53501"/>
                  <a:pt x="844133" y="55574"/>
                  <a:pt x="844133" y="58128"/>
                </a:cubicBezTo>
                <a:cubicBezTo>
                  <a:pt x="844133" y="63466"/>
                  <a:pt x="843849" y="70125"/>
                  <a:pt x="843282" y="78105"/>
                </a:cubicBezTo>
                <a:cubicBezTo>
                  <a:pt x="842714" y="86082"/>
                  <a:pt x="842431" y="92740"/>
                  <a:pt x="842431" y="98078"/>
                </a:cubicBezTo>
                <a:close/>
                <a:moveTo>
                  <a:pt x="927203" y="64237"/>
                </a:moveTo>
                <a:cubicBezTo>
                  <a:pt x="926012" y="64237"/>
                  <a:pt x="924608" y="64180"/>
                  <a:pt x="922991" y="64066"/>
                </a:cubicBezTo>
                <a:cubicBezTo>
                  <a:pt x="921374" y="63951"/>
                  <a:pt x="919970" y="63894"/>
                  <a:pt x="918779" y="63894"/>
                </a:cubicBezTo>
                <a:cubicBezTo>
                  <a:pt x="917474" y="63894"/>
                  <a:pt x="913616" y="64324"/>
                  <a:pt x="907206" y="65183"/>
                </a:cubicBezTo>
                <a:lnTo>
                  <a:pt x="908822" y="115419"/>
                </a:lnTo>
                <a:lnTo>
                  <a:pt x="908908" y="119161"/>
                </a:lnTo>
                <a:lnTo>
                  <a:pt x="908993" y="123495"/>
                </a:lnTo>
                <a:cubicBezTo>
                  <a:pt x="909220" y="135905"/>
                  <a:pt x="906241" y="142110"/>
                  <a:pt x="900058" y="142110"/>
                </a:cubicBezTo>
                <a:cubicBezTo>
                  <a:pt x="897788" y="142110"/>
                  <a:pt x="895817" y="141373"/>
                  <a:pt x="894143" y="139900"/>
                </a:cubicBezTo>
                <a:cubicBezTo>
                  <a:pt x="892470" y="138427"/>
                  <a:pt x="891633" y="136585"/>
                  <a:pt x="891633" y="134374"/>
                </a:cubicBezTo>
                <a:cubicBezTo>
                  <a:pt x="891633" y="132222"/>
                  <a:pt x="891718" y="128993"/>
                  <a:pt x="891888" y="124687"/>
                </a:cubicBezTo>
                <a:cubicBezTo>
                  <a:pt x="892059" y="120379"/>
                  <a:pt x="892144" y="117148"/>
                  <a:pt x="892144" y="114994"/>
                </a:cubicBezTo>
                <a:lnTo>
                  <a:pt x="890442" y="65354"/>
                </a:lnTo>
                <a:cubicBezTo>
                  <a:pt x="886300" y="65183"/>
                  <a:pt x="880003" y="64698"/>
                  <a:pt x="871551" y="63899"/>
                </a:cubicBezTo>
                <a:cubicBezTo>
                  <a:pt x="866502" y="63215"/>
                  <a:pt x="863977" y="60393"/>
                  <a:pt x="863977" y="55435"/>
                </a:cubicBezTo>
                <a:cubicBezTo>
                  <a:pt x="863977" y="52926"/>
                  <a:pt x="864743" y="50846"/>
                  <a:pt x="866275" y="49196"/>
                </a:cubicBezTo>
                <a:cubicBezTo>
                  <a:pt x="867806" y="47544"/>
                  <a:pt x="869764" y="46718"/>
                  <a:pt x="872146" y="46718"/>
                </a:cubicBezTo>
                <a:lnTo>
                  <a:pt x="890016" y="48164"/>
                </a:lnTo>
                <a:cubicBezTo>
                  <a:pt x="890016" y="45262"/>
                  <a:pt x="889889" y="41380"/>
                  <a:pt x="889633" y="36517"/>
                </a:cubicBezTo>
                <a:cubicBezTo>
                  <a:pt x="889378" y="31652"/>
                  <a:pt x="889250" y="28139"/>
                  <a:pt x="889250" y="25978"/>
                </a:cubicBezTo>
                <a:cubicBezTo>
                  <a:pt x="889250" y="23588"/>
                  <a:pt x="890073" y="21612"/>
                  <a:pt x="891718" y="20048"/>
                </a:cubicBezTo>
                <a:cubicBezTo>
                  <a:pt x="893363" y="18483"/>
                  <a:pt x="895377" y="17700"/>
                  <a:pt x="897760" y="17700"/>
                </a:cubicBezTo>
                <a:cubicBezTo>
                  <a:pt x="902866" y="17700"/>
                  <a:pt x="905844" y="21870"/>
                  <a:pt x="906695" y="30209"/>
                </a:cubicBezTo>
                <a:cubicBezTo>
                  <a:pt x="906865" y="32308"/>
                  <a:pt x="906950" y="34833"/>
                  <a:pt x="906950" y="37783"/>
                </a:cubicBezTo>
                <a:lnTo>
                  <a:pt x="906780" y="42718"/>
                </a:lnTo>
                <a:lnTo>
                  <a:pt x="906695" y="47994"/>
                </a:lnTo>
                <a:cubicBezTo>
                  <a:pt x="913730" y="47086"/>
                  <a:pt x="917758" y="46632"/>
                  <a:pt x="918779" y="46632"/>
                </a:cubicBezTo>
                <a:cubicBezTo>
                  <a:pt x="924679" y="46632"/>
                  <a:pt x="928536" y="46916"/>
                  <a:pt x="930352" y="47483"/>
                </a:cubicBezTo>
                <a:cubicBezTo>
                  <a:pt x="933812" y="48625"/>
                  <a:pt x="935543" y="51316"/>
                  <a:pt x="935543" y="55557"/>
                </a:cubicBezTo>
                <a:cubicBezTo>
                  <a:pt x="935543" y="58078"/>
                  <a:pt x="934763" y="60155"/>
                  <a:pt x="933202" y="61788"/>
                </a:cubicBezTo>
                <a:cubicBezTo>
                  <a:pt x="931642" y="63420"/>
                  <a:pt x="929643" y="64237"/>
                  <a:pt x="927203" y="64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FinalDataset">
            <a:extLst xmlns:a="http://schemas.openxmlformats.org/drawingml/2006/main">
              <a:ext uri="{FF2B5EF4-FFF2-40B4-BE49-F238E27FC236}">
                <a16:creationId xmlns:a16="http://schemas.microsoft.com/office/drawing/2014/main" id="{75C10EAE-3A03-441C-BE2D-2A54DE92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680" y="476638"/>
            <a:ext cx="1066032" cy="146024"/>
          </a:xfrm>
          <a:custGeom xmlns:a="http://schemas.openxmlformats.org/drawingml/2006/main">
            <a:pathLst>
              <a:path w="1066032" h="146024">
                <a:moveTo>
                  <a:pt x="79394" y="25188"/>
                </a:moveTo>
                <a:cubicBezTo>
                  <a:pt x="78373" y="25188"/>
                  <a:pt x="77295" y="24961"/>
                  <a:pt x="76161" y="24508"/>
                </a:cubicBezTo>
                <a:cubicBezTo>
                  <a:pt x="69126" y="21898"/>
                  <a:pt x="59822" y="20593"/>
                  <a:pt x="48249" y="20593"/>
                </a:cubicBezTo>
                <a:cubicBezTo>
                  <a:pt x="44505" y="20593"/>
                  <a:pt x="40123" y="20870"/>
                  <a:pt x="35102" y="21423"/>
                </a:cubicBezTo>
                <a:cubicBezTo>
                  <a:pt x="30081" y="21976"/>
                  <a:pt x="24451" y="22834"/>
                  <a:pt x="18210" y="23997"/>
                </a:cubicBezTo>
                <a:lnTo>
                  <a:pt x="18040" y="60758"/>
                </a:lnTo>
                <a:cubicBezTo>
                  <a:pt x="28989" y="57808"/>
                  <a:pt x="37215" y="56333"/>
                  <a:pt x="42718" y="56333"/>
                </a:cubicBezTo>
                <a:cubicBezTo>
                  <a:pt x="51455" y="56333"/>
                  <a:pt x="60503" y="56844"/>
                  <a:pt x="69864" y="57865"/>
                </a:cubicBezTo>
                <a:cubicBezTo>
                  <a:pt x="75196" y="58432"/>
                  <a:pt x="77863" y="61326"/>
                  <a:pt x="77863" y="66545"/>
                </a:cubicBezTo>
                <a:cubicBezTo>
                  <a:pt x="77863" y="69098"/>
                  <a:pt x="77040" y="71211"/>
                  <a:pt x="75395" y="72885"/>
                </a:cubicBezTo>
                <a:cubicBezTo>
                  <a:pt x="73750" y="74558"/>
                  <a:pt x="71707" y="75395"/>
                  <a:pt x="69268" y="75395"/>
                </a:cubicBezTo>
                <a:cubicBezTo>
                  <a:pt x="66318" y="75395"/>
                  <a:pt x="61893" y="75140"/>
                  <a:pt x="55993" y="74629"/>
                </a:cubicBezTo>
                <a:cubicBezTo>
                  <a:pt x="50093" y="74118"/>
                  <a:pt x="45668" y="73863"/>
                  <a:pt x="42718" y="73863"/>
                </a:cubicBezTo>
                <a:cubicBezTo>
                  <a:pt x="38860" y="73863"/>
                  <a:pt x="30521" y="75508"/>
                  <a:pt x="17700" y="78799"/>
                </a:cubicBezTo>
                <a:lnTo>
                  <a:pt x="16934" y="137345"/>
                </a:lnTo>
                <a:cubicBezTo>
                  <a:pt x="16934" y="139784"/>
                  <a:pt x="16140" y="141840"/>
                  <a:pt x="14551" y="143514"/>
                </a:cubicBezTo>
                <a:cubicBezTo>
                  <a:pt x="12963" y="145188"/>
                  <a:pt x="10949" y="146024"/>
                  <a:pt x="8510" y="146024"/>
                </a:cubicBezTo>
                <a:cubicBezTo>
                  <a:pt x="6070" y="146024"/>
                  <a:pt x="4042" y="145188"/>
                  <a:pt x="2425" y="143514"/>
                </a:cubicBezTo>
                <a:cubicBezTo>
                  <a:pt x="808" y="141840"/>
                  <a:pt x="0" y="139784"/>
                  <a:pt x="0" y="137345"/>
                </a:cubicBezTo>
                <a:cubicBezTo>
                  <a:pt x="0" y="126169"/>
                  <a:pt x="213" y="109391"/>
                  <a:pt x="638" y="87010"/>
                </a:cubicBezTo>
                <a:cubicBezTo>
                  <a:pt x="1064" y="64630"/>
                  <a:pt x="1276" y="47852"/>
                  <a:pt x="1276" y="36676"/>
                </a:cubicBezTo>
                <a:cubicBezTo>
                  <a:pt x="1276" y="34180"/>
                  <a:pt x="1234" y="30422"/>
                  <a:pt x="1149" y="25401"/>
                </a:cubicBezTo>
                <a:cubicBezTo>
                  <a:pt x="1064" y="20380"/>
                  <a:pt x="1021" y="16622"/>
                  <a:pt x="1021" y="14126"/>
                </a:cubicBezTo>
                <a:cubicBezTo>
                  <a:pt x="1021" y="11630"/>
                  <a:pt x="1801" y="9531"/>
                  <a:pt x="3361" y="7829"/>
                </a:cubicBezTo>
                <a:cubicBezTo>
                  <a:pt x="4921" y="6127"/>
                  <a:pt x="6949" y="5276"/>
                  <a:pt x="9446" y="5276"/>
                </a:cubicBezTo>
                <a:cubicBezTo>
                  <a:pt x="11318" y="5276"/>
                  <a:pt x="12991" y="5787"/>
                  <a:pt x="14466" y="6808"/>
                </a:cubicBezTo>
                <a:cubicBezTo>
                  <a:pt x="21501" y="5551"/>
                  <a:pt x="27826" y="4613"/>
                  <a:pt x="33443" y="3994"/>
                </a:cubicBezTo>
                <a:cubicBezTo>
                  <a:pt x="39059" y="3374"/>
                  <a:pt x="43995" y="3063"/>
                  <a:pt x="48249" y="3063"/>
                </a:cubicBezTo>
                <a:cubicBezTo>
                  <a:pt x="54773" y="3063"/>
                  <a:pt x="62233" y="4003"/>
                  <a:pt x="70629" y="5882"/>
                </a:cubicBezTo>
                <a:cubicBezTo>
                  <a:pt x="82032" y="8502"/>
                  <a:pt x="87734" y="11920"/>
                  <a:pt x="87734" y="16134"/>
                </a:cubicBezTo>
                <a:cubicBezTo>
                  <a:pt x="87734" y="18412"/>
                  <a:pt x="86996" y="20434"/>
                  <a:pt x="85521" y="22199"/>
                </a:cubicBezTo>
                <a:cubicBezTo>
                  <a:pt x="83876" y="24192"/>
                  <a:pt x="81834" y="25188"/>
                  <a:pt x="79394" y="25188"/>
                </a:cubicBezTo>
                <a:close/>
                <a:moveTo>
                  <a:pt x="120104" y="29273"/>
                </a:moveTo>
                <a:cubicBezTo>
                  <a:pt x="117381" y="29273"/>
                  <a:pt x="115026" y="28309"/>
                  <a:pt x="113041" y="26380"/>
                </a:cubicBezTo>
                <a:cubicBezTo>
                  <a:pt x="111055" y="24451"/>
                  <a:pt x="110062" y="22125"/>
                  <a:pt x="110062" y="19402"/>
                </a:cubicBezTo>
                <a:cubicBezTo>
                  <a:pt x="110062" y="16679"/>
                  <a:pt x="111055" y="14353"/>
                  <a:pt x="113041" y="12424"/>
                </a:cubicBezTo>
                <a:cubicBezTo>
                  <a:pt x="115026" y="10495"/>
                  <a:pt x="117381" y="9531"/>
                  <a:pt x="120104" y="9531"/>
                </a:cubicBezTo>
                <a:cubicBezTo>
                  <a:pt x="122827" y="9531"/>
                  <a:pt x="125167" y="10495"/>
                  <a:pt x="127124" y="12424"/>
                </a:cubicBezTo>
                <a:cubicBezTo>
                  <a:pt x="129081" y="14353"/>
                  <a:pt x="130060" y="16679"/>
                  <a:pt x="130060" y="19402"/>
                </a:cubicBezTo>
                <a:cubicBezTo>
                  <a:pt x="130060" y="22125"/>
                  <a:pt x="129081" y="24451"/>
                  <a:pt x="127124" y="26380"/>
                </a:cubicBezTo>
                <a:cubicBezTo>
                  <a:pt x="125167" y="28309"/>
                  <a:pt x="122827" y="29273"/>
                  <a:pt x="120104" y="29273"/>
                </a:cubicBezTo>
                <a:moveTo>
                  <a:pt x="123933" y="98419"/>
                </a:moveTo>
                <a:cubicBezTo>
                  <a:pt x="123933" y="101826"/>
                  <a:pt x="124032" y="106923"/>
                  <a:pt x="124231" y="113709"/>
                </a:cubicBezTo>
                <a:cubicBezTo>
                  <a:pt x="124429" y="120494"/>
                  <a:pt x="124529" y="125590"/>
                  <a:pt x="124529" y="128997"/>
                </a:cubicBezTo>
                <a:cubicBezTo>
                  <a:pt x="124529" y="131495"/>
                  <a:pt x="123763" y="133539"/>
                  <a:pt x="122231" y="135129"/>
                </a:cubicBezTo>
                <a:cubicBezTo>
                  <a:pt x="120699" y="136720"/>
                  <a:pt x="118685" y="137515"/>
                  <a:pt x="116189" y="137515"/>
                </a:cubicBezTo>
                <a:cubicBezTo>
                  <a:pt x="113750" y="137515"/>
                  <a:pt x="111750" y="136720"/>
                  <a:pt x="110190" y="135129"/>
                </a:cubicBezTo>
                <a:cubicBezTo>
                  <a:pt x="108630" y="133539"/>
                  <a:pt x="107850" y="131495"/>
                  <a:pt x="107850" y="128997"/>
                </a:cubicBezTo>
                <a:cubicBezTo>
                  <a:pt x="107850" y="125590"/>
                  <a:pt x="107751" y="120494"/>
                  <a:pt x="107552" y="113709"/>
                </a:cubicBezTo>
                <a:cubicBezTo>
                  <a:pt x="107353" y="106923"/>
                  <a:pt x="107254" y="101826"/>
                  <a:pt x="107254" y="98419"/>
                </a:cubicBezTo>
                <a:cubicBezTo>
                  <a:pt x="107254" y="93081"/>
                  <a:pt x="107538" y="86423"/>
                  <a:pt x="108105" y="78445"/>
                </a:cubicBezTo>
                <a:cubicBezTo>
                  <a:pt x="108672" y="70466"/>
                  <a:pt x="108956" y="63807"/>
                  <a:pt x="108956" y="58469"/>
                </a:cubicBezTo>
                <a:cubicBezTo>
                  <a:pt x="108956" y="55914"/>
                  <a:pt x="109736" y="53842"/>
                  <a:pt x="111296" y="52251"/>
                </a:cubicBezTo>
                <a:cubicBezTo>
                  <a:pt x="112856" y="50661"/>
                  <a:pt x="114856" y="49866"/>
                  <a:pt x="117296" y="49866"/>
                </a:cubicBezTo>
                <a:cubicBezTo>
                  <a:pt x="119735" y="49866"/>
                  <a:pt x="121735" y="50661"/>
                  <a:pt x="123295" y="52251"/>
                </a:cubicBezTo>
                <a:cubicBezTo>
                  <a:pt x="124855" y="53842"/>
                  <a:pt x="125635" y="55914"/>
                  <a:pt x="125635" y="58469"/>
                </a:cubicBezTo>
                <a:cubicBezTo>
                  <a:pt x="125635" y="63807"/>
                  <a:pt x="125351" y="70466"/>
                  <a:pt x="124784" y="78445"/>
                </a:cubicBezTo>
                <a:cubicBezTo>
                  <a:pt x="124217" y="86423"/>
                  <a:pt x="123933" y="93081"/>
                  <a:pt x="123933" y="98419"/>
                </a:cubicBezTo>
                <a:close/>
                <a:moveTo>
                  <a:pt x="216958" y="143131"/>
                </a:moveTo>
                <a:cubicBezTo>
                  <a:pt x="212079" y="143131"/>
                  <a:pt x="209328" y="140459"/>
                  <a:pt x="208704" y="135116"/>
                </a:cubicBezTo>
                <a:lnTo>
                  <a:pt x="206321" y="116440"/>
                </a:lnTo>
                <a:cubicBezTo>
                  <a:pt x="205527" y="109789"/>
                  <a:pt x="205130" y="103563"/>
                  <a:pt x="205130" y="97764"/>
                </a:cubicBezTo>
                <a:cubicBezTo>
                  <a:pt x="205130" y="96172"/>
                  <a:pt x="205229" y="93472"/>
                  <a:pt x="205428" y="89664"/>
                </a:cubicBezTo>
                <a:cubicBezTo>
                  <a:pt x="205626" y="85855"/>
                  <a:pt x="205726" y="83154"/>
                  <a:pt x="205726" y="81562"/>
                </a:cubicBezTo>
                <a:cubicBezTo>
                  <a:pt x="205726" y="69281"/>
                  <a:pt x="203456" y="63141"/>
                  <a:pt x="198918" y="63141"/>
                </a:cubicBezTo>
                <a:cubicBezTo>
                  <a:pt x="192564" y="63141"/>
                  <a:pt x="186494" y="66918"/>
                  <a:pt x="180707" y="74472"/>
                </a:cubicBezTo>
                <a:cubicBezTo>
                  <a:pt x="175488" y="81344"/>
                  <a:pt x="171404" y="90032"/>
                  <a:pt x="168454" y="100538"/>
                </a:cubicBezTo>
                <a:cubicBezTo>
                  <a:pt x="168340" y="102754"/>
                  <a:pt x="168085" y="105537"/>
                  <a:pt x="167688" y="108888"/>
                </a:cubicBezTo>
                <a:cubicBezTo>
                  <a:pt x="167347" y="111728"/>
                  <a:pt x="167177" y="114482"/>
                  <a:pt x="167177" y="117150"/>
                </a:cubicBezTo>
                <a:cubicBezTo>
                  <a:pt x="167177" y="118854"/>
                  <a:pt x="167347" y="121410"/>
                  <a:pt x="167688" y="124817"/>
                </a:cubicBezTo>
                <a:cubicBezTo>
                  <a:pt x="168028" y="128224"/>
                  <a:pt x="168198" y="130780"/>
                  <a:pt x="168198" y="132483"/>
                </a:cubicBezTo>
                <a:cubicBezTo>
                  <a:pt x="168198" y="135040"/>
                  <a:pt x="167418" y="137113"/>
                  <a:pt x="165858" y="138703"/>
                </a:cubicBezTo>
                <a:cubicBezTo>
                  <a:pt x="164298" y="140294"/>
                  <a:pt x="162298" y="141089"/>
                  <a:pt x="159859" y="141089"/>
                </a:cubicBezTo>
                <a:cubicBezTo>
                  <a:pt x="157363" y="141089"/>
                  <a:pt x="155349" y="140293"/>
                  <a:pt x="153817" y="138701"/>
                </a:cubicBezTo>
                <a:cubicBezTo>
                  <a:pt x="152285" y="137111"/>
                  <a:pt x="151520" y="135036"/>
                  <a:pt x="151520" y="132478"/>
                </a:cubicBezTo>
                <a:cubicBezTo>
                  <a:pt x="151520" y="130774"/>
                  <a:pt x="151335" y="128218"/>
                  <a:pt x="150966" y="124809"/>
                </a:cubicBezTo>
                <a:cubicBezTo>
                  <a:pt x="150598" y="121398"/>
                  <a:pt x="150413" y="118840"/>
                  <a:pt x="150413" y="117134"/>
                </a:cubicBezTo>
                <a:cubicBezTo>
                  <a:pt x="150413" y="111280"/>
                  <a:pt x="150825" y="103168"/>
                  <a:pt x="151647" y="92797"/>
                </a:cubicBezTo>
                <a:cubicBezTo>
                  <a:pt x="152470" y="82426"/>
                  <a:pt x="152881" y="74313"/>
                  <a:pt x="152881" y="68460"/>
                </a:cubicBezTo>
                <a:cubicBezTo>
                  <a:pt x="152881" y="66641"/>
                  <a:pt x="152782" y="63941"/>
                  <a:pt x="152583" y="60362"/>
                </a:cubicBezTo>
                <a:cubicBezTo>
                  <a:pt x="152385" y="56781"/>
                  <a:pt x="152285" y="54082"/>
                  <a:pt x="152285" y="52265"/>
                </a:cubicBezTo>
                <a:cubicBezTo>
                  <a:pt x="152285" y="49820"/>
                  <a:pt x="153094" y="47817"/>
                  <a:pt x="154711" y="46255"/>
                </a:cubicBezTo>
                <a:cubicBezTo>
                  <a:pt x="156327" y="44691"/>
                  <a:pt x="158327" y="43909"/>
                  <a:pt x="160710" y="43909"/>
                </a:cubicBezTo>
                <a:cubicBezTo>
                  <a:pt x="165929" y="43909"/>
                  <a:pt x="168794" y="47612"/>
                  <a:pt x="169305" y="55017"/>
                </a:cubicBezTo>
                <a:lnTo>
                  <a:pt x="169560" y="65013"/>
                </a:lnTo>
                <a:cubicBezTo>
                  <a:pt x="179091" y="52306"/>
                  <a:pt x="188877" y="45952"/>
                  <a:pt x="198918" y="45952"/>
                </a:cubicBezTo>
                <a:cubicBezTo>
                  <a:pt x="207995" y="45952"/>
                  <a:pt x="214320" y="49958"/>
                  <a:pt x="217894" y="57971"/>
                </a:cubicBezTo>
                <a:cubicBezTo>
                  <a:pt x="220334" y="63313"/>
                  <a:pt x="221667" y="71213"/>
                  <a:pt x="221894" y="81671"/>
                </a:cubicBezTo>
                <a:lnTo>
                  <a:pt x="221894" y="90279"/>
                </a:lnTo>
                <a:lnTo>
                  <a:pt x="221809" y="98206"/>
                </a:lnTo>
                <a:cubicBezTo>
                  <a:pt x="221809" y="102923"/>
                  <a:pt x="222419" y="109019"/>
                  <a:pt x="223638" y="116493"/>
                </a:cubicBezTo>
                <a:cubicBezTo>
                  <a:pt x="224858" y="123966"/>
                  <a:pt x="225468" y="130032"/>
                  <a:pt x="225468" y="134691"/>
                </a:cubicBezTo>
                <a:cubicBezTo>
                  <a:pt x="225468" y="137192"/>
                  <a:pt x="224659" y="139224"/>
                  <a:pt x="223043" y="140786"/>
                </a:cubicBezTo>
                <a:cubicBezTo>
                  <a:pt x="221426" y="142349"/>
                  <a:pt x="219398" y="143131"/>
                  <a:pt x="216958" y="143131"/>
                </a:cubicBezTo>
                <a:close/>
                <a:moveTo>
                  <a:pt x="309558" y="142621"/>
                </a:moveTo>
                <a:cubicBezTo>
                  <a:pt x="308480" y="142621"/>
                  <a:pt x="306523" y="141362"/>
                  <a:pt x="303686" y="138844"/>
                </a:cubicBezTo>
                <a:cubicBezTo>
                  <a:pt x="301133" y="136499"/>
                  <a:pt x="299233" y="134411"/>
                  <a:pt x="297985" y="132579"/>
                </a:cubicBezTo>
                <a:cubicBezTo>
                  <a:pt x="292539" y="135558"/>
                  <a:pt x="287745" y="137806"/>
                  <a:pt x="283604" y="139323"/>
                </a:cubicBezTo>
                <a:cubicBezTo>
                  <a:pt x="279462" y="140841"/>
                  <a:pt x="276002" y="141599"/>
                  <a:pt x="273222" y="141599"/>
                </a:cubicBezTo>
                <a:cubicBezTo>
                  <a:pt x="259947" y="141599"/>
                  <a:pt x="250274" y="137855"/>
                  <a:pt x="244204" y="130367"/>
                </a:cubicBezTo>
                <a:cubicBezTo>
                  <a:pt x="238475" y="123332"/>
                  <a:pt x="235610" y="112553"/>
                  <a:pt x="235610" y="98030"/>
                </a:cubicBezTo>
                <a:cubicBezTo>
                  <a:pt x="235610" y="84302"/>
                  <a:pt x="240332" y="72558"/>
                  <a:pt x="249778" y="62801"/>
                </a:cubicBezTo>
                <a:cubicBezTo>
                  <a:pt x="259224" y="53043"/>
                  <a:pt x="270499" y="48164"/>
                  <a:pt x="283604" y="48164"/>
                </a:cubicBezTo>
                <a:cubicBezTo>
                  <a:pt x="288539" y="48164"/>
                  <a:pt x="294070" y="49441"/>
                  <a:pt x="300197" y="51994"/>
                </a:cubicBezTo>
                <a:cubicBezTo>
                  <a:pt x="307913" y="55170"/>
                  <a:pt x="311770" y="59000"/>
                  <a:pt x="311770" y="63481"/>
                </a:cubicBezTo>
                <a:cubicBezTo>
                  <a:pt x="311770" y="65013"/>
                  <a:pt x="311203" y="66375"/>
                  <a:pt x="310068" y="67566"/>
                </a:cubicBezTo>
                <a:cubicBezTo>
                  <a:pt x="309501" y="69722"/>
                  <a:pt x="309061" y="73267"/>
                  <a:pt x="308749" y="78203"/>
                </a:cubicBezTo>
                <a:cubicBezTo>
                  <a:pt x="308437" y="83139"/>
                  <a:pt x="308253" y="89464"/>
                  <a:pt x="308196" y="97179"/>
                </a:cubicBezTo>
                <a:cubicBezTo>
                  <a:pt x="308140" y="104214"/>
                  <a:pt x="308622" y="109774"/>
                  <a:pt x="309643" y="113858"/>
                </a:cubicBezTo>
                <a:cubicBezTo>
                  <a:pt x="310210" y="116354"/>
                  <a:pt x="311997" y="121347"/>
                  <a:pt x="315004" y="128835"/>
                </a:cubicBezTo>
                <a:cubicBezTo>
                  <a:pt x="315401" y="129856"/>
                  <a:pt x="316054" y="131360"/>
                  <a:pt x="316961" y="133345"/>
                </a:cubicBezTo>
                <a:lnTo>
                  <a:pt x="317472" y="134792"/>
                </a:lnTo>
                <a:cubicBezTo>
                  <a:pt x="317472" y="137061"/>
                  <a:pt x="316678" y="138933"/>
                  <a:pt x="315089" y="140408"/>
                </a:cubicBezTo>
                <a:cubicBezTo>
                  <a:pt x="313501" y="141883"/>
                  <a:pt x="311657" y="142621"/>
                  <a:pt x="309558" y="142621"/>
                </a:cubicBezTo>
                <a:moveTo>
                  <a:pt x="291858" y="83511"/>
                </a:moveTo>
                <a:cubicBezTo>
                  <a:pt x="291858" y="81077"/>
                  <a:pt x="292014" y="78432"/>
                  <a:pt x="292326" y="75576"/>
                </a:cubicBezTo>
                <a:cubicBezTo>
                  <a:pt x="292638" y="72718"/>
                  <a:pt x="293106" y="69677"/>
                  <a:pt x="293730" y="66452"/>
                </a:cubicBezTo>
                <a:cubicBezTo>
                  <a:pt x="291631" y="65376"/>
                  <a:pt x="289830" y="64583"/>
                  <a:pt x="288326" y="64074"/>
                </a:cubicBezTo>
                <a:cubicBezTo>
                  <a:pt x="286823" y="63566"/>
                  <a:pt x="285618" y="63311"/>
                  <a:pt x="284710" y="63311"/>
                </a:cubicBezTo>
                <a:cubicBezTo>
                  <a:pt x="275917" y="63311"/>
                  <a:pt x="268329" y="66890"/>
                  <a:pt x="261947" y="74047"/>
                </a:cubicBezTo>
                <a:cubicBezTo>
                  <a:pt x="255565" y="81204"/>
                  <a:pt x="252373" y="89450"/>
                  <a:pt x="252373" y="98786"/>
                </a:cubicBezTo>
                <a:cubicBezTo>
                  <a:pt x="252373" y="108065"/>
                  <a:pt x="254019" y="115024"/>
                  <a:pt x="257309" y="119663"/>
                </a:cubicBezTo>
                <a:cubicBezTo>
                  <a:pt x="260599" y="124303"/>
                  <a:pt x="265535" y="126623"/>
                  <a:pt x="272116" y="126623"/>
                </a:cubicBezTo>
                <a:cubicBezTo>
                  <a:pt x="277562" y="126623"/>
                  <a:pt x="282185" y="125632"/>
                  <a:pt x="285986" y="123652"/>
                </a:cubicBezTo>
                <a:cubicBezTo>
                  <a:pt x="288029" y="122578"/>
                  <a:pt x="290894" y="120428"/>
                  <a:pt x="294581" y="117203"/>
                </a:cubicBezTo>
                <a:cubicBezTo>
                  <a:pt x="292766" y="102209"/>
                  <a:pt x="291858" y="90978"/>
                  <a:pt x="291858" y="83511"/>
                </a:cubicBezTo>
                <a:close/>
                <a:moveTo>
                  <a:pt x="354028" y="70119"/>
                </a:moveTo>
                <a:lnTo>
                  <a:pt x="352752" y="112462"/>
                </a:lnTo>
                <a:cubicBezTo>
                  <a:pt x="352752" y="116949"/>
                  <a:pt x="352525" y="123538"/>
                  <a:pt x="352071" y="132228"/>
                </a:cubicBezTo>
                <a:cubicBezTo>
                  <a:pt x="351504" y="137908"/>
                  <a:pt x="348724" y="140748"/>
                  <a:pt x="343732" y="140748"/>
                </a:cubicBezTo>
                <a:cubicBezTo>
                  <a:pt x="338172" y="140748"/>
                  <a:pt x="335392" y="137852"/>
                  <a:pt x="335392" y="132058"/>
                </a:cubicBezTo>
                <a:cubicBezTo>
                  <a:pt x="335392" y="125185"/>
                  <a:pt x="335704" y="114862"/>
                  <a:pt x="336328" y="101088"/>
                </a:cubicBezTo>
                <a:cubicBezTo>
                  <a:pt x="336953" y="87315"/>
                  <a:pt x="337265" y="76992"/>
                  <a:pt x="337265" y="70119"/>
                </a:cubicBezTo>
                <a:cubicBezTo>
                  <a:pt x="337265" y="61145"/>
                  <a:pt x="337406" y="50878"/>
                  <a:pt x="337690" y="39320"/>
                </a:cubicBezTo>
                <a:cubicBezTo>
                  <a:pt x="337974" y="27761"/>
                  <a:pt x="338115" y="17494"/>
                  <a:pt x="338115" y="8520"/>
                </a:cubicBezTo>
                <a:cubicBezTo>
                  <a:pt x="338115" y="2840"/>
                  <a:pt x="340895" y="0"/>
                  <a:pt x="346455" y="0"/>
                </a:cubicBezTo>
                <a:cubicBezTo>
                  <a:pt x="352071" y="0"/>
                  <a:pt x="354879" y="2840"/>
                  <a:pt x="354879" y="8520"/>
                </a:cubicBezTo>
                <a:cubicBezTo>
                  <a:pt x="354879" y="17494"/>
                  <a:pt x="354738" y="27761"/>
                  <a:pt x="354454" y="39320"/>
                </a:cubicBezTo>
                <a:cubicBezTo>
                  <a:pt x="354170" y="50878"/>
                  <a:pt x="354028" y="61145"/>
                  <a:pt x="354028" y="70119"/>
                </a:cubicBezTo>
                <a:close/>
                <a:moveTo>
                  <a:pt x="512183" y="136488"/>
                </a:moveTo>
                <a:cubicBezTo>
                  <a:pt x="503390" y="142505"/>
                  <a:pt x="490767" y="145514"/>
                  <a:pt x="474315" y="145514"/>
                </a:cubicBezTo>
                <a:cubicBezTo>
                  <a:pt x="470174" y="145514"/>
                  <a:pt x="465437" y="144861"/>
                  <a:pt x="460104" y="143557"/>
                </a:cubicBezTo>
                <a:cubicBezTo>
                  <a:pt x="453694" y="142023"/>
                  <a:pt x="448872" y="140036"/>
                  <a:pt x="445638" y="137595"/>
                </a:cubicBezTo>
                <a:lnTo>
                  <a:pt x="444787" y="137595"/>
                </a:lnTo>
                <a:cubicBezTo>
                  <a:pt x="442348" y="137595"/>
                  <a:pt x="440305" y="136744"/>
                  <a:pt x="438660" y="135042"/>
                </a:cubicBezTo>
                <a:cubicBezTo>
                  <a:pt x="437015" y="133338"/>
                  <a:pt x="436193" y="131266"/>
                  <a:pt x="436193" y="128824"/>
                </a:cubicBezTo>
                <a:cubicBezTo>
                  <a:pt x="436193" y="122864"/>
                  <a:pt x="436462" y="113938"/>
                  <a:pt x="437001" y="102046"/>
                </a:cubicBezTo>
                <a:cubicBezTo>
                  <a:pt x="437540" y="90154"/>
                  <a:pt x="437809" y="81227"/>
                  <a:pt x="437809" y="75267"/>
                </a:cubicBezTo>
                <a:cubicBezTo>
                  <a:pt x="437809" y="68626"/>
                  <a:pt x="437682" y="58707"/>
                  <a:pt x="437426" y="45510"/>
                </a:cubicBezTo>
                <a:cubicBezTo>
                  <a:pt x="437171" y="32312"/>
                  <a:pt x="437043" y="22392"/>
                  <a:pt x="437043" y="15751"/>
                </a:cubicBezTo>
                <a:cubicBezTo>
                  <a:pt x="437043" y="13423"/>
                  <a:pt x="438235" y="10982"/>
                  <a:pt x="440617" y="8427"/>
                </a:cubicBezTo>
                <a:cubicBezTo>
                  <a:pt x="443000" y="5872"/>
                  <a:pt x="445383" y="4595"/>
                  <a:pt x="447766" y="4595"/>
                </a:cubicBezTo>
                <a:cubicBezTo>
                  <a:pt x="449127" y="4595"/>
                  <a:pt x="453666" y="6497"/>
                  <a:pt x="461381" y="10299"/>
                </a:cubicBezTo>
                <a:cubicBezTo>
                  <a:pt x="470117" y="14558"/>
                  <a:pt x="475166" y="16914"/>
                  <a:pt x="476528" y="17368"/>
                </a:cubicBezTo>
                <a:cubicBezTo>
                  <a:pt x="492639" y="22874"/>
                  <a:pt x="506368" y="31332"/>
                  <a:pt x="517714" y="42742"/>
                </a:cubicBezTo>
                <a:cubicBezTo>
                  <a:pt x="531046" y="56194"/>
                  <a:pt x="537712" y="70981"/>
                  <a:pt x="537712" y="87104"/>
                </a:cubicBezTo>
                <a:cubicBezTo>
                  <a:pt x="537712" y="96810"/>
                  <a:pt x="535428" y="106119"/>
                  <a:pt x="530862" y="115031"/>
                </a:cubicBezTo>
                <a:cubicBezTo>
                  <a:pt x="526295" y="123943"/>
                  <a:pt x="520069" y="131095"/>
                  <a:pt x="512183" y="136488"/>
                </a:cubicBezTo>
                <a:moveTo>
                  <a:pt x="494313" y="46446"/>
                </a:moveTo>
                <a:cubicBezTo>
                  <a:pt x="488526" y="42649"/>
                  <a:pt x="475166" y="36130"/>
                  <a:pt x="454233" y="26890"/>
                </a:cubicBezTo>
                <a:lnTo>
                  <a:pt x="454658" y="51377"/>
                </a:lnTo>
                <a:lnTo>
                  <a:pt x="454914" y="75780"/>
                </a:lnTo>
                <a:lnTo>
                  <a:pt x="453552" y="122203"/>
                </a:lnTo>
                <a:cubicBezTo>
                  <a:pt x="453949" y="122373"/>
                  <a:pt x="454545" y="122742"/>
                  <a:pt x="455339" y="123309"/>
                </a:cubicBezTo>
                <a:cubicBezTo>
                  <a:pt x="460331" y="126653"/>
                  <a:pt x="466628" y="128324"/>
                  <a:pt x="474230" y="128324"/>
                </a:cubicBezTo>
                <a:cubicBezTo>
                  <a:pt x="487165" y="128324"/>
                  <a:pt x="496582" y="126341"/>
                  <a:pt x="502482" y="122373"/>
                </a:cubicBezTo>
                <a:cubicBezTo>
                  <a:pt x="507985" y="118632"/>
                  <a:pt x="512367" y="113602"/>
                  <a:pt x="515629" y="107282"/>
                </a:cubicBezTo>
                <a:cubicBezTo>
                  <a:pt x="518891" y="100962"/>
                  <a:pt x="520522" y="94372"/>
                  <a:pt x="520522" y="87513"/>
                </a:cubicBezTo>
                <a:cubicBezTo>
                  <a:pt x="520522" y="71527"/>
                  <a:pt x="511786" y="57839"/>
                  <a:pt x="494313" y="46446"/>
                </a:cubicBezTo>
                <a:close/>
                <a:moveTo>
                  <a:pt x="625172" y="142621"/>
                </a:moveTo>
                <a:cubicBezTo>
                  <a:pt x="624094" y="142621"/>
                  <a:pt x="622137" y="141362"/>
                  <a:pt x="619300" y="138844"/>
                </a:cubicBezTo>
                <a:cubicBezTo>
                  <a:pt x="616747" y="136499"/>
                  <a:pt x="614847" y="134411"/>
                  <a:pt x="613599" y="132579"/>
                </a:cubicBezTo>
                <a:cubicBezTo>
                  <a:pt x="608152" y="135558"/>
                  <a:pt x="603359" y="137806"/>
                  <a:pt x="599217" y="139323"/>
                </a:cubicBezTo>
                <a:cubicBezTo>
                  <a:pt x="595076" y="140841"/>
                  <a:pt x="591615" y="141599"/>
                  <a:pt x="588836" y="141599"/>
                </a:cubicBezTo>
                <a:cubicBezTo>
                  <a:pt x="575561" y="141599"/>
                  <a:pt x="565888" y="137855"/>
                  <a:pt x="559818" y="130367"/>
                </a:cubicBezTo>
                <a:cubicBezTo>
                  <a:pt x="554088" y="123332"/>
                  <a:pt x="551223" y="112553"/>
                  <a:pt x="551223" y="98030"/>
                </a:cubicBezTo>
                <a:cubicBezTo>
                  <a:pt x="551223" y="84302"/>
                  <a:pt x="555946" y="72558"/>
                  <a:pt x="565392" y="62801"/>
                </a:cubicBezTo>
                <a:cubicBezTo>
                  <a:pt x="574837" y="53043"/>
                  <a:pt x="586113" y="48164"/>
                  <a:pt x="599217" y="48164"/>
                </a:cubicBezTo>
                <a:cubicBezTo>
                  <a:pt x="604153" y="48164"/>
                  <a:pt x="609684" y="49441"/>
                  <a:pt x="615811" y="51994"/>
                </a:cubicBezTo>
                <a:cubicBezTo>
                  <a:pt x="623526" y="55170"/>
                  <a:pt x="627384" y="59000"/>
                  <a:pt x="627384" y="63481"/>
                </a:cubicBezTo>
                <a:cubicBezTo>
                  <a:pt x="627384" y="65013"/>
                  <a:pt x="626817" y="66375"/>
                  <a:pt x="625682" y="67566"/>
                </a:cubicBezTo>
                <a:cubicBezTo>
                  <a:pt x="625115" y="69722"/>
                  <a:pt x="624675" y="73267"/>
                  <a:pt x="624363" y="78203"/>
                </a:cubicBezTo>
                <a:cubicBezTo>
                  <a:pt x="624051" y="83139"/>
                  <a:pt x="623867" y="89464"/>
                  <a:pt x="623810" y="97179"/>
                </a:cubicBezTo>
                <a:cubicBezTo>
                  <a:pt x="623753" y="104214"/>
                  <a:pt x="624236" y="109774"/>
                  <a:pt x="625257" y="113858"/>
                </a:cubicBezTo>
                <a:cubicBezTo>
                  <a:pt x="625824" y="116354"/>
                  <a:pt x="627611" y="121347"/>
                  <a:pt x="630618" y="128835"/>
                </a:cubicBezTo>
                <a:cubicBezTo>
                  <a:pt x="631015" y="129856"/>
                  <a:pt x="631667" y="131360"/>
                  <a:pt x="632575" y="133345"/>
                </a:cubicBezTo>
                <a:lnTo>
                  <a:pt x="633086" y="134792"/>
                </a:lnTo>
                <a:cubicBezTo>
                  <a:pt x="633086" y="137061"/>
                  <a:pt x="632291" y="138933"/>
                  <a:pt x="630703" y="140408"/>
                </a:cubicBezTo>
                <a:cubicBezTo>
                  <a:pt x="629114" y="141883"/>
                  <a:pt x="627271" y="142621"/>
                  <a:pt x="625172" y="142621"/>
                </a:cubicBezTo>
                <a:moveTo>
                  <a:pt x="607472" y="83511"/>
                </a:moveTo>
                <a:cubicBezTo>
                  <a:pt x="607472" y="81077"/>
                  <a:pt x="607628" y="78432"/>
                  <a:pt x="607940" y="75576"/>
                </a:cubicBezTo>
                <a:cubicBezTo>
                  <a:pt x="608252" y="72718"/>
                  <a:pt x="608720" y="69677"/>
                  <a:pt x="609344" y="66452"/>
                </a:cubicBezTo>
                <a:cubicBezTo>
                  <a:pt x="607245" y="65376"/>
                  <a:pt x="605444" y="64583"/>
                  <a:pt x="603940" y="64074"/>
                </a:cubicBezTo>
                <a:cubicBezTo>
                  <a:pt x="602437" y="63566"/>
                  <a:pt x="601231" y="63311"/>
                  <a:pt x="600324" y="63311"/>
                </a:cubicBezTo>
                <a:cubicBezTo>
                  <a:pt x="591530" y="63311"/>
                  <a:pt x="583943" y="66890"/>
                  <a:pt x="577561" y="74047"/>
                </a:cubicBezTo>
                <a:cubicBezTo>
                  <a:pt x="571178" y="81204"/>
                  <a:pt x="567987" y="89450"/>
                  <a:pt x="567987" y="98786"/>
                </a:cubicBezTo>
                <a:cubicBezTo>
                  <a:pt x="567987" y="108065"/>
                  <a:pt x="569632" y="115024"/>
                  <a:pt x="572923" y="119663"/>
                </a:cubicBezTo>
                <a:cubicBezTo>
                  <a:pt x="576213" y="124303"/>
                  <a:pt x="581149" y="126623"/>
                  <a:pt x="587729" y="126623"/>
                </a:cubicBezTo>
                <a:cubicBezTo>
                  <a:pt x="593176" y="126623"/>
                  <a:pt x="597799" y="125632"/>
                  <a:pt x="601600" y="123652"/>
                </a:cubicBezTo>
                <a:cubicBezTo>
                  <a:pt x="603642" y="122578"/>
                  <a:pt x="606507" y="120428"/>
                  <a:pt x="610195" y="117203"/>
                </a:cubicBezTo>
                <a:cubicBezTo>
                  <a:pt x="608379" y="102209"/>
                  <a:pt x="607472" y="90978"/>
                  <a:pt x="607472" y="83511"/>
                </a:cubicBezTo>
                <a:close/>
                <a:moveTo>
                  <a:pt x="704958" y="64577"/>
                </a:moveTo>
                <a:cubicBezTo>
                  <a:pt x="703766" y="64577"/>
                  <a:pt x="702362" y="64520"/>
                  <a:pt x="700746" y="64407"/>
                </a:cubicBezTo>
                <a:cubicBezTo>
                  <a:pt x="699129" y="64292"/>
                  <a:pt x="697725" y="64234"/>
                  <a:pt x="696533" y="64234"/>
                </a:cubicBezTo>
                <a:cubicBezTo>
                  <a:pt x="695228" y="64234"/>
                  <a:pt x="691371" y="64664"/>
                  <a:pt x="684960" y="65524"/>
                </a:cubicBezTo>
                <a:lnTo>
                  <a:pt x="686577" y="115760"/>
                </a:lnTo>
                <a:lnTo>
                  <a:pt x="686662" y="119501"/>
                </a:lnTo>
                <a:lnTo>
                  <a:pt x="686747" y="123836"/>
                </a:lnTo>
                <a:cubicBezTo>
                  <a:pt x="686974" y="136245"/>
                  <a:pt x="683996" y="142450"/>
                  <a:pt x="677812" y="142450"/>
                </a:cubicBezTo>
                <a:cubicBezTo>
                  <a:pt x="675543" y="142450"/>
                  <a:pt x="673572" y="141714"/>
                  <a:pt x="671898" y="140240"/>
                </a:cubicBezTo>
                <a:cubicBezTo>
                  <a:pt x="670224" y="138767"/>
                  <a:pt x="669388" y="136925"/>
                  <a:pt x="669388" y="134715"/>
                </a:cubicBezTo>
                <a:cubicBezTo>
                  <a:pt x="669388" y="132562"/>
                  <a:pt x="669473" y="129333"/>
                  <a:pt x="669643" y="125027"/>
                </a:cubicBezTo>
                <a:cubicBezTo>
                  <a:pt x="669813" y="120719"/>
                  <a:pt x="669898" y="117488"/>
                  <a:pt x="669898" y="115334"/>
                </a:cubicBezTo>
                <a:lnTo>
                  <a:pt x="668196" y="65694"/>
                </a:lnTo>
                <a:cubicBezTo>
                  <a:pt x="664055" y="65524"/>
                  <a:pt x="657758" y="65039"/>
                  <a:pt x="649305" y="64239"/>
                </a:cubicBezTo>
                <a:cubicBezTo>
                  <a:pt x="644256" y="63555"/>
                  <a:pt x="641732" y="60734"/>
                  <a:pt x="641732" y="55775"/>
                </a:cubicBezTo>
                <a:cubicBezTo>
                  <a:pt x="641732" y="53266"/>
                  <a:pt x="642497" y="51187"/>
                  <a:pt x="644029" y="49536"/>
                </a:cubicBezTo>
                <a:cubicBezTo>
                  <a:pt x="645561" y="47884"/>
                  <a:pt x="647518" y="47058"/>
                  <a:pt x="649901" y="47058"/>
                </a:cubicBezTo>
                <a:lnTo>
                  <a:pt x="667771" y="48505"/>
                </a:lnTo>
                <a:cubicBezTo>
                  <a:pt x="667771" y="45602"/>
                  <a:pt x="667643" y="41720"/>
                  <a:pt x="667388" y="36857"/>
                </a:cubicBezTo>
                <a:cubicBezTo>
                  <a:pt x="667133" y="31992"/>
                  <a:pt x="667005" y="28480"/>
                  <a:pt x="667005" y="26319"/>
                </a:cubicBezTo>
                <a:cubicBezTo>
                  <a:pt x="667005" y="23929"/>
                  <a:pt x="667828" y="21952"/>
                  <a:pt x="669473" y="20388"/>
                </a:cubicBezTo>
                <a:cubicBezTo>
                  <a:pt x="671118" y="18823"/>
                  <a:pt x="673132" y="18040"/>
                  <a:pt x="675515" y="18040"/>
                </a:cubicBezTo>
                <a:cubicBezTo>
                  <a:pt x="680620" y="18040"/>
                  <a:pt x="683599" y="22210"/>
                  <a:pt x="684450" y="30549"/>
                </a:cubicBezTo>
                <a:cubicBezTo>
                  <a:pt x="684620" y="32648"/>
                  <a:pt x="684705" y="35173"/>
                  <a:pt x="684705" y="38123"/>
                </a:cubicBezTo>
                <a:lnTo>
                  <a:pt x="684535" y="43058"/>
                </a:lnTo>
                <a:lnTo>
                  <a:pt x="684450" y="48334"/>
                </a:lnTo>
                <a:cubicBezTo>
                  <a:pt x="691484" y="47427"/>
                  <a:pt x="695512" y="46973"/>
                  <a:pt x="696533" y="46973"/>
                </a:cubicBezTo>
                <a:cubicBezTo>
                  <a:pt x="702433" y="46973"/>
                  <a:pt x="706291" y="47257"/>
                  <a:pt x="708106" y="47824"/>
                </a:cubicBezTo>
                <a:cubicBezTo>
                  <a:pt x="711567" y="48966"/>
                  <a:pt x="713297" y="51657"/>
                  <a:pt x="713297" y="55897"/>
                </a:cubicBezTo>
                <a:cubicBezTo>
                  <a:pt x="713297" y="58418"/>
                  <a:pt x="712517" y="60495"/>
                  <a:pt x="710957" y="62128"/>
                </a:cubicBezTo>
                <a:cubicBezTo>
                  <a:pt x="709397" y="63761"/>
                  <a:pt x="707397" y="64577"/>
                  <a:pt x="704958" y="64577"/>
                </a:cubicBezTo>
                <a:close/>
                <a:moveTo>
                  <a:pt x="797182" y="142621"/>
                </a:moveTo>
                <a:cubicBezTo>
                  <a:pt x="796104" y="142621"/>
                  <a:pt x="794147" y="141362"/>
                  <a:pt x="791311" y="138844"/>
                </a:cubicBezTo>
                <a:cubicBezTo>
                  <a:pt x="788758" y="136499"/>
                  <a:pt x="786857" y="134411"/>
                  <a:pt x="785609" y="132579"/>
                </a:cubicBezTo>
                <a:cubicBezTo>
                  <a:pt x="780163" y="135558"/>
                  <a:pt x="775369" y="137806"/>
                  <a:pt x="771228" y="139323"/>
                </a:cubicBezTo>
                <a:cubicBezTo>
                  <a:pt x="767087" y="140841"/>
                  <a:pt x="763626" y="141599"/>
                  <a:pt x="760846" y="141599"/>
                </a:cubicBezTo>
                <a:cubicBezTo>
                  <a:pt x="747571" y="141599"/>
                  <a:pt x="737899" y="137855"/>
                  <a:pt x="731829" y="130367"/>
                </a:cubicBezTo>
                <a:cubicBezTo>
                  <a:pt x="726099" y="123332"/>
                  <a:pt x="723234" y="112553"/>
                  <a:pt x="723234" y="98030"/>
                </a:cubicBezTo>
                <a:cubicBezTo>
                  <a:pt x="723234" y="84302"/>
                  <a:pt x="727957" y="72558"/>
                  <a:pt x="737402" y="62801"/>
                </a:cubicBezTo>
                <a:cubicBezTo>
                  <a:pt x="746848" y="53043"/>
                  <a:pt x="758123" y="48164"/>
                  <a:pt x="771228" y="48164"/>
                </a:cubicBezTo>
                <a:cubicBezTo>
                  <a:pt x="776164" y="48164"/>
                  <a:pt x="781695" y="49441"/>
                  <a:pt x="787822" y="51994"/>
                </a:cubicBezTo>
                <a:cubicBezTo>
                  <a:pt x="795537" y="55170"/>
                  <a:pt x="799395" y="59000"/>
                  <a:pt x="799395" y="63481"/>
                </a:cubicBezTo>
                <a:cubicBezTo>
                  <a:pt x="799395" y="65013"/>
                  <a:pt x="798827" y="66375"/>
                  <a:pt x="797693" y="67566"/>
                </a:cubicBezTo>
                <a:cubicBezTo>
                  <a:pt x="797126" y="69722"/>
                  <a:pt x="796686" y="73267"/>
                  <a:pt x="796374" y="78203"/>
                </a:cubicBezTo>
                <a:cubicBezTo>
                  <a:pt x="796062" y="83139"/>
                  <a:pt x="795877" y="89464"/>
                  <a:pt x="795821" y="97179"/>
                </a:cubicBezTo>
                <a:cubicBezTo>
                  <a:pt x="795764" y="104214"/>
                  <a:pt x="796246" y="109774"/>
                  <a:pt x="797267" y="113858"/>
                </a:cubicBezTo>
                <a:cubicBezTo>
                  <a:pt x="797835" y="116354"/>
                  <a:pt x="799622" y="121347"/>
                  <a:pt x="802628" y="128835"/>
                </a:cubicBezTo>
                <a:cubicBezTo>
                  <a:pt x="803025" y="129856"/>
                  <a:pt x="803678" y="131360"/>
                  <a:pt x="804586" y="133345"/>
                </a:cubicBezTo>
                <a:lnTo>
                  <a:pt x="805096" y="134792"/>
                </a:lnTo>
                <a:cubicBezTo>
                  <a:pt x="805096" y="137061"/>
                  <a:pt x="804302" y="138933"/>
                  <a:pt x="802713" y="140408"/>
                </a:cubicBezTo>
                <a:cubicBezTo>
                  <a:pt x="801125" y="141883"/>
                  <a:pt x="799281" y="142621"/>
                  <a:pt x="797182" y="142621"/>
                </a:cubicBezTo>
                <a:moveTo>
                  <a:pt x="779482" y="83511"/>
                </a:moveTo>
                <a:cubicBezTo>
                  <a:pt x="779482" y="81077"/>
                  <a:pt x="779638" y="78432"/>
                  <a:pt x="779950" y="75576"/>
                </a:cubicBezTo>
                <a:cubicBezTo>
                  <a:pt x="780262" y="72718"/>
                  <a:pt x="780730" y="69677"/>
                  <a:pt x="781354" y="66452"/>
                </a:cubicBezTo>
                <a:cubicBezTo>
                  <a:pt x="779255" y="65376"/>
                  <a:pt x="777454" y="64583"/>
                  <a:pt x="775951" y="64074"/>
                </a:cubicBezTo>
                <a:cubicBezTo>
                  <a:pt x="774447" y="63566"/>
                  <a:pt x="773242" y="63311"/>
                  <a:pt x="772334" y="63311"/>
                </a:cubicBezTo>
                <a:cubicBezTo>
                  <a:pt x="763541" y="63311"/>
                  <a:pt x="755953" y="66890"/>
                  <a:pt x="749571" y="74047"/>
                </a:cubicBezTo>
                <a:cubicBezTo>
                  <a:pt x="743189" y="81204"/>
                  <a:pt x="739998" y="89450"/>
                  <a:pt x="739998" y="98786"/>
                </a:cubicBezTo>
                <a:cubicBezTo>
                  <a:pt x="739998" y="108065"/>
                  <a:pt x="741643" y="115024"/>
                  <a:pt x="744933" y="119663"/>
                </a:cubicBezTo>
                <a:cubicBezTo>
                  <a:pt x="748224" y="124303"/>
                  <a:pt x="753159" y="126623"/>
                  <a:pt x="759740" y="126623"/>
                </a:cubicBezTo>
                <a:cubicBezTo>
                  <a:pt x="765186" y="126623"/>
                  <a:pt x="769810" y="125632"/>
                  <a:pt x="773611" y="123652"/>
                </a:cubicBezTo>
                <a:cubicBezTo>
                  <a:pt x="775653" y="122578"/>
                  <a:pt x="778518" y="120428"/>
                  <a:pt x="782205" y="117203"/>
                </a:cubicBezTo>
                <a:cubicBezTo>
                  <a:pt x="780390" y="102209"/>
                  <a:pt x="779482" y="90978"/>
                  <a:pt x="779482" y="83511"/>
                </a:cubicBezTo>
                <a:close/>
                <a:moveTo>
                  <a:pt x="877479" y="71480"/>
                </a:moveTo>
                <a:cubicBezTo>
                  <a:pt x="874359" y="71480"/>
                  <a:pt x="872175" y="70438"/>
                  <a:pt x="870927" y="68353"/>
                </a:cubicBezTo>
                <a:cubicBezTo>
                  <a:pt x="870076" y="66889"/>
                  <a:pt x="869338" y="63847"/>
                  <a:pt x="868714" y="59227"/>
                </a:cubicBezTo>
                <a:cubicBezTo>
                  <a:pt x="864460" y="60303"/>
                  <a:pt x="857907" y="62286"/>
                  <a:pt x="849057" y="65175"/>
                </a:cubicBezTo>
                <a:cubicBezTo>
                  <a:pt x="839924" y="68803"/>
                  <a:pt x="835328" y="73279"/>
                  <a:pt x="835272" y="78605"/>
                </a:cubicBezTo>
                <a:cubicBezTo>
                  <a:pt x="836974" y="79229"/>
                  <a:pt x="838647" y="79682"/>
                  <a:pt x="840292" y="79966"/>
                </a:cubicBezTo>
                <a:cubicBezTo>
                  <a:pt x="853340" y="82289"/>
                  <a:pt x="863041" y="85490"/>
                  <a:pt x="869395" y="89571"/>
                </a:cubicBezTo>
                <a:cubicBezTo>
                  <a:pt x="878642" y="95523"/>
                  <a:pt x="883266" y="104138"/>
                  <a:pt x="883266" y="115416"/>
                </a:cubicBezTo>
                <a:cubicBezTo>
                  <a:pt x="883266" y="124655"/>
                  <a:pt x="879266" y="131625"/>
                  <a:pt x="871267" y="136329"/>
                </a:cubicBezTo>
                <a:cubicBezTo>
                  <a:pt x="864630" y="140183"/>
                  <a:pt x="856234" y="142110"/>
                  <a:pt x="846079" y="142110"/>
                </a:cubicBezTo>
                <a:cubicBezTo>
                  <a:pt x="838647" y="142110"/>
                  <a:pt x="831556" y="140862"/>
                  <a:pt x="824805" y="138366"/>
                </a:cubicBezTo>
                <a:cubicBezTo>
                  <a:pt x="816068" y="135189"/>
                  <a:pt x="811700" y="130764"/>
                  <a:pt x="811700" y="125091"/>
                </a:cubicBezTo>
                <a:cubicBezTo>
                  <a:pt x="811700" y="122822"/>
                  <a:pt x="812594" y="120836"/>
                  <a:pt x="814381" y="119134"/>
                </a:cubicBezTo>
                <a:cubicBezTo>
                  <a:pt x="816168" y="117432"/>
                  <a:pt x="818196" y="116581"/>
                  <a:pt x="820465" y="116581"/>
                </a:cubicBezTo>
                <a:cubicBezTo>
                  <a:pt x="822224" y="116581"/>
                  <a:pt x="824493" y="117943"/>
                  <a:pt x="827273" y="120666"/>
                </a:cubicBezTo>
                <a:cubicBezTo>
                  <a:pt x="828634" y="121971"/>
                  <a:pt x="831698" y="123048"/>
                  <a:pt x="836463" y="123899"/>
                </a:cubicBezTo>
                <a:cubicBezTo>
                  <a:pt x="840264" y="124580"/>
                  <a:pt x="843469" y="124921"/>
                  <a:pt x="846079" y="124921"/>
                </a:cubicBezTo>
                <a:cubicBezTo>
                  <a:pt x="850844" y="124921"/>
                  <a:pt x="855042" y="124354"/>
                  <a:pt x="858673" y="123221"/>
                </a:cubicBezTo>
                <a:cubicBezTo>
                  <a:pt x="863949" y="121578"/>
                  <a:pt x="866587" y="118972"/>
                  <a:pt x="866587" y="115403"/>
                </a:cubicBezTo>
                <a:cubicBezTo>
                  <a:pt x="866587" y="107697"/>
                  <a:pt x="861198" y="102484"/>
                  <a:pt x="850419" y="99764"/>
                </a:cubicBezTo>
                <a:lnTo>
                  <a:pt x="841569" y="97807"/>
                </a:lnTo>
                <a:cubicBezTo>
                  <a:pt x="834024" y="96160"/>
                  <a:pt x="828663" y="94229"/>
                  <a:pt x="825486" y="92015"/>
                </a:cubicBezTo>
                <a:cubicBezTo>
                  <a:pt x="820891" y="88836"/>
                  <a:pt x="818593" y="84041"/>
                  <a:pt x="818593" y="77629"/>
                </a:cubicBezTo>
                <a:cubicBezTo>
                  <a:pt x="818593" y="65765"/>
                  <a:pt x="824181" y="57307"/>
                  <a:pt x="835357" y="52254"/>
                </a:cubicBezTo>
                <a:cubicBezTo>
                  <a:pt x="838761" y="50722"/>
                  <a:pt x="844207" y="48893"/>
                  <a:pt x="851695" y="46765"/>
                </a:cubicBezTo>
                <a:cubicBezTo>
                  <a:pt x="859184" y="44636"/>
                  <a:pt x="864545" y="42833"/>
                  <a:pt x="867778" y="41357"/>
                </a:cubicBezTo>
                <a:cubicBezTo>
                  <a:pt x="870104" y="40335"/>
                  <a:pt x="872629" y="39825"/>
                  <a:pt x="875352" y="39825"/>
                </a:cubicBezTo>
                <a:cubicBezTo>
                  <a:pt x="877791" y="39825"/>
                  <a:pt x="879791" y="40619"/>
                  <a:pt x="881351" y="42208"/>
                </a:cubicBezTo>
                <a:cubicBezTo>
                  <a:pt x="882911" y="43796"/>
                  <a:pt x="883691" y="45867"/>
                  <a:pt x="883691" y="48419"/>
                </a:cubicBezTo>
                <a:cubicBezTo>
                  <a:pt x="883691" y="50065"/>
                  <a:pt x="884046" y="52476"/>
                  <a:pt x="884755" y="55653"/>
                </a:cubicBezTo>
                <a:cubicBezTo>
                  <a:pt x="885464" y="58830"/>
                  <a:pt x="885819" y="61241"/>
                  <a:pt x="885819" y="62886"/>
                </a:cubicBezTo>
                <a:cubicBezTo>
                  <a:pt x="885819" y="65439"/>
                  <a:pt x="885039" y="67509"/>
                  <a:pt x="883479" y="69098"/>
                </a:cubicBezTo>
                <a:cubicBezTo>
                  <a:pt x="881918" y="70686"/>
                  <a:pt x="879919" y="71480"/>
                  <a:pt x="877479" y="71480"/>
                </a:cubicBezTo>
                <a:close/>
                <a:moveTo>
                  <a:pt x="944739" y="140919"/>
                </a:moveTo>
                <a:cubicBezTo>
                  <a:pt x="931917" y="140919"/>
                  <a:pt x="921536" y="137711"/>
                  <a:pt x="913593" y="131295"/>
                </a:cubicBezTo>
                <a:cubicBezTo>
                  <a:pt x="904914" y="124196"/>
                  <a:pt x="900574" y="114259"/>
                  <a:pt x="900574" y="101482"/>
                </a:cubicBezTo>
                <a:cubicBezTo>
                  <a:pt x="900574" y="86720"/>
                  <a:pt x="904148" y="74342"/>
                  <a:pt x="911296" y="64348"/>
                </a:cubicBezTo>
                <a:cubicBezTo>
                  <a:pt x="919068" y="53445"/>
                  <a:pt x="929450" y="47994"/>
                  <a:pt x="942441" y="47994"/>
                </a:cubicBezTo>
                <a:cubicBezTo>
                  <a:pt x="951858" y="47994"/>
                  <a:pt x="959545" y="49582"/>
                  <a:pt x="965502" y="52759"/>
                </a:cubicBezTo>
                <a:cubicBezTo>
                  <a:pt x="972820" y="56674"/>
                  <a:pt x="976479" y="62687"/>
                  <a:pt x="976479" y="70800"/>
                </a:cubicBezTo>
                <a:cubicBezTo>
                  <a:pt x="976479" y="76473"/>
                  <a:pt x="973274" y="81635"/>
                  <a:pt x="966863" y="86287"/>
                </a:cubicBezTo>
                <a:cubicBezTo>
                  <a:pt x="964027" y="88329"/>
                  <a:pt x="958013" y="91506"/>
                  <a:pt x="948823" y="95818"/>
                </a:cubicBezTo>
                <a:lnTo>
                  <a:pt x="916317" y="111220"/>
                </a:lnTo>
                <a:cubicBezTo>
                  <a:pt x="919493" y="115929"/>
                  <a:pt x="923450" y="119474"/>
                  <a:pt x="928187" y="121857"/>
                </a:cubicBezTo>
                <a:cubicBezTo>
                  <a:pt x="932924" y="124240"/>
                  <a:pt x="938441" y="125431"/>
                  <a:pt x="944739" y="125431"/>
                </a:cubicBezTo>
                <a:cubicBezTo>
                  <a:pt x="948653" y="125431"/>
                  <a:pt x="953248" y="124694"/>
                  <a:pt x="958524" y="123219"/>
                </a:cubicBezTo>
                <a:cubicBezTo>
                  <a:pt x="965218" y="121347"/>
                  <a:pt x="969530" y="118893"/>
                  <a:pt x="971459" y="115858"/>
                </a:cubicBezTo>
                <a:cubicBezTo>
                  <a:pt x="973387" y="112823"/>
                  <a:pt x="975458" y="111305"/>
                  <a:pt x="977671" y="111305"/>
                </a:cubicBezTo>
                <a:cubicBezTo>
                  <a:pt x="979656" y="111305"/>
                  <a:pt x="981429" y="112060"/>
                  <a:pt x="982989" y="113568"/>
                </a:cubicBezTo>
                <a:cubicBezTo>
                  <a:pt x="984549" y="115075"/>
                  <a:pt x="985329" y="116824"/>
                  <a:pt x="985329" y="118815"/>
                </a:cubicBezTo>
                <a:cubicBezTo>
                  <a:pt x="985329" y="125130"/>
                  <a:pt x="980252" y="130564"/>
                  <a:pt x="970097" y="135116"/>
                </a:cubicBezTo>
                <a:cubicBezTo>
                  <a:pt x="961417" y="138984"/>
                  <a:pt x="952964" y="140919"/>
                  <a:pt x="944739" y="140919"/>
                </a:cubicBezTo>
                <a:moveTo>
                  <a:pt x="942441" y="63311"/>
                </a:moveTo>
                <a:cubicBezTo>
                  <a:pt x="935520" y="63311"/>
                  <a:pt x="929762" y="65992"/>
                  <a:pt x="925166" y="71353"/>
                </a:cubicBezTo>
                <a:cubicBezTo>
                  <a:pt x="920571" y="76714"/>
                  <a:pt x="917139" y="84784"/>
                  <a:pt x="914870" y="95563"/>
                </a:cubicBezTo>
                <a:lnTo>
                  <a:pt x="940994" y="83139"/>
                </a:lnTo>
                <a:cubicBezTo>
                  <a:pt x="951263" y="78146"/>
                  <a:pt x="958581" y="73806"/>
                  <a:pt x="962949" y="70119"/>
                </a:cubicBezTo>
                <a:cubicBezTo>
                  <a:pt x="958070" y="65580"/>
                  <a:pt x="951234" y="63311"/>
                  <a:pt x="942441" y="63311"/>
                </a:cubicBezTo>
                <a:close/>
                <a:moveTo>
                  <a:pt x="1057693" y="64577"/>
                </a:moveTo>
                <a:cubicBezTo>
                  <a:pt x="1056501" y="64577"/>
                  <a:pt x="1055097" y="64520"/>
                  <a:pt x="1053480" y="64407"/>
                </a:cubicBezTo>
                <a:cubicBezTo>
                  <a:pt x="1051864" y="64292"/>
                  <a:pt x="1050460" y="64234"/>
                  <a:pt x="1049268" y="64234"/>
                </a:cubicBezTo>
                <a:cubicBezTo>
                  <a:pt x="1047963" y="64234"/>
                  <a:pt x="1044106" y="64664"/>
                  <a:pt x="1037695" y="65524"/>
                </a:cubicBezTo>
                <a:lnTo>
                  <a:pt x="1039312" y="115760"/>
                </a:lnTo>
                <a:lnTo>
                  <a:pt x="1039397" y="119501"/>
                </a:lnTo>
                <a:lnTo>
                  <a:pt x="1039482" y="123836"/>
                </a:lnTo>
                <a:cubicBezTo>
                  <a:pt x="1039709" y="136245"/>
                  <a:pt x="1036731" y="142450"/>
                  <a:pt x="1030547" y="142450"/>
                </a:cubicBezTo>
                <a:cubicBezTo>
                  <a:pt x="1028278" y="142450"/>
                  <a:pt x="1026307" y="141714"/>
                  <a:pt x="1024633" y="140240"/>
                </a:cubicBezTo>
                <a:cubicBezTo>
                  <a:pt x="1022959" y="138767"/>
                  <a:pt x="1022123" y="136925"/>
                  <a:pt x="1022123" y="134715"/>
                </a:cubicBezTo>
                <a:cubicBezTo>
                  <a:pt x="1022123" y="132562"/>
                  <a:pt x="1022208" y="129333"/>
                  <a:pt x="1022378" y="125027"/>
                </a:cubicBezTo>
                <a:cubicBezTo>
                  <a:pt x="1022548" y="120719"/>
                  <a:pt x="1022633" y="117488"/>
                  <a:pt x="1022633" y="115334"/>
                </a:cubicBezTo>
                <a:lnTo>
                  <a:pt x="1020931" y="65694"/>
                </a:lnTo>
                <a:cubicBezTo>
                  <a:pt x="1016790" y="65524"/>
                  <a:pt x="1010493" y="65039"/>
                  <a:pt x="1002040" y="64239"/>
                </a:cubicBezTo>
                <a:cubicBezTo>
                  <a:pt x="996991" y="63555"/>
                  <a:pt x="994467" y="60734"/>
                  <a:pt x="994467" y="55775"/>
                </a:cubicBezTo>
                <a:cubicBezTo>
                  <a:pt x="994467" y="53266"/>
                  <a:pt x="995232" y="51187"/>
                  <a:pt x="996764" y="49536"/>
                </a:cubicBezTo>
                <a:cubicBezTo>
                  <a:pt x="998296" y="47884"/>
                  <a:pt x="1000253" y="47058"/>
                  <a:pt x="1002636" y="47058"/>
                </a:cubicBezTo>
                <a:lnTo>
                  <a:pt x="1020506" y="48505"/>
                </a:lnTo>
                <a:cubicBezTo>
                  <a:pt x="1020506" y="45602"/>
                  <a:pt x="1020378" y="41720"/>
                  <a:pt x="1020123" y="36857"/>
                </a:cubicBezTo>
                <a:cubicBezTo>
                  <a:pt x="1019868" y="31992"/>
                  <a:pt x="1019740" y="28480"/>
                  <a:pt x="1019740" y="26319"/>
                </a:cubicBezTo>
                <a:cubicBezTo>
                  <a:pt x="1019740" y="23929"/>
                  <a:pt x="1020563" y="21952"/>
                  <a:pt x="1022208" y="20388"/>
                </a:cubicBezTo>
                <a:cubicBezTo>
                  <a:pt x="1023853" y="18823"/>
                  <a:pt x="1025867" y="18040"/>
                  <a:pt x="1028250" y="18040"/>
                </a:cubicBezTo>
                <a:cubicBezTo>
                  <a:pt x="1033355" y="18040"/>
                  <a:pt x="1036334" y="22210"/>
                  <a:pt x="1037185" y="30549"/>
                </a:cubicBezTo>
                <a:cubicBezTo>
                  <a:pt x="1037355" y="32648"/>
                  <a:pt x="1037440" y="35173"/>
                  <a:pt x="1037440" y="38123"/>
                </a:cubicBezTo>
                <a:lnTo>
                  <a:pt x="1037270" y="43058"/>
                </a:lnTo>
                <a:lnTo>
                  <a:pt x="1037185" y="48334"/>
                </a:lnTo>
                <a:cubicBezTo>
                  <a:pt x="1044219" y="47427"/>
                  <a:pt x="1048247" y="46973"/>
                  <a:pt x="1049268" y="46973"/>
                </a:cubicBezTo>
                <a:cubicBezTo>
                  <a:pt x="1055168" y="46973"/>
                  <a:pt x="1059026" y="47257"/>
                  <a:pt x="1060841" y="47824"/>
                </a:cubicBezTo>
                <a:cubicBezTo>
                  <a:pt x="1064302" y="48966"/>
                  <a:pt x="1066032" y="51657"/>
                  <a:pt x="1066032" y="55897"/>
                </a:cubicBezTo>
                <a:cubicBezTo>
                  <a:pt x="1066032" y="58418"/>
                  <a:pt x="1065252" y="60495"/>
                  <a:pt x="1063692" y="62128"/>
                </a:cubicBezTo>
                <a:cubicBezTo>
                  <a:pt x="1062132" y="63761"/>
                  <a:pt x="1060132" y="64577"/>
                  <a:pt x="1057693" y="64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ContainsProcedural">
            <a:extLst xmlns:a="http://schemas.openxmlformats.org/drawingml/2006/main">
              <a:ext uri="{FF2B5EF4-FFF2-40B4-BE49-F238E27FC236}">
                <a16:creationId xmlns:a16="http://schemas.microsoft.com/office/drawing/2014/main" id="{FC2D3E88-FF04-4675-A9CB-C503916E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40" y="1917767"/>
            <a:ext cx="1269293" cy="115050"/>
          </a:xfrm>
          <a:custGeom xmlns:a="http://schemas.openxmlformats.org/drawingml/2006/main">
            <a:pathLst>
              <a:path w="1269293" h="115050">
                <a:moveTo>
                  <a:pt x="69030" y="33221"/>
                </a:moveTo>
                <a:cubicBezTo>
                  <a:pt x="66125" y="33221"/>
                  <a:pt x="63947" y="31519"/>
                  <a:pt x="62494" y="28116"/>
                </a:cubicBezTo>
                <a:cubicBezTo>
                  <a:pt x="61224" y="25211"/>
                  <a:pt x="60044" y="23441"/>
                  <a:pt x="58954" y="22806"/>
                </a:cubicBezTo>
                <a:cubicBezTo>
                  <a:pt x="58001" y="22306"/>
                  <a:pt x="55641" y="22057"/>
                  <a:pt x="51874" y="22057"/>
                </a:cubicBezTo>
                <a:cubicBezTo>
                  <a:pt x="45294" y="22057"/>
                  <a:pt x="37987" y="27090"/>
                  <a:pt x="29954" y="37157"/>
                </a:cubicBezTo>
                <a:cubicBezTo>
                  <a:pt x="19061" y="50669"/>
                  <a:pt x="13615" y="63478"/>
                  <a:pt x="13615" y="75584"/>
                </a:cubicBezTo>
                <a:cubicBezTo>
                  <a:pt x="13615" y="81433"/>
                  <a:pt x="15499" y="86467"/>
                  <a:pt x="19266" y="90684"/>
                </a:cubicBezTo>
                <a:cubicBezTo>
                  <a:pt x="23123" y="95037"/>
                  <a:pt x="27775" y="97213"/>
                  <a:pt x="33221" y="97213"/>
                </a:cubicBezTo>
                <a:cubicBezTo>
                  <a:pt x="37896" y="97213"/>
                  <a:pt x="42593" y="96005"/>
                  <a:pt x="47313" y="93588"/>
                </a:cubicBezTo>
                <a:cubicBezTo>
                  <a:pt x="49946" y="92221"/>
                  <a:pt x="53985" y="89531"/>
                  <a:pt x="59431" y="85517"/>
                </a:cubicBezTo>
                <a:cubicBezTo>
                  <a:pt x="62018" y="83602"/>
                  <a:pt x="63969" y="82645"/>
                  <a:pt x="65285" y="82645"/>
                </a:cubicBezTo>
                <a:cubicBezTo>
                  <a:pt x="67237" y="82645"/>
                  <a:pt x="68871" y="83386"/>
                  <a:pt x="70187" y="84868"/>
                </a:cubicBezTo>
                <a:cubicBezTo>
                  <a:pt x="71503" y="86350"/>
                  <a:pt x="72161" y="88003"/>
                  <a:pt x="72161" y="89827"/>
                </a:cubicBezTo>
                <a:cubicBezTo>
                  <a:pt x="72161" y="91879"/>
                  <a:pt x="71299" y="93681"/>
                  <a:pt x="69574" y="95231"/>
                </a:cubicBezTo>
                <a:cubicBezTo>
                  <a:pt x="57593" y="105902"/>
                  <a:pt x="45475" y="111237"/>
                  <a:pt x="33221" y="111237"/>
                </a:cubicBezTo>
                <a:cubicBezTo>
                  <a:pt x="23827" y="111237"/>
                  <a:pt x="15885" y="107627"/>
                  <a:pt x="9395" y="100407"/>
                </a:cubicBezTo>
                <a:cubicBezTo>
                  <a:pt x="3132" y="93412"/>
                  <a:pt x="0" y="85146"/>
                  <a:pt x="0" y="75610"/>
                </a:cubicBezTo>
                <a:cubicBezTo>
                  <a:pt x="0" y="60214"/>
                  <a:pt x="6445" y="44433"/>
                  <a:pt x="19334" y="28265"/>
                </a:cubicBezTo>
                <a:cubicBezTo>
                  <a:pt x="30090" y="14777"/>
                  <a:pt x="40937" y="8033"/>
                  <a:pt x="51874" y="8033"/>
                </a:cubicBezTo>
                <a:cubicBezTo>
                  <a:pt x="54098" y="8033"/>
                  <a:pt x="56095" y="8135"/>
                  <a:pt x="57865" y="8339"/>
                </a:cubicBezTo>
                <a:cubicBezTo>
                  <a:pt x="59635" y="8544"/>
                  <a:pt x="61201" y="8873"/>
                  <a:pt x="62562" y="9326"/>
                </a:cubicBezTo>
                <a:cubicBezTo>
                  <a:pt x="64151" y="7012"/>
                  <a:pt x="66216" y="5855"/>
                  <a:pt x="68757" y="5855"/>
                </a:cubicBezTo>
                <a:cubicBezTo>
                  <a:pt x="71889" y="5855"/>
                  <a:pt x="73863" y="7925"/>
                  <a:pt x="74680" y="12064"/>
                </a:cubicBezTo>
                <a:cubicBezTo>
                  <a:pt x="75406" y="15751"/>
                  <a:pt x="75769" y="20278"/>
                  <a:pt x="75769" y="25646"/>
                </a:cubicBezTo>
                <a:cubicBezTo>
                  <a:pt x="75769" y="27511"/>
                  <a:pt x="75270" y="29149"/>
                  <a:pt x="74272" y="30560"/>
                </a:cubicBezTo>
                <a:cubicBezTo>
                  <a:pt x="73046" y="32334"/>
                  <a:pt x="71299" y="33221"/>
                  <a:pt x="69030" y="33221"/>
                </a:cubicBezTo>
                <a:close/>
                <a:moveTo>
                  <a:pt x="113827" y="113688"/>
                </a:moveTo>
                <a:cubicBezTo>
                  <a:pt x="106203" y="113688"/>
                  <a:pt x="99645" y="110869"/>
                  <a:pt x="94153" y="105232"/>
                </a:cubicBezTo>
                <a:cubicBezTo>
                  <a:pt x="88026" y="98957"/>
                  <a:pt x="84804" y="90523"/>
                  <a:pt x="84486" y="79928"/>
                </a:cubicBezTo>
                <a:cubicBezTo>
                  <a:pt x="84214" y="69653"/>
                  <a:pt x="86801" y="60605"/>
                  <a:pt x="92247" y="52785"/>
                </a:cubicBezTo>
                <a:cubicBezTo>
                  <a:pt x="98601" y="43555"/>
                  <a:pt x="107451" y="38940"/>
                  <a:pt x="118797" y="38940"/>
                </a:cubicBezTo>
                <a:cubicBezTo>
                  <a:pt x="127874" y="38940"/>
                  <a:pt x="134750" y="43100"/>
                  <a:pt x="139424" y="51421"/>
                </a:cubicBezTo>
                <a:cubicBezTo>
                  <a:pt x="143146" y="58149"/>
                  <a:pt x="144938" y="66242"/>
                  <a:pt x="144802" y="75699"/>
                </a:cubicBezTo>
                <a:cubicBezTo>
                  <a:pt x="144666" y="85793"/>
                  <a:pt x="142034" y="94410"/>
                  <a:pt x="136905" y="101549"/>
                </a:cubicBezTo>
                <a:cubicBezTo>
                  <a:pt x="131096" y="109642"/>
                  <a:pt x="123404" y="113688"/>
                  <a:pt x="113827" y="113688"/>
                </a:cubicBezTo>
                <a:moveTo>
                  <a:pt x="117912" y="52827"/>
                </a:moveTo>
                <a:cubicBezTo>
                  <a:pt x="111240" y="52782"/>
                  <a:pt x="106044" y="55963"/>
                  <a:pt x="102322" y="62371"/>
                </a:cubicBezTo>
                <a:cubicBezTo>
                  <a:pt x="99372" y="67508"/>
                  <a:pt x="97897" y="73371"/>
                  <a:pt x="97897" y="79960"/>
                </a:cubicBezTo>
                <a:cubicBezTo>
                  <a:pt x="97897" y="86551"/>
                  <a:pt x="99690" y="91687"/>
                  <a:pt x="103276" y="95369"/>
                </a:cubicBezTo>
                <a:cubicBezTo>
                  <a:pt x="106271" y="98414"/>
                  <a:pt x="109788" y="99936"/>
                  <a:pt x="113827" y="99936"/>
                </a:cubicBezTo>
                <a:cubicBezTo>
                  <a:pt x="118547" y="99936"/>
                  <a:pt x="122609" y="98209"/>
                  <a:pt x="126013" y="94754"/>
                </a:cubicBezTo>
                <a:cubicBezTo>
                  <a:pt x="129871" y="90938"/>
                  <a:pt x="131913" y="85779"/>
                  <a:pt x="132140" y="79279"/>
                </a:cubicBezTo>
                <a:cubicBezTo>
                  <a:pt x="132775" y="61690"/>
                  <a:pt x="128033" y="52873"/>
                  <a:pt x="117912" y="52827"/>
                </a:cubicBezTo>
                <a:close/>
                <a:moveTo>
                  <a:pt x="214602" y="114505"/>
                </a:moveTo>
                <a:cubicBezTo>
                  <a:pt x="210699" y="114505"/>
                  <a:pt x="208498" y="112368"/>
                  <a:pt x="207999" y="108093"/>
                </a:cubicBezTo>
                <a:lnTo>
                  <a:pt x="206093" y="93152"/>
                </a:lnTo>
                <a:cubicBezTo>
                  <a:pt x="205457" y="87831"/>
                  <a:pt x="205139" y="82851"/>
                  <a:pt x="205139" y="78212"/>
                </a:cubicBezTo>
                <a:cubicBezTo>
                  <a:pt x="205139" y="76938"/>
                  <a:pt x="205219" y="74778"/>
                  <a:pt x="205378" y="71731"/>
                </a:cubicBezTo>
                <a:cubicBezTo>
                  <a:pt x="205537" y="68684"/>
                  <a:pt x="205616" y="66523"/>
                  <a:pt x="205616" y="65249"/>
                </a:cubicBezTo>
                <a:cubicBezTo>
                  <a:pt x="205616" y="55425"/>
                  <a:pt x="203801" y="50513"/>
                  <a:pt x="200170" y="50513"/>
                </a:cubicBezTo>
                <a:cubicBezTo>
                  <a:pt x="195087" y="50513"/>
                  <a:pt x="190231" y="53534"/>
                  <a:pt x="185601" y="59578"/>
                </a:cubicBezTo>
                <a:cubicBezTo>
                  <a:pt x="181426" y="65075"/>
                  <a:pt x="178158" y="72026"/>
                  <a:pt x="175798" y="80430"/>
                </a:cubicBezTo>
                <a:cubicBezTo>
                  <a:pt x="175708" y="82203"/>
                  <a:pt x="175503" y="84430"/>
                  <a:pt x="175186" y="87110"/>
                </a:cubicBezTo>
                <a:cubicBezTo>
                  <a:pt x="174913" y="89382"/>
                  <a:pt x="174777" y="91586"/>
                  <a:pt x="174777" y="93720"/>
                </a:cubicBezTo>
                <a:cubicBezTo>
                  <a:pt x="174777" y="95083"/>
                  <a:pt x="174913" y="97128"/>
                  <a:pt x="175186" y="99854"/>
                </a:cubicBezTo>
                <a:cubicBezTo>
                  <a:pt x="175458" y="102579"/>
                  <a:pt x="175594" y="104624"/>
                  <a:pt x="175594" y="105987"/>
                </a:cubicBezTo>
                <a:cubicBezTo>
                  <a:pt x="175594" y="108032"/>
                  <a:pt x="174970" y="109691"/>
                  <a:pt x="173722" y="110963"/>
                </a:cubicBezTo>
                <a:cubicBezTo>
                  <a:pt x="172474" y="112235"/>
                  <a:pt x="170874" y="112871"/>
                  <a:pt x="168923" y="112871"/>
                </a:cubicBezTo>
                <a:cubicBezTo>
                  <a:pt x="166926" y="112871"/>
                  <a:pt x="165315" y="112234"/>
                  <a:pt x="164089" y="110961"/>
                </a:cubicBezTo>
                <a:cubicBezTo>
                  <a:pt x="162864" y="109688"/>
                  <a:pt x="162251" y="108029"/>
                  <a:pt x="162251" y="105983"/>
                </a:cubicBezTo>
                <a:cubicBezTo>
                  <a:pt x="162251" y="104620"/>
                  <a:pt x="162104" y="102574"/>
                  <a:pt x="161809" y="99847"/>
                </a:cubicBezTo>
                <a:cubicBezTo>
                  <a:pt x="161514" y="97118"/>
                  <a:pt x="161366" y="95072"/>
                  <a:pt x="161366" y="93707"/>
                </a:cubicBezTo>
                <a:cubicBezTo>
                  <a:pt x="161366" y="89024"/>
                  <a:pt x="161695" y="82534"/>
                  <a:pt x="162353" y="74238"/>
                </a:cubicBezTo>
                <a:cubicBezTo>
                  <a:pt x="163011" y="65941"/>
                  <a:pt x="163340" y="59451"/>
                  <a:pt x="163340" y="54768"/>
                </a:cubicBezTo>
                <a:cubicBezTo>
                  <a:pt x="163340" y="53313"/>
                  <a:pt x="163261" y="51153"/>
                  <a:pt x="163102" y="48290"/>
                </a:cubicBezTo>
                <a:cubicBezTo>
                  <a:pt x="162943" y="45425"/>
                  <a:pt x="162864" y="43266"/>
                  <a:pt x="162864" y="41812"/>
                </a:cubicBezTo>
                <a:cubicBezTo>
                  <a:pt x="162864" y="39856"/>
                  <a:pt x="163511" y="38253"/>
                  <a:pt x="164804" y="37004"/>
                </a:cubicBezTo>
                <a:cubicBezTo>
                  <a:pt x="166098" y="35753"/>
                  <a:pt x="167697" y="35128"/>
                  <a:pt x="169603" y="35128"/>
                </a:cubicBezTo>
                <a:cubicBezTo>
                  <a:pt x="173779" y="35128"/>
                  <a:pt x="176071" y="38090"/>
                  <a:pt x="176479" y="44014"/>
                </a:cubicBezTo>
                <a:lnTo>
                  <a:pt x="176683" y="52011"/>
                </a:lnTo>
                <a:cubicBezTo>
                  <a:pt x="184308" y="41844"/>
                  <a:pt x="192137" y="36761"/>
                  <a:pt x="200170" y="36761"/>
                </a:cubicBezTo>
                <a:cubicBezTo>
                  <a:pt x="207431" y="36761"/>
                  <a:pt x="212492" y="39967"/>
                  <a:pt x="215351" y="46377"/>
                </a:cubicBezTo>
                <a:cubicBezTo>
                  <a:pt x="217302" y="50650"/>
                  <a:pt x="218369" y="56970"/>
                  <a:pt x="218551" y="65337"/>
                </a:cubicBezTo>
                <a:lnTo>
                  <a:pt x="218551" y="72223"/>
                </a:lnTo>
                <a:lnTo>
                  <a:pt x="218482" y="78565"/>
                </a:lnTo>
                <a:cubicBezTo>
                  <a:pt x="218482" y="82339"/>
                  <a:pt x="218970" y="87215"/>
                  <a:pt x="219946" y="93195"/>
                </a:cubicBezTo>
                <a:cubicBezTo>
                  <a:pt x="220922" y="99173"/>
                  <a:pt x="221410" y="104025"/>
                  <a:pt x="221410" y="107753"/>
                </a:cubicBezTo>
                <a:cubicBezTo>
                  <a:pt x="221410" y="109754"/>
                  <a:pt x="220763" y="111379"/>
                  <a:pt x="219470" y="112629"/>
                </a:cubicBezTo>
                <a:cubicBezTo>
                  <a:pt x="218176" y="113879"/>
                  <a:pt x="216554" y="114505"/>
                  <a:pt x="214602" y="114505"/>
                </a:cubicBezTo>
                <a:close/>
                <a:moveTo>
                  <a:pt x="282019" y="51662"/>
                </a:moveTo>
                <a:cubicBezTo>
                  <a:pt x="281066" y="51662"/>
                  <a:pt x="279942" y="51616"/>
                  <a:pt x="278649" y="51525"/>
                </a:cubicBezTo>
                <a:cubicBezTo>
                  <a:pt x="277355" y="51433"/>
                  <a:pt x="276232" y="51387"/>
                  <a:pt x="275279" y="51387"/>
                </a:cubicBezTo>
                <a:cubicBezTo>
                  <a:pt x="274235" y="51387"/>
                  <a:pt x="271149" y="51731"/>
                  <a:pt x="266021" y="52419"/>
                </a:cubicBezTo>
                <a:lnTo>
                  <a:pt x="267314" y="92608"/>
                </a:lnTo>
                <a:lnTo>
                  <a:pt x="267382" y="95601"/>
                </a:lnTo>
                <a:lnTo>
                  <a:pt x="267450" y="99069"/>
                </a:lnTo>
                <a:cubicBezTo>
                  <a:pt x="267632" y="108996"/>
                  <a:pt x="265249" y="113960"/>
                  <a:pt x="260302" y="113960"/>
                </a:cubicBezTo>
                <a:cubicBezTo>
                  <a:pt x="258487" y="113960"/>
                  <a:pt x="256910" y="113371"/>
                  <a:pt x="255571" y="112192"/>
                </a:cubicBezTo>
                <a:cubicBezTo>
                  <a:pt x="254232" y="111014"/>
                  <a:pt x="253563" y="109540"/>
                  <a:pt x="253563" y="107772"/>
                </a:cubicBezTo>
                <a:cubicBezTo>
                  <a:pt x="253563" y="106050"/>
                  <a:pt x="253631" y="103467"/>
                  <a:pt x="253767" y="100022"/>
                </a:cubicBezTo>
                <a:cubicBezTo>
                  <a:pt x="253903" y="96575"/>
                  <a:pt x="253971" y="93990"/>
                  <a:pt x="253971" y="92267"/>
                </a:cubicBezTo>
                <a:lnTo>
                  <a:pt x="252610" y="52555"/>
                </a:lnTo>
                <a:cubicBezTo>
                  <a:pt x="249297" y="52419"/>
                  <a:pt x="244259" y="52031"/>
                  <a:pt x="237497" y="51391"/>
                </a:cubicBezTo>
                <a:cubicBezTo>
                  <a:pt x="233457" y="50844"/>
                  <a:pt x="231438" y="48587"/>
                  <a:pt x="231438" y="44620"/>
                </a:cubicBezTo>
                <a:cubicBezTo>
                  <a:pt x="231438" y="42613"/>
                  <a:pt x="232050" y="40950"/>
                  <a:pt x="233276" y="39629"/>
                </a:cubicBezTo>
                <a:cubicBezTo>
                  <a:pt x="234501" y="38307"/>
                  <a:pt x="236067" y="37646"/>
                  <a:pt x="237973" y="37646"/>
                </a:cubicBezTo>
                <a:lnTo>
                  <a:pt x="252269" y="38804"/>
                </a:lnTo>
                <a:cubicBezTo>
                  <a:pt x="252269" y="36482"/>
                  <a:pt x="252167" y="33376"/>
                  <a:pt x="251963" y="29486"/>
                </a:cubicBezTo>
                <a:cubicBezTo>
                  <a:pt x="251759" y="25594"/>
                  <a:pt x="251657" y="22784"/>
                  <a:pt x="251657" y="21055"/>
                </a:cubicBezTo>
                <a:cubicBezTo>
                  <a:pt x="251657" y="19143"/>
                  <a:pt x="252315" y="17562"/>
                  <a:pt x="253631" y="16311"/>
                </a:cubicBezTo>
                <a:cubicBezTo>
                  <a:pt x="254947" y="15058"/>
                  <a:pt x="256558" y="14432"/>
                  <a:pt x="258464" y="14432"/>
                </a:cubicBezTo>
                <a:cubicBezTo>
                  <a:pt x="262549" y="14432"/>
                  <a:pt x="264931" y="17768"/>
                  <a:pt x="265612" y="24440"/>
                </a:cubicBezTo>
                <a:cubicBezTo>
                  <a:pt x="265748" y="26119"/>
                  <a:pt x="265816" y="28138"/>
                  <a:pt x="265816" y="30498"/>
                </a:cubicBezTo>
                <a:lnTo>
                  <a:pt x="265680" y="34447"/>
                </a:lnTo>
                <a:lnTo>
                  <a:pt x="265612" y="38668"/>
                </a:lnTo>
                <a:cubicBezTo>
                  <a:pt x="271240" y="37941"/>
                  <a:pt x="274462" y="37578"/>
                  <a:pt x="275279" y="37578"/>
                </a:cubicBezTo>
                <a:cubicBezTo>
                  <a:pt x="279999" y="37578"/>
                  <a:pt x="283085" y="37805"/>
                  <a:pt x="284538" y="38259"/>
                </a:cubicBezTo>
                <a:cubicBezTo>
                  <a:pt x="287306" y="39172"/>
                  <a:pt x="288690" y="41325"/>
                  <a:pt x="288690" y="44718"/>
                </a:cubicBezTo>
                <a:cubicBezTo>
                  <a:pt x="288690" y="46735"/>
                  <a:pt x="288066" y="48396"/>
                  <a:pt x="286818" y="49702"/>
                </a:cubicBezTo>
                <a:cubicBezTo>
                  <a:pt x="285570" y="51009"/>
                  <a:pt x="283970" y="51662"/>
                  <a:pt x="282019" y="51662"/>
                </a:cubicBezTo>
                <a:close/>
                <a:moveTo>
                  <a:pt x="354948" y="114096"/>
                </a:moveTo>
                <a:cubicBezTo>
                  <a:pt x="354086" y="114096"/>
                  <a:pt x="352520" y="113089"/>
                  <a:pt x="350251" y="111076"/>
                </a:cubicBezTo>
                <a:cubicBezTo>
                  <a:pt x="348208" y="109199"/>
                  <a:pt x="346688" y="107528"/>
                  <a:pt x="345690" y="106063"/>
                </a:cubicBezTo>
                <a:cubicBezTo>
                  <a:pt x="341333" y="108446"/>
                  <a:pt x="337498" y="110244"/>
                  <a:pt x="334185" y="111458"/>
                </a:cubicBezTo>
                <a:cubicBezTo>
                  <a:pt x="330872" y="112672"/>
                  <a:pt x="328103" y="113280"/>
                  <a:pt x="325879" y="113280"/>
                </a:cubicBezTo>
                <a:cubicBezTo>
                  <a:pt x="315259" y="113280"/>
                  <a:pt x="307521" y="110284"/>
                  <a:pt x="302665" y="104293"/>
                </a:cubicBezTo>
                <a:cubicBezTo>
                  <a:pt x="298081" y="98666"/>
                  <a:pt x="295789" y="90043"/>
                  <a:pt x="295789" y="78424"/>
                </a:cubicBezTo>
                <a:cubicBezTo>
                  <a:pt x="295789" y="67441"/>
                  <a:pt x="299568" y="58047"/>
                  <a:pt x="307124" y="50241"/>
                </a:cubicBezTo>
                <a:cubicBezTo>
                  <a:pt x="314681" y="42434"/>
                  <a:pt x="323701" y="38531"/>
                  <a:pt x="334185" y="38531"/>
                </a:cubicBezTo>
                <a:cubicBezTo>
                  <a:pt x="338133" y="38531"/>
                  <a:pt x="342558" y="39553"/>
                  <a:pt x="347460" y="41595"/>
                </a:cubicBezTo>
                <a:cubicBezTo>
                  <a:pt x="353632" y="44136"/>
                  <a:pt x="356718" y="47200"/>
                  <a:pt x="356718" y="50785"/>
                </a:cubicBezTo>
                <a:cubicBezTo>
                  <a:pt x="356718" y="52011"/>
                  <a:pt x="356264" y="53100"/>
                  <a:pt x="355357" y="54053"/>
                </a:cubicBezTo>
                <a:cubicBezTo>
                  <a:pt x="354903" y="55777"/>
                  <a:pt x="354551" y="58614"/>
                  <a:pt x="354301" y="62562"/>
                </a:cubicBezTo>
                <a:cubicBezTo>
                  <a:pt x="354052" y="66511"/>
                  <a:pt x="353904" y="71571"/>
                  <a:pt x="353859" y="77744"/>
                </a:cubicBezTo>
                <a:cubicBezTo>
                  <a:pt x="353813" y="83371"/>
                  <a:pt x="354199" y="87819"/>
                  <a:pt x="355016" y="91087"/>
                </a:cubicBezTo>
                <a:cubicBezTo>
                  <a:pt x="355470" y="93083"/>
                  <a:pt x="356900" y="97077"/>
                  <a:pt x="359305" y="103068"/>
                </a:cubicBezTo>
                <a:cubicBezTo>
                  <a:pt x="359623" y="103885"/>
                  <a:pt x="360145" y="105088"/>
                  <a:pt x="360871" y="106676"/>
                </a:cubicBezTo>
                <a:lnTo>
                  <a:pt x="361279" y="107833"/>
                </a:lnTo>
                <a:cubicBezTo>
                  <a:pt x="361279" y="109649"/>
                  <a:pt x="360644" y="111146"/>
                  <a:pt x="359373" y="112326"/>
                </a:cubicBezTo>
                <a:cubicBezTo>
                  <a:pt x="358102" y="113506"/>
                  <a:pt x="356627" y="114096"/>
                  <a:pt x="354948" y="114096"/>
                </a:cubicBezTo>
                <a:moveTo>
                  <a:pt x="340788" y="66809"/>
                </a:moveTo>
                <a:cubicBezTo>
                  <a:pt x="340788" y="64861"/>
                  <a:pt x="340913" y="62745"/>
                  <a:pt x="341163" y="60461"/>
                </a:cubicBezTo>
                <a:cubicBezTo>
                  <a:pt x="341412" y="58174"/>
                  <a:pt x="341787" y="55741"/>
                  <a:pt x="342286" y="53161"/>
                </a:cubicBezTo>
                <a:cubicBezTo>
                  <a:pt x="340607" y="52301"/>
                  <a:pt x="339166" y="51667"/>
                  <a:pt x="337963" y="51260"/>
                </a:cubicBezTo>
                <a:cubicBezTo>
                  <a:pt x="336760" y="50853"/>
                  <a:pt x="335796" y="50649"/>
                  <a:pt x="335070" y="50649"/>
                </a:cubicBezTo>
                <a:cubicBezTo>
                  <a:pt x="328035" y="50649"/>
                  <a:pt x="321965" y="53512"/>
                  <a:pt x="316859" y="59237"/>
                </a:cubicBezTo>
                <a:cubicBezTo>
                  <a:pt x="311753" y="64963"/>
                  <a:pt x="309201" y="71560"/>
                  <a:pt x="309201" y="79028"/>
                </a:cubicBezTo>
                <a:cubicBezTo>
                  <a:pt x="309201" y="86452"/>
                  <a:pt x="310517" y="92019"/>
                  <a:pt x="313149" y="95731"/>
                </a:cubicBezTo>
                <a:cubicBezTo>
                  <a:pt x="315781" y="99442"/>
                  <a:pt x="319730" y="101298"/>
                  <a:pt x="324994" y="101298"/>
                </a:cubicBezTo>
                <a:cubicBezTo>
                  <a:pt x="329351" y="101298"/>
                  <a:pt x="333050" y="100506"/>
                  <a:pt x="336091" y="98922"/>
                </a:cubicBezTo>
                <a:cubicBezTo>
                  <a:pt x="337725" y="98062"/>
                  <a:pt x="340017" y="96343"/>
                  <a:pt x="342967" y="93763"/>
                </a:cubicBezTo>
                <a:cubicBezTo>
                  <a:pt x="341514" y="81767"/>
                  <a:pt x="340788" y="72782"/>
                  <a:pt x="340788" y="66809"/>
                </a:cubicBezTo>
                <a:close/>
                <a:moveTo>
                  <a:pt x="386641" y="23418"/>
                </a:moveTo>
                <a:cubicBezTo>
                  <a:pt x="384462" y="23418"/>
                  <a:pt x="382579" y="22647"/>
                  <a:pt x="380990" y="21104"/>
                </a:cubicBezTo>
                <a:cubicBezTo>
                  <a:pt x="379402" y="19561"/>
                  <a:pt x="378608" y="17700"/>
                  <a:pt x="378608" y="15521"/>
                </a:cubicBezTo>
                <a:cubicBezTo>
                  <a:pt x="378608" y="13343"/>
                  <a:pt x="379402" y="11482"/>
                  <a:pt x="380990" y="9939"/>
                </a:cubicBezTo>
                <a:cubicBezTo>
                  <a:pt x="382579" y="8396"/>
                  <a:pt x="384462" y="7625"/>
                  <a:pt x="386641" y="7625"/>
                </a:cubicBezTo>
                <a:cubicBezTo>
                  <a:pt x="388819" y="7625"/>
                  <a:pt x="390691" y="8396"/>
                  <a:pt x="392257" y="9939"/>
                </a:cubicBezTo>
                <a:cubicBezTo>
                  <a:pt x="393823" y="11482"/>
                  <a:pt x="394606" y="13343"/>
                  <a:pt x="394606" y="15521"/>
                </a:cubicBezTo>
                <a:cubicBezTo>
                  <a:pt x="394606" y="17700"/>
                  <a:pt x="393823" y="19561"/>
                  <a:pt x="392257" y="21104"/>
                </a:cubicBezTo>
                <a:cubicBezTo>
                  <a:pt x="390691" y="22647"/>
                  <a:pt x="388819" y="23418"/>
                  <a:pt x="386641" y="23418"/>
                </a:cubicBezTo>
                <a:moveTo>
                  <a:pt x="389704" y="78735"/>
                </a:moveTo>
                <a:cubicBezTo>
                  <a:pt x="389704" y="81461"/>
                  <a:pt x="389784" y="85538"/>
                  <a:pt x="389942" y="90967"/>
                </a:cubicBezTo>
                <a:cubicBezTo>
                  <a:pt x="390101" y="96395"/>
                  <a:pt x="390181" y="100472"/>
                  <a:pt x="390181" y="103198"/>
                </a:cubicBezTo>
                <a:cubicBezTo>
                  <a:pt x="390181" y="105196"/>
                  <a:pt x="389568" y="106831"/>
                  <a:pt x="388343" y="108104"/>
                </a:cubicBezTo>
                <a:cubicBezTo>
                  <a:pt x="387117" y="109376"/>
                  <a:pt x="385506" y="110012"/>
                  <a:pt x="383509" y="110012"/>
                </a:cubicBezTo>
                <a:cubicBezTo>
                  <a:pt x="381558" y="110012"/>
                  <a:pt x="379958" y="109376"/>
                  <a:pt x="378710" y="108104"/>
                </a:cubicBezTo>
                <a:cubicBezTo>
                  <a:pt x="377462" y="106831"/>
                  <a:pt x="376838" y="105196"/>
                  <a:pt x="376838" y="103198"/>
                </a:cubicBezTo>
                <a:cubicBezTo>
                  <a:pt x="376838" y="100472"/>
                  <a:pt x="376758" y="96395"/>
                  <a:pt x="376599" y="90967"/>
                </a:cubicBezTo>
                <a:cubicBezTo>
                  <a:pt x="376441" y="85538"/>
                  <a:pt x="376361" y="81461"/>
                  <a:pt x="376361" y="78735"/>
                </a:cubicBezTo>
                <a:cubicBezTo>
                  <a:pt x="376361" y="74464"/>
                  <a:pt x="376588" y="69138"/>
                  <a:pt x="377042" y="62756"/>
                </a:cubicBezTo>
                <a:cubicBezTo>
                  <a:pt x="377496" y="56372"/>
                  <a:pt x="377723" y="51045"/>
                  <a:pt x="377723" y="46775"/>
                </a:cubicBezTo>
                <a:cubicBezTo>
                  <a:pt x="377723" y="44731"/>
                  <a:pt x="378347" y="43073"/>
                  <a:pt x="379595" y="41801"/>
                </a:cubicBezTo>
                <a:cubicBezTo>
                  <a:pt x="380843" y="40529"/>
                  <a:pt x="382443" y="39893"/>
                  <a:pt x="384394" y="39893"/>
                </a:cubicBezTo>
                <a:cubicBezTo>
                  <a:pt x="386346" y="39893"/>
                  <a:pt x="387945" y="40529"/>
                  <a:pt x="389194" y="41801"/>
                </a:cubicBezTo>
                <a:cubicBezTo>
                  <a:pt x="390442" y="43073"/>
                  <a:pt x="391066" y="44731"/>
                  <a:pt x="391066" y="46775"/>
                </a:cubicBezTo>
                <a:cubicBezTo>
                  <a:pt x="391066" y="51045"/>
                  <a:pt x="390839" y="56372"/>
                  <a:pt x="390385" y="62756"/>
                </a:cubicBezTo>
                <a:cubicBezTo>
                  <a:pt x="389931" y="69138"/>
                  <a:pt x="389704" y="74464"/>
                  <a:pt x="389704" y="78735"/>
                </a:cubicBezTo>
                <a:close/>
                <a:moveTo>
                  <a:pt x="465086" y="114505"/>
                </a:moveTo>
                <a:cubicBezTo>
                  <a:pt x="461183" y="114505"/>
                  <a:pt x="458982" y="112368"/>
                  <a:pt x="458482" y="108093"/>
                </a:cubicBezTo>
                <a:lnTo>
                  <a:pt x="456576" y="93152"/>
                </a:lnTo>
                <a:cubicBezTo>
                  <a:pt x="455941" y="87831"/>
                  <a:pt x="455623" y="82851"/>
                  <a:pt x="455623" y="78212"/>
                </a:cubicBezTo>
                <a:cubicBezTo>
                  <a:pt x="455623" y="76938"/>
                  <a:pt x="455702" y="74778"/>
                  <a:pt x="455861" y="71731"/>
                </a:cubicBezTo>
                <a:cubicBezTo>
                  <a:pt x="456020" y="68684"/>
                  <a:pt x="456100" y="66523"/>
                  <a:pt x="456100" y="65249"/>
                </a:cubicBezTo>
                <a:cubicBezTo>
                  <a:pt x="456100" y="55425"/>
                  <a:pt x="454284" y="50513"/>
                  <a:pt x="450653" y="50513"/>
                </a:cubicBezTo>
                <a:cubicBezTo>
                  <a:pt x="445570" y="50513"/>
                  <a:pt x="440714" y="53534"/>
                  <a:pt x="436085" y="59578"/>
                </a:cubicBezTo>
                <a:cubicBezTo>
                  <a:pt x="431910" y="65075"/>
                  <a:pt x="428642" y="72026"/>
                  <a:pt x="426282" y="80430"/>
                </a:cubicBezTo>
                <a:cubicBezTo>
                  <a:pt x="426191" y="82203"/>
                  <a:pt x="425987" y="84430"/>
                  <a:pt x="425669" y="87110"/>
                </a:cubicBezTo>
                <a:cubicBezTo>
                  <a:pt x="425397" y="89382"/>
                  <a:pt x="425261" y="91586"/>
                  <a:pt x="425261" y="93720"/>
                </a:cubicBezTo>
                <a:cubicBezTo>
                  <a:pt x="425261" y="95083"/>
                  <a:pt x="425397" y="97128"/>
                  <a:pt x="425669" y="99854"/>
                </a:cubicBezTo>
                <a:cubicBezTo>
                  <a:pt x="425942" y="102579"/>
                  <a:pt x="426078" y="104624"/>
                  <a:pt x="426078" y="105987"/>
                </a:cubicBezTo>
                <a:cubicBezTo>
                  <a:pt x="426078" y="108032"/>
                  <a:pt x="425454" y="109691"/>
                  <a:pt x="424206" y="110963"/>
                </a:cubicBezTo>
                <a:cubicBezTo>
                  <a:pt x="422958" y="112235"/>
                  <a:pt x="421358" y="112871"/>
                  <a:pt x="419406" y="112871"/>
                </a:cubicBezTo>
                <a:cubicBezTo>
                  <a:pt x="417409" y="112871"/>
                  <a:pt x="415798" y="112234"/>
                  <a:pt x="414573" y="110961"/>
                </a:cubicBezTo>
                <a:cubicBezTo>
                  <a:pt x="413347" y="109688"/>
                  <a:pt x="412735" y="108029"/>
                  <a:pt x="412735" y="105983"/>
                </a:cubicBezTo>
                <a:cubicBezTo>
                  <a:pt x="412735" y="104620"/>
                  <a:pt x="412587" y="102574"/>
                  <a:pt x="412292" y="99847"/>
                </a:cubicBezTo>
                <a:cubicBezTo>
                  <a:pt x="411997" y="97118"/>
                  <a:pt x="411850" y="95072"/>
                  <a:pt x="411850" y="93707"/>
                </a:cubicBezTo>
                <a:cubicBezTo>
                  <a:pt x="411850" y="89024"/>
                  <a:pt x="412179" y="82534"/>
                  <a:pt x="412837" y="74238"/>
                </a:cubicBezTo>
                <a:cubicBezTo>
                  <a:pt x="413495" y="65941"/>
                  <a:pt x="413824" y="59451"/>
                  <a:pt x="413824" y="54768"/>
                </a:cubicBezTo>
                <a:cubicBezTo>
                  <a:pt x="413824" y="53313"/>
                  <a:pt x="413745" y="51153"/>
                  <a:pt x="413586" y="48290"/>
                </a:cubicBezTo>
                <a:cubicBezTo>
                  <a:pt x="413427" y="45425"/>
                  <a:pt x="413347" y="43266"/>
                  <a:pt x="413347" y="41812"/>
                </a:cubicBezTo>
                <a:cubicBezTo>
                  <a:pt x="413347" y="39856"/>
                  <a:pt x="413994" y="38253"/>
                  <a:pt x="415288" y="37004"/>
                </a:cubicBezTo>
                <a:cubicBezTo>
                  <a:pt x="416581" y="35753"/>
                  <a:pt x="418181" y="35128"/>
                  <a:pt x="420087" y="35128"/>
                </a:cubicBezTo>
                <a:cubicBezTo>
                  <a:pt x="424262" y="35128"/>
                  <a:pt x="426554" y="38090"/>
                  <a:pt x="426963" y="44014"/>
                </a:cubicBezTo>
                <a:lnTo>
                  <a:pt x="427167" y="52011"/>
                </a:lnTo>
                <a:cubicBezTo>
                  <a:pt x="434792" y="41844"/>
                  <a:pt x="442620" y="36761"/>
                  <a:pt x="450653" y="36761"/>
                </a:cubicBezTo>
                <a:cubicBezTo>
                  <a:pt x="457915" y="36761"/>
                  <a:pt x="462975" y="39967"/>
                  <a:pt x="465835" y="46377"/>
                </a:cubicBezTo>
                <a:cubicBezTo>
                  <a:pt x="467786" y="50650"/>
                  <a:pt x="468853" y="56970"/>
                  <a:pt x="469034" y="65337"/>
                </a:cubicBezTo>
                <a:lnTo>
                  <a:pt x="469034" y="72223"/>
                </a:lnTo>
                <a:lnTo>
                  <a:pt x="468966" y="78565"/>
                </a:lnTo>
                <a:cubicBezTo>
                  <a:pt x="468966" y="82339"/>
                  <a:pt x="469454" y="87215"/>
                  <a:pt x="470430" y="93195"/>
                </a:cubicBezTo>
                <a:cubicBezTo>
                  <a:pt x="471405" y="99173"/>
                  <a:pt x="471893" y="104025"/>
                  <a:pt x="471893" y="107753"/>
                </a:cubicBezTo>
                <a:cubicBezTo>
                  <a:pt x="471893" y="109754"/>
                  <a:pt x="471247" y="111379"/>
                  <a:pt x="469953" y="112629"/>
                </a:cubicBezTo>
                <a:cubicBezTo>
                  <a:pt x="468660" y="113879"/>
                  <a:pt x="467037" y="114505"/>
                  <a:pt x="465086" y="114505"/>
                </a:cubicBezTo>
                <a:close/>
                <a:moveTo>
                  <a:pt x="532911" y="57184"/>
                </a:moveTo>
                <a:cubicBezTo>
                  <a:pt x="530415" y="57184"/>
                  <a:pt x="528668" y="56350"/>
                  <a:pt x="527669" y="54683"/>
                </a:cubicBezTo>
                <a:cubicBezTo>
                  <a:pt x="526989" y="53511"/>
                  <a:pt x="526399" y="51077"/>
                  <a:pt x="525899" y="47381"/>
                </a:cubicBezTo>
                <a:cubicBezTo>
                  <a:pt x="522496" y="48242"/>
                  <a:pt x="517254" y="49829"/>
                  <a:pt x="510174" y="52140"/>
                </a:cubicBezTo>
                <a:cubicBezTo>
                  <a:pt x="502867" y="55042"/>
                  <a:pt x="499191" y="58623"/>
                  <a:pt x="499145" y="62884"/>
                </a:cubicBezTo>
                <a:cubicBezTo>
                  <a:pt x="500507" y="63383"/>
                  <a:pt x="501846" y="63746"/>
                  <a:pt x="503162" y="63973"/>
                </a:cubicBezTo>
                <a:cubicBezTo>
                  <a:pt x="513600" y="65831"/>
                  <a:pt x="521361" y="68392"/>
                  <a:pt x="526444" y="71657"/>
                </a:cubicBezTo>
                <a:cubicBezTo>
                  <a:pt x="533842" y="76418"/>
                  <a:pt x="537541" y="83310"/>
                  <a:pt x="537541" y="92333"/>
                </a:cubicBezTo>
                <a:cubicBezTo>
                  <a:pt x="537541" y="99724"/>
                  <a:pt x="534341" y="105300"/>
                  <a:pt x="527942" y="109063"/>
                </a:cubicBezTo>
                <a:cubicBezTo>
                  <a:pt x="522632" y="112146"/>
                  <a:pt x="515915" y="113688"/>
                  <a:pt x="507791" y="113688"/>
                </a:cubicBezTo>
                <a:cubicBezTo>
                  <a:pt x="501846" y="113688"/>
                  <a:pt x="496173" y="112690"/>
                  <a:pt x="490772" y="110693"/>
                </a:cubicBezTo>
                <a:cubicBezTo>
                  <a:pt x="483783" y="108151"/>
                  <a:pt x="480288" y="104611"/>
                  <a:pt x="480288" y="100073"/>
                </a:cubicBezTo>
                <a:cubicBezTo>
                  <a:pt x="480288" y="98257"/>
                  <a:pt x="481003" y="96669"/>
                  <a:pt x="482433" y="95307"/>
                </a:cubicBezTo>
                <a:cubicBezTo>
                  <a:pt x="483862" y="93946"/>
                  <a:pt x="485485" y="93265"/>
                  <a:pt x="487300" y="93265"/>
                </a:cubicBezTo>
                <a:cubicBezTo>
                  <a:pt x="488707" y="93265"/>
                  <a:pt x="490522" y="94354"/>
                  <a:pt x="492746" y="96533"/>
                </a:cubicBezTo>
                <a:cubicBezTo>
                  <a:pt x="493835" y="97577"/>
                  <a:pt x="496286" y="98439"/>
                  <a:pt x="500098" y="99120"/>
                </a:cubicBezTo>
                <a:cubicBezTo>
                  <a:pt x="503139" y="99664"/>
                  <a:pt x="505703" y="99936"/>
                  <a:pt x="507791" y="99936"/>
                </a:cubicBezTo>
                <a:cubicBezTo>
                  <a:pt x="511603" y="99936"/>
                  <a:pt x="514962" y="99483"/>
                  <a:pt x="517866" y="98577"/>
                </a:cubicBezTo>
                <a:cubicBezTo>
                  <a:pt x="522087" y="97262"/>
                  <a:pt x="524198" y="95178"/>
                  <a:pt x="524198" y="92323"/>
                </a:cubicBezTo>
                <a:cubicBezTo>
                  <a:pt x="524198" y="86157"/>
                  <a:pt x="519886" y="81987"/>
                  <a:pt x="511263" y="79811"/>
                </a:cubicBezTo>
                <a:lnTo>
                  <a:pt x="504183" y="78246"/>
                </a:lnTo>
                <a:cubicBezTo>
                  <a:pt x="498147" y="76928"/>
                  <a:pt x="493858" y="75384"/>
                  <a:pt x="491317" y="73612"/>
                </a:cubicBezTo>
                <a:cubicBezTo>
                  <a:pt x="487640" y="71069"/>
                  <a:pt x="485802" y="67233"/>
                  <a:pt x="485802" y="62103"/>
                </a:cubicBezTo>
                <a:cubicBezTo>
                  <a:pt x="485802" y="52612"/>
                  <a:pt x="490273" y="45845"/>
                  <a:pt x="499213" y="41803"/>
                </a:cubicBezTo>
                <a:cubicBezTo>
                  <a:pt x="501936" y="40578"/>
                  <a:pt x="506293" y="39114"/>
                  <a:pt x="512284" y="37412"/>
                </a:cubicBezTo>
                <a:cubicBezTo>
                  <a:pt x="518275" y="35709"/>
                  <a:pt x="522564" y="34267"/>
                  <a:pt x="525151" y="33085"/>
                </a:cubicBezTo>
                <a:cubicBezTo>
                  <a:pt x="527011" y="32268"/>
                  <a:pt x="529031" y="31860"/>
                  <a:pt x="531209" y="31860"/>
                </a:cubicBezTo>
                <a:cubicBezTo>
                  <a:pt x="533161" y="31860"/>
                  <a:pt x="534761" y="32495"/>
                  <a:pt x="536009" y="33766"/>
                </a:cubicBezTo>
                <a:cubicBezTo>
                  <a:pt x="537257" y="35037"/>
                  <a:pt x="537881" y="36693"/>
                  <a:pt x="537881" y="38736"/>
                </a:cubicBezTo>
                <a:cubicBezTo>
                  <a:pt x="537881" y="40052"/>
                  <a:pt x="538165" y="41981"/>
                  <a:pt x="538732" y="44522"/>
                </a:cubicBezTo>
                <a:cubicBezTo>
                  <a:pt x="539299" y="47064"/>
                  <a:pt x="539583" y="48992"/>
                  <a:pt x="539583" y="50309"/>
                </a:cubicBezTo>
                <a:cubicBezTo>
                  <a:pt x="539583" y="52351"/>
                  <a:pt x="538959" y="54007"/>
                  <a:pt x="537711" y="55278"/>
                </a:cubicBezTo>
                <a:cubicBezTo>
                  <a:pt x="536463" y="56549"/>
                  <a:pt x="534863" y="57184"/>
                  <a:pt x="532911" y="57184"/>
                </a:cubicBezTo>
                <a:close/>
                <a:moveTo>
                  <a:pt x="614472" y="69574"/>
                </a:moveTo>
                <a:cubicBezTo>
                  <a:pt x="613201" y="69574"/>
                  <a:pt x="610433" y="69279"/>
                  <a:pt x="606167" y="68689"/>
                </a:cubicBezTo>
                <a:cubicBezTo>
                  <a:pt x="605804" y="75552"/>
                  <a:pt x="605622" y="87576"/>
                  <a:pt x="605622" y="104759"/>
                </a:cubicBezTo>
                <a:cubicBezTo>
                  <a:pt x="605622" y="106578"/>
                  <a:pt x="605032" y="108112"/>
                  <a:pt x="603852" y="109363"/>
                </a:cubicBezTo>
                <a:cubicBezTo>
                  <a:pt x="602672" y="110612"/>
                  <a:pt x="601197" y="111237"/>
                  <a:pt x="599427" y="111237"/>
                </a:cubicBezTo>
                <a:cubicBezTo>
                  <a:pt x="597612" y="111237"/>
                  <a:pt x="596114" y="110613"/>
                  <a:pt x="594934" y="109365"/>
                </a:cubicBezTo>
                <a:cubicBezTo>
                  <a:pt x="593754" y="108116"/>
                  <a:pt x="593164" y="106582"/>
                  <a:pt x="593164" y="104766"/>
                </a:cubicBezTo>
                <a:lnTo>
                  <a:pt x="593164" y="84738"/>
                </a:lnTo>
                <a:cubicBezTo>
                  <a:pt x="593164" y="78063"/>
                  <a:pt x="593572" y="68662"/>
                  <a:pt x="594389" y="56538"/>
                </a:cubicBezTo>
                <a:cubicBezTo>
                  <a:pt x="595297" y="43413"/>
                  <a:pt x="595796" y="34013"/>
                  <a:pt x="595887" y="28337"/>
                </a:cubicBezTo>
                <a:lnTo>
                  <a:pt x="595887" y="18936"/>
                </a:lnTo>
                <a:cubicBezTo>
                  <a:pt x="595887" y="14440"/>
                  <a:pt x="596159" y="11170"/>
                  <a:pt x="596704" y="9127"/>
                </a:cubicBezTo>
                <a:cubicBezTo>
                  <a:pt x="597748" y="5130"/>
                  <a:pt x="599972" y="3404"/>
                  <a:pt x="603375" y="3948"/>
                </a:cubicBezTo>
                <a:cubicBezTo>
                  <a:pt x="604828" y="3495"/>
                  <a:pt x="606893" y="3154"/>
                  <a:pt x="609570" y="2927"/>
                </a:cubicBezTo>
                <a:cubicBezTo>
                  <a:pt x="612248" y="2700"/>
                  <a:pt x="615538" y="2587"/>
                  <a:pt x="619442" y="2587"/>
                </a:cubicBezTo>
                <a:cubicBezTo>
                  <a:pt x="627747" y="2587"/>
                  <a:pt x="635530" y="5423"/>
                  <a:pt x="642792" y="11096"/>
                </a:cubicBezTo>
                <a:cubicBezTo>
                  <a:pt x="650779" y="17360"/>
                  <a:pt x="654773" y="24893"/>
                  <a:pt x="654773" y="33698"/>
                </a:cubicBezTo>
                <a:cubicBezTo>
                  <a:pt x="654773" y="44953"/>
                  <a:pt x="650507" y="53917"/>
                  <a:pt x="641975" y="60588"/>
                </a:cubicBezTo>
                <a:cubicBezTo>
                  <a:pt x="634350" y="66579"/>
                  <a:pt x="625183" y="69574"/>
                  <a:pt x="614472" y="69574"/>
                </a:cubicBezTo>
                <a:moveTo>
                  <a:pt x="617876" y="15521"/>
                </a:moveTo>
                <a:cubicBezTo>
                  <a:pt x="615879" y="15521"/>
                  <a:pt x="614098" y="15567"/>
                  <a:pt x="612532" y="15658"/>
                </a:cubicBezTo>
                <a:cubicBezTo>
                  <a:pt x="610966" y="15748"/>
                  <a:pt x="609639" y="15885"/>
                  <a:pt x="608549" y="16066"/>
                </a:cubicBezTo>
                <a:lnTo>
                  <a:pt x="608413" y="28571"/>
                </a:lnTo>
                <a:lnTo>
                  <a:pt x="606984" y="55621"/>
                </a:lnTo>
                <a:lnTo>
                  <a:pt x="614472" y="56504"/>
                </a:lnTo>
                <a:cubicBezTo>
                  <a:pt x="622097" y="56504"/>
                  <a:pt x="628518" y="54578"/>
                  <a:pt x="633738" y="50728"/>
                </a:cubicBezTo>
                <a:cubicBezTo>
                  <a:pt x="639456" y="46513"/>
                  <a:pt x="642315" y="40826"/>
                  <a:pt x="642315" y="33668"/>
                </a:cubicBezTo>
                <a:cubicBezTo>
                  <a:pt x="642315" y="28594"/>
                  <a:pt x="639592" y="24221"/>
                  <a:pt x="634146" y="20551"/>
                </a:cubicBezTo>
                <a:cubicBezTo>
                  <a:pt x="629108" y="17198"/>
                  <a:pt x="623685" y="15521"/>
                  <a:pt x="617876" y="15521"/>
                </a:cubicBezTo>
                <a:close/>
                <a:moveTo>
                  <a:pt x="720640" y="59159"/>
                </a:moveTo>
                <a:cubicBezTo>
                  <a:pt x="720323" y="64832"/>
                  <a:pt x="718053" y="67668"/>
                  <a:pt x="713833" y="67668"/>
                </a:cubicBezTo>
                <a:cubicBezTo>
                  <a:pt x="709930" y="67668"/>
                  <a:pt x="707978" y="65431"/>
                  <a:pt x="707978" y="60956"/>
                </a:cubicBezTo>
                <a:cubicBezTo>
                  <a:pt x="707978" y="60097"/>
                  <a:pt x="707910" y="58514"/>
                  <a:pt x="707774" y="56208"/>
                </a:cubicBezTo>
                <a:lnTo>
                  <a:pt x="707570" y="50513"/>
                </a:lnTo>
                <a:cubicBezTo>
                  <a:pt x="700399" y="51377"/>
                  <a:pt x="694658" y="53400"/>
                  <a:pt x="690346" y="56584"/>
                </a:cubicBezTo>
                <a:cubicBezTo>
                  <a:pt x="686307" y="59542"/>
                  <a:pt x="682949" y="63999"/>
                  <a:pt x="680271" y="69957"/>
                </a:cubicBezTo>
                <a:lnTo>
                  <a:pt x="680407" y="107342"/>
                </a:lnTo>
                <a:cubicBezTo>
                  <a:pt x="680407" y="111936"/>
                  <a:pt x="678161" y="114233"/>
                  <a:pt x="673668" y="114233"/>
                </a:cubicBezTo>
                <a:cubicBezTo>
                  <a:pt x="669674" y="114233"/>
                  <a:pt x="667677" y="111936"/>
                  <a:pt x="667677" y="107344"/>
                </a:cubicBezTo>
                <a:lnTo>
                  <a:pt x="667677" y="59467"/>
                </a:lnTo>
                <a:cubicBezTo>
                  <a:pt x="667677" y="57967"/>
                  <a:pt x="667734" y="55716"/>
                  <a:pt x="667847" y="52717"/>
                </a:cubicBezTo>
                <a:cubicBezTo>
                  <a:pt x="667960" y="49716"/>
                  <a:pt x="668017" y="47465"/>
                  <a:pt x="668017" y="45964"/>
                </a:cubicBezTo>
                <a:cubicBezTo>
                  <a:pt x="668017" y="41372"/>
                  <a:pt x="670014" y="39076"/>
                  <a:pt x="674008" y="39076"/>
                </a:cubicBezTo>
                <a:cubicBezTo>
                  <a:pt x="678456" y="39076"/>
                  <a:pt x="680702" y="42843"/>
                  <a:pt x="680748" y="50377"/>
                </a:cubicBezTo>
                <a:cubicBezTo>
                  <a:pt x="689461" y="41935"/>
                  <a:pt x="699128" y="37714"/>
                  <a:pt x="709748" y="37714"/>
                </a:cubicBezTo>
                <a:cubicBezTo>
                  <a:pt x="713424" y="37714"/>
                  <a:pt x="716170" y="39099"/>
                  <a:pt x="717985" y="41867"/>
                </a:cubicBezTo>
                <a:cubicBezTo>
                  <a:pt x="719801" y="44636"/>
                  <a:pt x="720708" y="48811"/>
                  <a:pt x="720708" y="54393"/>
                </a:cubicBezTo>
                <a:cubicBezTo>
                  <a:pt x="720708" y="56753"/>
                  <a:pt x="720686" y="58342"/>
                  <a:pt x="720640" y="59159"/>
                </a:cubicBezTo>
                <a:close/>
                <a:moveTo>
                  <a:pt x="760741" y="113688"/>
                </a:moveTo>
                <a:cubicBezTo>
                  <a:pt x="753116" y="113688"/>
                  <a:pt x="746558" y="110869"/>
                  <a:pt x="741066" y="105232"/>
                </a:cubicBezTo>
                <a:cubicBezTo>
                  <a:pt x="734939" y="98957"/>
                  <a:pt x="731717" y="90523"/>
                  <a:pt x="731400" y="79928"/>
                </a:cubicBezTo>
                <a:cubicBezTo>
                  <a:pt x="731127" y="69653"/>
                  <a:pt x="733714" y="60605"/>
                  <a:pt x="739160" y="52785"/>
                </a:cubicBezTo>
                <a:cubicBezTo>
                  <a:pt x="745514" y="43555"/>
                  <a:pt x="754364" y="38940"/>
                  <a:pt x="765710" y="38940"/>
                </a:cubicBezTo>
                <a:cubicBezTo>
                  <a:pt x="774787" y="38940"/>
                  <a:pt x="781663" y="43100"/>
                  <a:pt x="786337" y="51421"/>
                </a:cubicBezTo>
                <a:cubicBezTo>
                  <a:pt x="790059" y="58149"/>
                  <a:pt x="791852" y="66242"/>
                  <a:pt x="791715" y="75699"/>
                </a:cubicBezTo>
                <a:cubicBezTo>
                  <a:pt x="791579" y="85793"/>
                  <a:pt x="788947" y="94410"/>
                  <a:pt x="783819" y="101549"/>
                </a:cubicBezTo>
                <a:cubicBezTo>
                  <a:pt x="778009" y="109642"/>
                  <a:pt x="770317" y="113688"/>
                  <a:pt x="760741" y="113688"/>
                </a:cubicBezTo>
                <a:moveTo>
                  <a:pt x="764825" y="52827"/>
                </a:moveTo>
                <a:cubicBezTo>
                  <a:pt x="758154" y="52782"/>
                  <a:pt x="752957" y="55963"/>
                  <a:pt x="749236" y="62371"/>
                </a:cubicBezTo>
                <a:cubicBezTo>
                  <a:pt x="746286" y="67508"/>
                  <a:pt x="744811" y="73371"/>
                  <a:pt x="744811" y="79960"/>
                </a:cubicBezTo>
                <a:cubicBezTo>
                  <a:pt x="744811" y="86551"/>
                  <a:pt x="746603" y="91687"/>
                  <a:pt x="750189" y="95369"/>
                </a:cubicBezTo>
                <a:cubicBezTo>
                  <a:pt x="753184" y="98414"/>
                  <a:pt x="756701" y="99936"/>
                  <a:pt x="760741" y="99936"/>
                </a:cubicBezTo>
                <a:cubicBezTo>
                  <a:pt x="765461" y="99936"/>
                  <a:pt x="769522" y="98209"/>
                  <a:pt x="772926" y="94754"/>
                </a:cubicBezTo>
                <a:cubicBezTo>
                  <a:pt x="776784" y="90938"/>
                  <a:pt x="778826" y="85779"/>
                  <a:pt x="779053" y="79279"/>
                </a:cubicBezTo>
                <a:cubicBezTo>
                  <a:pt x="779689" y="61690"/>
                  <a:pt x="774946" y="52873"/>
                  <a:pt x="764825" y="52827"/>
                </a:cubicBezTo>
                <a:close/>
                <a:moveTo>
                  <a:pt x="840071" y="113960"/>
                </a:moveTo>
                <a:cubicBezTo>
                  <a:pt x="830767" y="113960"/>
                  <a:pt x="823006" y="111141"/>
                  <a:pt x="816789" y="105504"/>
                </a:cubicBezTo>
                <a:cubicBezTo>
                  <a:pt x="810253" y="99594"/>
                  <a:pt x="806986" y="91796"/>
                  <a:pt x="806986" y="82111"/>
                </a:cubicBezTo>
                <a:cubicBezTo>
                  <a:pt x="806986" y="72882"/>
                  <a:pt x="810049" y="63358"/>
                  <a:pt x="816176" y="53538"/>
                </a:cubicBezTo>
                <a:cubicBezTo>
                  <a:pt x="822984" y="42626"/>
                  <a:pt x="830654" y="37170"/>
                  <a:pt x="839186" y="37170"/>
                </a:cubicBezTo>
                <a:cubicBezTo>
                  <a:pt x="843634" y="37170"/>
                  <a:pt x="848603" y="38217"/>
                  <a:pt x="854095" y="40312"/>
                </a:cubicBezTo>
                <a:cubicBezTo>
                  <a:pt x="861038" y="43000"/>
                  <a:pt x="864510" y="46279"/>
                  <a:pt x="864510" y="50149"/>
                </a:cubicBezTo>
                <a:cubicBezTo>
                  <a:pt x="864510" y="51879"/>
                  <a:pt x="863943" y="53417"/>
                  <a:pt x="862808" y="54761"/>
                </a:cubicBezTo>
                <a:cubicBezTo>
                  <a:pt x="861674" y="56104"/>
                  <a:pt x="860267" y="56776"/>
                  <a:pt x="858588" y="56776"/>
                </a:cubicBezTo>
                <a:cubicBezTo>
                  <a:pt x="857272" y="56776"/>
                  <a:pt x="856126" y="56375"/>
                  <a:pt x="855150" y="55574"/>
                </a:cubicBezTo>
                <a:cubicBezTo>
                  <a:pt x="854174" y="54771"/>
                  <a:pt x="853232" y="53980"/>
                  <a:pt x="852325" y="53200"/>
                </a:cubicBezTo>
                <a:cubicBezTo>
                  <a:pt x="849647" y="51045"/>
                  <a:pt x="845267" y="49968"/>
                  <a:pt x="839186" y="49968"/>
                </a:cubicBezTo>
                <a:cubicBezTo>
                  <a:pt x="834557" y="49968"/>
                  <a:pt x="829973" y="54110"/>
                  <a:pt x="825434" y="62392"/>
                </a:cubicBezTo>
                <a:cubicBezTo>
                  <a:pt x="821304" y="69991"/>
                  <a:pt x="819239" y="76566"/>
                  <a:pt x="819239" y="82117"/>
                </a:cubicBezTo>
                <a:cubicBezTo>
                  <a:pt x="819239" y="88124"/>
                  <a:pt x="821282" y="92857"/>
                  <a:pt x="825366" y="96316"/>
                </a:cubicBezTo>
                <a:cubicBezTo>
                  <a:pt x="829179" y="99546"/>
                  <a:pt x="834080" y="101162"/>
                  <a:pt x="840071" y="101162"/>
                </a:cubicBezTo>
                <a:cubicBezTo>
                  <a:pt x="842794" y="101162"/>
                  <a:pt x="845699" y="100436"/>
                  <a:pt x="848785" y="98983"/>
                </a:cubicBezTo>
                <a:lnTo>
                  <a:pt x="856682" y="94763"/>
                </a:lnTo>
                <a:cubicBezTo>
                  <a:pt x="858043" y="94037"/>
                  <a:pt x="859019" y="93673"/>
                  <a:pt x="859609" y="93673"/>
                </a:cubicBezTo>
                <a:cubicBezTo>
                  <a:pt x="861288" y="93673"/>
                  <a:pt x="862740" y="94343"/>
                  <a:pt x="863966" y="95682"/>
                </a:cubicBezTo>
                <a:cubicBezTo>
                  <a:pt x="865191" y="97021"/>
                  <a:pt x="865804" y="98552"/>
                  <a:pt x="865804" y="100277"/>
                </a:cubicBezTo>
                <a:cubicBezTo>
                  <a:pt x="865804" y="103590"/>
                  <a:pt x="862309" y="106790"/>
                  <a:pt x="855320" y="109876"/>
                </a:cubicBezTo>
                <a:cubicBezTo>
                  <a:pt x="849193" y="112599"/>
                  <a:pt x="844110" y="113960"/>
                  <a:pt x="840071" y="113960"/>
                </a:cubicBezTo>
                <a:close/>
                <a:moveTo>
                  <a:pt x="912950" y="112735"/>
                </a:moveTo>
                <a:cubicBezTo>
                  <a:pt x="902693" y="112735"/>
                  <a:pt x="894388" y="110169"/>
                  <a:pt x="888034" y="105036"/>
                </a:cubicBezTo>
                <a:cubicBezTo>
                  <a:pt x="881090" y="99357"/>
                  <a:pt x="877618" y="91407"/>
                  <a:pt x="877618" y="81186"/>
                </a:cubicBezTo>
                <a:cubicBezTo>
                  <a:pt x="877618" y="69376"/>
                  <a:pt x="880477" y="59473"/>
                  <a:pt x="886196" y="51479"/>
                </a:cubicBezTo>
                <a:cubicBezTo>
                  <a:pt x="892413" y="42756"/>
                  <a:pt x="900719" y="38395"/>
                  <a:pt x="911112" y="38395"/>
                </a:cubicBezTo>
                <a:cubicBezTo>
                  <a:pt x="918646" y="38395"/>
                  <a:pt x="924795" y="39666"/>
                  <a:pt x="929561" y="42208"/>
                </a:cubicBezTo>
                <a:cubicBezTo>
                  <a:pt x="935415" y="45339"/>
                  <a:pt x="938342" y="50150"/>
                  <a:pt x="938342" y="56640"/>
                </a:cubicBezTo>
                <a:cubicBezTo>
                  <a:pt x="938342" y="61178"/>
                  <a:pt x="935778" y="65308"/>
                  <a:pt x="930650" y="69030"/>
                </a:cubicBezTo>
                <a:cubicBezTo>
                  <a:pt x="928381" y="70664"/>
                  <a:pt x="923570" y="73205"/>
                  <a:pt x="916218" y="76654"/>
                </a:cubicBezTo>
                <a:lnTo>
                  <a:pt x="890212" y="88976"/>
                </a:lnTo>
                <a:cubicBezTo>
                  <a:pt x="892754" y="92743"/>
                  <a:pt x="895919" y="95580"/>
                  <a:pt x="899709" y="97486"/>
                </a:cubicBezTo>
                <a:cubicBezTo>
                  <a:pt x="903499" y="99392"/>
                  <a:pt x="907912" y="100345"/>
                  <a:pt x="912950" y="100345"/>
                </a:cubicBezTo>
                <a:cubicBezTo>
                  <a:pt x="916081" y="100345"/>
                  <a:pt x="919757" y="99755"/>
                  <a:pt x="923978" y="98575"/>
                </a:cubicBezTo>
                <a:cubicBezTo>
                  <a:pt x="929334" y="97077"/>
                  <a:pt x="932783" y="95114"/>
                  <a:pt x="934326" y="92686"/>
                </a:cubicBezTo>
                <a:cubicBezTo>
                  <a:pt x="935869" y="90258"/>
                  <a:pt x="937525" y="89044"/>
                  <a:pt x="939295" y="89044"/>
                </a:cubicBezTo>
                <a:cubicBezTo>
                  <a:pt x="940884" y="89044"/>
                  <a:pt x="942302" y="89648"/>
                  <a:pt x="943550" y="90855"/>
                </a:cubicBezTo>
                <a:cubicBezTo>
                  <a:pt x="944798" y="92060"/>
                  <a:pt x="945422" y="93459"/>
                  <a:pt x="945422" y="95052"/>
                </a:cubicBezTo>
                <a:cubicBezTo>
                  <a:pt x="945422" y="100104"/>
                  <a:pt x="941360" y="104451"/>
                  <a:pt x="933237" y="108093"/>
                </a:cubicBezTo>
                <a:cubicBezTo>
                  <a:pt x="926293" y="111188"/>
                  <a:pt x="919531" y="112735"/>
                  <a:pt x="912950" y="112735"/>
                </a:cubicBezTo>
                <a:moveTo>
                  <a:pt x="911112" y="50649"/>
                </a:moveTo>
                <a:cubicBezTo>
                  <a:pt x="905575" y="50649"/>
                  <a:pt x="900968" y="52793"/>
                  <a:pt x="897292" y="57082"/>
                </a:cubicBezTo>
                <a:cubicBezTo>
                  <a:pt x="893616" y="61371"/>
                  <a:pt x="890870" y="67827"/>
                  <a:pt x="889055" y="76450"/>
                </a:cubicBezTo>
                <a:lnTo>
                  <a:pt x="909954" y="66511"/>
                </a:lnTo>
                <a:cubicBezTo>
                  <a:pt x="918169" y="62517"/>
                  <a:pt x="924024" y="59045"/>
                  <a:pt x="927518" y="56095"/>
                </a:cubicBezTo>
                <a:cubicBezTo>
                  <a:pt x="923615" y="52464"/>
                  <a:pt x="918146" y="50649"/>
                  <a:pt x="911112" y="50649"/>
                </a:cubicBezTo>
                <a:close/>
                <a:moveTo>
                  <a:pt x="1020036" y="49462"/>
                </a:moveTo>
                <a:cubicBezTo>
                  <a:pt x="1019492" y="56129"/>
                  <a:pt x="1019220" y="62796"/>
                  <a:pt x="1019220" y="69464"/>
                </a:cubicBezTo>
                <a:cubicBezTo>
                  <a:pt x="1019220" y="84568"/>
                  <a:pt x="1019923" y="95975"/>
                  <a:pt x="1021330" y="103685"/>
                </a:cubicBezTo>
                <a:cubicBezTo>
                  <a:pt x="1021421" y="104320"/>
                  <a:pt x="1021466" y="104842"/>
                  <a:pt x="1021466" y="105251"/>
                </a:cubicBezTo>
                <a:cubicBezTo>
                  <a:pt x="1021466" y="107065"/>
                  <a:pt x="1020831" y="108561"/>
                  <a:pt x="1019560" y="109740"/>
                </a:cubicBezTo>
                <a:cubicBezTo>
                  <a:pt x="1018289" y="110920"/>
                  <a:pt x="1016814" y="111510"/>
                  <a:pt x="1015135" y="111510"/>
                </a:cubicBezTo>
                <a:cubicBezTo>
                  <a:pt x="1012321" y="111510"/>
                  <a:pt x="1010256" y="109467"/>
                  <a:pt x="1008940" y="105383"/>
                </a:cubicBezTo>
                <a:cubicBezTo>
                  <a:pt x="1005672" y="107788"/>
                  <a:pt x="1002280" y="109615"/>
                  <a:pt x="998762" y="110863"/>
                </a:cubicBezTo>
                <a:cubicBezTo>
                  <a:pt x="995245" y="112111"/>
                  <a:pt x="991580" y="112735"/>
                  <a:pt x="987768" y="112735"/>
                </a:cubicBezTo>
                <a:cubicBezTo>
                  <a:pt x="978374" y="112735"/>
                  <a:pt x="970590" y="109601"/>
                  <a:pt x="964418" y="103332"/>
                </a:cubicBezTo>
                <a:cubicBezTo>
                  <a:pt x="958064" y="96927"/>
                  <a:pt x="954887" y="88705"/>
                  <a:pt x="954887" y="78665"/>
                </a:cubicBezTo>
                <a:cubicBezTo>
                  <a:pt x="954887" y="66536"/>
                  <a:pt x="958098" y="56815"/>
                  <a:pt x="964520" y="49502"/>
                </a:cubicBezTo>
                <a:cubicBezTo>
                  <a:pt x="970942" y="42188"/>
                  <a:pt x="979281" y="38531"/>
                  <a:pt x="989538" y="38531"/>
                </a:cubicBezTo>
                <a:cubicBezTo>
                  <a:pt x="994803" y="38531"/>
                  <a:pt x="998865" y="39348"/>
                  <a:pt x="1001724" y="40982"/>
                </a:cubicBezTo>
                <a:lnTo>
                  <a:pt x="1008123" y="45679"/>
                </a:lnTo>
                <a:cubicBezTo>
                  <a:pt x="1008758" y="26598"/>
                  <a:pt x="1009507" y="13751"/>
                  <a:pt x="1010370" y="7137"/>
                </a:cubicBezTo>
                <a:cubicBezTo>
                  <a:pt x="1010960" y="3105"/>
                  <a:pt x="1013025" y="1089"/>
                  <a:pt x="1016565" y="1089"/>
                </a:cubicBezTo>
                <a:cubicBezTo>
                  <a:pt x="1020694" y="1089"/>
                  <a:pt x="1022759" y="3289"/>
                  <a:pt x="1022759" y="7688"/>
                </a:cubicBezTo>
                <a:cubicBezTo>
                  <a:pt x="1022759" y="13993"/>
                  <a:pt x="1021852" y="27917"/>
                  <a:pt x="1020036" y="49462"/>
                </a:cubicBezTo>
                <a:moveTo>
                  <a:pt x="989810" y="51194"/>
                </a:moveTo>
                <a:cubicBezTo>
                  <a:pt x="982186" y="51194"/>
                  <a:pt x="976467" y="53451"/>
                  <a:pt x="972655" y="57967"/>
                </a:cubicBezTo>
                <a:cubicBezTo>
                  <a:pt x="968843" y="62483"/>
                  <a:pt x="966937" y="69279"/>
                  <a:pt x="966937" y="78356"/>
                </a:cubicBezTo>
                <a:cubicBezTo>
                  <a:pt x="966937" y="84211"/>
                  <a:pt x="969013" y="89248"/>
                  <a:pt x="973166" y="93469"/>
                </a:cubicBezTo>
                <a:cubicBezTo>
                  <a:pt x="977318" y="97690"/>
                  <a:pt x="982186" y="99800"/>
                  <a:pt x="987768" y="99800"/>
                </a:cubicBezTo>
                <a:cubicBezTo>
                  <a:pt x="991580" y="99800"/>
                  <a:pt x="994803" y="99097"/>
                  <a:pt x="997435" y="97690"/>
                </a:cubicBezTo>
                <a:cubicBezTo>
                  <a:pt x="998978" y="96873"/>
                  <a:pt x="1001497" y="94990"/>
                  <a:pt x="1004991" y="92040"/>
                </a:cubicBezTo>
                <a:cubicBezTo>
                  <a:pt x="1005672" y="91450"/>
                  <a:pt x="1006330" y="90746"/>
                  <a:pt x="1006966" y="89929"/>
                </a:cubicBezTo>
                <a:lnTo>
                  <a:pt x="1006761" y="78152"/>
                </a:lnTo>
                <a:lnTo>
                  <a:pt x="1006830" y="70255"/>
                </a:lnTo>
                <a:lnTo>
                  <a:pt x="1006966" y="62222"/>
                </a:lnTo>
                <a:cubicBezTo>
                  <a:pt x="1005241" y="58546"/>
                  <a:pt x="1002949" y="55789"/>
                  <a:pt x="1000090" y="53951"/>
                </a:cubicBezTo>
                <a:cubicBezTo>
                  <a:pt x="997231" y="52113"/>
                  <a:pt x="993804" y="51194"/>
                  <a:pt x="989810" y="51194"/>
                </a:cubicBezTo>
                <a:close/>
                <a:moveTo>
                  <a:pt x="1095620" y="69847"/>
                </a:moveTo>
                <a:cubicBezTo>
                  <a:pt x="1095620" y="73114"/>
                  <a:pt x="1095643" y="78016"/>
                  <a:pt x="1095689" y="84551"/>
                </a:cubicBezTo>
                <a:cubicBezTo>
                  <a:pt x="1095734" y="91087"/>
                  <a:pt x="1095757" y="95988"/>
                  <a:pt x="1095757" y="99256"/>
                </a:cubicBezTo>
                <a:cubicBezTo>
                  <a:pt x="1095757" y="100254"/>
                  <a:pt x="1095836" y="101775"/>
                  <a:pt x="1095995" y="103817"/>
                </a:cubicBezTo>
                <a:cubicBezTo>
                  <a:pt x="1096154" y="105859"/>
                  <a:pt x="1096233" y="107380"/>
                  <a:pt x="1096233" y="108378"/>
                </a:cubicBezTo>
                <a:cubicBezTo>
                  <a:pt x="1096233" y="110330"/>
                  <a:pt x="1095575" y="111929"/>
                  <a:pt x="1094259" y="113177"/>
                </a:cubicBezTo>
                <a:cubicBezTo>
                  <a:pt x="1092943" y="114425"/>
                  <a:pt x="1091332" y="115050"/>
                  <a:pt x="1089425" y="115050"/>
                </a:cubicBezTo>
                <a:cubicBezTo>
                  <a:pt x="1085931" y="115050"/>
                  <a:pt x="1083707" y="112894"/>
                  <a:pt x="1082754" y="108582"/>
                </a:cubicBezTo>
                <a:cubicBezTo>
                  <a:pt x="1077081" y="111532"/>
                  <a:pt x="1070546" y="113007"/>
                  <a:pt x="1063148" y="113007"/>
                </a:cubicBezTo>
                <a:cubicBezTo>
                  <a:pt x="1057203" y="113007"/>
                  <a:pt x="1052278" y="111691"/>
                  <a:pt x="1048375" y="109059"/>
                </a:cubicBezTo>
                <a:cubicBezTo>
                  <a:pt x="1044064" y="106154"/>
                  <a:pt x="1041500" y="101911"/>
                  <a:pt x="1040683" y="96328"/>
                </a:cubicBezTo>
                <a:cubicBezTo>
                  <a:pt x="1038913" y="84302"/>
                  <a:pt x="1038028" y="73591"/>
                  <a:pt x="1038028" y="64196"/>
                </a:cubicBezTo>
                <a:cubicBezTo>
                  <a:pt x="1038028" y="57979"/>
                  <a:pt x="1038708" y="50899"/>
                  <a:pt x="1040070" y="42956"/>
                </a:cubicBezTo>
                <a:cubicBezTo>
                  <a:pt x="1040705" y="39008"/>
                  <a:pt x="1042861" y="37034"/>
                  <a:pt x="1046537" y="37034"/>
                </a:cubicBezTo>
                <a:cubicBezTo>
                  <a:pt x="1048489" y="37034"/>
                  <a:pt x="1050123" y="37657"/>
                  <a:pt x="1051439" y="38904"/>
                </a:cubicBezTo>
                <a:cubicBezTo>
                  <a:pt x="1052755" y="40150"/>
                  <a:pt x="1053413" y="41749"/>
                  <a:pt x="1053413" y="43699"/>
                </a:cubicBezTo>
                <a:cubicBezTo>
                  <a:pt x="1053413" y="45784"/>
                  <a:pt x="1053084" y="49116"/>
                  <a:pt x="1052426" y="53695"/>
                </a:cubicBezTo>
                <a:cubicBezTo>
                  <a:pt x="1051768" y="58274"/>
                  <a:pt x="1051439" y="61764"/>
                  <a:pt x="1051439" y="64166"/>
                </a:cubicBezTo>
                <a:cubicBezTo>
                  <a:pt x="1051439" y="71737"/>
                  <a:pt x="1051688" y="78220"/>
                  <a:pt x="1052188" y="83615"/>
                </a:cubicBezTo>
                <a:cubicBezTo>
                  <a:pt x="1052687" y="89010"/>
                  <a:pt x="1053436" y="93339"/>
                  <a:pt x="1054434" y="96603"/>
                </a:cubicBezTo>
                <a:cubicBezTo>
                  <a:pt x="1055932" y="97420"/>
                  <a:pt x="1057407" y="98044"/>
                  <a:pt x="1058859" y="98475"/>
                </a:cubicBezTo>
                <a:cubicBezTo>
                  <a:pt x="1060311" y="98905"/>
                  <a:pt x="1061741" y="99120"/>
                  <a:pt x="1063148" y="99120"/>
                </a:cubicBezTo>
                <a:cubicBezTo>
                  <a:pt x="1069229" y="99120"/>
                  <a:pt x="1075651" y="98145"/>
                  <a:pt x="1082414" y="96197"/>
                </a:cubicBezTo>
                <a:lnTo>
                  <a:pt x="1082345" y="82392"/>
                </a:lnTo>
                <a:lnTo>
                  <a:pt x="1082209" y="69200"/>
                </a:lnTo>
                <a:cubicBezTo>
                  <a:pt x="1082209" y="59407"/>
                  <a:pt x="1082640" y="50906"/>
                  <a:pt x="1083503" y="43699"/>
                </a:cubicBezTo>
                <a:cubicBezTo>
                  <a:pt x="1084002" y="39528"/>
                  <a:pt x="1086203" y="37442"/>
                  <a:pt x="1090106" y="37442"/>
                </a:cubicBezTo>
                <a:cubicBezTo>
                  <a:pt x="1092058" y="37442"/>
                  <a:pt x="1093692" y="38078"/>
                  <a:pt x="1095008" y="39348"/>
                </a:cubicBezTo>
                <a:cubicBezTo>
                  <a:pt x="1096324" y="40619"/>
                  <a:pt x="1096937" y="42208"/>
                  <a:pt x="1096846" y="44114"/>
                </a:cubicBezTo>
                <a:lnTo>
                  <a:pt x="1095620" y="69847"/>
                </a:lnTo>
                <a:close/>
                <a:moveTo>
                  <a:pt x="1164891" y="59159"/>
                </a:moveTo>
                <a:cubicBezTo>
                  <a:pt x="1164574" y="64832"/>
                  <a:pt x="1162304" y="67668"/>
                  <a:pt x="1158084" y="67668"/>
                </a:cubicBezTo>
                <a:cubicBezTo>
                  <a:pt x="1154181" y="67668"/>
                  <a:pt x="1152229" y="65431"/>
                  <a:pt x="1152229" y="60956"/>
                </a:cubicBezTo>
                <a:cubicBezTo>
                  <a:pt x="1152229" y="60097"/>
                  <a:pt x="1152161" y="58514"/>
                  <a:pt x="1152025" y="56208"/>
                </a:cubicBezTo>
                <a:lnTo>
                  <a:pt x="1151821" y="50513"/>
                </a:lnTo>
                <a:cubicBezTo>
                  <a:pt x="1144650" y="51377"/>
                  <a:pt x="1138909" y="53400"/>
                  <a:pt x="1134597" y="56584"/>
                </a:cubicBezTo>
                <a:cubicBezTo>
                  <a:pt x="1130558" y="59542"/>
                  <a:pt x="1127200" y="63999"/>
                  <a:pt x="1124522" y="69957"/>
                </a:cubicBezTo>
                <a:lnTo>
                  <a:pt x="1124658" y="107342"/>
                </a:lnTo>
                <a:cubicBezTo>
                  <a:pt x="1124658" y="111936"/>
                  <a:pt x="1122412" y="114233"/>
                  <a:pt x="1117918" y="114233"/>
                </a:cubicBezTo>
                <a:cubicBezTo>
                  <a:pt x="1113925" y="114233"/>
                  <a:pt x="1111928" y="111936"/>
                  <a:pt x="1111928" y="107344"/>
                </a:cubicBezTo>
                <a:lnTo>
                  <a:pt x="1111928" y="59467"/>
                </a:lnTo>
                <a:cubicBezTo>
                  <a:pt x="1111928" y="57967"/>
                  <a:pt x="1111984" y="55716"/>
                  <a:pt x="1112098" y="52717"/>
                </a:cubicBezTo>
                <a:cubicBezTo>
                  <a:pt x="1112211" y="49716"/>
                  <a:pt x="1112268" y="47465"/>
                  <a:pt x="1112268" y="45964"/>
                </a:cubicBezTo>
                <a:cubicBezTo>
                  <a:pt x="1112268" y="41372"/>
                  <a:pt x="1114265" y="39076"/>
                  <a:pt x="1118259" y="39076"/>
                </a:cubicBezTo>
                <a:cubicBezTo>
                  <a:pt x="1122707" y="39076"/>
                  <a:pt x="1124953" y="42843"/>
                  <a:pt x="1124998" y="50377"/>
                </a:cubicBezTo>
                <a:cubicBezTo>
                  <a:pt x="1133712" y="41935"/>
                  <a:pt x="1143379" y="37714"/>
                  <a:pt x="1153999" y="37714"/>
                </a:cubicBezTo>
                <a:cubicBezTo>
                  <a:pt x="1157675" y="37714"/>
                  <a:pt x="1160421" y="39099"/>
                  <a:pt x="1162236" y="41867"/>
                </a:cubicBezTo>
                <a:cubicBezTo>
                  <a:pt x="1164052" y="44636"/>
                  <a:pt x="1164959" y="48811"/>
                  <a:pt x="1164959" y="54393"/>
                </a:cubicBezTo>
                <a:cubicBezTo>
                  <a:pt x="1164959" y="56753"/>
                  <a:pt x="1164937" y="58342"/>
                  <a:pt x="1164891" y="59159"/>
                </a:cubicBezTo>
                <a:close/>
                <a:moveTo>
                  <a:pt x="1232631" y="114096"/>
                </a:moveTo>
                <a:cubicBezTo>
                  <a:pt x="1231769" y="114096"/>
                  <a:pt x="1230203" y="113089"/>
                  <a:pt x="1227934" y="111076"/>
                </a:cubicBezTo>
                <a:cubicBezTo>
                  <a:pt x="1225891" y="109199"/>
                  <a:pt x="1224371" y="107528"/>
                  <a:pt x="1223372" y="106063"/>
                </a:cubicBezTo>
                <a:cubicBezTo>
                  <a:pt x="1219016" y="108446"/>
                  <a:pt x="1215181" y="110244"/>
                  <a:pt x="1211868" y="111458"/>
                </a:cubicBezTo>
                <a:cubicBezTo>
                  <a:pt x="1208554" y="112672"/>
                  <a:pt x="1205786" y="113280"/>
                  <a:pt x="1203562" y="113280"/>
                </a:cubicBezTo>
                <a:cubicBezTo>
                  <a:pt x="1192942" y="113280"/>
                  <a:pt x="1185204" y="110284"/>
                  <a:pt x="1180348" y="104293"/>
                </a:cubicBezTo>
                <a:cubicBezTo>
                  <a:pt x="1175764" y="98666"/>
                  <a:pt x="1173472" y="90043"/>
                  <a:pt x="1173472" y="78424"/>
                </a:cubicBezTo>
                <a:cubicBezTo>
                  <a:pt x="1173472" y="67441"/>
                  <a:pt x="1177251" y="58047"/>
                  <a:pt x="1184807" y="50241"/>
                </a:cubicBezTo>
                <a:cubicBezTo>
                  <a:pt x="1192364" y="42434"/>
                  <a:pt x="1201384" y="38531"/>
                  <a:pt x="1211868" y="38531"/>
                </a:cubicBezTo>
                <a:cubicBezTo>
                  <a:pt x="1215816" y="38531"/>
                  <a:pt x="1220241" y="39553"/>
                  <a:pt x="1225142" y="41595"/>
                </a:cubicBezTo>
                <a:cubicBezTo>
                  <a:pt x="1231315" y="44136"/>
                  <a:pt x="1234401" y="47200"/>
                  <a:pt x="1234401" y="50785"/>
                </a:cubicBezTo>
                <a:cubicBezTo>
                  <a:pt x="1234401" y="52011"/>
                  <a:pt x="1233947" y="53100"/>
                  <a:pt x="1233039" y="54053"/>
                </a:cubicBezTo>
                <a:cubicBezTo>
                  <a:pt x="1232586" y="55777"/>
                  <a:pt x="1232234" y="58614"/>
                  <a:pt x="1231984" y="62562"/>
                </a:cubicBezTo>
                <a:cubicBezTo>
                  <a:pt x="1231735" y="66511"/>
                  <a:pt x="1231587" y="71571"/>
                  <a:pt x="1231542" y="77744"/>
                </a:cubicBezTo>
                <a:cubicBezTo>
                  <a:pt x="1231496" y="83371"/>
                  <a:pt x="1231882" y="87819"/>
                  <a:pt x="1232699" y="91087"/>
                </a:cubicBezTo>
                <a:cubicBezTo>
                  <a:pt x="1233153" y="93083"/>
                  <a:pt x="1234582" y="97077"/>
                  <a:pt x="1236988" y="103068"/>
                </a:cubicBezTo>
                <a:cubicBezTo>
                  <a:pt x="1237305" y="103885"/>
                  <a:pt x="1237827" y="105088"/>
                  <a:pt x="1238554" y="106676"/>
                </a:cubicBezTo>
                <a:lnTo>
                  <a:pt x="1238962" y="107833"/>
                </a:lnTo>
                <a:cubicBezTo>
                  <a:pt x="1238962" y="109649"/>
                  <a:pt x="1238327" y="111146"/>
                  <a:pt x="1237056" y="112326"/>
                </a:cubicBezTo>
                <a:cubicBezTo>
                  <a:pt x="1235785" y="113506"/>
                  <a:pt x="1234310" y="114096"/>
                  <a:pt x="1232631" y="114096"/>
                </a:cubicBezTo>
                <a:moveTo>
                  <a:pt x="1218471" y="66809"/>
                </a:moveTo>
                <a:cubicBezTo>
                  <a:pt x="1218471" y="64861"/>
                  <a:pt x="1218596" y="62745"/>
                  <a:pt x="1218845" y="60461"/>
                </a:cubicBezTo>
                <a:cubicBezTo>
                  <a:pt x="1219095" y="58174"/>
                  <a:pt x="1219469" y="55741"/>
                  <a:pt x="1219969" y="53161"/>
                </a:cubicBezTo>
                <a:cubicBezTo>
                  <a:pt x="1218289" y="52301"/>
                  <a:pt x="1216848" y="51667"/>
                  <a:pt x="1215646" y="51260"/>
                </a:cubicBezTo>
                <a:cubicBezTo>
                  <a:pt x="1214443" y="50853"/>
                  <a:pt x="1213479" y="50649"/>
                  <a:pt x="1212753" y="50649"/>
                </a:cubicBezTo>
                <a:cubicBezTo>
                  <a:pt x="1205718" y="50649"/>
                  <a:pt x="1199648" y="53512"/>
                  <a:pt x="1194542" y="59237"/>
                </a:cubicBezTo>
                <a:cubicBezTo>
                  <a:pt x="1189436" y="64963"/>
                  <a:pt x="1186883" y="71560"/>
                  <a:pt x="1186883" y="79028"/>
                </a:cubicBezTo>
                <a:cubicBezTo>
                  <a:pt x="1186883" y="86452"/>
                  <a:pt x="1188200" y="92019"/>
                  <a:pt x="1190832" y="95731"/>
                </a:cubicBezTo>
                <a:cubicBezTo>
                  <a:pt x="1193464" y="99442"/>
                  <a:pt x="1197413" y="101298"/>
                  <a:pt x="1202677" y="101298"/>
                </a:cubicBezTo>
                <a:cubicBezTo>
                  <a:pt x="1207034" y="101298"/>
                  <a:pt x="1210733" y="100506"/>
                  <a:pt x="1213774" y="98922"/>
                </a:cubicBezTo>
                <a:cubicBezTo>
                  <a:pt x="1215407" y="98062"/>
                  <a:pt x="1217699" y="96343"/>
                  <a:pt x="1220649" y="93763"/>
                </a:cubicBezTo>
                <a:cubicBezTo>
                  <a:pt x="1219197" y="81767"/>
                  <a:pt x="1218471" y="72782"/>
                  <a:pt x="1218471" y="66809"/>
                </a:cubicBezTo>
                <a:close/>
                <a:moveTo>
                  <a:pt x="1268612" y="56095"/>
                </a:moveTo>
                <a:lnTo>
                  <a:pt x="1267591" y="89970"/>
                </a:lnTo>
                <a:cubicBezTo>
                  <a:pt x="1267591" y="93559"/>
                  <a:pt x="1267410" y="98830"/>
                  <a:pt x="1267047" y="105783"/>
                </a:cubicBezTo>
                <a:cubicBezTo>
                  <a:pt x="1266593" y="110327"/>
                  <a:pt x="1264369" y="112599"/>
                  <a:pt x="1260375" y="112599"/>
                </a:cubicBezTo>
                <a:cubicBezTo>
                  <a:pt x="1255927" y="112599"/>
                  <a:pt x="1253704" y="110281"/>
                  <a:pt x="1253704" y="105646"/>
                </a:cubicBezTo>
                <a:cubicBezTo>
                  <a:pt x="1253704" y="100148"/>
                  <a:pt x="1253953" y="91889"/>
                  <a:pt x="1254452" y="80871"/>
                </a:cubicBezTo>
                <a:cubicBezTo>
                  <a:pt x="1254952" y="69852"/>
                  <a:pt x="1255201" y="61594"/>
                  <a:pt x="1255201" y="56095"/>
                </a:cubicBezTo>
                <a:cubicBezTo>
                  <a:pt x="1255201" y="48916"/>
                  <a:pt x="1255315" y="40703"/>
                  <a:pt x="1255542" y="31456"/>
                </a:cubicBezTo>
                <a:cubicBezTo>
                  <a:pt x="1255769" y="22209"/>
                  <a:pt x="1255882" y="13995"/>
                  <a:pt x="1255882" y="6816"/>
                </a:cubicBezTo>
                <a:cubicBezTo>
                  <a:pt x="1255882" y="2272"/>
                  <a:pt x="1258106" y="0"/>
                  <a:pt x="1262554" y="0"/>
                </a:cubicBezTo>
                <a:cubicBezTo>
                  <a:pt x="1267047" y="0"/>
                  <a:pt x="1269293" y="2272"/>
                  <a:pt x="1269293" y="6816"/>
                </a:cubicBezTo>
                <a:cubicBezTo>
                  <a:pt x="1269293" y="13995"/>
                  <a:pt x="1269180" y="22209"/>
                  <a:pt x="1268953" y="31456"/>
                </a:cubicBezTo>
                <a:cubicBezTo>
                  <a:pt x="1268726" y="40703"/>
                  <a:pt x="1268612" y="48916"/>
                  <a:pt x="1268612" y="560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Memory,Priming,">
            <a:extLst xmlns:a="http://schemas.openxmlformats.org/drawingml/2006/main">
              <a:ext uri="{FF2B5EF4-FFF2-40B4-BE49-F238E27FC236}">
                <a16:creationId xmlns:a16="http://schemas.microsoft.com/office/drawing/2014/main" id="{7A0A501F-0D16-4C44-90BD-442CFD5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837" y="2079295"/>
            <a:ext cx="1105045" cy="146501"/>
          </a:xfrm>
          <a:custGeom xmlns:a="http://schemas.openxmlformats.org/drawingml/2006/main">
            <a:pathLst>
              <a:path w="1105045" h="146501">
                <a:moveTo>
                  <a:pt x="103000" y="112599"/>
                </a:moveTo>
                <a:cubicBezTo>
                  <a:pt x="100549" y="112599"/>
                  <a:pt x="98530" y="111328"/>
                  <a:pt x="96941" y="108786"/>
                </a:cubicBezTo>
                <a:cubicBezTo>
                  <a:pt x="95580" y="106608"/>
                  <a:pt x="94354" y="102977"/>
                  <a:pt x="93265" y="97894"/>
                </a:cubicBezTo>
                <a:lnTo>
                  <a:pt x="90814" y="86185"/>
                </a:lnTo>
                <a:cubicBezTo>
                  <a:pt x="88953" y="78924"/>
                  <a:pt x="86003" y="62903"/>
                  <a:pt x="81964" y="38123"/>
                </a:cubicBezTo>
                <a:lnTo>
                  <a:pt x="68349" y="79173"/>
                </a:lnTo>
                <a:lnTo>
                  <a:pt x="64332" y="92108"/>
                </a:lnTo>
                <a:cubicBezTo>
                  <a:pt x="62699" y="97236"/>
                  <a:pt x="60997" y="101434"/>
                  <a:pt x="59227" y="104702"/>
                </a:cubicBezTo>
                <a:cubicBezTo>
                  <a:pt x="57321" y="108151"/>
                  <a:pt x="54756" y="109876"/>
                  <a:pt x="51534" y="109876"/>
                </a:cubicBezTo>
                <a:cubicBezTo>
                  <a:pt x="48856" y="109876"/>
                  <a:pt x="46746" y="108423"/>
                  <a:pt x="45203" y="105519"/>
                </a:cubicBezTo>
                <a:cubicBezTo>
                  <a:pt x="44204" y="103613"/>
                  <a:pt x="43297" y="101185"/>
                  <a:pt x="42480" y="98235"/>
                </a:cubicBezTo>
                <a:lnTo>
                  <a:pt x="40506" y="90678"/>
                </a:lnTo>
                <a:cubicBezTo>
                  <a:pt x="35922" y="74657"/>
                  <a:pt x="31883" y="57502"/>
                  <a:pt x="28388" y="39212"/>
                </a:cubicBezTo>
                <a:lnTo>
                  <a:pt x="25937" y="51398"/>
                </a:lnTo>
                <a:lnTo>
                  <a:pt x="17155" y="87342"/>
                </a:lnTo>
                <a:cubicBezTo>
                  <a:pt x="16792" y="91563"/>
                  <a:pt x="15658" y="97803"/>
                  <a:pt x="13751" y="106063"/>
                </a:cubicBezTo>
                <a:cubicBezTo>
                  <a:pt x="12390" y="109603"/>
                  <a:pt x="10143" y="111373"/>
                  <a:pt x="7012" y="111373"/>
                </a:cubicBezTo>
                <a:cubicBezTo>
                  <a:pt x="4788" y="111373"/>
                  <a:pt x="3018" y="110579"/>
                  <a:pt x="1702" y="108991"/>
                </a:cubicBezTo>
                <a:cubicBezTo>
                  <a:pt x="567" y="107629"/>
                  <a:pt x="0" y="105950"/>
                  <a:pt x="0" y="103953"/>
                </a:cubicBezTo>
                <a:cubicBezTo>
                  <a:pt x="0" y="96374"/>
                  <a:pt x="1566" y="87070"/>
                  <a:pt x="4697" y="76042"/>
                </a:cubicBezTo>
                <a:lnTo>
                  <a:pt x="12186" y="48607"/>
                </a:lnTo>
                <a:lnTo>
                  <a:pt x="16134" y="27163"/>
                </a:lnTo>
                <a:cubicBezTo>
                  <a:pt x="18131" y="17133"/>
                  <a:pt x="20241" y="10575"/>
                  <a:pt x="22465" y="7488"/>
                </a:cubicBezTo>
                <a:cubicBezTo>
                  <a:pt x="24281" y="4856"/>
                  <a:pt x="26527" y="3540"/>
                  <a:pt x="29205" y="3540"/>
                </a:cubicBezTo>
                <a:cubicBezTo>
                  <a:pt x="32155" y="3540"/>
                  <a:pt x="34356" y="5219"/>
                  <a:pt x="35808" y="8578"/>
                </a:cubicBezTo>
                <a:cubicBezTo>
                  <a:pt x="37578" y="12617"/>
                  <a:pt x="39484" y="20854"/>
                  <a:pt x="41527" y="33289"/>
                </a:cubicBezTo>
                <a:cubicBezTo>
                  <a:pt x="43932" y="48221"/>
                  <a:pt x="47676" y="64378"/>
                  <a:pt x="52759" y="81760"/>
                </a:cubicBezTo>
                <a:cubicBezTo>
                  <a:pt x="59476" y="64287"/>
                  <a:pt x="65285" y="46088"/>
                  <a:pt x="70187" y="27163"/>
                </a:cubicBezTo>
                <a:lnTo>
                  <a:pt x="72229" y="17223"/>
                </a:lnTo>
                <a:cubicBezTo>
                  <a:pt x="73046" y="13230"/>
                  <a:pt x="74113" y="10007"/>
                  <a:pt x="75429" y="7557"/>
                </a:cubicBezTo>
                <a:cubicBezTo>
                  <a:pt x="77199" y="4243"/>
                  <a:pt x="79627" y="2587"/>
                  <a:pt x="82713" y="2587"/>
                </a:cubicBezTo>
                <a:cubicBezTo>
                  <a:pt x="86616" y="2587"/>
                  <a:pt x="89589" y="6331"/>
                  <a:pt x="91631" y="13820"/>
                </a:cubicBezTo>
                <a:cubicBezTo>
                  <a:pt x="92357" y="16406"/>
                  <a:pt x="93242" y="21762"/>
                  <a:pt x="94286" y="29886"/>
                </a:cubicBezTo>
                <a:cubicBezTo>
                  <a:pt x="96964" y="50399"/>
                  <a:pt x="100300" y="67918"/>
                  <a:pt x="104293" y="82441"/>
                </a:cubicBezTo>
                <a:lnTo>
                  <a:pt x="107629" y="94150"/>
                </a:lnTo>
                <a:cubicBezTo>
                  <a:pt x="109354" y="100413"/>
                  <a:pt x="110216" y="104271"/>
                  <a:pt x="110216" y="105723"/>
                </a:cubicBezTo>
                <a:cubicBezTo>
                  <a:pt x="110216" y="107675"/>
                  <a:pt x="109479" y="109308"/>
                  <a:pt x="108004" y="110625"/>
                </a:cubicBezTo>
                <a:cubicBezTo>
                  <a:pt x="106529" y="111941"/>
                  <a:pt x="104861" y="112599"/>
                  <a:pt x="103000" y="112599"/>
                </a:cubicBezTo>
                <a:close/>
                <a:moveTo>
                  <a:pt x="157798" y="110148"/>
                </a:moveTo>
                <a:cubicBezTo>
                  <a:pt x="147541" y="110148"/>
                  <a:pt x="139236" y="107582"/>
                  <a:pt x="132882" y="102449"/>
                </a:cubicBezTo>
                <a:cubicBezTo>
                  <a:pt x="125938" y="96770"/>
                  <a:pt x="122466" y="88820"/>
                  <a:pt x="122466" y="78599"/>
                </a:cubicBezTo>
                <a:cubicBezTo>
                  <a:pt x="122466" y="66789"/>
                  <a:pt x="125325" y="56887"/>
                  <a:pt x="131044" y="48892"/>
                </a:cubicBezTo>
                <a:cubicBezTo>
                  <a:pt x="137261" y="40169"/>
                  <a:pt x="145567" y="35808"/>
                  <a:pt x="155960" y="35808"/>
                </a:cubicBezTo>
                <a:cubicBezTo>
                  <a:pt x="163494" y="35808"/>
                  <a:pt x="169643" y="37079"/>
                  <a:pt x="174409" y="39621"/>
                </a:cubicBezTo>
                <a:cubicBezTo>
                  <a:pt x="180263" y="42752"/>
                  <a:pt x="183191" y="47563"/>
                  <a:pt x="183191" y="54053"/>
                </a:cubicBezTo>
                <a:cubicBezTo>
                  <a:pt x="183191" y="58591"/>
                  <a:pt x="180626" y="62721"/>
                  <a:pt x="175498" y="66443"/>
                </a:cubicBezTo>
                <a:cubicBezTo>
                  <a:pt x="173229" y="68077"/>
                  <a:pt x="168418" y="70618"/>
                  <a:pt x="161066" y="74067"/>
                </a:cubicBezTo>
                <a:lnTo>
                  <a:pt x="135060" y="86389"/>
                </a:lnTo>
                <a:cubicBezTo>
                  <a:pt x="137602" y="90156"/>
                  <a:pt x="140767" y="92993"/>
                  <a:pt x="144557" y="94899"/>
                </a:cubicBezTo>
                <a:cubicBezTo>
                  <a:pt x="148347" y="96805"/>
                  <a:pt x="152760" y="97758"/>
                  <a:pt x="157798" y="97758"/>
                </a:cubicBezTo>
                <a:cubicBezTo>
                  <a:pt x="160929" y="97758"/>
                  <a:pt x="164606" y="97168"/>
                  <a:pt x="168826" y="95988"/>
                </a:cubicBezTo>
                <a:cubicBezTo>
                  <a:pt x="174182" y="94490"/>
                  <a:pt x="177631" y="92527"/>
                  <a:pt x="179174" y="90099"/>
                </a:cubicBezTo>
                <a:cubicBezTo>
                  <a:pt x="180717" y="87671"/>
                  <a:pt x="182374" y="86457"/>
                  <a:pt x="184144" y="86457"/>
                </a:cubicBezTo>
                <a:cubicBezTo>
                  <a:pt x="185732" y="86457"/>
                  <a:pt x="187150" y="87061"/>
                  <a:pt x="188398" y="88268"/>
                </a:cubicBezTo>
                <a:cubicBezTo>
                  <a:pt x="189646" y="89473"/>
                  <a:pt x="190270" y="90872"/>
                  <a:pt x="190270" y="92465"/>
                </a:cubicBezTo>
                <a:cubicBezTo>
                  <a:pt x="190270" y="97517"/>
                  <a:pt x="186209" y="101864"/>
                  <a:pt x="178085" y="105506"/>
                </a:cubicBezTo>
                <a:cubicBezTo>
                  <a:pt x="171141" y="108601"/>
                  <a:pt x="164379" y="110148"/>
                  <a:pt x="157798" y="110148"/>
                </a:cubicBezTo>
                <a:moveTo>
                  <a:pt x="155960" y="48062"/>
                </a:moveTo>
                <a:cubicBezTo>
                  <a:pt x="150423" y="48062"/>
                  <a:pt x="145816" y="50207"/>
                  <a:pt x="142140" y="54495"/>
                </a:cubicBezTo>
                <a:cubicBezTo>
                  <a:pt x="138464" y="58784"/>
                  <a:pt x="135718" y="65240"/>
                  <a:pt x="133903" y="73863"/>
                </a:cubicBezTo>
                <a:lnTo>
                  <a:pt x="154803" y="63924"/>
                </a:lnTo>
                <a:cubicBezTo>
                  <a:pt x="163017" y="59930"/>
                  <a:pt x="168872" y="56458"/>
                  <a:pt x="172366" y="53508"/>
                </a:cubicBezTo>
                <a:cubicBezTo>
                  <a:pt x="168463" y="49877"/>
                  <a:pt x="162994" y="48062"/>
                  <a:pt x="155960" y="48062"/>
                </a:cubicBezTo>
                <a:close/>
                <a:moveTo>
                  <a:pt x="288671" y="112735"/>
                </a:moveTo>
                <a:cubicBezTo>
                  <a:pt x="284949" y="112735"/>
                  <a:pt x="282771" y="110756"/>
                  <a:pt x="282136" y="106799"/>
                </a:cubicBezTo>
                <a:cubicBezTo>
                  <a:pt x="281319" y="101796"/>
                  <a:pt x="280502" y="94746"/>
                  <a:pt x="279685" y="85651"/>
                </a:cubicBezTo>
                <a:lnTo>
                  <a:pt x="277370" y="64500"/>
                </a:lnTo>
                <a:cubicBezTo>
                  <a:pt x="276916" y="61363"/>
                  <a:pt x="276145" y="58293"/>
                  <a:pt x="275056" y="55291"/>
                </a:cubicBezTo>
                <a:cubicBezTo>
                  <a:pt x="273513" y="51198"/>
                  <a:pt x="271833" y="49151"/>
                  <a:pt x="270018" y="49151"/>
                </a:cubicBezTo>
                <a:cubicBezTo>
                  <a:pt x="268339" y="49151"/>
                  <a:pt x="265207" y="50582"/>
                  <a:pt x="260623" y="53444"/>
                </a:cubicBezTo>
                <a:cubicBezTo>
                  <a:pt x="256267" y="56080"/>
                  <a:pt x="253407" y="58192"/>
                  <a:pt x="252046" y="59782"/>
                </a:cubicBezTo>
                <a:cubicBezTo>
                  <a:pt x="252000" y="64052"/>
                  <a:pt x="252114" y="68323"/>
                  <a:pt x="252386" y="72593"/>
                </a:cubicBezTo>
                <a:lnTo>
                  <a:pt x="254428" y="90789"/>
                </a:lnTo>
                <a:cubicBezTo>
                  <a:pt x="255291" y="97967"/>
                  <a:pt x="255722" y="103896"/>
                  <a:pt x="255722" y="108576"/>
                </a:cubicBezTo>
                <a:cubicBezTo>
                  <a:pt x="255722" y="110574"/>
                  <a:pt x="255098" y="112221"/>
                  <a:pt x="253850" y="113516"/>
                </a:cubicBezTo>
                <a:cubicBezTo>
                  <a:pt x="252602" y="114811"/>
                  <a:pt x="251002" y="115458"/>
                  <a:pt x="249050" y="115458"/>
                </a:cubicBezTo>
                <a:cubicBezTo>
                  <a:pt x="247099" y="115458"/>
                  <a:pt x="245499" y="114811"/>
                  <a:pt x="244251" y="113516"/>
                </a:cubicBezTo>
                <a:cubicBezTo>
                  <a:pt x="243003" y="112221"/>
                  <a:pt x="242379" y="110574"/>
                  <a:pt x="242379" y="108576"/>
                </a:cubicBezTo>
                <a:cubicBezTo>
                  <a:pt x="242379" y="103079"/>
                  <a:pt x="241823" y="94958"/>
                  <a:pt x="240711" y="84213"/>
                </a:cubicBezTo>
                <a:cubicBezTo>
                  <a:pt x="239599" y="73468"/>
                  <a:pt x="239043" y="65347"/>
                  <a:pt x="239043" y="59850"/>
                </a:cubicBezTo>
                <a:cubicBezTo>
                  <a:pt x="239043" y="55035"/>
                  <a:pt x="238362" y="51287"/>
                  <a:pt x="237001" y="48607"/>
                </a:cubicBezTo>
                <a:cubicBezTo>
                  <a:pt x="233824" y="50062"/>
                  <a:pt x="230602" y="52427"/>
                  <a:pt x="227334" y="55702"/>
                </a:cubicBezTo>
                <a:lnTo>
                  <a:pt x="219301" y="64709"/>
                </a:lnTo>
                <a:cubicBezTo>
                  <a:pt x="218575" y="65800"/>
                  <a:pt x="217417" y="67232"/>
                  <a:pt x="215829" y="69006"/>
                </a:cubicBezTo>
                <a:cubicBezTo>
                  <a:pt x="215829" y="71735"/>
                  <a:pt x="215579" y="75761"/>
                  <a:pt x="215080" y="81084"/>
                </a:cubicBezTo>
                <a:cubicBezTo>
                  <a:pt x="214581" y="86405"/>
                  <a:pt x="214331" y="90339"/>
                  <a:pt x="214331" y="92886"/>
                </a:cubicBezTo>
                <a:cubicBezTo>
                  <a:pt x="214331" y="94251"/>
                  <a:pt x="214547" y="96161"/>
                  <a:pt x="214978" y="98618"/>
                </a:cubicBezTo>
                <a:cubicBezTo>
                  <a:pt x="215409" y="101073"/>
                  <a:pt x="215625" y="102846"/>
                  <a:pt x="215625" y="103938"/>
                </a:cubicBezTo>
                <a:cubicBezTo>
                  <a:pt x="215625" y="105803"/>
                  <a:pt x="214933" y="107372"/>
                  <a:pt x="213548" y="108646"/>
                </a:cubicBezTo>
                <a:cubicBezTo>
                  <a:pt x="212164" y="109920"/>
                  <a:pt x="210542" y="110556"/>
                  <a:pt x="208681" y="110556"/>
                </a:cubicBezTo>
                <a:cubicBezTo>
                  <a:pt x="203553" y="110556"/>
                  <a:pt x="200988" y="104720"/>
                  <a:pt x="200988" y="93046"/>
                </a:cubicBezTo>
                <a:cubicBezTo>
                  <a:pt x="200988" y="90320"/>
                  <a:pt x="201238" y="86255"/>
                  <a:pt x="201737" y="80850"/>
                </a:cubicBezTo>
                <a:cubicBezTo>
                  <a:pt x="202236" y="75445"/>
                  <a:pt x="202486" y="71379"/>
                  <a:pt x="202486" y="68653"/>
                </a:cubicBezTo>
                <a:cubicBezTo>
                  <a:pt x="202486" y="66246"/>
                  <a:pt x="202270" y="62635"/>
                  <a:pt x="201839" y="57820"/>
                </a:cubicBezTo>
                <a:cubicBezTo>
                  <a:pt x="201408" y="53005"/>
                  <a:pt x="201193" y="49371"/>
                  <a:pt x="201193" y="46918"/>
                </a:cubicBezTo>
                <a:cubicBezTo>
                  <a:pt x="201193" y="36607"/>
                  <a:pt x="203507" y="31451"/>
                  <a:pt x="208136" y="31451"/>
                </a:cubicBezTo>
                <a:cubicBezTo>
                  <a:pt x="209906" y="31451"/>
                  <a:pt x="211529" y="32212"/>
                  <a:pt x="213004" y="33732"/>
                </a:cubicBezTo>
                <a:cubicBezTo>
                  <a:pt x="214479" y="35252"/>
                  <a:pt x="215216" y="36920"/>
                  <a:pt x="215216" y="38736"/>
                </a:cubicBezTo>
                <a:cubicBezTo>
                  <a:pt x="215216" y="39598"/>
                  <a:pt x="215103" y="40937"/>
                  <a:pt x="214876" y="42752"/>
                </a:cubicBezTo>
                <a:cubicBezTo>
                  <a:pt x="214649" y="44567"/>
                  <a:pt x="214536" y="45952"/>
                  <a:pt x="214536" y="46905"/>
                </a:cubicBezTo>
                <a:lnTo>
                  <a:pt x="214672" y="54053"/>
                </a:lnTo>
                <a:cubicBezTo>
                  <a:pt x="217032" y="49197"/>
                  <a:pt x="220504" y="44806"/>
                  <a:pt x="225087" y="40880"/>
                </a:cubicBezTo>
                <a:cubicBezTo>
                  <a:pt x="229671" y="36954"/>
                  <a:pt x="233574" y="34991"/>
                  <a:pt x="236797" y="34991"/>
                </a:cubicBezTo>
                <a:cubicBezTo>
                  <a:pt x="243922" y="34991"/>
                  <a:pt x="248823" y="38531"/>
                  <a:pt x="251501" y="45611"/>
                </a:cubicBezTo>
                <a:cubicBezTo>
                  <a:pt x="253997" y="42298"/>
                  <a:pt x="256970" y="39813"/>
                  <a:pt x="260419" y="38157"/>
                </a:cubicBezTo>
                <a:cubicBezTo>
                  <a:pt x="263868" y="36500"/>
                  <a:pt x="267817" y="35672"/>
                  <a:pt x="272265" y="35672"/>
                </a:cubicBezTo>
                <a:cubicBezTo>
                  <a:pt x="279844" y="35672"/>
                  <a:pt x="285018" y="39764"/>
                  <a:pt x="287786" y="47947"/>
                </a:cubicBezTo>
                <a:cubicBezTo>
                  <a:pt x="288331" y="49584"/>
                  <a:pt x="289261" y="55972"/>
                  <a:pt x="290577" y="67111"/>
                </a:cubicBezTo>
                <a:cubicBezTo>
                  <a:pt x="291848" y="74931"/>
                  <a:pt x="293482" y="87957"/>
                  <a:pt x="295479" y="106189"/>
                </a:cubicBezTo>
                <a:cubicBezTo>
                  <a:pt x="295615" y="108007"/>
                  <a:pt x="295002" y="109552"/>
                  <a:pt x="293641" y="110824"/>
                </a:cubicBezTo>
                <a:cubicBezTo>
                  <a:pt x="292279" y="112098"/>
                  <a:pt x="290623" y="112735"/>
                  <a:pt x="288671" y="112735"/>
                </a:cubicBezTo>
                <a:close/>
                <a:moveTo>
                  <a:pt x="336714" y="111101"/>
                </a:moveTo>
                <a:cubicBezTo>
                  <a:pt x="329090" y="111101"/>
                  <a:pt x="322532" y="108282"/>
                  <a:pt x="317040" y="102645"/>
                </a:cubicBezTo>
                <a:cubicBezTo>
                  <a:pt x="310913" y="96370"/>
                  <a:pt x="307691" y="87936"/>
                  <a:pt x="307373" y="77341"/>
                </a:cubicBezTo>
                <a:cubicBezTo>
                  <a:pt x="307101" y="67066"/>
                  <a:pt x="309688" y="58018"/>
                  <a:pt x="315134" y="50198"/>
                </a:cubicBezTo>
                <a:cubicBezTo>
                  <a:pt x="321488" y="40968"/>
                  <a:pt x="330338" y="36353"/>
                  <a:pt x="341684" y="36353"/>
                </a:cubicBezTo>
                <a:cubicBezTo>
                  <a:pt x="350761" y="36353"/>
                  <a:pt x="357637" y="40513"/>
                  <a:pt x="362311" y="48834"/>
                </a:cubicBezTo>
                <a:cubicBezTo>
                  <a:pt x="366033" y="55563"/>
                  <a:pt x="367825" y="63655"/>
                  <a:pt x="367689" y="73112"/>
                </a:cubicBezTo>
                <a:cubicBezTo>
                  <a:pt x="367553" y="83206"/>
                  <a:pt x="364921" y="91823"/>
                  <a:pt x="359792" y="98962"/>
                </a:cubicBezTo>
                <a:cubicBezTo>
                  <a:pt x="353983" y="107055"/>
                  <a:pt x="346290" y="111101"/>
                  <a:pt x="336714" y="111101"/>
                </a:cubicBezTo>
                <a:moveTo>
                  <a:pt x="340799" y="50241"/>
                </a:moveTo>
                <a:cubicBezTo>
                  <a:pt x="334127" y="50195"/>
                  <a:pt x="328931" y="53376"/>
                  <a:pt x="325209" y="59784"/>
                </a:cubicBezTo>
                <a:cubicBezTo>
                  <a:pt x="322259" y="64921"/>
                  <a:pt x="320784" y="70784"/>
                  <a:pt x="320784" y="77373"/>
                </a:cubicBezTo>
                <a:cubicBezTo>
                  <a:pt x="320784" y="83964"/>
                  <a:pt x="322577" y="89100"/>
                  <a:pt x="326162" y="92782"/>
                </a:cubicBezTo>
                <a:cubicBezTo>
                  <a:pt x="329158" y="95827"/>
                  <a:pt x="332675" y="97350"/>
                  <a:pt x="336714" y="97350"/>
                </a:cubicBezTo>
                <a:cubicBezTo>
                  <a:pt x="341434" y="97350"/>
                  <a:pt x="345496" y="95622"/>
                  <a:pt x="348900" y="92167"/>
                </a:cubicBezTo>
                <a:cubicBezTo>
                  <a:pt x="352758" y="88351"/>
                  <a:pt x="354800" y="83192"/>
                  <a:pt x="355027" y="76693"/>
                </a:cubicBezTo>
                <a:cubicBezTo>
                  <a:pt x="355662" y="59103"/>
                  <a:pt x="350920" y="50286"/>
                  <a:pt x="340799" y="50241"/>
                </a:cubicBezTo>
                <a:close/>
                <a:moveTo>
                  <a:pt x="438265" y="56572"/>
                </a:moveTo>
                <a:cubicBezTo>
                  <a:pt x="437947" y="62245"/>
                  <a:pt x="435678" y="65081"/>
                  <a:pt x="431457" y="65081"/>
                </a:cubicBezTo>
                <a:cubicBezTo>
                  <a:pt x="427554" y="65081"/>
                  <a:pt x="425603" y="62844"/>
                  <a:pt x="425603" y="58369"/>
                </a:cubicBezTo>
                <a:cubicBezTo>
                  <a:pt x="425603" y="57510"/>
                  <a:pt x="425534" y="55927"/>
                  <a:pt x="425398" y="53621"/>
                </a:cubicBezTo>
                <a:lnTo>
                  <a:pt x="425194" y="47926"/>
                </a:lnTo>
                <a:cubicBezTo>
                  <a:pt x="418023" y="48790"/>
                  <a:pt x="412282" y="50814"/>
                  <a:pt x="407971" y="53998"/>
                </a:cubicBezTo>
                <a:cubicBezTo>
                  <a:pt x="403931" y="56955"/>
                  <a:pt x="400573" y="61412"/>
                  <a:pt x="397895" y="67370"/>
                </a:cubicBezTo>
                <a:lnTo>
                  <a:pt x="398031" y="104755"/>
                </a:lnTo>
                <a:cubicBezTo>
                  <a:pt x="398031" y="109349"/>
                  <a:pt x="395785" y="111646"/>
                  <a:pt x="391292" y="111646"/>
                </a:cubicBezTo>
                <a:cubicBezTo>
                  <a:pt x="387298" y="111646"/>
                  <a:pt x="385301" y="109350"/>
                  <a:pt x="385301" y="104757"/>
                </a:cubicBezTo>
                <a:lnTo>
                  <a:pt x="385301" y="56880"/>
                </a:lnTo>
                <a:cubicBezTo>
                  <a:pt x="385301" y="55380"/>
                  <a:pt x="385358" y="53130"/>
                  <a:pt x="385471" y="50130"/>
                </a:cubicBezTo>
                <a:cubicBezTo>
                  <a:pt x="385585" y="47129"/>
                  <a:pt x="385642" y="44878"/>
                  <a:pt x="385642" y="43378"/>
                </a:cubicBezTo>
                <a:cubicBezTo>
                  <a:pt x="385642" y="38785"/>
                  <a:pt x="387638" y="36489"/>
                  <a:pt x="391632" y="36489"/>
                </a:cubicBezTo>
                <a:cubicBezTo>
                  <a:pt x="396080" y="36489"/>
                  <a:pt x="398326" y="40256"/>
                  <a:pt x="398372" y="47790"/>
                </a:cubicBezTo>
                <a:cubicBezTo>
                  <a:pt x="407086" y="39348"/>
                  <a:pt x="416753" y="35128"/>
                  <a:pt x="427372" y="35128"/>
                </a:cubicBezTo>
                <a:cubicBezTo>
                  <a:pt x="431049" y="35128"/>
                  <a:pt x="433794" y="36512"/>
                  <a:pt x="435610" y="39280"/>
                </a:cubicBezTo>
                <a:cubicBezTo>
                  <a:pt x="437425" y="42049"/>
                  <a:pt x="438333" y="46224"/>
                  <a:pt x="438333" y="51806"/>
                </a:cubicBezTo>
                <a:cubicBezTo>
                  <a:pt x="438333" y="54166"/>
                  <a:pt x="438310" y="55755"/>
                  <a:pt x="438265" y="56572"/>
                </a:cubicBezTo>
                <a:close/>
                <a:moveTo>
                  <a:pt x="512228" y="46281"/>
                </a:moveTo>
                <a:lnTo>
                  <a:pt x="488673" y="97209"/>
                </a:lnTo>
                <a:cubicBezTo>
                  <a:pt x="482864" y="109601"/>
                  <a:pt x="478416" y="119972"/>
                  <a:pt x="475330" y="128322"/>
                </a:cubicBezTo>
                <a:lnTo>
                  <a:pt x="470837" y="141531"/>
                </a:lnTo>
                <a:cubicBezTo>
                  <a:pt x="469657" y="144844"/>
                  <a:pt x="467615" y="146501"/>
                  <a:pt x="464710" y="146501"/>
                </a:cubicBezTo>
                <a:cubicBezTo>
                  <a:pt x="462804" y="146501"/>
                  <a:pt x="461159" y="145873"/>
                  <a:pt x="459775" y="144618"/>
                </a:cubicBezTo>
                <a:cubicBezTo>
                  <a:pt x="458391" y="143364"/>
                  <a:pt x="457698" y="141802"/>
                  <a:pt x="457698" y="139932"/>
                </a:cubicBezTo>
                <a:cubicBezTo>
                  <a:pt x="457698" y="135370"/>
                  <a:pt x="462600" y="122246"/>
                  <a:pt x="472403" y="100560"/>
                </a:cubicBezTo>
                <a:lnTo>
                  <a:pt x="448032" y="53591"/>
                </a:lnTo>
                <a:lnTo>
                  <a:pt x="444968" y="48613"/>
                </a:lnTo>
                <a:cubicBezTo>
                  <a:pt x="443743" y="46523"/>
                  <a:pt x="443130" y="44773"/>
                  <a:pt x="443130" y="43365"/>
                </a:cubicBezTo>
                <a:cubicBezTo>
                  <a:pt x="443130" y="41504"/>
                  <a:pt x="443845" y="39870"/>
                  <a:pt x="445274" y="38463"/>
                </a:cubicBezTo>
                <a:cubicBezTo>
                  <a:pt x="446704" y="37056"/>
                  <a:pt x="448304" y="36353"/>
                  <a:pt x="450074" y="36353"/>
                </a:cubicBezTo>
                <a:cubicBezTo>
                  <a:pt x="452162" y="36353"/>
                  <a:pt x="453773" y="37147"/>
                  <a:pt x="454907" y="38736"/>
                </a:cubicBezTo>
                <a:cubicBezTo>
                  <a:pt x="462623" y="49462"/>
                  <a:pt x="470905" y="64733"/>
                  <a:pt x="479755" y="84549"/>
                </a:cubicBezTo>
                <a:lnTo>
                  <a:pt x="489831" y="60990"/>
                </a:lnTo>
                <a:cubicBezTo>
                  <a:pt x="493461" y="52862"/>
                  <a:pt x="496956" y="45875"/>
                  <a:pt x="500314" y="40029"/>
                </a:cubicBezTo>
                <a:cubicBezTo>
                  <a:pt x="501767" y="37488"/>
                  <a:pt x="503673" y="36217"/>
                  <a:pt x="506033" y="36217"/>
                </a:cubicBezTo>
                <a:cubicBezTo>
                  <a:pt x="507894" y="36217"/>
                  <a:pt x="509539" y="36874"/>
                  <a:pt x="510968" y="38189"/>
                </a:cubicBezTo>
                <a:cubicBezTo>
                  <a:pt x="512398" y="39504"/>
                  <a:pt x="513113" y="41068"/>
                  <a:pt x="513113" y="42882"/>
                </a:cubicBezTo>
                <a:cubicBezTo>
                  <a:pt x="513113" y="43879"/>
                  <a:pt x="512818" y="45012"/>
                  <a:pt x="512228" y="46281"/>
                </a:cubicBezTo>
                <a:close/>
                <a:moveTo>
                  <a:pt x="534690" y="130435"/>
                </a:moveTo>
                <a:cubicBezTo>
                  <a:pt x="533102" y="130435"/>
                  <a:pt x="531717" y="129822"/>
                  <a:pt x="530537" y="128597"/>
                </a:cubicBezTo>
                <a:cubicBezTo>
                  <a:pt x="529357" y="127371"/>
                  <a:pt x="528767" y="125964"/>
                  <a:pt x="528767" y="124376"/>
                </a:cubicBezTo>
                <a:cubicBezTo>
                  <a:pt x="528767" y="123060"/>
                  <a:pt x="530174" y="119157"/>
                  <a:pt x="532988" y="112667"/>
                </a:cubicBezTo>
                <a:cubicBezTo>
                  <a:pt x="535439" y="107039"/>
                  <a:pt x="537322" y="103023"/>
                  <a:pt x="538638" y="100617"/>
                </a:cubicBezTo>
                <a:cubicBezTo>
                  <a:pt x="539818" y="98439"/>
                  <a:pt x="541384" y="97350"/>
                  <a:pt x="543336" y="97350"/>
                </a:cubicBezTo>
                <a:cubicBezTo>
                  <a:pt x="544970" y="97350"/>
                  <a:pt x="546365" y="97974"/>
                  <a:pt x="547522" y="99222"/>
                </a:cubicBezTo>
                <a:cubicBezTo>
                  <a:pt x="548680" y="100470"/>
                  <a:pt x="549258" y="101888"/>
                  <a:pt x="549258" y="103476"/>
                </a:cubicBezTo>
                <a:cubicBezTo>
                  <a:pt x="549258" y="104566"/>
                  <a:pt x="546036" y="112326"/>
                  <a:pt x="539592" y="126759"/>
                </a:cubicBezTo>
                <a:cubicBezTo>
                  <a:pt x="538548" y="129209"/>
                  <a:pt x="536914" y="130435"/>
                  <a:pt x="534690" y="130435"/>
                </a:cubicBezTo>
                <a:close/>
                <a:moveTo>
                  <a:pt x="624017" y="66987"/>
                </a:moveTo>
                <a:cubicBezTo>
                  <a:pt x="622746" y="66987"/>
                  <a:pt x="619978" y="66692"/>
                  <a:pt x="615711" y="66102"/>
                </a:cubicBezTo>
                <a:cubicBezTo>
                  <a:pt x="615348" y="72965"/>
                  <a:pt x="615167" y="84989"/>
                  <a:pt x="615167" y="102172"/>
                </a:cubicBezTo>
                <a:cubicBezTo>
                  <a:pt x="615167" y="103991"/>
                  <a:pt x="614577" y="105525"/>
                  <a:pt x="613397" y="106776"/>
                </a:cubicBezTo>
                <a:cubicBezTo>
                  <a:pt x="612217" y="108026"/>
                  <a:pt x="610742" y="108650"/>
                  <a:pt x="608972" y="108650"/>
                </a:cubicBezTo>
                <a:cubicBezTo>
                  <a:pt x="607156" y="108650"/>
                  <a:pt x="605659" y="108026"/>
                  <a:pt x="604479" y="106778"/>
                </a:cubicBezTo>
                <a:cubicBezTo>
                  <a:pt x="603299" y="105529"/>
                  <a:pt x="602709" y="103996"/>
                  <a:pt x="602709" y="102179"/>
                </a:cubicBezTo>
                <a:lnTo>
                  <a:pt x="602709" y="82151"/>
                </a:lnTo>
                <a:cubicBezTo>
                  <a:pt x="602709" y="75476"/>
                  <a:pt x="603117" y="66075"/>
                  <a:pt x="603934" y="53951"/>
                </a:cubicBezTo>
                <a:cubicBezTo>
                  <a:pt x="604842" y="40826"/>
                  <a:pt x="605341" y="31426"/>
                  <a:pt x="605432" y="25750"/>
                </a:cubicBezTo>
                <a:lnTo>
                  <a:pt x="605432" y="16349"/>
                </a:lnTo>
                <a:cubicBezTo>
                  <a:pt x="605432" y="11853"/>
                  <a:pt x="605704" y="8583"/>
                  <a:pt x="606249" y="6540"/>
                </a:cubicBezTo>
                <a:cubicBezTo>
                  <a:pt x="607293" y="2543"/>
                  <a:pt x="609516" y="817"/>
                  <a:pt x="612920" y="1362"/>
                </a:cubicBezTo>
                <a:cubicBezTo>
                  <a:pt x="614373" y="908"/>
                  <a:pt x="616438" y="567"/>
                  <a:pt x="619115" y="340"/>
                </a:cubicBezTo>
                <a:cubicBezTo>
                  <a:pt x="621793" y="113"/>
                  <a:pt x="625083" y="0"/>
                  <a:pt x="628986" y="0"/>
                </a:cubicBezTo>
                <a:cubicBezTo>
                  <a:pt x="637292" y="0"/>
                  <a:pt x="645075" y="2837"/>
                  <a:pt x="652337" y="8510"/>
                </a:cubicBezTo>
                <a:cubicBezTo>
                  <a:pt x="660324" y="14773"/>
                  <a:pt x="664318" y="22306"/>
                  <a:pt x="664318" y="31111"/>
                </a:cubicBezTo>
                <a:cubicBezTo>
                  <a:pt x="664318" y="42366"/>
                  <a:pt x="660052" y="51330"/>
                  <a:pt x="651520" y="58001"/>
                </a:cubicBezTo>
                <a:cubicBezTo>
                  <a:pt x="643895" y="63992"/>
                  <a:pt x="634728" y="66987"/>
                  <a:pt x="624017" y="66987"/>
                </a:cubicBezTo>
                <a:moveTo>
                  <a:pt x="627421" y="12935"/>
                </a:moveTo>
                <a:cubicBezTo>
                  <a:pt x="625424" y="12935"/>
                  <a:pt x="623642" y="12980"/>
                  <a:pt x="622077" y="13071"/>
                </a:cubicBezTo>
                <a:cubicBezTo>
                  <a:pt x="620511" y="13161"/>
                  <a:pt x="619183" y="13298"/>
                  <a:pt x="618094" y="13479"/>
                </a:cubicBezTo>
                <a:lnTo>
                  <a:pt x="617958" y="25984"/>
                </a:lnTo>
                <a:lnTo>
                  <a:pt x="616528" y="53034"/>
                </a:lnTo>
                <a:lnTo>
                  <a:pt x="624017" y="53917"/>
                </a:lnTo>
                <a:cubicBezTo>
                  <a:pt x="631641" y="53917"/>
                  <a:pt x="638063" y="51991"/>
                  <a:pt x="643282" y="48141"/>
                </a:cubicBezTo>
                <a:cubicBezTo>
                  <a:pt x="649001" y="43926"/>
                  <a:pt x="651860" y="38239"/>
                  <a:pt x="651860" y="31081"/>
                </a:cubicBezTo>
                <a:cubicBezTo>
                  <a:pt x="651860" y="26007"/>
                  <a:pt x="649137" y="21634"/>
                  <a:pt x="643691" y="17964"/>
                </a:cubicBezTo>
                <a:cubicBezTo>
                  <a:pt x="638653" y="14611"/>
                  <a:pt x="633230" y="12935"/>
                  <a:pt x="627421" y="12935"/>
                </a:cubicBezTo>
                <a:close/>
                <a:moveTo>
                  <a:pt x="730212" y="56572"/>
                </a:moveTo>
                <a:cubicBezTo>
                  <a:pt x="729895" y="62245"/>
                  <a:pt x="727625" y="65081"/>
                  <a:pt x="723405" y="65081"/>
                </a:cubicBezTo>
                <a:cubicBezTo>
                  <a:pt x="719502" y="65081"/>
                  <a:pt x="717550" y="62844"/>
                  <a:pt x="717550" y="58369"/>
                </a:cubicBezTo>
                <a:cubicBezTo>
                  <a:pt x="717550" y="57510"/>
                  <a:pt x="717482" y="55927"/>
                  <a:pt x="717346" y="53621"/>
                </a:cubicBezTo>
                <a:lnTo>
                  <a:pt x="717142" y="47926"/>
                </a:lnTo>
                <a:cubicBezTo>
                  <a:pt x="709971" y="48790"/>
                  <a:pt x="704230" y="50814"/>
                  <a:pt x="699918" y="53998"/>
                </a:cubicBezTo>
                <a:cubicBezTo>
                  <a:pt x="695879" y="56955"/>
                  <a:pt x="692521" y="61412"/>
                  <a:pt x="689843" y="67370"/>
                </a:cubicBezTo>
                <a:lnTo>
                  <a:pt x="689979" y="104755"/>
                </a:lnTo>
                <a:cubicBezTo>
                  <a:pt x="689979" y="109349"/>
                  <a:pt x="687733" y="111646"/>
                  <a:pt x="683240" y="111646"/>
                </a:cubicBezTo>
                <a:cubicBezTo>
                  <a:pt x="679246" y="111646"/>
                  <a:pt x="677249" y="109350"/>
                  <a:pt x="677249" y="104757"/>
                </a:cubicBezTo>
                <a:lnTo>
                  <a:pt x="677249" y="56880"/>
                </a:lnTo>
                <a:cubicBezTo>
                  <a:pt x="677249" y="55380"/>
                  <a:pt x="677306" y="53130"/>
                  <a:pt x="677419" y="50130"/>
                </a:cubicBezTo>
                <a:cubicBezTo>
                  <a:pt x="677532" y="47129"/>
                  <a:pt x="677589" y="44878"/>
                  <a:pt x="677589" y="43378"/>
                </a:cubicBezTo>
                <a:cubicBezTo>
                  <a:pt x="677589" y="38785"/>
                  <a:pt x="679586" y="36489"/>
                  <a:pt x="683580" y="36489"/>
                </a:cubicBezTo>
                <a:cubicBezTo>
                  <a:pt x="688028" y="36489"/>
                  <a:pt x="690274" y="40256"/>
                  <a:pt x="690319" y="47790"/>
                </a:cubicBezTo>
                <a:cubicBezTo>
                  <a:pt x="699033" y="39348"/>
                  <a:pt x="708700" y="35128"/>
                  <a:pt x="719320" y="35128"/>
                </a:cubicBezTo>
                <a:cubicBezTo>
                  <a:pt x="722996" y="35128"/>
                  <a:pt x="725742" y="36512"/>
                  <a:pt x="727557" y="39280"/>
                </a:cubicBezTo>
                <a:cubicBezTo>
                  <a:pt x="729373" y="42049"/>
                  <a:pt x="730280" y="46224"/>
                  <a:pt x="730280" y="51806"/>
                </a:cubicBezTo>
                <a:cubicBezTo>
                  <a:pt x="730280" y="54166"/>
                  <a:pt x="730258" y="55755"/>
                  <a:pt x="730212" y="56572"/>
                </a:cubicBezTo>
                <a:close/>
                <a:moveTo>
                  <a:pt x="757815" y="20831"/>
                </a:moveTo>
                <a:cubicBezTo>
                  <a:pt x="755637" y="20831"/>
                  <a:pt x="753753" y="20060"/>
                  <a:pt x="752165" y="18517"/>
                </a:cubicBezTo>
                <a:cubicBezTo>
                  <a:pt x="750576" y="16974"/>
                  <a:pt x="749782" y="15113"/>
                  <a:pt x="749782" y="12935"/>
                </a:cubicBezTo>
                <a:cubicBezTo>
                  <a:pt x="749782" y="10756"/>
                  <a:pt x="750576" y="8895"/>
                  <a:pt x="752165" y="7352"/>
                </a:cubicBezTo>
                <a:cubicBezTo>
                  <a:pt x="753753" y="5809"/>
                  <a:pt x="755637" y="5038"/>
                  <a:pt x="757815" y="5038"/>
                </a:cubicBezTo>
                <a:cubicBezTo>
                  <a:pt x="759994" y="5038"/>
                  <a:pt x="761866" y="5809"/>
                  <a:pt x="763432" y="7352"/>
                </a:cubicBezTo>
                <a:cubicBezTo>
                  <a:pt x="764997" y="8895"/>
                  <a:pt x="765780" y="10756"/>
                  <a:pt x="765780" y="12935"/>
                </a:cubicBezTo>
                <a:cubicBezTo>
                  <a:pt x="765780" y="15113"/>
                  <a:pt x="764997" y="16974"/>
                  <a:pt x="763432" y="18517"/>
                </a:cubicBezTo>
                <a:cubicBezTo>
                  <a:pt x="761866" y="20060"/>
                  <a:pt x="759994" y="20831"/>
                  <a:pt x="757815" y="20831"/>
                </a:cubicBezTo>
                <a:moveTo>
                  <a:pt x="760879" y="76148"/>
                </a:moveTo>
                <a:cubicBezTo>
                  <a:pt x="760879" y="78874"/>
                  <a:pt x="760958" y="82951"/>
                  <a:pt x="761117" y="88380"/>
                </a:cubicBezTo>
                <a:cubicBezTo>
                  <a:pt x="761276" y="93808"/>
                  <a:pt x="761355" y="97885"/>
                  <a:pt x="761355" y="100611"/>
                </a:cubicBezTo>
                <a:cubicBezTo>
                  <a:pt x="761355" y="102609"/>
                  <a:pt x="760743" y="104244"/>
                  <a:pt x="759517" y="105517"/>
                </a:cubicBezTo>
                <a:cubicBezTo>
                  <a:pt x="758292" y="106789"/>
                  <a:pt x="756681" y="107425"/>
                  <a:pt x="754684" y="107425"/>
                </a:cubicBezTo>
                <a:cubicBezTo>
                  <a:pt x="752732" y="107425"/>
                  <a:pt x="751132" y="106789"/>
                  <a:pt x="749884" y="105517"/>
                </a:cubicBezTo>
                <a:cubicBezTo>
                  <a:pt x="748636" y="104244"/>
                  <a:pt x="748012" y="102609"/>
                  <a:pt x="748012" y="100611"/>
                </a:cubicBezTo>
                <a:cubicBezTo>
                  <a:pt x="748012" y="97885"/>
                  <a:pt x="747933" y="93808"/>
                  <a:pt x="747774" y="88380"/>
                </a:cubicBezTo>
                <a:cubicBezTo>
                  <a:pt x="747615" y="82951"/>
                  <a:pt x="747536" y="78874"/>
                  <a:pt x="747536" y="76148"/>
                </a:cubicBezTo>
                <a:cubicBezTo>
                  <a:pt x="747536" y="71878"/>
                  <a:pt x="747763" y="66551"/>
                  <a:pt x="748216" y="60169"/>
                </a:cubicBezTo>
                <a:cubicBezTo>
                  <a:pt x="748670" y="53785"/>
                  <a:pt x="748897" y="48459"/>
                  <a:pt x="748897" y="44188"/>
                </a:cubicBezTo>
                <a:cubicBezTo>
                  <a:pt x="748897" y="42144"/>
                  <a:pt x="749521" y="40486"/>
                  <a:pt x="750769" y="39214"/>
                </a:cubicBezTo>
                <a:cubicBezTo>
                  <a:pt x="752017" y="37942"/>
                  <a:pt x="753617" y="37306"/>
                  <a:pt x="755569" y="37306"/>
                </a:cubicBezTo>
                <a:cubicBezTo>
                  <a:pt x="757520" y="37306"/>
                  <a:pt x="759120" y="37942"/>
                  <a:pt x="760368" y="39214"/>
                </a:cubicBezTo>
                <a:cubicBezTo>
                  <a:pt x="761616" y="40486"/>
                  <a:pt x="762240" y="42144"/>
                  <a:pt x="762240" y="44188"/>
                </a:cubicBezTo>
                <a:cubicBezTo>
                  <a:pt x="762240" y="48459"/>
                  <a:pt x="762013" y="53785"/>
                  <a:pt x="761559" y="60169"/>
                </a:cubicBezTo>
                <a:cubicBezTo>
                  <a:pt x="761106" y="66551"/>
                  <a:pt x="760879" y="71878"/>
                  <a:pt x="760879" y="76148"/>
                </a:cubicBezTo>
                <a:close/>
                <a:moveTo>
                  <a:pt x="870531" y="112735"/>
                </a:moveTo>
                <a:cubicBezTo>
                  <a:pt x="866809" y="112735"/>
                  <a:pt x="864631" y="110756"/>
                  <a:pt x="863996" y="106799"/>
                </a:cubicBezTo>
                <a:cubicBezTo>
                  <a:pt x="863179" y="101796"/>
                  <a:pt x="862362" y="94746"/>
                  <a:pt x="861545" y="85651"/>
                </a:cubicBezTo>
                <a:lnTo>
                  <a:pt x="859230" y="64500"/>
                </a:lnTo>
                <a:cubicBezTo>
                  <a:pt x="858776" y="61363"/>
                  <a:pt x="858005" y="58293"/>
                  <a:pt x="856916" y="55291"/>
                </a:cubicBezTo>
                <a:cubicBezTo>
                  <a:pt x="855372" y="51198"/>
                  <a:pt x="853693" y="49151"/>
                  <a:pt x="851878" y="49151"/>
                </a:cubicBezTo>
                <a:cubicBezTo>
                  <a:pt x="850199" y="49151"/>
                  <a:pt x="847067" y="50582"/>
                  <a:pt x="842483" y="53444"/>
                </a:cubicBezTo>
                <a:cubicBezTo>
                  <a:pt x="838126" y="56080"/>
                  <a:pt x="835267" y="58192"/>
                  <a:pt x="833906" y="59782"/>
                </a:cubicBezTo>
                <a:cubicBezTo>
                  <a:pt x="833860" y="64052"/>
                  <a:pt x="833974" y="68323"/>
                  <a:pt x="834246" y="72593"/>
                </a:cubicBezTo>
                <a:lnTo>
                  <a:pt x="836288" y="90789"/>
                </a:lnTo>
                <a:cubicBezTo>
                  <a:pt x="837151" y="97967"/>
                  <a:pt x="837582" y="103896"/>
                  <a:pt x="837582" y="108576"/>
                </a:cubicBezTo>
                <a:cubicBezTo>
                  <a:pt x="837582" y="110574"/>
                  <a:pt x="836958" y="112221"/>
                  <a:pt x="835710" y="113516"/>
                </a:cubicBezTo>
                <a:cubicBezTo>
                  <a:pt x="834462" y="114811"/>
                  <a:pt x="832862" y="115458"/>
                  <a:pt x="830910" y="115458"/>
                </a:cubicBezTo>
                <a:cubicBezTo>
                  <a:pt x="828959" y="115458"/>
                  <a:pt x="827359" y="114811"/>
                  <a:pt x="826111" y="113516"/>
                </a:cubicBezTo>
                <a:cubicBezTo>
                  <a:pt x="824863" y="112221"/>
                  <a:pt x="824239" y="110574"/>
                  <a:pt x="824239" y="108576"/>
                </a:cubicBezTo>
                <a:cubicBezTo>
                  <a:pt x="824239" y="103079"/>
                  <a:pt x="823683" y="94958"/>
                  <a:pt x="822571" y="84213"/>
                </a:cubicBezTo>
                <a:cubicBezTo>
                  <a:pt x="821459" y="73468"/>
                  <a:pt x="820903" y="65347"/>
                  <a:pt x="820903" y="59850"/>
                </a:cubicBezTo>
                <a:cubicBezTo>
                  <a:pt x="820903" y="55035"/>
                  <a:pt x="820222" y="51287"/>
                  <a:pt x="818861" y="48607"/>
                </a:cubicBezTo>
                <a:cubicBezTo>
                  <a:pt x="815684" y="50062"/>
                  <a:pt x="812462" y="52427"/>
                  <a:pt x="809194" y="55702"/>
                </a:cubicBezTo>
                <a:lnTo>
                  <a:pt x="801161" y="64709"/>
                </a:lnTo>
                <a:cubicBezTo>
                  <a:pt x="800435" y="65800"/>
                  <a:pt x="799277" y="67232"/>
                  <a:pt x="797689" y="69006"/>
                </a:cubicBezTo>
                <a:cubicBezTo>
                  <a:pt x="797689" y="71735"/>
                  <a:pt x="797439" y="75761"/>
                  <a:pt x="796940" y="81084"/>
                </a:cubicBezTo>
                <a:cubicBezTo>
                  <a:pt x="796441" y="86405"/>
                  <a:pt x="796191" y="90339"/>
                  <a:pt x="796191" y="92886"/>
                </a:cubicBezTo>
                <a:cubicBezTo>
                  <a:pt x="796191" y="94251"/>
                  <a:pt x="796407" y="96161"/>
                  <a:pt x="796838" y="98618"/>
                </a:cubicBezTo>
                <a:cubicBezTo>
                  <a:pt x="797269" y="101073"/>
                  <a:pt x="797485" y="102846"/>
                  <a:pt x="797485" y="103938"/>
                </a:cubicBezTo>
                <a:cubicBezTo>
                  <a:pt x="797485" y="105803"/>
                  <a:pt x="796793" y="107372"/>
                  <a:pt x="795408" y="108646"/>
                </a:cubicBezTo>
                <a:cubicBezTo>
                  <a:pt x="794024" y="109920"/>
                  <a:pt x="792402" y="110556"/>
                  <a:pt x="790541" y="110556"/>
                </a:cubicBezTo>
                <a:cubicBezTo>
                  <a:pt x="785412" y="110556"/>
                  <a:pt x="782848" y="104720"/>
                  <a:pt x="782848" y="93046"/>
                </a:cubicBezTo>
                <a:cubicBezTo>
                  <a:pt x="782848" y="90320"/>
                  <a:pt x="783098" y="86255"/>
                  <a:pt x="783597" y="80850"/>
                </a:cubicBezTo>
                <a:cubicBezTo>
                  <a:pt x="784096" y="75445"/>
                  <a:pt x="784346" y="71379"/>
                  <a:pt x="784346" y="68653"/>
                </a:cubicBezTo>
                <a:cubicBezTo>
                  <a:pt x="784346" y="66246"/>
                  <a:pt x="784130" y="62635"/>
                  <a:pt x="783699" y="57820"/>
                </a:cubicBezTo>
                <a:cubicBezTo>
                  <a:pt x="783268" y="53005"/>
                  <a:pt x="783052" y="49371"/>
                  <a:pt x="783052" y="46918"/>
                </a:cubicBezTo>
                <a:cubicBezTo>
                  <a:pt x="783052" y="36607"/>
                  <a:pt x="785367" y="31451"/>
                  <a:pt x="789996" y="31451"/>
                </a:cubicBezTo>
                <a:cubicBezTo>
                  <a:pt x="791766" y="31451"/>
                  <a:pt x="793389" y="32212"/>
                  <a:pt x="794864" y="33732"/>
                </a:cubicBezTo>
                <a:cubicBezTo>
                  <a:pt x="796339" y="35252"/>
                  <a:pt x="797076" y="36920"/>
                  <a:pt x="797076" y="38736"/>
                </a:cubicBezTo>
                <a:cubicBezTo>
                  <a:pt x="797076" y="39598"/>
                  <a:pt x="796963" y="40937"/>
                  <a:pt x="796736" y="42752"/>
                </a:cubicBezTo>
                <a:cubicBezTo>
                  <a:pt x="796509" y="44567"/>
                  <a:pt x="796395" y="45952"/>
                  <a:pt x="796395" y="46905"/>
                </a:cubicBezTo>
                <a:lnTo>
                  <a:pt x="796532" y="54053"/>
                </a:lnTo>
                <a:cubicBezTo>
                  <a:pt x="798892" y="49197"/>
                  <a:pt x="802363" y="44806"/>
                  <a:pt x="806947" y="40880"/>
                </a:cubicBezTo>
                <a:cubicBezTo>
                  <a:pt x="811531" y="36954"/>
                  <a:pt x="815434" y="34991"/>
                  <a:pt x="818656" y="34991"/>
                </a:cubicBezTo>
                <a:cubicBezTo>
                  <a:pt x="825782" y="34991"/>
                  <a:pt x="830683" y="38531"/>
                  <a:pt x="833361" y="45611"/>
                </a:cubicBezTo>
                <a:cubicBezTo>
                  <a:pt x="835857" y="42298"/>
                  <a:pt x="838830" y="39813"/>
                  <a:pt x="842279" y="38157"/>
                </a:cubicBezTo>
                <a:cubicBezTo>
                  <a:pt x="845728" y="36500"/>
                  <a:pt x="849677" y="35672"/>
                  <a:pt x="854124" y="35672"/>
                </a:cubicBezTo>
                <a:cubicBezTo>
                  <a:pt x="861704" y="35672"/>
                  <a:pt x="866877" y="39764"/>
                  <a:pt x="869646" y="47947"/>
                </a:cubicBezTo>
                <a:cubicBezTo>
                  <a:pt x="870190" y="49584"/>
                  <a:pt x="871121" y="55972"/>
                  <a:pt x="872437" y="67111"/>
                </a:cubicBezTo>
                <a:cubicBezTo>
                  <a:pt x="873708" y="74931"/>
                  <a:pt x="875342" y="87957"/>
                  <a:pt x="877339" y="106189"/>
                </a:cubicBezTo>
                <a:cubicBezTo>
                  <a:pt x="877475" y="108007"/>
                  <a:pt x="876862" y="109552"/>
                  <a:pt x="875500" y="110824"/>
                </a:cubicBezTo>
                <a:cubicBezTo>
                  <a:pt x="874139" y="112098"/>
                  <a:pt x="872482" y="112735"/>
                  <a:pt x="870531" y="112735"/>
                </a:cubicBezTo>
                <a:close/>
                <a:moveTo>
                  <a:pt x="906047" y="20831"/>
                </a:moveTo>
                <a:cubicBezTo>
                  <a:pt x="903869" y="20831"/>
                  <a:pt x="901985" y="20060"/>
                  <a:pt x="900397" y="18517"/>
                </a:cubicBezTo>
                <a:cubicBezTo>
                  <a:pt x="898808" y="16974"/>
                  <a:pt x="898014" y="15113"/>
                  <a:pt x="898014" y="12935"/>
                </a:cubicBezTo>
                <a:cubicBezTo>
                  <a:pt x="898014" y="10756"/>
                  <a:pt x="898808" y="8895"/>
                  <a:pt x="900397" y="7352"/>
                </a:cubicBezTo>
                <a:cubicBezTo>
                  <a:pt x="901985" y="5809"/>
                  <a:pt x="903869" y="5038"/>
                  <a:pt x="906047" y="5038"/>
                </a:cubicBezTo>
                <a:cubicBezTo>
                  <a:pt x="908226" y="5038"/>
                  <a:pt x="910098" y="5809"/>
                  <a:pt x="911664" y="7352"/>
                </a:cubicBezTo>
                <a:cubicBezTo>
                  <a:pt x="913229" y="8895"/>
                  <a:pt x="914012" y="10756"/>
                  <a:pt x="914012" y="12935"/>
                </a:cubicBezTo>
                <a:cubicBezTo>
                  <a:pt x="914012" y="15113"/>
                  <a:pt x="913229" y="16974"/>
                  <a:pt x="911664" y="18517"/>
                </a:cubicBezTo>
                <a:cubicBezTo>
                  <a:pt x="910098" y="20060"/>
                  <a:pt x="908226" y="20831"/>
                  <a:pt x="906047" y="20831"/>
                </a:cubicBezTo>
                <a:moveTo>
                  <a:pt x="909111" y="76148"/>
                </a:moveTo>
                <a:cubicBezTo>
                  <a:pt x="909111" y="78874"/>
                  <a:pt x="909190" y="82951"/>
                  <a:pt x="909349" y="88380"/>
                </a:cubicBezTo>
                <a:cubicBezTo>
                  <a:pt x="909508" y="93808"/>
                  <a:pt x="909587" y="97885"/>
                  <a:pt x="909587" y="100611"/>
                </a:cubicBezTo>
                <a:cubicBezTo>
                  <a:pt x="909587" y="102609"/>
                  <a:pt x="908975" y="104244"/>
                  <a:pt x="907749" y="105517"/>
                </a:cubicBezTo>
                <a:cubicBezTo>
                  <a:pt x="906524" y="106789"/>
                  <a:pt x="904913" y="107425"/>
                  <a:pt x="902916" y="107425"/>
                </a:cubicBezTo>
                <a:cubicBezTo>
                  <a:pt x="900964" y="107425"/>
                  <a:pt x="899364" y="106789"/>
                  <a:pt x="898116" y="105517"/>
                </a:cubicBezTo>
                <a:cubicBezTo>
                  <a:pt x="896868" y="104244"/>
                  <a:pt x="896244" y="102609"/>
                  <a:pt x="896244" y="100611"/>
                </a:cubicBezTo>
                <a:cubicBezTo>
                  <a:pt x="896244" y="97885"/>
                  <a:pt x="896165" y="93808"/>
                  <a:pt x="896006" y="88380"/>
                </a:cubicBezTo>
                <a:cubicBezTo>
                  <a:pt x="895847" y="82951"/>
                  <a:pt x="895768" y="78874"/>
                  <a:pt x="895768" y="76148"/>
                </a:cubicBezTo>
                <a:cubicBezTo>
                  <a:pt x="895768" y="71878"/>
                  <a:pt x="895995" y="66551"/>
                  <a:pt x="896448" y="60169"/>
                </a:cubicBezTo>
                <a:cubicBezTo>
                  <a:pt x="896902" y="53785"/>
                  <a:pt x="897129" y="48459"/>
                  <a:pt x="897129" y="44188"/>
                </a:cubicBezTo>
                <a:cubicBezTo>
                  <a:pt x="897129" y="42144"/>
                  <a:pt x="897753" y="40486"/>
                  <a:pt x="899001" y="39214"/>
                </a:cubicBezTo>
                <a:cubicBezTo>
                  <a:pt x="900249" y="37942"/>
                  <a:pt x="901849" y="37306"/>
                  <a:pt x="903801" y="37306"/>
                </a:cubicBezTo>
                <a:cubicBezTo>
                  <a:pt x="905752" y="37306"/>
                  <a:pt x="907352" y="37942"/>
                  <a:pt x="908600" y="39214"/>
                </a:cubicBezTo>
                <a:cubicBezTo>
                  <a:pt x="909848" y="40486"/>
                  <a:pt x="910472" y="42144"/>
                  <a:pt x="910472" y="44188"/>
                </a:cubicBezTo>
                <a:cubicBezTo>
                  <a:pt x="910472" y="48459"/>
                  <a:pt x="910245" y="53785"/>
                  <a:pt x="909791" y="60169"/>
                </a:cubicBezTo>
                <a:cubicBezTo>
                  <a:pt x="909338" y="66551"/>
                  <a:pt x="909111" y="71878"/>
                  <a:pt x="909111" y="76148"/>
                </a:cubicBezTo>
                <a:close/>
                <a:moveTo>
                  <a:pt x="984520" y="111918"/>
                </a:moveTo>
                <a:cubicBezTo>
                  <a:pt x="980617" y="111918"/>
                  <a:pt x="978416" y="109781"/>
                  <a:pt x="977916" y="105506"/>
                </a:cubicBezTo>
                <a:lnTo>
                  <a:pt x="976010" y="90565"/>
                </a:lnTo>
                <a:cubicBezTo>
                  <a:pt x="975375" y="85244"/>
                  <a:pt x="975057" y="80264"/>
                  <a:pt x="975057" y="75625"/>
                </a:cubicBezTo>
                <a:cubicBezTo>
                  <a:pt x="975057" y="74351"/>
                  <a:pt x="975136" y="72191"/>
                  <a:pt x="975295" y="69145"/>
                </a:cubicBezTo>
                <a:cubicBezTo>
                  <a:pt x="975454" y="66097"/>
                  <a:pt x="975534" y="63936"/>
                  <a:pt x="975534" y="62662"/>
                </a:cubicBezTo>
                <a:cubicBezTo>
                  <a:pt x="975534" y="52838"/>
                  <a:pt x="973718" y="47926"/>
                  <a:pt x="970087" y="47926"/>
                </a:cubicBezTo>
                <a:cubicBezTo>
                  <a:pt x="965004" y="47926"/>
                  <a:pt x="960148" y="50948"/>
                  <a:pt x="955519" y="56991"/>
                </a:cubicBezTo>
                <a:cubicBezTo>
                  <a:pt x="951344" y="62488"/>
                  <a:pt x="948076" y="69439"/>
                  <a:pt x="945716" y="77843"/>
                </a:cubicBezTo>
                <a:cubicBezTo>
                  <a:pt x="945625" y="79616"/>
                  <a:pt x="945421" y="81843"/>
                  <a:pt x="945103" y="84524"/>
                </a:cubicBezTo>
                <a:cubicBezTo>
                  <a:pt x="944831" y="86796"/>
                  <a:pt x="944695" y="88999"/>
                  <a:pt x="944695" y="91133"/>
                </a:cubicBezTo>
                <a:cubicBezTo>
                  <a:pt x="944695" y="92496"/>
                  <a:pt x="944831" y="94541"/>
                  <a:pt x="945103" y="97267"/>
                </a:cubicBezTo>
                <a:cubicBezTo>
                  <a:pt x="945376" y="99993"/>
                  <a:pt x="945512" y="102037"/>
                  <a:pt x="945512" y="103400"/>
                </a:cubicBezTo>
                <a:cubicBezTo>
                  <a:pt x="945512" y="105445"/>
                  <a:pt x="944888" y="107104"/>
                  <a:pt x="943640" y="108376"/>
                </a:cubicBezTo>
                <a:cubicBezTo>
                  <a:pt x="942392" y="109648"/>
                  <a:pt x="940792" y="110284"/>
                  <a:pt x="938840" y="110284"/>
                </a:cubicBezTo>
                <a:cubicBezTo>
                  <a:pt x="936843" y="110284"/>
                  <a:pt x="935232" y="109647"/>
                  <a:pt x="934007" y="108374"/>
                </a:cubicBezTo>
                <a:cubicBezTo>
                  <a:pt x="932781" y="107102"/>
                  <a:pt x="932169" y="105442"/>
                  <a:pt x="932169" y="103396"/>
                </a:cubicBezTo>
                <a:cubicBezTo>
                  <a:pt x="932169" y="102033"/>
                  <a:pt x="932021" y="99988"/>
                  <a:pt x="931726" y="97260"/>
                </a:cubicBezTo>
                <a:cubicBezTo>
                  <a:pt x="931431" y="94531"/>
                  <a:pt x="931284" y="92485"/>
                  <a:pt x="931284" y="91121"/>
                </a:cubicBezTo>
                <a:cubicBezTo>
                  <a:pt x="931284" y="86437"/>
                  <a:pt x="931613" y="79947"/>
                  <a:pt x="932271" y="71651"/>
                </a:cubicBezTo>
                <a:cubicBezTo>
                  <a:pt x="932929" y="63354"/>
                  <a:pt x="933258" y="56864"/>
                  <a:pt x="933258" y="52181"/>
                </a:cubicBezTo>
                <a:cubicBezTo>
                  <a:pt x="933258" y="50726"/>
                  <a:pt x="933179" y="48566"/>
                  <a:pt x="933020" y="45703"/>
                </a:cubicBezTo>
                <a:cubicBezTo>
                  <a:pt x="932861" y="42838"/>
                  <a:pt x="932781" y="40679"/>
                  <a:pt x="932781" y="39225"/>
                </a:cubicBezTo>
                <a:cubicBezTo>
                  <a:pt x="932781" y="37269"/>
                  <a:pt x="933428" y="35666"/>
                  <a:pt x="934722" y="34417"/>
                </a:cubicBezTo>
                <a:cubicBezTo>
                  <a:pt x="936015" y="33166"/>
                  <a:pt x="937615" y="32541"/>
                  <a:pt x="939521" y="32541"/>
                </a:cubicBezTo>
                <a:cubicBezTo>
                  <a:pt x="943696" y="32541"/>
                  <a:pt x="945988" y="35503"/>
                  <a:pt x="946397" y="41427"/>
                </a:cubicBezTo>
                <a:lnTo>
                  <a:pt x="946601" y="49424"/>
                </a:lnTo>
                <a:cubicBezTo>
                  <a:pt x="954226" y="39258"/>
                  <a:pt x="962054" y="34174"/>
                  <a:pt x="970087" y="34174"/>
                </a:cubicBezTo>
                <a:cubicBezTo>
                  <a:pt x="977349" y="34174"/>
                  <a:pt x="982409" y="37380"/>
                  <a:pt x="985269" y="43790"/>
                </a:cubicBezTo>
                <a:cubicBezTo>
                  <a:pt x="987220" y="48064"/>
                  <a:pt x="988287" y="54383"/>
                  <a:pt x="988468" y="62750"/>
                </a:cubicBezTo>
                <a:lnTo>
                  <a:pt x="988468" y="69636"/>
                </a:lnTo>
                <a:lnTo>
                  <a:pt x="988400" y="75978"/>
                </a:lnTo>
                <a:cubicBezTo>
                  <a:pt x="988400" y="79752"/>
                  <a:pt x="988888" y="84628"/>
                  <a:pt x="989864" y="90608"/>
                </a:cubicBezTo>
                <a:cubicBezTo>
                  <a:pt x="990839" y="96586"/>
                  <a:pt x="991327" y="101438"/>
                  <a:pt x="991327" y="105166"/>
                </a:cubicBezTo>
                <a:cubicBezTo>
                  <a:pt x="991327" y="107167"/>
                  <a:pt x="990681" y="108792"/>
                  <a:pt x="989387" y="110042"/>
                </a:cubicBezTo>
                <a:cubicBezTo>
                  <a:pt x="988094" y="111293"/>
                  <a:pt x="986471" y="111918"/>
                  <a:pt x="984520" y="111918"/>
                </a:cubicBezTo>
                <a:close/>
                <a:moveTo>
                  <a:pt x="1062449" y="77675"/>
                </a:moveTo>
                <a:lnTo>
                  <a:pt x="1060883" y="100549"/>
                </a:lnTo>
                <a:cubicBezTo>
                  <a:pt x="1060611" y="109626"/>
                  <a:pt x="1059681" y="117046"/>
                  <a:pt x="1058092" y="122810"/>
                </a:cubicBezTo>
                <a:cubicBezTo>
                  <a:pt x="1056050" y="130163"/>
                  <a:pt x="1052782" y="135586"/>
                  <a:pt x="1048289" y="139081"/>
                </a:cubicBezTo>
                <a:cubicBezTo>
                  <a:pt x="1042843" y="143301"/>
                  <a:pt x="1034969" y="145412"/>
                  <a:pt x="1024666" y="145412"/>
                </a:cubicBezTo>
                <a:cubicBezTo>
                  <a:pt x="1018630" y="145412"/>
                  <a:pt x="1013570" y="145003"/>
                  <a:pt x="1009485" y="144186"/>
                </a:cubicBezTo>
                <a:cubicBezTo>
                  <a:pt x="1003767" y="143052"/>
                  <a:pt x="1000908" y="140692"/>
                  <a:pt x="1000908" y="137106"/>
                </a:cubicBezTo>
                <a:cubicBezTo>
                  <a:pt x="1000908" y="133067"/>
                  <a:pt x="1002882" y="131048"/>
                  <a:pt x="1006830" y="131048"/>
                </a:cubicBezTo>
                <a:cubicBezTo>
                  <a:pt x="1008464" y="131048"/>
                  <a:pt x="1011187" y="131445"/>
                  <a:pt x="1015000" y="132239"/>
                </a:cubicBezTo>
                <a:cubicBezTo>
                  <a:pt x="1018812" y="133033"/>
                  <a:pt x="1023033" y="133385"/>
                  <a:pt x="1027662" y="133294"/>
                </a:cubicBezTo>
                <a:cubicBezTo>
                  <a:pt x="1036376" y="133149"/>
                  <a:pt x="1042389" y="128680"/>
                  <a:pt x="1045702" y="119887"/>
                </a:cubicBezTo>
                <a:cubicBezTo>
                  <a:pt x="1047881" y="114024"/>
                  <a:pt x="1049038" y="105014"/>
                  <a:pt x="1049174" y="92857"/>
                </a:cubicBezTo>
                <a:cubicBezTo>
                  <a:pt x="1046723" y="98166"/>
                  <a:pt x="1043807" y="102149"/>
                  <a:pt x="1040426" y="104804"/>
                </a:cubicBezTo>
                <a:cubicBezTo>
                  <a:pt x="1037045" y="107459"/>
                  <a:pt x="1033176" y="108786"/>
                  <a:pt x="1028819" y="108786"/>
                </a:cubicBezTo>
                <a:cubicBezTo>
                  <a:pt x="1020605" y="108786"/>
                  <a:pt x="1013922" y="105981"/>
                  <a:pt x="1008771" y="100370"/>
                </a:cubicBezTo>
                <a:cubicBezTo>
                  <a:pt x="1003619" y="94760"/>
                  <a:pt x="1001044" y="87480"/>
                  <a:pt x="1001044" y="78531"/>
                </a:cubicBezTo>
                <a:cubicBezTo>
                  <a:pt x="1001044" y="66266"/>
                  <a:pt x="1004561" y="56385"/>
                  <a:pt x="1011596" y="48890"/>
                </a:cubicBezTo>
                <a:cubicBezTo>
                  <a:pt x="1018857" y="41167"/>
                  <a:pt x="1028751" y="37306"/>
                  <a:pt x="1041277" y="37306"/>
                </a:cubicBezTo>
                <a:cubicBezTo>
                  <a:pt x="1045498" y="37306"/>
                  <a:pt x="1049038" y="37851"/>
                  <a:pt x="1051897" y="38940"/>
                </a:cubicBezTo>
                <a:cubicBezTo>
                  <a:pt x="1054756" y="40029"/>
                  <a:pt x="1056935" y="41663"/>
                  <a:pt x="1058432" y="43841"/>
                </a:cubicBezTo>
                <a:cubicBezTo>
                  <a:pt x="1063289" y="43977"/>
                  <a:pt x="1065717" y="46678"/>
                  <a:pt x="1065717" y="51942"/>
                </a:cubicBezTo>
                <a:cubicBezTo>
                  <a:pt x="1065717" y="55165"/>
                  <a:pt x="1065240" y="59476"/>
                  <a:pt x="1064287" y="64877"/>
                </a:cubicBezTo>
                <a:cubicBezTo>
                  <a:pt x="1063243" y="71140"/>
                  <a:pt x="1062631" y="75406"/>
                  <a:pt x="1062449" y="77675"/>
                </a:cubicBezTo>
                <a:moveTo>
                  <a:pt x="1040596" y="50921"/>
                </a:moveTo>
                <a:cubicBezTo>
                  <a:pt x="1031973" y="50921"/>
                  <a:pt x="1025302" y="53598"/>
                  <a:pt x="1020582" y="58950"/>
                </a:cubicBezTo>
                <a:cubicBezTo>
                  <a:pt x="1016361" y="63771"/>
                  <a:pt x="1014251" y="69900"/>
                  <a:pt x="1014251" y="77337"/>
                </a:cubicBezTo>
                <a:cubicBezTo>
                  <a:pt x="1014251" y="83261"/>
                  <a:pt x="1015499" y="87715"/>
                  <a:pt x="1017995" y="90697"/>
                </a:cubicBezTo>
                <a:cubicBezTo>
                  <a:pt x="1020491" y="93680"/>
                  <a:pt x="1024235" y="95171"/>
                  <a:pt x="1029228" y="95171"/>
                </a:cubicBezTo>
                <a:cubicBezTo>
                  <a:pt x="1033811" y="95171"/>
                  <a:pt x="1038259" y="92842"/>
                  <a:pt x="1042571" y="88185"/>
                </a:cubicBezTo>
                <a:cubicBezTo>
                  <a:pt x="1046474" y="83895"/>
                  <a:pt x="1048698" y="79645"/>
                  <a:pt x="1049242" y="75437"/>
                </a:cubicBezTo>
                <a:cubicBezTo>
                  <a:pt x="1050195" y="71024"/>
                  <a:pt x="1051216" y="64098"/>
                  <a:pt x="1052306" y="54659"/>
                </a:cubicBezTo>
                <a:cubicBezTo>
                  <a:pt x="1050490" y="53393"/>
                  <a:pt x="1048607" y="52453"/>
                  <a:pt x="1046655" y="51840"/>
                </a:cubicBezTo>
                <a:cubicBezTo>
                  <a:pt x="1044704" y="51228"/>
                  <a:pt x="1042684" y="50921"/>
                  <a:pt x="1040596" y="50921"/>
                </a:cubicBezTo>
                <a:close/>
                <a:moveTo>
                  <a:pt x="1090477" y="130435"/>
                </a:moveTo>
                <a:cubicBezTo>
                  <a:pt x="1088888" y="130435"/>
                  <a:pt x="1087504" y="129822"/>
                  <a:pt x="1086324" y="128597"/>
                </a:cubicBezTo>
                <a:cubicBezTo>
                  <a:pt x="1085144" y="127371"/>
                  <a:pt x="1084554" y="125964"/>
                  <a:pt x="1084554" y="124376"/>
                </a:cubicBezTo>
                <a:cubicBezTo>
                  <a:pt x="1084554" y="123060"/>
                  <a:pt x="1085961" y="119157"/>
                  <a:pt x="1088775" y="112667"/>
                </a:cubicBezTo>
                <a:cubicBezTo>
                  <a:pt x="1091226" y="107039"/>
                  <a:pt x="1093109" y="103023"/>
                  <a:pt x="1094425" y="100617"/>
                </a:cubicBezTo>
                <a:cubicBezTo>
                  <a:pt x="1095605" y="98439"/>
                  <a:pt x="1097171" y="97350"/>
                  <a:pt x="1099123" y="97350"/>
                </a:cubicBezTo>
                <a:cubicBezTo>
                  <a:pt x="1100757" y="97350"/>
                  <a:pt x="1102152" y="97974"/>
                  <a:pt x="1103309" y="99222"/>
                </a:cubicBezTo>
                <a:cubicBezTo>
                  <a:pt x="1104467" y="100470"/>
                  <a:pt x="1105045" y="101888"/>
                  <a:pt x="1105045" y="103476"/>
                </a:cubicBezTo>
                <a:cubicBezTo>
                  <a:pt x="1105045" y="104566"/>
                  <a:pt x="1101823" y="112326"/>
                  <a:pt x="1095378" y="126759"/>
                </a:cubicBezTo>
                <a:cubicBezTo>
                  <a:pt x="1094335" y="129209"/>
                  <a:pt x="1092701" y="130435"/>
                  <a:pt x="1090477" y="130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ClassicalConditioning">
            <a:extLst xmlns:a="http://schemas.openxmlformats.org/drawingml/2006/main">
              <a:ext uri="{FF2B5EF4-FFF2-40B4-BE49-F238E27FC236}">
                <a16:creationId xmlns:a16="http://schemas.microsoft.com/office/drawing/2014/main" id="{EC2F8283-E094-455B-878B-C6326035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40" y="2248195"/>
            <a:ext cx="1378402" cy="147999"/>
          </a:xfrm>
          <a:custGeom xmlns:a="http://schemas.openxmlformats.org/drawingml/2006/main">
            <a:pathLst>
              <a:path w="1378402" h="147999">
                <a:moveTo>
                  <a:pt x="69030" y="33221"/>
                </a:moveTo>
                <a:cubicBezTo>
                  <a:pt x="66125" y="33221"/>
                  <a:pt x="63947" y="31519"/>
                  <a:pt x="62494" y="28116"/>
                </a:cubicBezTo>
                <a:cubicBezTo>
                  <a:pt x="61224" y="25211"/>
                  <a:pt x="60044" y="23441"/>
                  <a:pt x="58954" y="22806"/>
                </a:cubicBezTo>
                <a:cubicBezTo>
                  <a:pt x="58001" y="22306"/>
                  <a:pt x="55641" y="22057"/>
                  <a:pt x="51874" y="22057"/>
                </a:cubicBezTo>
                <a:cubicBezTo>
                  <a:pt x="45294" y="22057"/>
                  <a:pt x="37987" y="27090"/>
                  <a:pt x="29954" y="37157"/>
                </a:cubicBezTo>
                <a:cubicBezTo>
                  <a:pt x="19061" y="50669"/>
                  <a:pt x="13615" y="63478"/>
                  <a:pt x="13615" y="75584"/>
                </a:cubicBezTo>
                <a:cubicBezTo>
                  <a:pt x="13615" y="81433"/>
                  <a:pt x="15499" y="86467"/>
                  <a:pt x="19266" y="90684"/>
                </a:cubicBezTo>
                <a:cubicBezTo>
                  <a:pt x="23123" y="95037"/>
                  <a:pt x="27775" y="97213"/>
                  <a:pt x="33221" y="97213"/>
                </a:cubicBezTo>
                <a:cubicBezTo>
                  <a:pt x="37896" y="97213"/>
                  <a:pt x="42593" y="96005"/>
                  <a:pt x="47313" y="93588"/>
                </a:cubicBezTo>
                <a:cubicBezTo>
                  <a:pt x="49946" y="92221"/>
                  <a:pt x="53985" y="89531"/>
                  <a:pt x="59431" y="85517"/>
                </a:cubicBezTo>
                <a:cubicBezTo>
                  <a:pt x="62018" y="83602"/>
                  <a:pt x="63969" y="82645"/>
                  <a:pt x="65285" y="82645"/>
                </a:cubicBezTo>
                <a:cubicBezTo>
                  <a:pt x="67237" y="82645"/>
                  <a:pt x="68871" y="83386"/>
                  <a:pt x="70187" y="84868"/>
                </a:cubicBezTo>
                <a:cubicBezTo>
                  <a:pt x="71503" y="86350"/>
                  <a:pt x="72161" y="88003"/>
                  <a:pt x="72161" y="89827"/>
                </a:cubicBezTo>
                <a:cubicBezTo>
                  <a:pt x="72161" y="91879"/>
                  <a:pt x="71299" y="93681"/>
                  <a:pt x="69574" y="95231"/>
                </a:cubicBezTo>
                <a:cubicBezTo>
                  <a:pt x="57593" y="105902"/>
                  <a:pt x="45475" y="111237"/>
                  <a:pt x="33221" y="111237"/>
                </a:cubicBezTo>
                <a:cubicBezTo>
                  <a:pt x="23827" y="111237"/>
                  <a:pt x="15885" y="107627"/>
                  <a:pt x="9395" y="100407"/>
                </a:cubicBezTo>
                <a:cubicBezTo>
                  <a:pt x="3132" y="93412"/>
                  <a:pt x="0" y="85146"/>
                  <a:pt x="0" y="75610"/>
                </a:cubicBezTo>
                <a:cubicBezTo>
                  <a:pt x="0" y="60214"/>
                  <a:pt x="6445" y="44433"/>
                  <a:pt x="19334" y="28265"/>
                </a:cubicBezTo>
                <a:cubicBezTo>
                  <a:pt x="30090" y="14777"/>
                  <a:pt x="40937" y="8033"/>
                  <a:pt x="51874" y="8033"/>
                </a:cubicBezTo>
                <a:cubicBezTo>
                  <a:pt x="54098" y="8033"/>
                  <a:pt x="56095" y="8135"/>
                  <a:pt x="57865" y="8339"/>
                </a:cubicBezTo>
                <a:cubicBezTo>
                  <a:pt x="59635" y="8544"/>
                  <a:pt x="61201" y="8873"/>
                  <a:pt x="62562" y="9326"/>
                </a:cubicBezTo>
                <a:cubicBezTo>
                  <a:pt x="64151" y="7012"/>
                  <a:pt x="66216" y="5855"/>
                  <a:pt x="68757" y="5855"/>
                </a:cubicBezTo>
                <a:cubicBezTo>
                  <a:pt x="71889" y="5855"/>
                  <a:pt x="73863" y="7925"/>
                  <a:pt x="74680" y="12064"/>
                </a:cubicBezTo>
                <a:cubicBezTo>
                  <a:pt x="75406" y="15751"/>
                  <a:pt x="75769" y="20278"/>
                  <a:pt x="75769" y="25646"/>
                </a:cubicBezTo>
                <a:cubicBezTo>
                  <a:pt x="75769" y="27511"/>
                  <a:pt x="75270" y="29149"/>
                  <a:pt x="74272" y="30560"/>
                </a:cubicBezTo>
                <a:cubicBezTo>
                  <a:pt x="73046" y="32334"/>
                  <a:pt x="71299" y="33221"/>
                  <a:pt x="69030" y="33221"/>
                </a:cubicBezTo>
                <a:close/>
                <a:moveTo>
                  <a:pt x="105590" y="56095"/>
                </a:moveTo>
                <a:lnTo>
                  <a:pt x="104569" y="89970"/>
                </a:lnTo>
                <a:cubicBezTo>
                  <a:pt x="104569" y="93559"/>
                  <a:pt x="104387" y="98830"/>
                  <a:pt x="104024" y="105783"/>
                </a:cubicBezTo>
                <a:cubicBezTo>
                  <a:pt x="103571" y="110327"/>
                  <a:pt x="101347" y="112599"/>
                  <a:pt x="97353" y="112599"/>
                </a:cubicBezTo>
                <a:cubicBezTo>
                  <a:pt x="92905" y="112599"/>
                  <a:pt x="90681" y="110281"/>
                  <a:pt x="90681" y="105646"/>
                </a:cubicBezTo>
                <a:cubicBezTo>
                  <a:pt x="90681" y="100148"/>
                  <a:pt x="90931" y="91889"/>
                  <a:pt x="91430" y="80871"/>
                </a:cubicBezTo>
                <a:cubicBezTo>
                  <a:pt x="91929" y="69852"/>
                  <a:pt x="92179" y="61594"/>
                  <a:pt x="92179" y="56095"/>
                </a:cubicBezTo>
                <a:cubicBezTo>
                  <a:pt x="92179" y="48916"/>
                  <a:pt x="92292" y="40703"/>
                  <a:pt x="92519" y="31456"/>
                </a:cubicBezTo>
                <a:cubicBezTo>
                  <a:pt x="92746" y="22209"/>
                  <a:pt x="92860" y="13995"/>
                  <a:pt x="92860" y="6816"/>
                </a:cubicBezTo>
                <a:cubicBezTo>
                  <a:pt x="92860" y="2272"/>
                  <a:pt x="95084" y="0"/>
                  <a:pt x="99531" y="0"/>
                </a:cubicBezTo>
                <a:cubicBezTo>
                  <a:pt x="104024" y="0"/>
                  <a:pt x="106271" y="2272"/>
                  <a:pt x="106271" y="6816"/>
                </a:cubicBezTo>
                <a:cubicBezTo>
                  <a:pt x="106271" y="13995"/>
                  <a:pt x="106157" y="22209"/>
                  <a:pt x="105931" y="31456"/>
                </a:cubicBezTo>
                <a:cubicBezTo>
                  <a:pt x="105704" y="40703"/>
                  <a:pt x="105590" y="48916"/>
                  <a:pt x="105590" y="56095"/>
                </a:cubicBezTo>
                <a:close/>
                <a:moveTo>
                  <a:pt x="180700" y="114096"/>
                </a:moveTo>
                <a:cubicBezTo>
                  <a:pt x="179837" y="114096"/>
                  <a:pt x="178272" y="113089"/>
                  <a:pt x="176002" y="111076"/>
                </a:cubicBezTo>
                <a:cubicBezTo>
                  <a:pt x="173960" y="109199"/>
                  <a:pt x="172440" y="107528"/>
                  <a:pt x="171441" y="106063"/>
                </a:cubicBezTo>
                <a:cubicBezTo>
                  <a:pt x="167084" y="108446"/>
                  <a:pt x="163249" y="110244"/>
                  <a:pt x="159936" y="111458"/>
                </a:cubicBezTo>
                <a:cubicBezTo>
                  <a:pt x="156623" y="112672"/>
                  <a:pt x="153855" y="113280"/>
                  <a:pt x="151631" y="113280"/>
                </a:cubicBezTo>
                <a:cubicBezTo>
                  <a:pt x="141011" y="113280"/>
                  <a:pt x="133273" y="110284"/>
                  <a:pt x="128417" y="104293"/>
                </a:cubicBezTo>
                <a:cubicBezTo>
                  <a:pt x="123833" y="98666"/>
                  <a:pt x="121541" y="90043"/>
                  <a:pt x="121541" y="78424"/>
                </a:cubicBezTo>
                <a:cubicBezTo>
                  <a:pt x="121541" y="67441"/>
                  <a:pt x="125319" y="58047"/>
                  <a:pt x="132876" y="50241"/>
                </a:cubicBezTo>
                <a:cubicBezTo>
                  <a:pt x="140432" y="42434"/>
                  <a:pt x="149453" y="38531"/>
                  <a:pt x="159936" y="38531"/>
                </a:cubicBezTo>
                <a:cubicBezTo>
                  <a:pt x="163885" y="38531"/>
                  <a:pt x="168310" y="39553"/>
                  <a:pt x="173211" y="41595"/>
                </a:cubicBezTo>
                <a:cubicBezTo>
                  <a:pt x="179384" y="44136"/>
                  <a:pt x="182470" y="47200"/>
                  <a:pt x="182470" y="50785"/>
                </a:cubicBezTo>
                <a:cubicBezTo>
                  <a:pt x="182470" y="52011"/>
                  <a:pt x="182016" y="53100"/>
                  <a:pt x="181108" y="54053"/>
                </a:cubicBezTo>
                <a:cubicBezTo>
                  <a:pt x="180654" y="55777"/>
                  <a:pt x="180303" y="58614"/>
                  <a:pt x="180053" y="62562"/>
                </a:cubicBezTo>
                <a:cubicBezTo>
                  <a:pt x="179803" y="66511"/>
                  <a:pt x="179656" y="71571"/>
                  <a:pt x="179610" y="77744"/>
                </a:cubicBezTo>
                <a:cubicBezTo>
                  <a:pt x="179565" y="83371"/>
                  <a:pt x="179951" y="87819"/>
                  <a:pt x="180768" y="91087"/>
                </a:cubicBezTo>
                <a:cubicBezTo>
                  <a:pt x="181222" y="93083"/>
                  <a:pt x="182651" y="97077"/>
                  <a:pt x="185057" y="103068"/>
                </a:cubicBezTo>
                <a:cubicBezTo>
                  <a:pt x="185374" y="103885"/>
                  <a:pt x="185896" y="105088"/>
                  <a:pt x="186622" y="106676"/>
                </a:cubicBezTo>
                <a:lnTo>
                  <a:pt x="187031" y="107833"/>
                </a:lnTo>
                <a:cubicBezTo>
                  <a:pt x="187031" y="109649"/>
                  <a:pt x="186395" y="111146"/>
                  <a:pt x="185125" y="112326"/>
                </a:cubicBezTo>
                <a:cubicBezTo>
                  <a:pt x="183854" y="113506"/>
                  <a:pt x="182379" y="114096"/>
                  <a:pt x="180700" y="114096"/>
                </a:cubicBezTo>
                <a:moveTo>
                  <a:pt x="166540" y="66809"/>
                </a:moveTo>
                <a:cubicBezTo>
                  <a:pt x="166540" y="64861"/>
                  <a:pt x="166665" y="62745"/>
                  <a:pt x="166914" y="60461"/>
                </a:cubicBezTo>
                <a:cubicBezTo>
                  <a:pt x="167164" y="58174"/>
                  <a:pt x="167538" y="55741"/>
                  <a:pt x="168037" y="53161"/>
                </a:cubicBezTo>
                <a:cubicBezTo>
                  <a:pt x="166358" y="52301"/>
                  <a:pt x="164917" y="51667"/>
                  <a:pt x="163715" y="51260"/>
                </a:cubicBezTo>
                <a:cubicBezTo>
                  <a:pt x="162512" y="50853"/>
                  <a:pt x="161547" y="50649"/>
                  <a:pt x="160821" y="50649"/>
                </a:cubicBezTo>
                <a:cubicBezTo>
                  <a:pt x="153787" y="50649"/>
                  <a:pt x="147717" y="53512"/>
                  <a:pt x="142611" y="59237"/>
                </a:cubicBezTo>
                <a:cubicBezTo>
                  <a:pt x="137505" y="64963"/>
                  <a:pt x="134952" y="71560"/>
                  <a:pt x="134952" y="79028"/>
                </a:cubicBezTo>
                <a:cubicBezTo>
                  <a:pt x="134952" y="86452"/>
                  <a:pt x="136268" y="92019"/>
                  <a:pt x="138901" y="95731"/>
                </a:cubicBezTo>
                <a:cubicBezTo>
                  <a:pt x="141533" y="99442"/>
                  <a:pt x="145481" y="101298"/>
                  <a:pt x="150746" y="101298"/>
                </a:cubicBezTo>
                <a:cubicBezTo>
                  <a:pt x="155103" y="101298"/>
                  <a:pt x="158802" y="100506"/>
                  <a:pt x="161842" y="98922"/>
                </a:cubicBezTo>
                <a:cubicBezTo>
                  <a:pt x="163476" y="98062"/>
                  <a:pt x="165768" y="96343"/>
                  <a:pt x="168718" y="93763"/>
                </a:cubicBezTo>
                <a:cubicBezTo>
                  <a:pt x="167266" y="81767"/>
                  <a:pt x="166540" y="72782"/>
                  <a:pt x="166540" y="66809"/>
                </a:cubicBezTo>
                <a:close/>
                <a:moveTo>
                  <a:pt x="245341" y="57184"/>
                </a:moveTo>
                <a:cubicBezTo>
                  <a:pt x="242845" y="57184"/>
                  <a:pt x="241098" y="56350"/>
                  <a:pt x="240100" y="54683"/>
                </a:cubicBezTo>
                <a:cubicBezTo>
                  <a:pt x="239419" y="53511"/>
                  <a:pt x="238829" y="51077"/>
                  <a:pt x="238330" y="47381"/>
                </a:cubicBezTo>
                <a:cubicBezTo>
                  <a:pt x="234926" y="48242"/>
                  <a:pt x="229684" y="49829"/>
                  <a:pt x="222604" y="52140"/>
                </a:cubicBezTo>
                <a:cubicBezTo>
                  <a:pt x="215297" y="55042"/>
                  <a:pt x="211621" y="58623"/>
                  <a:pt x="211575" y="62884"/>
                </a:cubicBezTo>
                <a:cubicBezTo>
                  <a:pt x="212937" y="63383"/>
                  <a:pt x="214276" y="63746"/>
                  <a:pt x="215592" y="63973"/>
                </a:cubicBezTo>
                <a:cubicBezTo>
                  <a:pt x="226030" y="65831"/>
                  <a:pt x="233791" y="68392"/>
                  <a:pt x="238874" y="71657"/>
                </a:cubicBezTo>
                <a:cubicBezTo>
                  <a:pt x="246272" y="76418"/>
                  <a:pt x="249971" y="83310"/>
                  <a:pt x="249971" y="92333"/>
                </a:cubicBezTo>
                <a:cubicBezTo>
                  <a:pt x="249971" y="99724"/>
                  <a:pt x="246771" y="105300"/>
                  <a:pt x="240372" y="109063"/>
                </a:cubicBezTo>
                <a:cubicBezTo>
                  <a:pt x="235062" y="112146"/>
                  <a:pt x="228345" y="113688"/>
                  <a:pt x="220221" y="113688"/>
                </a:cubicBezTo>
                <a:cubicBezTo>
                  <a:pt x="214276" y="113688"/>
                  <a:pt x="208603" y="112690"/>
                  <a:pt x="203202" y="110693"/>
                </a:cubicBezTo>
                <a:cubicBezTo>
                  <a:pt x="196213" y="108151"/>
                  <a:pt x="192718" y="104611"/>
                  <a:pt x="192718" y="100073"/>
                </a:cubicBezTo>
                <a:cubicBezTo>
                  <a:pt x="192718" y="98257"/>
                  <a:pt x="193433" y="96669"/>
                  <a:pt x="194863" y="95307"/>
                </a:cubicBezTo>
                <a:cubicBezTo>
                  <a:pt x="196292" y="93946"/>
                  <a:pt x="197915" y="93265"/>
                  <a:pt x="199730" y="93265"/>
                </a:cubicBezTo>
                <a:cubicBezTo>
                  <a:pt x="201137" y="93265"/>
                  <a:pt x="202952" y="94354"/>
                  <a:pt x="205176" y="96533"/>
                </a:cubicBezTo>
                <a:cubicBezTo>
                  <a:pt x="206265" y="97577"/>
                  <a:pt x="208716" y="98439"/>
                  <a:pt x="212528" y="99120"/>
                </a:cubicBezTo>
                <a:cubicBezTo>
                  <a:pt x="215569" y="99664"/>
                  <a:pt x="218133" y="99936"/>
                  <a:pt x="220221" y="99936"/>
                </a:cubicBezTo>
                <a:cubicBezTo>
                  <a:pt x="224033" y="99936"/>
                  <a:pt x="227392" y="99483"/>
                  <a:pt x="230296" y="98577"/>
                </a:cubicBezTo>
                <a:cubicBezTo>
                  <a:pt x="234517" y="97262"/>
                  <a:pt x="236628" y="95178"/>
                  <a:pt x="236628" y="92323"/>
                </a:cubicBezTo>
                <a:cubicBezTo>
                  <a:pt x="236628" y="86157"/>
                  <a:pt x="232316" y="81987"/>
                  <a:pt x="223693" y="79811"/>
                </a:cubicBezTo>
                <a:lnTo>
                  <a:pt x="216613" y="78246"/>
                </a:lnTo>
                <a:cubicBezTo>
                  <a:pt x="210577" y="76928"/>
                  <a:pt x="206288" y="75384"/>
                  <a:pt x="203747" y="73612"/>
                </a:cubicBezTo>
                <a:cubicBezTo>
                  <a:pt x="200070" y="71069"/>
                  <a:pt x="198232" y="67233"/>
                  <a:pt x="198232" y="62103"/>
                </a:cubicBezTo>
                <a:cubicBezTo>
                  <a:pt x="198232" y="52612"/>
                  <a:pt x="202703" y="45845"/>
                  <a:pt x="211643" y="41803"/>
                </a:cubicBezTo>
                <a:cubicBezTo>
                  <a:pt x="214367" y="40578"/>
                  <a:pt x="218723" y="39114"/>
                  <a:pt x="224714" y="37412"/>
                </a:cubicBezTo>
                <a:cubicBezTo>
                  <a:pt x="230705" y="35709"/>
                  <a:pt x="234994" y="34267"/>
                  <a:pt x="237581" y="33085"/>
                </a:cubicBezTo>
                <a:cubicBezTo>
                  <a:pt x="239441" y="32268"/>
                  <a:pt x="241461" y="31860"/>
                  <a:pt x="243639" y="31860"/>
                </a:cubicBezTo>
                <a:cubicBezTo>
                  <a:pt x="245591" y="31860"/>
                  <a:pt x="247191" y="32495"/>
                  <a:pt x="248439" y="33766"/>
                </a:cubicBezTo>
                <a:cubicBezTo>
                  <a:pt x="249687" y="35037"/>
                  <a:pt x="250311" y="36693"/>
                  <a:pt x="250311" y="38736"/>
                </a:cubicBezTo>
                <a:cubicBezTo>
                  <a:pt x="250311" y="40052"/>
                  <a:pt x="250595" y="41981"/>
                  <a:pt x="251162" y="44522"/>
                </a:cubicBezTo>
                <a:cubicBezTo>
                  <a:pt x="251729" y="47064"/>
                  <a:pt x="252013" y="48992"/>
                  <a:pt x="252013" y="50309"/>
                </a:cubicBezTo>
                <a:cubicBezTo>
                  <a:pt x="252013" y="52351"/>
                  <a:pt x="251389" y="54007"/>
                  <a:pt x="250141" y="55278"/>
                </a:cubicBezTo>
                <a:cubicBezTo>
                  <a:pt x="248893" y="56549"/>
                  <a:pt x="247293" y="57184"/>
                  <a:pt x="245341" y="57184"/>
                </a:cubicBezTo>
                <a:close/>
                <a:moveTo>
                  <a:pt x="312876" y="57184"/>
                </a:moveTo>
                <a:cubicBezTo>
                  <a:pt x="310380" y="57184"/>
                  <a:pt x="308633" y="56350"/>
                  <a:pt x="307635" y="54683"/>
                </a:cubicBezTo>
                <a:cubicBezTo>
                  <a:pt x="306954" y="53511"/>
                  <a:pt x="306364" y="51077"/>
                  <a:pt x="305865" y="47381"/>
                </a:cubicBezTo>
                <a:cubicBezTo>
                  <a:pt x="302461" y="48242"/>
                  <a:pt x="297219" y="49829"/>
                  <a:pt x="290139" y="52140"/>
                </a:cubicBezTo>
                <a:cubicBezTo>
                  <a:pt x="282832" y="55042"/>
                  <a:pt x="279156" y="58623"/>
                  <a:pt x="279110" y="62884"/>
                </a:cubicBezTo>
                <a:cubicBezTo>
                  <a:pt x="280472" y="63383"/>
                  <a:pt x="281811" y="63746"/>
                  <a:pt x="283127" y="63973"/>
                </a:cubicBezTo>
                <a:cubicBezTo>
                  <a:pt x="293565" y="65831"/>
                  <a:pt x="301326" y="68392"/>
                  <a:pt x="306409" y="71657"/>
                </a:cubicBezTo>
                <a:cubicBezTo>
                  <a:pt x="313807" y="76418"/>
                  <a:pt x="317506" y="83310"/>
                  <a:pt x="317506" y="92333"/>
                </a:cubicBezTo>
                <a:cubicBezTo>
                  <a:pt x="317506" y="99724"/>
                  <a:pt x="314306" y="105300"/>
                  <a:pt x="307907" y="109063"/>
                </a:cubicBezTo>
                <a:cubicBezTo>
                  <a:pt x="302597" y="112146"/>
                  <a:pt x="295880" y="113688"/>
                  <a:pt x="287756" y="113688"/>
                </a:cubicBezTo>
                <a:cubicBezTo>
                  <a:pt x="281811" y="113688"/>
                  <a:pt x="276138" y="112690"/>
                  <a:pt x="270737" y="110693"/>
                </a:cubicBezTo>
                <a:cubicBezTo>
                  <a:pt x="263748" y="108151"/>
                  <a:pt x="260253" y="104611"/>
                  <a:pt x="260253" y="100073"/>
                </a:cubicBezTo>
                <a:cubicBezTo>
                  <a:pt x="260253" y="98257"/>
                  <a:pt x="260968" y="96669"/>
                  <a:pt x="262398" y="95307"/>
                </a:cubicBezTo>
                <a:cubicBezTo>
                  <a:pt x="263827" y="93946"/>
                  <a:pt x="265450" y="93265"/>
                  <a:pt x="267265" y="93265"/>
                </a:cubicBezTo>
                <a:cubicBezTo>
                  <a:pt x="268672" y="93265"/>
                  <a:pt x="270487" y="94354"/>
                  <a:pt x="272711" y="96533"/>
                </a:cubicBezTo>
                <a:cubicBezTo>
                  <a:pt x="273800" y="97577"/>
                  <a:pt x="276251" y="98439"/>
                  <a:pt x="280063" y="99120"/>
                </a:cubicBezTo>
                <a:cubicBezTo>
                  <a:pt x="283104" y="99664"/>
                  <a:pt x="285668" y="99936"/>
                  <a:pt x="287756" y="99936"/>
                </a:cubicBezTo>
                <a:cubicBezTo>
                  <a:pt x="291568" y="99936"/>
                  <a:pt x="294927" y="99483"/>
                  <a:pt x="297831" y="98577"/>
                </a:cubicBezTo>
                <a:cubicBezTo>
                  <a:pt x="302052" y="97262"/>
                  <a:pt x="304163" y="95178"/>
                  <a:pt x="304163" y="92323"/>
                </a:cubicBezTo>
                <a:cubicBezTo>
                  <a:pt x="304163" y="86157"/>
                  <a:pt x="299851" y="81987"/>
                  <a:pt x="291228" y="79811"/>
                </a:cubicBezTo>
                <a:lnTo>
                  <a:pt x="284148" y="78246"/>
                </a:lnTo>
                <a:cubicBezTo>
                  <a:pt x="278112" y="76928"/>
                  <a:pt x="273823" y="75384"/>
                  <a:pt x="271282" y="73612"/>
                </a:cubicBezTo>
                <a:cubicBezTo>
                  <a:pt x="267605" y="71069"/>
                  <a:pt x="265767" y="67233"/>
                  <a:pt x="265767" y="62103"/>
                </a:cubicBezTo>
                <a:cubicBezTo>
                  <a:pt x="265767" y="52612"/>
                  <a:pt x="270238" y="45845"/>
                  <a:pt x="279178" y="41803"/>
                </a:cubicBezTo>
                <a:cubicBezTo>
                  <a:pt x="281902" y="40578"/>
                  <a:pt x="286258" y="39114"/>
                  <a:pt x="292249" y="37412"/>
                </a:cubicBezTo>
                <a:cubicBezTo>
                  <a:pt x="298240" y="35709"/>
                  <a:pt x="302529" y="34267"/>
                  <a:pt x="305116" y="33085"/>
                </a:cubicBezTo>
                <a:cubicBezTo>
                  <a:pt x="306976" y="32268"/>
                  <a:pt x="308996" y="31860"/>
                  <a:pt x="311175" y="31860"/>
                </a:cubicBezTo>
                <a:cubicBezTo>
                  <a:pt x="313126" y="31860"/>
                  <a:pt x="314726" y="32495"/>
                  <a:pt x="315974" y="33766"/>
                </a:cubicBezTo>
                <a:cubicBezTo>
                  <a:pt x="317222" y="35037"/>
                  <a:pt x="317846" y="36693"/>
                  <a:pt x="317846" y="38736"/>
                </a:cubicBezTo>
                <a:cubicBezTo>
                  <a:pt x="317846" y="40052"/>
                  <a:pt x="318130" y="41981"/>
                  <a:pt x="318697" y="44522"/>
                </a:cubicBezTo>
                <a:cubicBezTo>
                  <a:pt x="319264" y="47064"/>
                  <a:pt x="319548" y="48992"/>
                  <a:pt x="319548" y="50309"/>
                </a:cubicBezTo>
                <a:cubicBezTo>
                  <a:pt x="319548" y="52351"/>
                  <a:pt x="318924" y="54007"/>
                  <a:pt x="317676" y="55278"/>
                </a:cubicBezTo>
                <a:cubicBezTo>
                  <a:pt x="316428" y="56549"/>
                  <a:pt x="314828" y="57184"/>
                  <a:pt x="312876" y="57184"/>
                </a:cubicBezTo>
                <a:close/>
                <a:moveTo>
                  <a:pt x="347463" y="23418"/>
                </a:moveTo>
                <a:cubicBezTo>
                  <a:pt x="345285" y="23418"/>
                  <a:pt x="343402" y="22647"/>
                  <a:pt x="341813" y="21104"/>
                </a:cubicBezTo>
                <a:cubicBezTo>
                  <a:pt x="340225" y="19561"/>
                  <a:pt x="339430" y="17700"/>
                  <a:pt x="339430" y="15521"/>
                </a:cubicBezTo>
                <a:cubicBezTo>
                  <a:pt x="339430" y="13343"/>
                  <a:pt x="340225" y="11482"/>
                  <a:pt x="341813" y="9939"/>
                </a:cubicBezTo>
                <a:cubicBezTo>
                  <a:pt x="343402" y="8396"/>
                  <a:pt x="345285" y="7625"/>
                  <a:pt x="347463" y="7625"/>
                </a:cubicBezTo>
                <a:cubicBezTo>
                  <a:pt x="349642" y="7625"/>
                  <a:pt x="351514" y="8396"/>
                  <a:pt x="353080" y="9939"/>
                </a:cubicBezTo>
                <a:cubicBezTo>
                  <a:pt x="354646" y="11482"/>
                  <a:pt x="355428" y="13343"/>
                  <a:pt x="355428" y="15521"/>
                </a:cubicBezTo>
                <a:cubicBezTo>
                  <a:pt x="355428" y="17700"/>
                  <a:pt x="354646" y="19561"/>
                  <a:pt x="353080" y="21104"/>
                </a:cubicBezTo>
                <a:cubicBezTo>
                  <a:pt x="351514" y="22647"/>
                  <a:pt x="349642" y="23418"/>
                  <a:pt x="347463" y="23418"/>
                </a:cubicBezTo>
                <a:moveTo>
                  <a:pt x="350527" y="78735"/>
                </a:moveTo>
                <a:cubicBezTo>
                  <a:pt x="350527" y="81461"/>
                  <a:pt x="350606" y="85538"/>
                  <a:pt x="350765" y="90967"/>
                </a:cubicBezTo>
                <a:cubicBezTo>
                  <a:pt x="350924" y="96395"/>
                  <a:pt x="351003" y="100472"/>
                  <a:pt x="351003" y="103198"/>
                </a:cubicBezTo>
                <a:cubicBezTo>
                  <a:pt x="351003" y="105196"/>
                  <a:pt x="350391" y="106831"/>
                  <a:pt x="349165" y="108104"/>
                </a:cubicBezTo>
                <a:cubicBezTo>
                  <a:pt x="347940" y="109376"/>
                  <a:pt x="346329" y="110012"/>
                  <a:pt x="344332" y="110012"/>
                </a:cubicBezTo>
                <a:cubicBezTo>
                  <a:pt x="342380" y="110012"/>
                  <a:pt x="340781" y="109376"/>
                  <a:pt x="339533" y="108104"/>
                </a:cubicBezTo>
                <a:cubicBezTo>
                  <a:pt x="338284" y="106831"/>
                  <a:pt x="337660" y="105196"/>
                  <a:pt x="337660" y="103198"/>
                </a:cubicBezTo>
                <a:cubicBezTo>
                  <a:pt x="337660" y="100472"/>
                  <a:pt x="337581" y="96395"/>
                  <a:pt x="337422" y="90967"/>
                </a:cubicBezTo>
                <a:cubicBezTo>
                  <a:pt x="337263" y="85538"/>
                  <a:pt x="337184" y="81461"/>
                  <a:pt x="337184" y="78735"/>
                </a:cubicBezTo>
                <a:cubicBezTo>
                  <a:pt x="337184" y="74464"/>
                  <a:pt x="337411" y="69138"/>
                  <a:pt x="337865" y="62756"/>
                </a:cubicBezTo>
                <a:cubicBezTo>
                  <a:pt x="338319" y="56372"/>
                  <a:pt x="338545" y="51045"/>
                  <a:pt x="338545" y="46775"/>
                </a:cubicBezTo>
                <a:cubicBezTo>
                  <a:pt x="338545" y="44731"/>
                  <a:pt x="339169" y="43073"/>
                  <a:pt x="340418" y="41801"/>
                </a:cubicBezTo>
                <a:cubicBezTo>
                  <a:pt x="341666" y="40529"/>
                  <a:pt x="343265" y="39893"/>
                  <a:pt x="345217" y="39893"/>
                </a:cubicBezTo>
                <a:cubicBezTo>
                  <a:pt x="347168" y="39893"/>
                  <a:pt x="348768" y="40529"/>
                  <a:pt x="350016" y="41801"/>
                </a:cubicBezTo>
                <a:cubicBezTo>
                  <a:pt x="351264" y="43073"/>
                  <a:pt x="351888" y="44731"/>
                  <a:pt x="351888" y="46775"/>
                </a:cubicBezTo>
                <a:cubicBezTo>
                  <a:pt x="351888" y="51045"/>
                  <a:pt x="351662" y="56372"/>
                  <a:pt x="351208" y="62756"/>
                </a:cubicBezTo>
                <a:cubicBezTo>
                  <a:pt x="350754" y="69138"/>
                  <a:pt x="350527" y="74464"/>
                  <a:pt x="350527" y="78735"/>
                </a:cubicBezTo>
                <a:close/>
                <a:moveTo>
                  <a:pt x="404464" y="113960"/>
                </a:moveTo>
                <a:cubicBezTo>
                  <a:pt x="395161" y="113960"/>
                  <a:pt x="387400" y="111141"/>
                  <a:pt x="381182" y="105504"/>
                </a:cubicBezTo>
                <a:cubicBezTo>
                  <a:pt x="374647" y="99594"/>
                  <a:pt x="371379" y="91796"/>
                  <a:pt x="371379" y="82111"/>
                </a:cubicBezTo>
                <a:cubicBezTo>
                  <a:pt x="371379" y="72882"/>
                  <a:pt x="374443" y="63358"/>
                  <a:pt x="380569" y="53538"/>
                </a:cubicBezTo>
                <a:cubicBezTo>
                  <a:pt x="387377" y="42626"/>
                  <a:pt x="395047" y="37170"/>
                  <a:pt x="403579" y="37170"/>
                </a:cubicBezTo>
                <a:cubicBezTo>
                  <a:pt x="408027" y="37170"/>
                  <a:pt x="412997" y="38217"/>
                  <a:pt x="418488" y="40312"/>
                </a:cubicBezTo>
                <a:cubicBezTo>
                  <a:pt x="425432" y="43000"/>
                  <a:pt x="428904" y="46279"/>
                  <a:pt x="428904" y="50149"/>
                </a:cubicBezTo>
                <a:cubicBezTo>
                  <a:pt x="428904" y="51879"/>
                  <a:pt x="428337" y="53417"/>
                  <a:pt x="427202" y="54761"/>
                </a:cubicBezTo>
                <a:cubicBezTo>
                  <a:pt x="426067" y="56104"/>
                  <a:pt x="424660" y="56776"/>
                  <a:pt x="422981" y="56776"/>
                </a:cubicBezTo>
                <a:cubicBezTo>
                  <a:pt x="421665" y="56776"/>
                  <a:pt x="420519" y="56375"/>
                  <a:pt x="419543" y="55574"/>
                </a:cubicBezTo>
                <a:cubicBezTo>
                  <a:pt x="418568" y="54771"/>
                  <a:pt x="417626" y="53980"/>
                  <a:pt x="416718" y="53200"/>
                </a:cubicBezTo>
                <a:cubicBezTo>
                  <a:pt x="414041" y="51045"/>
                  <a:pt x="409661" y="49968"/>
                  <a:pt x="403579" y="49968"/>
                </a:cubicBezTo>
                <a:cubicBezTo>
                  <a:pt x="398950" y="49968"/>
                  <a:pt x="394366" y="54110"/>
                  <a:pt x="389828" y="62392"/>
                </a:cubicBezTo>
                <a:cubicBezTo>
                  <a:pt x="385698" y="69991"/>
                  <a:pt x="383633" y="76566"/>
                  <a:pt x="383633" y="82117"/>
                </a:cubicBezTo>
                <a:cubicBezTo>
                  <a:pt x="383633" y="88124"/>
                  <a:pt x="385675" y="92857"/>
                  <a:pt x="389760" y="96316"/>
                </a:cubicBezTo>
                <a:cubicBezTo>
                  <a:pt x="393572" y="99546"/>
                  <a:pt x="398474" y="101162"/>
                  <a:pt x="404464" y="101162"/>
                </a:cubicBezTo>
                <a:cubicBezTo>
                  <a:pt x="407187" y="101162"/>
                  <a:pt x="410092" y="100436"/>
                  <a:pt x="413178" y="98983"/>
                </a:cubicBezTo>
                <a:lnTo>
                  <a:pt x="421075" y="94763"/>
                </a:lnTo>
                <a:cubicBezTo>
                  <a:pt x="422437" y="94037"/>
                  <a:pt x="423412" y="93673"/>
                  <a:pt x="424002" y="93673"/>
                </a:cubicBezTo>
                <a:cubicBezTo>
                  <a:pt x="425682" y="93673"/>
                  <a:pt x="427134" y="94343"/>
                  <a:pt x="428359" y="95682"/>
                </a:cubicBezTo>
                <a:cubicBezTo>
                  <a:pt x="429585" y="97021"/>
                  <a:pt x="430197" y="98552"/>
                  <a:pt x="430197" y="100277"/>
                </a:cubicBezTo>
                <a:cubicBezTo>
                  <a:pt x="430197" y="103590"/>
                  <a:pt x="426703" y="106790"/>
                  <a:pt x="419714" y="109876"/>
                </a:cubicBezTo>
                <a:cubicBezTo>
                  <a:pt x="413587" y="112599"/>
                  <a:pt x="408504" y="113960"/>
                  <a:pt x="404464" y="113960"/>
                </a:cubicBezTo>
                <a:close/>
                <a:moveTo>
                  <a:pt x="498719" y="114096"/>
                </a:moveTo>
                <a:cubicBezTo>
                  <a:pt x="497857" y="114096"/>
                  <a:pt x="496291" y="113089"/>
                  <a:pt x="494022" y="111076"/>
                </a:cubicBezTo>
                <a:cubicBezTo>
                  <a:pt x="491980" y="109199"/>
                  <a:pt x="490459" y="107528"/>
                  <a:pt x="489461" y="106063"/>
                </a:cubicBezTo>
                <a:cubicBezTo>
                  <a:pt x="485104" y="108446"/>
                  <a:pt x="481269" y="110244"/>
                  <a:pt x="477956" y="111458"/>
                </a:cubicBezTo>
                <a:cubicBezTo>
                  <a:pt x="474643" y="112672"/>
                  <a:pt x="471875" y="113280"/>
                  <a:pt x="469651" y="113280"/>
                </a:cubicBezTo>
                <a:cubicBezTo>
                  <a:pt x="459031" y="113280"/>
                  <a:pt x="451293" y="110284"/>
                  <a:pt x="446437" y="104293"/>
                </a:cubicBezTo>
                <a:cubicBezTo>
                  <a:pt x="441853" y="98666"/>
                  <a:pt x="439561" y="90043"/>
                  <a:pt x="439561" y="78424"/>
                </a:cubicBezTo>
                <a:cubicBezTo>
                  <a:pt x="439561" y="67441"/>
                  <a:pt x="443339" y="58047"/>
                  <a:pt x="450896" y="50241"/>
                </a:cubicBezTo>
                <a:cubicBezTo>
                  <a:pt x="458452" y="42434"/>
                  <a:pt x="467472" y="38531"/>
                  <a:pt x="477956" y="38531"/>
                </a:cubicBezTo>
                <a:cubicBezTo>
                  <a:pt x="481905" y="38531"/>
                  <a:pt x="486329" y="39553"/>
                  <a:pt x="491231" y="41595"/>
                </a:cubicBezTo>
                <a:cubicBezTo>
                  <a:pt x="497403" y="44136"/>
                  <a:pt x="500489" y="47200"/>
                  <a:pt x="500489" y="50785"/>
                </a:cubicBezTo>
                <a:cubicBezTo>
                  <a:pt x="500489" y="52011"/>
                  <a:pt x="500036" y="53100"/>
                  <a:pt x="499128" y="54053"/>
                </a:cubicBezTo>
                <a:cubicBezTo>
                  <a:pt x="498674" y="55777"/>
                  <a:pt x="498322" y="58614"/>
                  <a:pt x="498073" y="62562"/>
                </a:cubicBezTo>
                <a:cubicBezTo>
                  <a:pt x="497823" y="66511"/>
                  <a:pt x="497676" y="71571"/>
                  <a:pt x="497630" y="77744"/>
                </a:cubicBezTo>
                <a:cubicBezTo>
                  <a:pt x="497585" y="83371"/>
                  <a:pt x="497971" y="87819"/>
                  <a:pt x="498788" y="91087"/>
                </a:cubicBezTo>
                <a:cubicBezTo>
                  <a:pt x="499241" y="93083"/>
                  <a:pt x="500671" y="97077"/>
                  <a:pt x="503076" y="103068"/>
                </a:cubicBezTo>
                <a:cubicBezTo>
                  <a:pt x="503394" y="103885"/>
                  <a:pt x="503916" y="105088"/>
                  <a:pt x="504642" y="106676"/>
                </a:cubicBezTo>
                <a:lnTo>
                  <a:pt x="505051" y="107833"/>
                </a:lnTo>
                <a:cubicBezTo>
                  <a:pt x="505051" y="109649"/>
                  <a:pt x="504415" y="111146"/>
                  <a:pt x="503144" y="112326"/>
                </a:cubicBezTo>
                <a:cubicBezTo>
                  <a:pt x="501874" y="113506"/>
                  <a:pt x="500399" y="114096"/>
                  <a:pt x="498719" y="114096"/>
                </a:cubicBezTo>
                <a:moveTo>
                  <a:pt x="484560" y="66809"/>
                </a:moveTo>
                <a:cubicBezTo>
                  <a:pt x="484560" y="64861"/>
                  <a:pt x="484684" y="62745"/>
                  <a:pt x="484934" y="60461"/>
                </a:cubicBezTo>
                <a:cubicBezTo>
                  <a:pt x="485184" y="58174"/>
                  <a:pt x="485558" y="55741"/>
                  <a:pt x="486057" y="53161"/>
                </a:cubicBezTo>
                <a:cubicBezTo>
                  <a:pt x="484378" y="52301"/>
                  <a:pt x="482937" y="51667"/>
                  <a:pt x="481734" y="51260"/>
                </a:cubicBezTo>
                <a:cubicBezTo>
                  <a:pt x="480532" y="50853"/>
                  <a:pt x="479567" y="50649"/>
                  <a:pt x="478841" y="50649"/>
                </a:cubicBezTo>
                <a:cubicBezTo>
                  <a:pt x="471806" y="50649"/>
                  <a:pt x="465736" y="53512"/>
                  <a:pt x="460631" y="59237"/>
                </a:cubicBezTo>
                <a:cubicBezTo>
                  <a:pt x="455525" y="64963"/>
                  <a:pt x="452972" y="71560"/>
                  <a:pt x="452972" y="79028"/>
                </a:cubicBezTo>
                <a:cubicBezTo>
                  <a:pt x="452972" y="86452"/>
                  <a:pt x="454288" y="92019"/>
                  <a:pt x="456920" y="95731"/>
                </a:cubicBezTo>
                <a:cubicBezTo>
                  <a:pt x="459553" y="99442"/>
                  <a:pt x="463501" y="101298"/>
                  <a:pt x="468766" y="101298"/>
                </a:cubicBezTo>
                <a:cubicBezTo>
                  <a:pt x="473123" y="101298"/>
                  <a:pt x="476821" y="100506"/>
                  <a:pt x="479862" y="98922"/>
                </a:cubicBezTo>
                <a:cubicBezTo>
                  <a:pt x="481496" y="98062"/>
                  <a:pt x="483788" y="96343"/>
                  <a:pt x="486738" y="93763"/>
                </a:cubicBezTo>
                <a:cubicBezTo>
                  <a:pt x="485286" y="81767"/>
                  <a:pt x="484560" y="72782"/>
                  <a:pt x="484560" y="66809"/>
                </a:cubicBezTo>
                <a:close/>
                <a:moveTo>
                  <a:pt x="534700" y="56095"/>
                </a:moveTo>
                <a:lnTo>
                  <a:pt x="533679" y="89970"/>
                </a:lnTo>
                <a:cubicBezTo>
                  <a:pt x="533679" y="93559"/>
                  <a:pt x="533497" y="98830"/>
                  <a:pt x="533134" y="105783"/>
                </a:cubicBezTo>
                <a:cubicBezTo>
                  <a:pt x="532680" y="110327"/>
                  <a:pt x="530457" y="112599"/>
                  <a:pt x="526463" y="112599"/>
                </a:cubicBezTo>
                <a:cubicBezTo>
                  <a:pt x="522015" y="112599"/>
                  <a:pt x="519791" y="110281"/>
                  <a:pt x="519791" y="105646"/>
                </a:cubicBezTo>
                <a:cubicBezTo>
                  <a:pt x="519791" y="100148"/>
                  <a:pt x="520041" y="91889"/>
                  <a:pt x="520540" y="80871"/>
                </a:cubicBezTo>
                <a:cubicBezTo>
                  <a:pt x="521039" y="69852"/>
                  <a:pt x="521289" y="61594"/>
                  <a:pt x="521289" y="56095"/>
                </a:cubicBezTo>
                <a:cubicBezTo>
                  <a:pt x="521289" y="48916"/>
                  <a:pt x="521402" y="40703"/>
                  <a:pt x="521629" y="31456"/>
                </a:cubicBezTo>
                <a:cubicBezTo>
                  <a:pt x="521856" y="22209"/>
                  <a:pt x="521970" y="13995"/>
                  <a:pt x="521970" y="6816"/>
                </a:cubicBezTo>
                <a:cubicBezTo>
                  <a:pt x="521970" y="2272"/>
                  <a:pt x="524194" y="0"/>
                  <a:pt x="528641" y="0"/>
                </a:cubicBezTo>
                <a:cubicBezTo>
                  <a:pt x="533134" y="0"/>
                  <a:pt x="535381" y="2272"/>
                  <a:pt x="535381" y="6816"/>
                </a:cubicBezTo>
                <a:cubicBezTo>
                  <a:pt x="535381" y="13995"/>
                  <a:pt x="535267" y="22209"/>
                  <a:pt x="535040" y="31456"/>
                </a:cubicBezTo>
                <a:cubicBezTo>
                  <a:pt x="534814" y="40703"/>
                  <a:pt x="534700" y="48916"/>
                  <a:pt x="534700" y="56095"/>
                </a:cubicBezTo>
                <a:close/>
                <a:moveTo>
                  <a:pt x="663660" y="33221"/>
                </a:moveTo>
                <a:cubicBezTo>
                  <a:pt x="660755" y="33221"/>
                  <a:pt x="658577" y="31519"/>
                  <a:pt x="657124" y="28116"/>
                </a:cubicBezTo>
                <a:cubicBezTo>
                  <a:pt x="655854" y="25211"/>
                  <a:pt x="654674" y="23441"/>
                  <a:pt x="653584" y="22806"/>
                </a:cubicBezTo>
                <a:cubicBezTo>
                  <a:pt x="652631" y="22306"/>
                  <a:pt x="650271" y="22057"/>
                  <a:pt x="646504" y="22057"/>
                </a:cubicBezTo>
                <a:cubicBezTo>
                  <a:pt x="639924" y="22057"/>
                  <a:pt x="632617" y="27090"/>
                  <a:pt x="624584" y="37157"/>
                </a:cubicBezTo>
                <a:cubicBezTo>
                  <a:pt x="613691" y="50669"/>
                  <a:pt x="608245" y="63478"/>
                  <a:pt x="608245" y="75584"/>
                </a:cubicBezTo>
                <a:cubicBezTo>
                  <a:pt x="608245" y="81433"/>
                  <a:pt x="610129" y="86467"/>
                  <a:pt x="613896" y="90684"/>
                </a:cubicBezTo>
                <a:cubicBezTo>
                  <a:pt x="617753" y="95037"/>
                  <a:pt x="622405" y="97213"/>
                  <a:pt x="627851" y="97213"/>
                </a:cubicBezTo>
                <a:cubicBezTo>
                  <a:pt x="632526" y="97213"/>
                  <a:pt x="637223" y="96005"/>
                  <a:pt x="641943" y="93588"/>
                </a:cubicBezTo>
                <a:cubicBezTo>
                  <a:pt x="644576" y="92221"/>
                  <a:pt x="648615" y="89531"/>
                  <a:pt x="654061" y="85517"/>
                </a:cubicBezTo>
                <a:cubicBezTo>
                  <a:pt x="656648" y="83602"/>
                  <a:pt x="658599" y="82645"/>
                  <a:pt x="659916" y="82645"/>
                </a:cubicBezTo>
                <a:cubicBezTo>
                  <a:pt x="661867" y="82645"/>
                  <a:pt x="663501" y="83386"/>
                  <a:pt x="664817" y="84868"/>
                </a:cubicBezTo>
                <a:cubicBezTo>
                  <a:pt x="666133" y="86350"/>
                  <a:pt x="666791" y="88003"/>
                  <a:pt x="666791" y="89827"/>
                </a:cubicBezTo>
                <a:cubicBezTo>
                  <a:pt x="666791" y="91879"/>
                  <a:pt x="665929" y="93681"/>
                  <a:pt x="664204" y="95231"/>
                </a:cubicBezTo>
                <a:cubicBezTo>
                  <a:pt x="652223" y="105902"/>
                  <a:pt x="640105" y="111237"/>
                  <a:pt x="627851" y="111237"/>
                </a:cubicBezTo>
                <a:cubicBezTo>
                  <a:pt x="618457" y="111237"/>
                  <a:pt x="610515" y="107627"/>
                  <a:pt x="604025" y="100407"/>
                </a:cubicBezTo>
                <a:cubicBezTo>
                  <a:pt x="597762" y="93412"/>
                  <a:pt x="594630" y="85146"/>
                  <a:pt x="594630" y="75610"/>
                </a:cubicBezTo>
                <a:cubicBezTo>
                  <a:pt x="594630" y="60214"/>
                  <a:pt x="601075" y="44433"/>
                  <a:pt x="613964" y="28265"/>
                </a:cubicBezTo>
                <a:cubicBezTo>
                  <a:pt x="624720" y="14777"/>
                  <a:pt x="635567" y="8033"/>
                  <a:pt x="646504" y="8033"/>
                </a:cubicBezTo>
                <a:cubicBezTo>
                  <a:pt x="648728" y="8033"/>
                  <a:pt x="650725" y="8135"/>
                  <a:pt x="652495" y="8339"/>
                </a:cubicBezTo>
                <a:cubicBezTo>
                  <a:pt x="654265" y="8544"/>
                  <a:pt x="655831" y="8873"/>
                  <a:pt x="657192" y="9326"/>
                </a:cubicBezTo>
                <a:cubicBezTo>
                  <a:pt x="658781" y="7012"/>
                  <a:pt x="660846" y="5855"/>
                  <a:pt x="663387" y="5855"/>
                </a:cubicBezTo>
                <a:cubicBezTo>
                  <a:pt x="666519" y="5855"/>
                  <a:pt x="668493" y="7925"/>
                  <a:pt x="669310" y="12064"/>
                </a:cubicBezTo>
                <a:cubicBezTo>
                  <a:pt x="670036" y="15751"/>
                  <a:pt x="670399" y="20278"/>
                  <a:pt x="670399" y="25646"/>
                </a:cubicBezTo>
                <a:cubicBezTo>
                  <a:pt x="670399" y="27511"/>
                  <a:pt x="669900" y="29149"/>
                  <a:pt x="668902" y="30560"/>
                </a:cubicBezTo>
                <a:cubicBezTo>
                  <a:pt x="667676" y="32334"/>
                  <a:pt x="665929" y="33221"/>
                  <a:pt x="663660" y="33221"/>
                </a:cubicBezTo>
                <a:close/>
                <a:moveTo>
                  <a:pt x="708458" y="113688"/>
                </a:moveTo>
                <a:cubicBezTo>
                  <a:pt x="700834" y="113688"/>
                  <a:pt x="694276" y="110869"/>
                  <a:pt x="688784" y="105232"/>
                </a:cubicBezTo>
                <a:cubicBezTo>
                  <a:pt x="682657" y="98957"/>
                  <a:pt x="679435" y="90523"/>
                  <a:pt x="679117" y="79928"/>
                </a:cubicBezTo>
                <a:cubicBezTo>
                  <a:pt x="678845" y="69653"/>
                  <a:pt x="681432" y="60605"/>
                  <a:pt x="686878" y="52785"/>
                </a:cubicBezTo>
                <a:cubicBezTo>
                  <a:pt x="693232" y="43555"/>
                  <a:pt x="702082" y="38940"/>
                  <a:pt x="713428" y="38940"/>
                </a:cubicBezTo>
                <a:cubicBezTo>
                  <a:pt x="722505" y="38940"/>
                  <a:pt x="729381" y="43100"/>
                  <a:pt x="734055" y="51421"/>
                </a:cubicBezTo>
                <a:cubicBezTo>
                  <a:pt x="737777" y="58149"/>
                  <a:pt x="739569" y="66242"/>
                  <a:pt x="739433" y="75699"/>
                </a:cubicBezTo>
                <a:cubicBezTo>
                  <a:pt x="739297" y="85793"/>
                  <a:pt x="736665" y="94410"/>
                  <a:pt x="731536" y="101549"/>
                </a:cubicBezTo>
                <a:cubicBezTo>
                  <a:pt x="725727" y="109642"/>
                  <a:pt x="718034" y="113688"/>
                  <a:pt x="708458" y="113688"/>
                </a:cubicBezTo>
                <a:moveTo>
                  <a:pt x="712543" y="52827"/>
                </a:moveTo>
                <a:cubicBezTo>
                  <a:pt x="705871" y="52782"/>
                  <a:pt x="700675" y="55963"/>
                  <a:pt x="696953" y="62371"/>
                </a:cubicBezTo>
                <a:cubicBezTo>
                  <a:pt x="694003" y="67508"/>
                  <a:pt x="692528" y="73371"/>
                  <a:pt x="692528" y="79960"/>
                </a:cubicBezTo>
                <a:cubicBezTo>
                  <a:pt x="692528" y="86551"/>
                  <a:pt x="694321" y="91687"/>
                  <a:pt x="697906" y="95369"/>
                </a:cubicBezTo>
                <a:cubicBezTo>
                  <a:pt x="700902" y="98414"/>
                  <a:pt x="704419" y="99936"/>
                  <a:pt x="708458" y="99936"/>
                </a:cubicBezTo>
                <a:cubicBezTo>
                  <a:pt x="713178" y="99936"/>
                  <a:pt x="717240" y="98209"/>
                  <a:pt x="720644" y="94754"/>
                </a:cubicBezTo>
                <a:cubicBezTo>
                  <a:pt x="724502" y="90938"/>
                  <a:pt x="726544" y="85779"/>
                  <a:pt x="726771" y="79279"/>
                </a:cubicBezTo>
                <a:cubicBezTo>
                  <a:pt x="727406" y="61690"/>
                  <a:pt x="722664" y="52873"/>
                  <a:pt x="712543" y="52827"/>
                </a:cubicBezTo>
                <a:close/>
                <a:moveTo>
                  <a:pt x="809232" y="114505"/>
                </a:moveTo>
                <a:cubicBezTo>
                  <a:pt x="805329" y="114505"/>
                  <a:pt x="803128" y="112368"/>
                  <a:pt x="802628" y="108093"/>
                </a:cubicBezTo>
                <a:lnTo>
                  <a:pt x="800722" y="93152"/>
                </a:lnTo>
                <a:cubicBezTo>
                  <a:pt x="800087" y="87831"/>
                  <a:pt x="799769" y="82851"/>
                  <a:pt x="799769" y="78212"/>
                </a:cubicBezTo>
                <a:cubicBezTo>
                  <a:pt x="799769" y="76938"/>
                  <a:pt x="799849" y="74778"/>
                  <a:pt x="800007" y="71731"/>
                </a:cubicBezTo>
                <a:cubicBezTo>
                  <a:pt x="800166" y="68684"/>
                  <a:pt x="800246" y="66523"/>
                  <a:pt x="800246" y="65249"/>
                </a:cubicBezTo>
                <a:cubicBezTo>
                  <a:pt x="800246" y="55425"/>
                  <a:pt x="798430" y="50513"/>
                  <a:pt x="794800" y="50513"/>
                </a:cubicBezTo>
                <a:cubicBezTo>
                  <a:pt x="789717" y="50513"/>
                  <a:pt x="784860" y="53534"/>
                  <a:pt x="780231" y="59578"/>
                </a:cubicBezTo>
                <a:cubicBezTo>
                  <a:pt x="776056" y="65075"/>
                  <a:pt x="772788" y="72026"/>
                  <a:pt x="770428" y="80430"/>
                </a:cubicBezTo>
                <a:cubicBezTo>
                  <a:pt x="770337" y="82203"/>
                  <a:pt x="770133" y="84430"/>
                  <a:pt x="769816" y="87110"/>
                </a:cubicBezTo>
                <a:cubicBezTo>
                  <a:pt x="769543" y="89382"/>
                  <a:pt x="769407" y="91586"/>
                  <a:pt x="769407" y="93720"/>
                </a:cubicBezTo>
                <a:cubicBezTo>
                  <a:pt x="769407" y="95083"/>
                  <a:pt x="769543" y="97128"/>
                  <a:pt x="769816" y="99854"/>
                </a:cubicBezTo>
                <a:cubicBezTo>
                  <a:pt x="770088" y="102579"/>
                  <a:pt x="770224" y="104624"/>
                  <a:pt x="770224" y="105987"/>
                </a:cubicBezTo>
                <a:cubicBezTo>
                  <a:pt x="770224" y="108032"/>
                  <a:pt x="769600" y="109691"/>
                  <a:pt x="768352" y="110963"/>
                </a:cubicBezTo>
                <a:cubicBezTo>
                  <a:pt x="767104" y="112235"/>
                  <a:pt x="765504" y="112871"/>
                  <a:pt x="763552" y="112871"/>
                </a:cubicBezTo>
                <a:cubicBezTo>
                  <a:pt x="761556" y="112871"/>
                  <a:pt x="759944" y="112234"/>
                  <a:pt x="758719" y="110961"/>
                </a:cubicBezTo>
                <a:cubicBezTo>
                  <a:pt x="757494" y="109688"/>
                  <a:pt x="756881" y="108029"/>
                  <a:pt x="756881" y="105983"/>
                </a:cubicBezTo>
                <a:cubicBezTo>
                  <a:pt x="756881" y="104620"/>
                  <a:pt x="756733" y="102574"/>
                  <a:pt x="756438" y="99847"/>
                </a:cubicBezTo>
                <a:cubicBezTo>
                  <a:pt x="756143" y="97118"/>
                  <a:pt x="755996" y="95072"/>
                  <a:pt x="755996" y="93707"/>
                </a:cubicBezTo>
                <a:cubicBezTo>
                  <a:pt x="755996" y="89024"/>
                  <a:pt x="756325" y="82534"/>
                  <a:pt x="756983" y="74238"/>
                </a:cubicBezTo>
                <a:cubicBezTo>
                  <a:pt x="757641" y="65941"/>
                  <a:pt x="757970" y="59451"/>
                  <a:pt x="757970" y="54768"/>
                </a:cubicBezTo>
                <a:cubicBezTo>
                  <a:pt x="757970" y="53313"/>
                  <a:pt x="757891" y="51153"/>
                  <a:pt x="757732" y="48290"/>
                </a:cubicBezTo>
                <a:cubicBezTo>
                  <a:pt x="757573" y="45425"/>
                  <a:pt x="757494" y="43266"/>
                  <a:pt x="757494" y="41812"/>
                </a:cubicBezTo>
                <a:cubicBezTo>
                  <a:pt x="757494" y="39856"/>
                  <a:pt x="758140" y="38253"/>
                  <a:pt x="759434" y="37004"/>
                </a:cubicBezTo>
                <a:cubicBezTo>
                  <a:pt x="760727" y="35753"/>
                  <a:pt x="762327" y="35128"/>
                  <a:pt x="764233" y="35128"/>
                </a:cubicBezTo>
                <a:cubicBezTo>
                  <a:pt x="768409" y="35128"/>
                  <a:pt x="770700" y="38090"/>
                  <a:pt x="771109" y="44014"/>
                </a:cubicBezTo>
                <a:lnTo>
                  <a:pt x="771313" y="52011"/>
                </a:lnTo>
                <a:cubicBezTo>
                  <a:pt x="778938" y="41844"/>
                  <a:pt x="786767" y="36761"/>
                  <a:pt x="794800" y="36761"/>
                </a:cubicBezTo>
                <a:cubicBezTo>
                  <a:pt x="802061" y="36761"/>
                  <a:pt x="807121" y="39967"/>
                  <a:pt x="809981" y="46377"/>
                </a:cubicBezTo>
                <a:cubicBezTo>
                  <a:pt x="811932" y="50650"/>
                  <a:pt x="812999" y="56970"/>
                  <a:pt x="813180" y="65337"/>
                </a:cubicBezTo>
                <a:lnTo>
                  <a:pt x="813180" y="72223"/>
                </a:lnTo>
                <a:lnTo>
                  <a:pt x="813112" y="78565"/>
                </a:lnTo>
                <a:cubicBezTo>
                  <a:pt x="813112" y="82339"/>
                  <a:pt x="813600" y="87215"/>
                  <a:pt x="814576" y="93195"/>
                </a:cubicBezTo>
                <a:cubicBezTo>
                  <a:pt x="815552" y="99173"/>
                  <a:pt x="816040" y="104025"/>
                  <a:pt x="816040" y="107753"/>
                </a:cubicBezTo>
                <a:cubicBezTo>
                  <a:pt x="816040" y="109754"/>
                  <a:pt x="815393" y="111379"/>
                  <a:pt x="814099" y="112629"/>
                </a:cubicBezTo>
                <a:cubicBezTo>
                  <a:pt x="812806" y="113879"/>
                  <a:pt x="811183" y="114505"/>
                  <a:pt x="809232" y="114505"/>
                </a:cubicBezTo>
                <a:close/>
                <a:moveTo>
                  <a:pt x="893804" y="49462"/>
                </a:moveTo>
                <a:cubicBezTo>
                  <a:pt x="893260" y="56129"/>
                  <a:pt x="892987" y="62796"/>
                  <a:pt x="892987" y="69464"/>
                </a:cubicBezTo>
                <a:cubicBezTo>
                  <a:pt x="892987" y="84568"/>
                  <a:pt x="893691" y="95975"/>
                  <a:pt x="895098" y="103685"/>
                </a:cubicBezTo>
                <a:cubicBezTo>
                  <a:pt x="895189" y="104320"/>
                  <a:pt x="895234" y="104842"/>
                  <a:pt x="895234" y="105251"/>
                </a:cubicBezTo>
                <a:cubicBezTo>
                  <a:pt x="895234" y="107065"/>
                  <a:pt x="894599" y="108561"/>
                  <a:pt x="893328" y="109740"/>
                </a:cubicBezTo>
                <a:cubicBezTo>
                  <a:pt x="892057" y="110920"/>
                  <a:pt x="890582" y="111510"/>
                  <a:pt x="888903" y="111510"/>
                </a:cubicBezTo>
                <a:cubicBezTo>
                  <a:pt x="886089" y="111510"/>
                  <a:pt x="884024" y="109467"/>
                  <a:pt x="882708" y="105383"/>
                </a:cubicBezTo>
                <a:cubicBezTo>
                  <a:pt x="879440" y="107788"/>
                  <a:pt x="876048" y="109615"/>
                  <a:pt x="872530" y="110863"/>
                </a:cubicBezTo>
                <a:cubicBezTo>
                  <a:pt x="869013" y="112111"/>
                  <a:pt x="865348" y="112735"/>
                  <a:pt x="861536" y="112735"/>
                </a:cubicBezTo>
                <a:cubicBezTo>
                  <a:pt x="852141" y="112735"/>
                  <a:pt x="844358" y="109601"/>
                  <a:pt x="838186" y="103332"/>
                </a:cubicBezTo>
                <a:cubicBezTo>
                  <a:pt x="831832" y="96927"/>
                  <a:pt x="828655" y="88705"/>
                  <a:pt x="828655" y="78665"/>
                </a:cubicBezTo>
                <a:cubicBezTo>
                  <a:pt x="828655" y="66536"/>
                  <a:pt x="831866" y="56815"/>
                  <a:pt x="838288" y="49502"/>
                </a:cubicBezTo>
                <a:cubicBezTo>
                  <a:pt x="844710" y="42188"/>
                  <a:pt x="853049" y="38531"/>
                  <a:pt x="863306" y="38531"/>
                </a:cubicBezTo>
                <a:cubicBezTo>
                  <a:pt x="868571" y="38531"/>
                  <a:pt x="872633" y="39348"/>
                  <a:pt x="875492" y="40982"/>
                </a:cubicBezTo>
                <a:lnTo>
                  <a:pt x="881891" y="45679"/>
                </a:lnTo>
                <a:cubicBezTo>
                  <a:pt x="882526" y="26598"/>
                  <a:pt x="883275" y="13751"/>
                  <a:pt x="884137" y="7137"/>
                </a:cubicBezTo>
                <a:cubicBezTo>
                  <a:pt x="884727" y="3105"/>
                  <a:pt x="886792" y="1089"/>
                  <a:pt x="890332" y="1089"/>
                </a:cubicBezTo>
                <a:cubicBezTo>
                  <a:pt x="894462" y="1089"/>
                  <a:pt x="896527" y="3289"/>
                  <a:pt x="896527" y="7688"/>
                </a:cubicBezTo>
                <a:cubicBezTo>
                  <a:pt x="896527" y="13993"/>
                  <a:pt x="895620" y="27917"/>
                  <a:pt x="893804" y="49462"/>
                </a:cubicBezTo>
                <a:moveTo>
                  <a:pt x="863578" y="51194"/>
                </a:moveTo>
                <a:cubicBezTo>
                  <a:pt x="855954" y="51194"/>
                  <a:pt x="850235" y="53451"/>
                  <a:pt x="846423" y="57967"/>
                </a:cubicBezTo>
                <a:cubicBezTo>
                  <a:pt x="842611" y="62483"/>
                  <a:pt x="840705" y="69279"/>
                  <a:pt x="840705" y="78356"/>
                </a:cubicBezTo>
                <a:cubicBezTo>
                  <a:pt x="840705" y="84211"/>
                  <a:pt x="842781" y="89248"/>
                  <a:pt x="846934" y="93469"/>
                </a:cubicBezTo>
                <a:cubicBezTo>
                  <a:pt x="851086" y="97690"/>
                  <a:pt x="855954" y="99800"/>
                  <a:pt x="861536" y="99800"/>
                </a:cubicBezTo>
                <a:cubicBezTo>
                  <a:pt x="865348" y="99800"/>
                  <a:pt x="868571" y="99097"/>
                  <a:pt x="871203" y="97690"/>
                </a:cubicBezTo>
                <a:cubicBezTo>
                  <a:pt x="872746" y="96873"/>
                  <a:pt x="875265" y="94990"/>
                  <a:pt x="878759" y="92040"/>
                </a:cubicBezTo>
                <a:cubicBezTo>
                  <a:pt x="879440" y="91450"/>
                  <a:pt x="880098" y="90746"/>
                  <a:pt x="880734" y="89929"/>
                </a:cubicBezTo>
                <a:lnTo>
                  <a:pt x="880529" y="78152"/>
                </a:lnTo>
                <a:lnTo>
                  <a:pt x="880597" y="70255"/>
                </a:lnTo>
                <a:lnTo>
                  <a:pt x="880734" y="62222"/>
                </a:lnTo>
                <a:cubicBezTo>
                  <a:pt x="879009" y="58546"/>
                  <a:pt x="876717" y="55789"/>
                  <a:pt x="873858" y="53951"/>
                </a:cubicBezTo>
                <a:cubicBezTo>
                  <a:pt x="870999" y="52113"/>
                  <a:pt x="867572" y="51194"/>
                  <a:pt x="863578" y="51194"/>
                </a:cubicBezTo>
                <a:close/>
                <a:moveTo>
                  <a:pt x="926840" y="23418"/>
                </a:moveTo>
                <a:cubicBezTo>
                  <a:pt x="924661" y="23418"/>
                  <a:pt x="922778" y="22647"/>
                  <a:pt x="921190" y="21104"/>
                </a:cubicBezTo>
                <a:cubicBezTo>
                  <a:pt x="919601" y="19561"/>
                  <a:pt x="918807" y="17700"/>
                  <a:pt x="918807" y="15521"/>
                </a:cubicBezTo>
                <a:cubicBezTo>
                  <a:pt x="918807" y="13343"/>
                  <a:pt x="919601" y="11482"/>
                  <a:pt x="921190" y="9939"/>
                </a:cubicBezTo>
                <a:cubicBezTo>
                  <a:pt x="922778" y="8396"/>
                  <a:pt x="924661" y="7625"/>
                  <a:pt x="926840" y="7625"/>
                </a:cubicBezTo>
                <a:cubicBezTo>
                  <a:pt x="929018" y="7625"/>
                  <a:pt x="930890" y="8396"/>
                  <a:pt x="932456" y="9939"/>
                </a:cubicBezTo>
                <a:cubicBezTo>
                  <a:pt x="934022" y="11482"/>
                  <a:pt x="934805" y="13343"/>
                  <a:pt x="934805" y="15521"/>
                </a:cubicBezTo>
                <a:cubicBezTo>
                  <a:pt x="934805" y="17700"/>
                  <a:pt x="934022" y="19561"/>
                  <a:pt x="932456" y="21104"/>
                </a:cubicBezTo>
                <a:cubicBezTo>
                  <a:pt x="930890" y="22647"/>
                  <a:pt x="929018" y="23418"/>
                  <a:pt x="926840" y="23418"/>
                </a:cubicBezTo>
                <a:moveTo>
                  <a:pt x="929903" y="78735"/>
                </a:moveTo>
                <a:cubicBezTo>
                  <a:pt x="929903" y="81461"/>
                  <a:pt x="929983" y="85538"/>
                  <a:pt x="930142" y="90967"/>
                </a:cubicBezTo>
                <a:cubicBezTo>
                  <a:pt x="930300" y="96395"/>
                  <a:pt x="930380" y="100472"/>
                  <a:pt x="930380" y="103198"/>
                </a:cubicBezTo>
                <a:cubicBezTo>
                  <a:pt x="930380" y="105196"/>
                  <a:pt x="929767" y="106831"/>
                  <a:pt x="928542" y="108104"/>
                </a:cubicBezTo>
                <a:cubicBezTo>
                  <a:pt x="927316" y="109376"/>
                  <a:pt x="925705" y="110012"/>
                  <a:pt x="923708" y="110012"/>
                </a:cubicBezTo>
                <a:cubicBezTo>
                  <a:pt x="921757" y="110012"/>
                  <a:pt x="920157" y="109376"/>
                  <a:pt x="918909" y="108104"/>
                </a:cubicBezTo>
                <a:cubicBezTo>
                  <a:pt x="917661" y="106831"/>
                  <a:pt x="917037" y="105196"/>
                  <a:pt x="917037" y="103198"/>
                </a:cubicBezTo>
                <a:cubicBezTo>
                  <a:pt x="917037" y="100472"/>
                  <a:pt x="916957" y="96395"/>
                  <a:pt x="916799" y="90967"/>
                </a:cubicBezTo>
                <a:cubicBezTo>
                  <a:pt x="916640" y="85538"/>
                  <a:pt x="916560" y="81461"/>
                  <a:pt x="916560" y="78735"/>
                </a:cubicBezTo>
                <a:cubicBezTo>
                  <a:pt x="916560" y="74464"/>
                  <a:pt x="916787" y="69138"/>
                  <a:pt x="917241" y="62756"/>
                </a:cubicBezTo>
                <a:cubicBezTo>
                  <a:pt x="917695" y="56372"/>
                  <a:pt x="917922" y="51045"/>
                  <a:pt x="917922" y="46775"/>
                </a:cubicBezTo>
                <a:cubicBezTo>
                  <a:pt x="917922" y="44731"/>
                  <a:pt x="918546" y="43073"/>
                  <a:pt x="919794" y="41801"/>
                </a:cubicBezTo>
                <a:cubicBezTo>
                  <a:pt x="921042" y="40529"/>
                  <a:pt x="922642" y="39893"/>
                  <a:pt x="924593" y="39893"/>
                </a:cubicBezTo>
                <a:cubicBezTo>
                  <a:pt x="926545" y="39893"/>
                  <a:pt x="928145" y="40529"/>
                  <a:pt x="929393" y="41801"/>
                </a:cubicBezTo>
                <a:cubicBezTo>
                  <a:pt x="930641" y="43073"/>
                  <a:pt x="931265" y="44731"/>
                  <a:pt x="931265" y="46775"/>
                </a:cubicBezTo>
                <a:cubicBezTo>
                  <a:pt x="931265" y="51045"/>
                  <a:pt x="931038" y="56372"/>
                  <a:pt x="930584" y="62756"/>
                </a:cubicBezTo>
                <a:cubicBezTo>
                  <a:pt x="930130" y="69138"/>
                  <a:pt x="929903" y="74464"/>
                  <a:pt x="929903" y="78735"/>
                </a:cubicBezTo>
                <a:close/>
                <a:moveTo>
                  <a:pt x="998614" y="51662"/>
                </a:moveTo>
                <a:cubicBezTo>
                  <a:pt x="997661" y="51662"/>
                  <a:pt x="996538" y="51616"/>
                  <a:pt x="995244" y="51525"/>
                </a:cubicBezTo>
                <a:cubicBezTo>
                  <a:pt x="993951" y="51433"/>
                  <a:pt x="992827" y="51387"/>
                  <a:pt x="991874" y="51387"/>
                </a:cubicBezTo>
                <a:cubicBezTo>
                  <a:pt x="990831" y="51387"/>
                  <a:pt x="987744" y="51731"/>
                  <a:pt x="982616" y="52419"/>
                </a:cubicBezTo>
                <a:lnTo>
                  <a:pt x="983909" y="92608"/>
                </a:lnTo>
                <a:lnTo>
                  <a:pt x="983978" y="95601"/>
                </a:lnTo>
                <a:lnTo>
                  <a:pt x="984046" y="99069"/>
                </a:lnTo>
                <a:cubicBezTo>
                  <a:pt x="984227" y="108996"/>
                  <a:pt x="981844" y="113960"/>
                  <a:pt x="976898" y="113960"/>
                </a:cubicBezTo>
                <a:cubicBezTo>
                  <a:pt x="975082" y="113960"/>
                  <a:pt x="973505" y="113371"/>
                  <a:pt x="972166" y="112192"/>
                </a:cubicBezTo>
                <a:cubicBezTo>
                  <a:pt x="970827" y="111014"/>
                  <a:pt x="970158" y="109540"/>
                  <a:pt x="970158" y="107772"/>
                </a:cubicBezTo>
                <a:cubicBezTo>
                  <a:pt x="970158" y="106050"/>
                  <a:pt x="970226" y="103467"/>
                  <a:pt x="970362" y="100022"/>
                </a:cubicBezTo>
                <a:cubicBezTo>
                  <a:pt x="970498" y="96575"/>
                  <a:pt x="970566" y="93990"/>
                  <a:pt x="970566" y="92267"/>
                </a:cubicBezTo>
                <a:lnTo>
                  <a:pt x="969205" y="52555"/>
                </a:lnTo>
                <a:cubicBezTo>
                  <a:pt x="965892" y="52419"/>
                  <a:pt x="960854" y="52031"/>
                  <a:pt x="954092" y="51391"/>
                </a:cubicBezTo>
                <a:cubicBezTo>
                  <a:pt x="950053" y="50844"/>
                  <a:pt x="948033" y="48587"/>
                  <a:pt x="948033" y="44620"/>
                </a:cubicBezTo>
                <a:cubicBezTo>
                  <a:pt x="948033" y="42613"/>
                  <a:pt x="948646" y="40950"/>
                  <a:pt x="949871" y="39629"/>
                </a:cubicBezTo>
                <a:cubicBezTo>
                  <a:pt x="951097" y="38307"/>
                  <a:pt x="952662" y="37646"/>
                  <a:pt x="954568" y="37646"/>
                </a:cubicBezTo>
                <a:lnTo>
                  <a:pt x="968865" y="38804"/>
                </a:lnTo>
                <a:cubicBezTo>
                  <a:pt x="968865" y="36482"/>
                  <a:pt x="968762" y="33376"/>
                  <a:pt x="968558" y="29486"/>
                </a:cubicBezTo>
                <a:cubicBezTo>
                  <a:pt x="968354" y="25594"/>
                  <a:pt x="968252" y="22784"/>
                  <a:pt x="968252" y="21055"/>
                </a:cubicBezTo>
                <a:cubicBezTo>
                  <a:pt x="968252" y="19143"/>
                  <a:pt x="968910" y="17562"/>
                  <a:pt x="970226" y="16311"/>
                </a:cubicBezTo>
                <a:cubicBezTo>
                  <a:pt x="971542" y="15058"/>
                  <a:pt x="973153" y="14432"/>
                  <a:pt x="975059" y="14432"/>
                </a:cubicBezTo>
                <a:cubicBezTo>
                  <a:pt x="979144" y="14432"/>
                  <a:pt x="981527" y="17768"/>
                  <a:pt x="982208" y="24440"/>
                </a:cubicBezTo>
                <a:cubicBezTo>
                  <a:pt x="982344" y="26119"/>
                  <a:pt x="982412" y="28138"/>
                  <a:pt x="982412" y="30498"/>
                </a:cubicBezTo>
                <a:lnTo>
                  <a:pt x="982276" y="34447"/>
                </a:lnTo>
                <a:lnTo>
                  <a:pt x="982208" y="38668"/>
                </a:lnTo>
                <a:cubicBezTo>
                  <a:pt x="987835" y="37941"/>
                  <a:pt x="991058" y="37578"/>
                  <a:pt x="991874" y="37578"/>
                </a:cubicBezTo>
                <a:cubicBezTo>
                  <a:pt x="996594" y="37578"/>
                  <a:pt x="999681" y="37805"/>
                  <a:pt x="1001133" y="38259"/>
                </a:cubicBezTo>
                <a:cubicBezTo>
                  <a:pt x="1003901" y="39172"/>
                  <a:pt x="1005286" y="41325"/>
                  <a:pt x="1005286" y="44718"/>
                </a:cubicBezTo>
                <a:cubicBezTo>
                  <a:pt x="1005286" y="46735"/>
                  <a:pt x="1004661" y="48396"/>
                  <a:pt x="1003413" y="49702"/>
                </a:cubicBezTo>
                <a:cubicBezTo>
                  <a:pt x="1002165" y="51009"/>
                  <a:pt x="1000566" y="51662"/>
                  <a:pt x="998614" y="51662"/>
                </a:cubicBezTo>
                <a:close/>
                <a:moveTo>
                  <a:pt x="1031379" y="23418"/>
                </a:moveTo>
                <a:cubicBezTo>
                  <a:pt x="1029200" y="23418"/>
                  <a:pt x="1027317" y="22647"/>
                  <a:pt x="1025728" y="21104"/>
                </a:cubicBezTo>
                <a:cubicBezTo>
                  <a:pt x="1024140" y="19561"/>
                  <a:pt x="1023346" y="17700"/>
                  <a:pt x="1023346" y="15521"/>
                </a:cubicBezTo>
                <a:cubicBezTo>
                  <a:pt x="1023346" y="13343"/>
                  <a:pt x="1024140" y="11482"/>
                  <a:pt x="1025728" y="9939"/>
                </a:cubicBezTo>
                <a:cubicBezTo>
                  <a:pt x="1027317" y="8396"/>
                  <a:pt x="1029200" y="7625"/>
                  <a:pt x="1031379" y="7625"/>
                </a:cubicBezTo>
                <a:cubicBezTo>
                  <a:pt x="1033557" y="7625"/>
                  <a:pt x="1035429" y="8396"/>
                  <a:pt x="1036995" y="9939"/>
                </a:cubicBezTo>
                <a:cubicBezTo>
                  <a:pt x="1038561" y="11482"/>
                  <a:pt x="1039344" y="13343"/>
                  <a:pt x="1039344" y="15521"/>
                </a:cubicBezTo>
                <a:cubicBezTo>
                  <a:pt x="1039344" y="17700"/>
                  <a:pt x="1038561" y="19561"/>
                  <a:pt x="1036995" y="21104"/>
                </a:cubicBezTo>
                <a:cubicBezTo>
                  <a:pt x="1035429" y="22647"/>
                  <a:pt x="1033557" y="23418"/>
                  <a:pt x="1031379" y="23418"/>
                </a:cubicBezTo>
                <a:moveTo>
                  <a:pt x="1034442" y="78735"/>
                </a:moveTo>
                <a:cubicBezTo>
                  <a:pt x="1034442" y="81461"/>
                  <a:pt x="1034522" y="85538"/>
                  <a:pt x="1034680" y="90967"/>
                </a:cubicBezTo>
                <a:cubicBezTo>
                  <a:pt x="1034839" y="96395"/>
                  <a:pt x="1034919" y="100472"/>
                  <a:pt x="1034919" y="103198"/>
                </a:cubicBezTo>
                <a:cubicBezTo>
                  <a:pt x="1034919" y="105196"/>
                  <a:pt x="1034306" y="106831"/>
                  <a:pt x="1033081" y="108104"/>
                </a:cubicBezTo>
                <a:cubicBezTo>
                  <a:pt x="1031855" y="109376"/>
                  <a:pt x="1030244" y="110012"/>
                  <a:pt x="1028247" y="110012"/>
                </a:cubicBezTo>
                <a:cubicBezTo>
                  <a:pt x="1026296" y="110012"/>
                  <a:pt x="1024696" y="109376"/>
                  <a:pt x="1023448" y="108104"/>
                </a:cubicBezTo>
                <a:cubicBezTo>
                  <a:pt x="1022200" y="106831"/>
                  <a:pt x="1021576" y="105196"/>
                  <a:pt x="1021576" y="103198"/>
                </a:cubicBezTo>
                <a:cubicBezTo>
                  <a:pt x="1021576" y="100472"/>
                  <a:pt x="1021496" y="96395"/>
                  <a:pt x="1021337" y="90967"/>
                </a:cubicBezTo>
                <a:cubicBezTo>
                  <a:pt x="1021179" y="85538"/>
                  <a:pt x="1021099" y="81461"/>
                  <a:pt x="1021099" y="78735"/>
                </a:cubicBezTo>
                <a:cubicBezTo>
                  <a:pt x="1021099" y="74464"/>
                  <a:pt x="1021326" y="69138"/>
                  <a:pt x="1021780" y="62756"/>
                </a:cubicBezTo>
                <a:cubicBezTo>
                  <a:pt x="1022234" y="56372"/>
                  <a:pt x="1022461" y="51045"/>
                  <a:pt x="1022461" y="46775"/>
                </a:cubicBezTo>
                <a:cubicBezTo>
                  <a:pt x="1022461" y="44731"/>
                  <a:pt x="1023085" y="43073"/>
                  <a:pt x="1024333" y="41801"/>
                </a:cubicBezTo>
                <a:cubicBezTo>
                  <a:pt x="1025581" y="40529"/>
                  <a:pt x="1027181" y="39893"/>
                  <a:pt x="1029132" y="39893"/>
                </a:cubicBezTo>
                <a:cubicBezTo>
                  <a:pt x="1031084" y="39893"/>
                  <a:pt x="1032683" y="40529"/>
                  <a:pt x="1033932" y="41801"/>
                </a:cubicBezTo>
                <a:cubicBezTo>
                  <a:pt x="1035180" y="43073"/>
                  <a:pt x="1035804" y="44731"/>
                  <a:pt x="1035804" y="46775"/>
                </a:cubicBezTo>
                <a:cubicBezTo>
                  <a:pt x="1035804" y="51045"/>
                  <a:pt x="1035577" y="56372"/>
                  <a:pt x="1035123" y="62756"/>
                </a:cubicBezTo>
                <a:cubicBezTo>
                  <a:pt x="1034669" y="69138"/>
                  <a:pt x="1034442" y="74464"/>
                  <a:pt x="1034442" y="78735"/>
                </a:cubicBezTo>
                <a:close/>
                <a:moveTo>
                  <a:pt x="1083138" y="113688"/>
                </a:moveTo>
                <a:cubicBezTo>
                  <a:pt x="1075513" y="113688"/>
                  <a:pt x="1068955" y="110869"/>
                  <a:pt x="1063464" y="105232"/>
                </a:cubicBezTo>
                <a:cubicBezTo>
                  <a:pt x="1057337" y="98957"/>
                  <a:pt x="1054115" y="90523"/>
                  <a:pt x="1053797" y="79928"/>
                </a:cubicBezTo>
                <a:cubicBezTo>
                  <a:pt x="1053525" y="69653"/>
                  <a:pt x="1056112" y="60605"/>
                  <a:pt x="1061558" y="52785"/>
                </a:cubicBezTo>
                <a:cubicBezTo>
                  <a:pt x="1067912" y="43555"/>
                  <a:pt x="1076761" y="38940"/>
                  <a:pt x="1088108" y="38940"/>
                </a:cubicBezTo>
                <a:cubicBezTo>
                  <a:pt x="1097184" y="38940"/>
                  <a:pt x="1104060" y="43100"/>
                  <a:pt x="1108735" y="51421"/>
                </a:cubicBezTo>
                <a:cubicBezTo>
                  <a:pt x="1112456" y="58149"/>
                  <a:pt x="1114249" y="66242"/>
                  <a:pt x="1114113" y="75699"/>
                </a:cubicBezTo>
                <a:cubicBezTo>
                  <a:pt x="1113977" y="85793"/>
                  <a:pt x="1111344" y="94410"/>
                  <a:pt x="1106216" y="101549"/>
                </a:cubicBezTo>
                <a:cubicBezTo>
                  <a:pt x="1100407" y="109642"/>
                  <a:pt x="1092714" y="113688"/>
                  <a:pt x="1083138" y="113688"/>
                </a:cubicBezTo>
                <a:moveTo>
                  <a:pt x="1087223" y="52827"/>
                </a:moveTo>
                <a:cubicBezTo>
                  <a:pt x="1080551" y="52782"/>
                  <a:pt x="1075355" y="55963"/>
                  <a:pt x="1071633" y="62371"/>
                </a:cubicBezTo>
                <a:cubicBezTo>
                  <a:pt x="1068683" y="67508"/>
                  <a:pt x="1067208" y="73371"/>
                  <a:pt x="1067208" y="79960"/>
                </a:cubicBezTo>
                <a:cubicBezTo>
                  <a:pt x="1067208" y="86551"/>
                  <a:pt x="1069001" y="91687"/>
                  <a:pt x="1072586" y="95369"/>
                </a:cubicBezTo>
                <a:cubicBezTo>
                  <a:pt x="1075581" y="98414"/>
                  <a:pt x="1079099" y="99936"/>
                  <a:pt x="1083138" y="99936"/>
                </a:cubicBezTo>
                <a:cubicBezTo>
                  <a:pt x="1087858" y="99936"/>
                  <a:pt x="1091920" y="98209"/>
                  <a:pt x="1095324" y="94754"/>
                </a:cubicBezTo>
                <a:cubicBezTo>
                  <a:pt x="1099181" y="90938"/>
                  <a:pt x="1101224" y="85779"/>
                  <a:pt x="1101451" y="79279"/>
                </a:cubicBezTo>
                <a:cubicBezTo>
                  <a:pt x="1102086" y="61690"/>
                  <a:pt x="1097343" y="52873"/>
                  <a:pt x="1087223" y="52827"/>
                </a:cubicBezTo>
                <a:close/>
                <a:moveTo>
                  <a:pt x="1183912" y="114505"/>
                </a:moveTo>
                <a:cubicBezTo>
                  <a:pt x="1180009" y="114505"/>
                  <a:pt x="1177808" y="112368"/>
                  <a:pt x="1177308" y="108093"/>
                </a:cubicBezTo>
                <a:lnTo>
                  <a:pt x="1175402" y="93152"/>
                </a:lnTo>
                <a:cubicBezTo>
                  <a:pt x="1174767" y="87831"/>
                  <a:pt x="1174449" y="82851"/>
                  <a:pt x="1174449" y="78212"/>
                </a:cubicBezTo>
                <a:cubicBezTo>
                  <a:pt x="1174449" y="76938"/>
                  <a:pt x="1174529" y="74778"/>
                  <a:pt x="1174687" y="71731"/>
                </a:cubicBezTo>
                <a:cubicBezTo>
                  <a:pt x="1174846" y="68684"/>
                  <a:pt x="1174926" y="66523"/>
                  <a:pt x="1174926" y="65249"/>
                </a:cubicBezTo>
                <a:cubicBezTo>
                  <a:pt x="1174926" y="55425"/>
                  <a:pt x="1173110" y="50513"/>
                  <a:pt x="1169480" y="50513"/>
                </a:cubicBezTo>
                <a:cubicBezTo>
                  <a:pt x="1164397" y="50513"/>
                  <a:pt x="1159540" y="53534"/>
                  <a:pt x="1154911" y="59578"/>
                </a:cubicBezTo>
                <a:cubicBezTo>
                  <a:pt x="1150736" y="65075"/>
                  <a:pt x="1147468" y="72026"/>
                  <a:pt x="1145108" y="80430"/>
                </a:cubicBezTo>
                <a:cubicBezTo>
                  <a:pt x="1145017" y="82203"/>
                  <a:pt x="1144813" y="84430"/>
                  <a:pt x="1144495" y="87110"/>
                </a:cubicBezTo>
                <a:cubicBezTo>
                  <a:pt x="1144223" y="89382"/>
                  <a:pt x="1144087" y="91586"/>
                  <a:pt x="1144087" y="93720"/>
                </a:cubicBezTo>
                <a:cubicBezTo>
                  <a:pt x="1144087" y="95083"/>
                  <a:pt x="1144223" y="97128"/>
                  <a:pt x="1144495" y="99854"/>
                </a:cubicBezTo>
                <a:cubicBezTo>
                  <a:pt x="1144768" y="102579"/>
                  <a:pt x="1144904" y="104624"/>
                  <a:pt x="1144904" y="105987"/>
                </a:cubicBezTo>
                <a:cubicBezTo>
                  <a:pt x="1144904" y="108032"/>
                  <a:pt x="1144280" y="109691"/>
                  <a:pt x="1143032" y="110963"/>
                </a:cubicBezTo>
                <a:cubicBezTo>
                  <a:pt x="1141784" y="112235"/>
                  <a:pt x="1140184" y="112871"/>
                  <a:pt x="1138232" y="112871"/>
                </a:cubicBezTo>
                <a:cubicBezTo>
                  <a:pt x="1136236" y="112871"/>
                  <a:pt x="1134624" y="112234"/>
                  <a:pt x="1133399" y="110961"/>
                </a:cubicBezTo>
                <a:cubicBezTo>
                  <a:pt x="1132174" y="109688"/>
                  <a:pt x="1131561" y="108029"/>
                  <a:pt x="1131561" y="105983"/>
                </a:cubicBezTo>
                <a:cubicBezTo>
                  <a:pt x="1131561" y="104620"/>
                  <a:pt x="1131413" y="102574"/>
                  <a:pt x="1131118" y="99847"/>
                </a:cubicBezTo>
                <a:cubicBezTo>
                  <a:pt x="1130823" y="97118"/>
                  <a:pt x="1130676" y="95072"/>
                  <a:pt x="1130676" y="93707"/>
                </a:cubicBezTo>
                <a:cubicBezTo>
                  <a:pt x="1130676" y="89024"/>
                  <a:pt x="1131005" y="82534"/>
                  <a:pt x="1131663" y="74238"/>
                </a:cubicBezTo>
                <a:cubicBezTo>
                  <a:pt x="1132321" y="65941"/>
                  <a:pt x="1132650" y="59451"/>
                  <a:pt x="1132650" y="54768"/>
                </a:cubicBezTo>
                <a:cubicBezTo>
                  <a:pt x="1132650" y="53313"/>
                  <a:pt x="1132571" y="51153"/>
                  <a:pt x="1132412" y="48290"/>
                </a:cubicBezTo>
                <a:cubicBezTo>
                  <a:pt x="1132253" y="45425"/>
                  <a:pt x="1132174" y="43266"/>
                  <a:pt x="1132174" y="41812"/>
                </a:cubicBezTo>
                <a:cubicBezTo>
                  <a:pt x="1132174" y="39856"/>
                  <a:pt x="1132820" y="38253"/>
                  <a:pt x="1134114" y="37004"/>
                </a:cubicBezTo>
                <a:cubicBezTo>
                  <a:pt x="1135407" y="35753"/>
                  <a:pt x="1137007" y="35128"/>
                  <a:pt x="1138913" y="35128"/>
                </a:cubicBezTo>
                <a:cubicBezTo>
                  <a:pt x="1143089" y="35128"/>
                  <a:pt x="1145380" y="38090"/>
                  <a:pt x="1145789" y="44014"/>
                </a:cubicBezTo>
                <a:lnTo>
                  <a:pt x="1145993" y="52011"/>
                </a:lnTo>
                <a:cubicBezTo>
                  <a:pt x="1153618" y="41844"/>
                  <a:pt x="1161447" y="36761"/>
                  <a:pt x="1169480" y="36761"/>
                </a:cubicBezTo>
                <a:cubicBezTo>
                  <a:pt x="1176741" y="36761"/>
                  <a:pt x="1181801" y="39967"/>
                  <a:pt x="1184661" y="46377"/>
                </a:cubicBezTo>
                <a:cubicBezTo>
                  <a:pt x="1186612" y="50650"/>
                  <a:pt x="1187679" y="56970"/>
                  <a:pt x="1187860" y="65337"/>
                </a:cubicBezTo>
                <a:lnTo>
                  <a:pt x="1187860" y="72223"/>
                </a:lnTo>
                <a:lnTo>
                  <a:pt x="1187792" y="78565"/>
                </a:lnTo>
                <a:cubicBezTo>
                  <a:pt x="1187792" y="82339"/>
                  <a:pt x="1188280" y="87215"/>
                  <a:pt x="1189256" y="93195"/>
                </a:cubicBezTo>
                <a:cubicBezTo>
                  <a:pt x="1190232" y="99173"/>
                  <a:pt x="1190720" y="104025"/>
                  <a:pt x="1190720" y="107753"/>
                </a:cubicBezTo>
                <a:cubicBezTo>
                  <a:pt x="1190720" y="109754"/>
                  <a:pt x="1190073" y="111379"/>
                  <a:pt x="1188779" y="112629"/>
                </a:cubicBezTo>
                <a:cubicBezTo>
                  <a:pt x="1187486" y="113879"/>
                  <a:pt x="1185863" y="114505"/>
                  <a:pt x="1183912" y="114505"/>
                </a:cubicBezTo>
                <a:close/>
                <a:moveTo>
                  <a:pt x="1218788" y="23418"/>
                </a:moveTo>
                <a:cubicBezTo>
                  <a:pt x="1216609" y="23418"/>
                  <a:pt x="1214726" y="22647"/>
                  <a:pt x="1213137" y="21104"/>
                </a:cubicBezTo>
                <a:cubicBezTo>
                  <a:pt x="1211549" y="19561"/>
                  <a:pt x="1210755" y="17700"/>
                  <a:pt x="1210755" y="15521"/>
                </a:cubicBezTo>
                <a:cubicBezTo>
                  <a:pt x="1210755" y="13343"/>
                  <a:pt x="1211549" y="11482"/>
                  <a:pt x="1213137" y="9939"/>
                </a:cubicBezTo>
                <a:cubicBezTo>
                  <a:pt x="1214726" y="8396"/>
                  <a:pt x="1216609" y="7625"/>
                  <a:pt x="1218788" y="7625"/>
                </a:cubicBezTo>
                <a:cubicBezTo>
                  <a:pt x="1220966" y="7625"/>
                  <a:pt x="1222838" y="8396"/>
                  <a:pt x="1224404" y="9939"/>
                </a:cubicBezTo>
                <a:cubicBezTo>
                  <a:pt x="1225970" y="11482"/>
                  <a:pt x="1226753" y="13343"/>
                  <a:pt x="1226753" y="15521"/>
                </a:cubicBezTo>
                <a:cubicBezTo>
                  <a:pt x="1226753" y="17700"/>
                  <a:pt x="1225970" y="19561"/>
                  <a:pt x="1224404" y="21104"/>
                </a:cubicBezTo>
                <a:cubicBezTo>
                  <a:pt x="1222838" y="22647"/>
                  <a:pt x="1220966" y="23418"/>
                  <a:pt x="1218788" y="23418"/>
                </a:cubicBezTo>
                <a:moveTo>
                  <a:pt x="1221851" y="78735"/>
                </a:moveTo>
                <a:cubicBezTo>
                  <a:pt x="1221851" y="81461"/>
                  <a:pt x="1221931" y="85538"/>
                  <a:pt x="1222090" y="90967"/>
                </a:cubicBezTo>
                <a:cubicBezTo>
                  <a:pt x="1222248" y="96395"/>
                  <a:pt x="1222328" y="100472"/>
                  <a:pt x="1222328" y="103198"/>
                </a:cubicBezTo>
                <a:cubicBezTo>
                  <a:pt x="1222328" y="105196"/>
                  <a:pt x="1221715" y="106831"/>
                  <a:pt x="1220490" y="108104"/>
                </a:cubicBezTo>
                <a:cubicBezTo>
                  <a:pt x="1219264" y="109376"/>
                  <a:pt x="1217653" y="110012"/>
                  <a:pt x="1215656" y="110012"/>
                </a:cubicBezTo>
                <a:cubicBezTo>
                  <a:pt x="1213705" y="110012"/>
                  <a:pt x="1212105" y="109376"/>
                  <a:pt x="1210857" y="108104"/>
                </a:cubicBezTo>
                <a:cubicBezTo>
                  <a:pt x="1209609" y="106831"/>
                  <a:pt x="1208985" y="105196"/>
                  <a:pt x="1208985" y="103198"/>
                </a:cubicBezTo>
                <a:cubicBezTo>
                  <a:pt x="1208985" y="100472"/>
                  <a:pt x="1208905" y="96395"/>
                  <a:pt x="1208747" y="90967"/>
                </a:cubicBezTo>
                <a:cubicBezTo>
                  <a:pt x="1208588" y="85538"/>
                  <a:pt x="1208508" y="81461"/>
                  <a:pt x="1208508" y="78735"/>
                </a:cubicBezTo>
                <a:cubicBezTo>
                  <a:pt x="1208508" y="74464"/>
                  <a:pt x="1208735" y="69138"/>
                  <a:pt x="1209189" y="62756"/>
                </a:cubicBezTo>
                <a:cubicBezTo>
                  <a:pt x="1209643" y="56372"/>
                  <a:pt x="1209870" y="51045"/>
                  <a:pt x="1209870" y="46775"/>
                </a:cubicBezTo>
                <a:cubicBezTo>
                  <a:pt x="1209870" y="44731"/>
                  <a:pt x="1210494" y="43073"/>
                  <a:pt x="1211742" y="41801"/>
                </a:cubicBezTo>
                <a:cubicBezTo>
                  <a:pt x="1212990" y="40529"/>
                  <a:pt x="1214590" y="39893"/>
                  <a:pt x="1216541" y="39893"/>
                </a:cubicBezTo>
                <a:cubicBezTo>
                  <a:pt x="1218493" y="39893"/>
                  <a:pt x="1220093" y="40529"/>
                  <a:pt x="1221341" y="41801"/>
                </a:cubicBezTo>
                <a:cubicBezTo>
                  <a:pt x="1222589" y="43073"/>
                  <a:pt x="1223213" y="44731"/>
                  <a:pt x="1223213" y="46775"/>
                </a:cubicBezTo>
                <a:cubicBezTo>
                  <a:pt x="1223213" y="51045"/>
                  <a:pt x="1222986" y="56372"/>
                  <a:pt x="1222532" y="62756"/>
                </a:cubicBezTo>
                <a:cubicBezTo>
                  <a:pt x="1222078" y="69138"/>
                  <a:pt x="1221851" y="74464"/>
                  <a:pt x="1221851" y="78735"/>
                </a:cubicBezTo>
                <a:close/>
                <a:moveTo>
                  <a:pt x="1297233" y="114505"/>
                </a:moveTo>
                <a:cubicBezTo>
                  <a:pt x="1293330" y="114505"/>
                  <a:pt x="1291129" y="112368"/>
                  <a:pt x="1290630" y="108093"/>
                </a:cubicBezTo>
                <a:lnTo>
                  <a:pt x="1288724" y="93152"/>
                </a:lnTo>
                <a:cubicBezTo>
                  <a:pt x="1288088" y="87831"/>
                  <a:pt x="1287770" y="82851"/>
                  <a:pt x="1287770" y="78212"/>
                </a:cubicBezTo>
                <a:cubicBezTo>
                  <a:pt x="1287770" y="76938"/>
                  <a:pt x="1287850" y="74778"/>
                  <a:pt x="1288009" y="71731"/>
                </a:cubicBezTo>
                <a:cubicBezTo>
                  <a:pt x="1288168" y="68684"/>
                  <a:pt x="1288247" y="66523"/>
                  <a:pt x="1288247" y="65249"/>
                </a:cubicBezTo>
                <a:cubicBezTo>
                  <a:pt x="1288247" y="55425"/>
                  <a:pt x="1286432" y="50513"/>
                  <a:pt x="1282801" y="50513"/>
                </a:cubicBezTo>
                <a:cubicBezTo>
                  <a:pt x="1277718" y="50513"/>
                  <a:pt x="1272862" y="53534"/>
                  <a:pt x="1268233" y="59578"/>
                </a:cubicBezTo>
                <a:cubicBezTo>
                  <a:pt x="1264057" y="65075"/>
                  <a:pt x="1260789" y="72026"/>
                  <a:pt x="1258429" y="80430"/>
                </a:cubicBezTo>
                <a:cubicBezTo>
                  <a:pt x="1258339" y="82203"/>
                  <a:pt x="1258134" y="84430"/>
                  <a:pt x="1257817" y="87110"/>
                </a:cubicBezTo>
                <a:cubicBezTo>
                  <a:pt x="1257544" y="89382"/>
                  <a:pt x="1257408" y="91586"/>
                  <a:pt x="1257408" y="93720"/>
                </a:cubicBezTo>
                <a:cubicBezTo>
                  <a:pt x="1257408" y="95083"/>
                  <a:pt x="1257544" y="97128"/>
                  <a:pt x="1257817" y="99854"/>
                </a:cubicBezTo>
                <a:cubicBezTo>
                  <a:pt x="1258089" y="102579"/>
                  <a:pt x="1258225" y="104624"/>
                  <a:pt x="1258225" y="105987"/>
                </a:cubicBezTo>
                <a:cubicBezTo>
                  <a:pt x="1258225" y="108032"/>
                  <a:pt x="1257601" y="109691"/>
                  <a:pt x="1256353" y="110963"/>
                </a:cubicBezTo>
                <a:cubicBezTo>
                  <a:pt x="1255105" y="112235"/>
                  <a:pt x="1253505" y="112871"/>
                  <a:pt x="1251554" y="112871"/>
                </a:cubicBezTo>
                <a:cubicBezTo>
                  <a:pt x="1249557" y="112871"/>
                  <a:pt x="1247946" y="112234"/>
                  <a:pt x="1246720" y="110961"/>
                </a:cubicBezTo>
                <a:cubicBezTo>
                  <a:pt x="1245495" y="109688"/>
                  <a:pt x="1244882" y="108029"/>
                  <a:pt x="1244882" y="105983"/>
                </a:cubicBezTo>
                <a:cubicBezTo>
                  <a:pt x="1244882" y="104620"/>
                  <a:pt x="1244735" y="102574"/>
                  <a:pt x="1244440" y="99847"/>
                </a:cubicBezTo>
                <a:cubicBezTo>
                  <a:pt x="1244145" y="97118"/>
                  <a:pt x="1243997" y="95072"/>
                  <a:pt x="1243997" y="93707"/>
                </a:cubicBezTo>
                <a:cubicBezTo>
                  <a:pt x="1243997" y="89024"/>
                  <a:pt x="1244326" y="82534"/>
                  <a:pt x="1244984" y="74238"/>
                </a:cubicBezTo>
                <a:cubicBezTo>
                  <a:pt x="1245642" y="65941"/>
                  <a:pt x="1245971" y="59451"/>
                  <a:pt x="1245971" y="54768"/>
                </a:cubicBezTo>
                <a:cubicBezTo>
                  <a:pt x="1245971" y="53313"/>
                  <a:pt x="1245892" y="51153"/>
                  <a:pt x="1245733" y="48290"/>
                </a:cubicBezTo>
                <a:cubicBezTo>
                  <a:pt x="1245574" y="45425"/>
                  <a:pt x="1245495" y="43266"/>
                  <a:pt x="1245495" y="41812"/>
                </a:cubicBezTo>
                <a:cubicBezTo>
                  <a:pt x="1245495" y="39856"/>
                  <a:pt x="1246142" y="38253"/>
                  <a:pt x="1247435" y="37004"/>
                </a:cubicBezTo>
                <a:cubicBezTo>
                  <a:pt x="1248729" y="35753"/>
                  <a:pt x="1250328" y="35128"/>
                  <a:pt x="1252234" y="35128"/>
                </a:cubicBezTo>
                <a:cubicBezTo>
                  <a:pt x="1256410" y="35128"/>
                  <a:pt x="1258702" y="38090"/>
                  <a:pt x="1259110" y="44014"/>
                </a:cubicBezTo>
                <a:lnTo>
                  <a:pt x="1259314" y="52011"/>
                </a:lnTo>
                <a:cubicBezTo>
                  <a:pt x="1266939" y="41844"/>
                  <a:pt x="1274768" y="36761"/>
                  <a:pt x="1282801" y="36761"/>
                </a:cubicBezTo>
                <a:cubicBezTo>
                  <a:pt x="1290062" y="36761"/>
                  <a:pt x="1295123" y="39967"/>
                  <a:pt x="1297982" y="46377"/>
                </a:cubicBezTo>
                <a:cubicBezTo>
                  <a:pt x="1299934" y="50650"/>
                  <a:pt x="1301000" y="56970"/>
                  <a:pt x="1301182" y="65337"/>
                </a:cubicBezTo>
                <a:lnTo>
                  <a:pt x="1301182" y="72223"/>
                </a:lnTo>
                <a:lnTo>
                  <a:pt x="1301114" y="78565"/>
                </a:lnTo>
                <a:cubicBezTo>
                  <a:pt x="1301114" y="82339"/>
                  <a:pt x="1301601" y="87215"/>
                  <a:pt x="1302577" y="93195"/>
                </a:cubicBezTo>
                <a:cubicBezTo>
                  <a:pt x="1303553" y="99173"/>
                  <a:pt x="1304041" y="104025"/>
                  <a:pt x="1304041" y="107753"/>
                </a:cubicBezTo>
                <a:cubicBezTo>
                  <a:pt x="1304041" y="109754"/>
                  <a:pt x="1303394" y="111379"/>
                  <a:pt x="1302101" y="112629"/>
                </a:cubicBezTo>
                <a:cubicBezTo>
                  <a:pt x="1300807" y="113879"/>
                  <a:pt x="1299185" y="114505"/>
                  <a:pt x="1297233" y="114505"/>
                </a:cubicBezTo>
                <a:close/>
                <a:moveTo>
                  <a:pt x="1375134" y="80262"/>
                </a:moveTo>
                <a:lnTo>
                  <a:pt x="1373568" y="103136"/>
                </a:lnTo>
                <a:cubicBezTo>
                  <a:pt x="1373296" y="112213"/>
                  <a:pt x="1372366" y="119633"/>
                  <a:pt x="1370777" y="125397"/>
                </a:cubicBezTo>
                <a:cubicBezTo>
                  <a:pt x="1368735" y="132749"/>
                  <a:pt x="1365467" y="138173"/>
                  <a:pt x="1360974" y="141667"/>
                </a:cubicBezTo>
                <a:cubicBezTo>
                  <a:pt x="1355528" y="145888"/>
                  <a:pt x="1347654" y="147999"/>
                  <a:pt x="1337352" y="147999"/>
                </a:cubicBezTo>
                <a:cubicBezTo>
                  <a:pt x="1331315" y="147999"/>
                  <a:pt x="1326255" y="147590"/>
                  <a:pt x="1322171" y="146773"/>
                </a:cubicBezTo>
                <a:cubicBezTo>
                  <a:pt x="1316452" y="145639"/>
                  <a:pt x="1313593" y="143279"/>
                  <a:pt x="1313593" y="139693"/>
                </a:cubicBezTo>
                <a:cubicBezTo>
                  <a:pt x="1313593" y="135654"/>
                  <a:pt x="1315567" y="133634"/>
                  <a:pt x="1319516" y="133634"/>
                </a:cubicBezTo>
                <a:cubicBezTo>
                  <a:pt x="1321149" y="133634"/>
                  <a:pt x="1323872" y="134032"/>
                  <a:pt x="1327685" y="134826"/>
                </a:cubicBezTo>
                <a:cubicBezTo>
                  <a:pt x="1331497" y="135620"/>
                  <a:pt x="1335718" y="135972"/>
                  <a:pt x="1340347" y="135881"/>
                </a:cubicBezTo>
                <a:cubicBezTo>
                  <a:pt x="1349061" y="135736"/>
                  <a:pt x="1355074" y="131267"/>
                  <a:pt x="1358387" y="122474"/>
                </a:cubicBezTo>
                <a:cubicBezTo>
                  <a:pt x="1360566" y="116611"/>
                  <a:pt x="1361723" y="107601"/>
                  <a:pt x="1361859" y="95443"/>
                </a:cubicBezTo>
                <a:cubicBezTo>
                  <a:pt x="1359408" y="100753"/>
                  <a:pt x="1356492" y="104736"/>
                  <a:pt x="1353111" y="107391"/>
                </a:cubicBezTo>
                <a:cubicBezTo>
                  <a:pt x="1349730" y="110046"/>
                  <a:pt x="1345861" y="111373"/>
                  <a:pt x="1341504" y="111373"/>
                </a:cubicBezTo>
                <a:cubicBezTo>
                  <a:pt x="1333290" y="111373"/>
                  <a:pt x="1326607" y="108568"/>
                  <a:pt x="1321456" y="102957"/>
                </a:cubicBezTo>
                <a:cubicBezTo>
                  <a:pt x="1316305" y="97347"/>
                  <a:pt x="1313729" y="90067"/>
                  <a:pt x="1313729" y="81118"/>
                </a:cubicBezTo>
                <a:cubicBezTo>
                  <a:pt x="1313729" y="68852"/>
                  <a:pt x="1317246" y="58972"/>
                  <a:pt x="1324281" y="51477"/>
                </a:cubicBezTo>
                <a:cubicBezTo>
                  <a:pt x="1331542" y="43754"/>
                  <a:pt x="1341436" y="39893"/>
                  <a:pt x="1353962" y="39893"/>
                </a:cubicBezTo>
                <a:cubicBezTo>
                  <a:pt x="1358183" y="39893"/>
                  <a:pt x="1361723" y="40438"/>
                  <a:pt x="1364582" y="41527"/>
                </a:cubicBezTo>
                <a:cubicBezTo>
                  <a:pt x="1367441" y="42616"/>
                  <a:pt x="1369620" y="44250"/>
                  <a:pt x="1371118" y="46428"/>
                </a:cubicBezTo>
                <a:cubicBezTo>
                  <a:pt x="1375974" y="46564"/>
                  <a:pt x="1378402" y="49265"/>
                  <a:pt x="1378402" y="54529"/>
                </a:cubicBezTo>
                <a:cubicBezTo>
                  <a:pt x="1378402" y="57752"/>
                  <a:pt x="1377925" y="62063"/>
                  <a:pt x="1376972" y="67464"/>
                </a:cubicBezTo>
                <a:cubicBezTo>
                  <a:pt x="1375928" y="73727"/>
                  <a:pt x="1375316" y="77993"/>
                  <a:pt x="1375134" y="80262"/>
                </a:cubicBezTo>
                <a:moveTo>
                  <a:pt x="1353282" y="53508"/>
                </a:moveTo>
                <a:cubicBezTo>
                  <a:pt x="1344658" y="53508"/>
                  <a:pt x="1337987" y="56184"/>
                  <a:pt x="1333267" y="61537"/>
                </a:cubicBezTo>
                <a:cubicBezTo>
                  <a:pt x="1329046" y="66358"/>
                  <a:pt x="1326936" y="72487"/>
                  <a:pt x="1326936" y="79924"/>
                </a:cubicBezTo>
                <a:cubicBezTo>
                  <a:pt x="1326936" y="85848"/>
                  <a:pt x="1328184" y="90302"/>
                  <a:pt x="1330680" y="93284"/>
                </a:cubicBezTo>
                <a:cubicBezTo>
                  <a:pt x="1333176" y="96267"/>
                  <a:pt x="1336920" y="97758"/>
                  <a:pt x="1341913" y="97758"/>
                </a:cubicBezTo>
                <a:cubicBezTo>
                  <a:pt x="1346497" y="97758"/>
                  <a:pt x="1350944" y="95429"/>
                  <a:pt x="1355256" y="90772"/>
                </a:cubicBezTo>
                <a:cubicBezTo>
                  <a:pt x="1359159" y="86481"/>
                  <a:pt x="1361383" y="82232"/>
                  <a:pt x="1361927" y="78024"/>
                </a:cubicBezTo>
                <a:cubicBezTo>
                  <a:pt x="1362880" y="73611"/>
                  <a:pt x="1363901" y="66685"/>
                  <a:pt x="1364991" y="57246"/>
                </a:cubicBezTo>
                <a:cubicBezTo>
                  <a:pt x="1363175" y="55980"/>
                  <a:pt x="1361292" y="55040"/>
                  <a:pt x="1359340" y="54427"/>
                </a:cubicBezTo>
                <a:cubicBezTo>
                  <a:pt x="1357389" y="53815"/>
                  <a:pt x="1355369" y="53508"/>
                  <a:pt x="1353282" y="535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tasks">
            <a:extLst xmlns:a="http://schemas.openxmlformats.org/drawingml/2006/main">
              <a:ext uri="{FF2B5EF4-FFF2-40B4-BE49-F238E27FC236}">
                <a16:creationId xmlns:a16="http://schemas.microsoft.com/office/drawing/2014/main" id="{7EDBABD1-B704-4518-B1C6-CF2D1FCA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638" y="2407407"/>
            <a:ext cx="338705" cy="113824"/>
          </a:xfrm>
          <a:custGeom xmlns:a="http://schemas.openxmlformats.org/drawingml/2006/main">
            <a:pathLst>
              <a:path w="338705" h="113824">
                <a:moveTo>
                  <a:pt x="50581" y="51389"/>
                </a:moveTo>
                <a:cubicBezTo>
                  <a:pt x="49628" y="51389"/>
                  <a:pt x="48505" y="51344"/>
                  <a:pt x="47211" y="51253"/>
                </a:cubicBezTo>
                <a:cubicBezTo>
                  <a:pt x="45918" y="51161"/>
                  <a:pt x="44794" y="51115"/>
                  <a:pt x="43841" y="51115"/>
                </a:cubicBezTo>
                <a:cubicBezTo>
                  <a:pt x="42798" y="51115"/>
                  <a:pt x="39711" y="51459"/>
                  <a:pt x="34583" y="52147"/>
                </a:cubicBezTo>
                <a:lnTo>
                  <a:pt x="35876" y="92335"/>
                </a:lnTo>
                <a:lnTo>
                  <a:pt x="35944" y="95329"/>
                </a:lnTo>
                <a:lnTo>
                  <a:pt x="36013" y="98796"/>
                </a:lnTo>
                <a:cubicBezTo>
                  <a:pt x="36194" y="108724"/>
                  <a:pt x="33811" y="113688"/>
                  <a:pt x="28864" y="113688"/>
                </a:cubicBezTo>
                <a:cubicBezTo>
                  <a:pt x="27049" y="113688"/>
                  <a:pt x="25472" y="113099"/>
                  <a:pt x="24133" y="111920"/>
                </a:cubicBezTo>
                <a:cubicBezTo>
                  <a:pt x="22794" y="110742"/>
                  <a:pt x="22125" y="109268"/>
                  <a:pt x="22125" y="107499"/>
                </a:cubicBezTo>
                <a:cubicBezTo>
                  <a:pt x="22125" y="105778"/>
                  <a:pt x="22193" y="103194"/>
                  <a:pt x="22329" y="99749"/>
                </a:cubicBezTo>
                <a:cubicBezTo>
                  <a:pt x="22465" y="96303"/>
                  <a:pt x="22533" y="93718"/>
                  <a:pt x="22533" y="91995"/>
                </a:cubicBezTo>
                <a:lnTo>
                  <a:pt x="21172" y="52283"/>
                </a:lnTo>
                <a:cubicBezTo>
                  <a:pt x="17859" y="52147"/>
                  <a:pt x="12821" y="51759"/>
                  <a:pt x="6059" y="51119"/>
                </a:cubicBezTo>
                <a:cubicBezTo>
                  <a:pt x="2020" y="50572"/>
                  <a:pt x="0" y="48315"/>
                  <a:pt x="0" y="44348"/>
                </a:cubicBezTo>
                <a:cubicBezTo>
                  <a:pt x="0" y="42341"/>
                  <a:pt x="613" y="40677"/>
                  <a:pt x="1838" y="39357"/>
                </a:cubicBezTo>
                <a:cubicBezTo>
                  <a:pt x="3063" y="38035"/>
                  <a:pt x="4629" y="37374"/>
                  <a:pt x="6535" y="37374"/>
                </a:cubicBezTo>
                <a:lnTo>
                  <a:pt x="20831" y="38531"/>
                </a:lnTo>
                <a:cubicBezTo>
                  <a:pt x="20831" y="36210"/>
                  <a:pt x="20729" y="33104"/>
                  <a:pt x="20525" y="29213"/>
                </a:cubicBezTo>
                <a:cubicBezTo>
                  <a:pt x="20321" y="25322"/>
                  <a:pt x="20219" y="22511"/>
                  <a:pt x="20219" y="20783"/>
                </a:cubicBezTo>
                <a:cubicBezTo>
                  <a:pt x="20219" y="18871"/>
                  <a:pt x="20877" y="17289"/>
                  <a:pt x="22193" y="16038"/>
                </a:cubicBezTo>
                <a:cubicBezTo>
                  <a:pt x="23509" y="14786"/>
                  <a:pt x="25120" y="14160"/>
                  <a:pt x="27026" y="14160"/>
                </a:cubicBezTo>
                <a:cubicBezTo>
                  <a:pt x="31111" y="14160"/>
                  <a:pt x="33494" y="17496"/>
                  <a:pt x="34174" y="24167"/>
                </a:cubicBezTo>
                <a:cubicBezTo>
                  <a:pt x="34311" y="25846"/>
                  <a:pt x="34379" y="27866"/>
                  <a:pt x="34379" y="30226"/>
                </a:cubicBezTo>
                <a:lnTo>
                  <a:pt x="34243" y="34174"/>
                </a:lnTo>
                <a:lnTo>
                  <a:pt x="34174" y="38395"/>
                </a:lnTo>
                <a:cubicBezTo>
                  <a:pt x="39802" y="37669"/>
                  <a:pt x="43024" y="37306"/>
                  <a:pt x="43841" y="37306"/>
                </a:cubicBezTo>
                <a:cubicBezTo>
                  <a:pt x="48561" y="37306"/>
                  <a:pt x="51647" y="37533"/>
                  <a:pt x="53100" y="37987"/>
                </a:cubicBezTo>
                <a:cubicBezTo>
                  <a:pt x="55868" y="38900"/>
                  <a:pt x="57252" y="41053"/>
                  <a:pt x="57252" y="44446"/>
                </a:cubicBezTo>
                <a:cubicBezTo>
                  <a:pt x="57252" y="46462"/>
                  <a:pt x="56628" y="48124"/>
                  <a:pt x="55380" y="49430"/>
                </a:cubicBezTo>
                <a:cubicBezTo>
                  <a:pt x="54132" y="50736"/>
                  <a:pt x="52532" y="51389"/>
                  <a:pt x="50581" y="51389"/>
                </a:cubicBezTo>
                <a:close/>
                <a:moveTo>
                  <a:pt x="123552" y="113824"/>
                </a:moveTo>
                <a:cubicBezTo>
                  <a:pt x="122690" y="113824"/>
                  <a:pt x="121124" y="112817"/>
                  <a:pt x="118855" y="110803"/>
                </a:cubicBezTo>
                <a:cubicBezTo>
                  <a:pt x="116812" y="108927"/>
                  <a:pt x="115292" y="107256"/>
                  <a:pt x="114294" y="105791"/>
                </a:cubicBezTo>
                <a:cubicBezTo>
                  <a:pt x="109937" y="108174"/>
                  <a:pt x="106102" y="109972"/>
                  <a:pt x="102789" y="111186"/>
                </a:cubicBezTo>
                <a:cubicBezTo>
                  <a:pt x="99476" y="112400"/>
                  <a:pt x="96707" y="113007"/>
                  <a:pt x="94483" y="113007"/>
                </a:cubicBezTo>
                <a:cubicBezTo>
                  <a:pt x="83863" y="113007"/>
                  <a:pt x="76125" y="110012"/>
                  <a:pt x="71269" y="104021"/>
                </a:cubicBezTo>
                <a:cubicBezTo>
                  <a:pt x="66685" y="98393"/>
                  <a:pt x="64393" y="89770"/>
                  <a:pt x="64393" y="78152"/>
                </a:cubicBezTo>
                <a:cubicBezTo>
                  <a:pt x="64393" y="67169"/>
                  <a:pt x="68172" y="57774"/>
                  <a:pt x="75728" y="49968"/>
                </a:cubicBezTo>
                <a:cubicBezTo>
                  <a:pt x="83285" y="42162"/>
                  <a:pt x="92305" y="38259"/>
                  <a:pt x="102789" y="38259"/>
                </a:cubicBezTo>
                <a:cubicBezTo>
                  <a:pt x="106737" y="38259"/>
                  <a:pt x="111162" y="39280"/>
                  <a:pt x="116064" y="41323"/>
                </a:cubicBezTo>
                <a:cubicBezTo>
                  <a:pt x="122236" y="43864"/>
                  <a:pt x="125322" y="46927"/>
                  <a:pt x="125322" y="50513"/>
                </a:cubicBezTo>
                <a:cubicBezTo>
                  <a:pt x="125322" y="51738"/>
                  <a:pt x="124868" y="52827"/>
                  <a:pt x="123960" y="53781"/>
                </a:cubicBezTo>
                <a:cubicBezTo>
                  <a:pt x="123507" y="55505"/>
                  <a:pt x="123155" y="58342"/>
                  <a:pt x="122905" y="62290"/>
                </a:cubicBezTo>
                <a:cubicBezTo>
                  <a:pt x="122656" y="66239"/>
                  <a:pt x="122508" y="71299"/>
                  <a:pt x="122463" y="77471"/>
                </a:cubicBezTo>
                <a:cubicBezTo>
                  <a:pt x="122417" y="83099"/>
                  <a:pt x="122803" y="87547"/>
                  <a:pt x="123620" y="90814"/>
                </a:cubicBezTo>
                <a:cubicBezTo>
                  <a:pt x="124074" y="92811"/>
                  <a:pt x="125504" y="96805"/>
                  <a:pt x="127909" y="102796"/>
                </a:cubicBezTo>
                <a:cubicBezTo>
                  <a:pt x="128227" y="103613"/>
                  <a:pt x="128748" y="104815"/>
                  <a:pt x="129475" y="106404"/>
                </a:cubicBezTo>
                <a:lnTo>
                  <a:pt x="129883" y="107561"/>
                </a:lnTo>
                <a:cubicBezTo>
                  <a:pt x="129883" y="109376"/>
                  <a:pt x="129248" y="110874"/>
                  <a:pt x="127977" y="112054"/>
                </a:cubicBezTo>
                <a:cubicBezTo>
                  <a:pt x="126706" y="113234"/>
                  <a:pt x="125231" y="113824"/>
                  <a:pt x="123552" y="113824"/>
                </a:cubicBezTo>
                <a:moveTo>
                  <a:pt x="109392" y="66536"/>
                </a:moveTo>
                <a:cubicBezTo>
                  <a:pt x="109392" y="64589"/>
                  <a:pt x="109517" y="62473"/>
                  <a:pt x="109766" y="60188"/>
                </a:cubicBezTo>
                <a:cubicBezTo>
                  <a:pt x="110016" y="57902"/>
                  <a:pt x="110390" y="55469"/>
                  <a:pt x="110890" y="52889"/>
                </a:cubicBezTo>
                <a:cubicBezTo>
                  <a:pt x="109210" y="52028"/>
                  <a:pt x="107770" y="51394"/>
                  <a:pt x="106567" y="50987"/>
                </a:cubicBezTo>
                <a:cubicBezTo>
                  <a:pt x="105364" y="50580"/>
                  <a:pt x="104400" y="50377"/>
                  <a:pt x="103674" y="50377"/>
                </a:cubicBezTo>
                <a:cubicBezTo>
                  <a:pt x="96639" y="50377"/>
                  <a:pt x="90569" y="53239"/>
                  <a:pt x="85463" y="58965"/>
                </a:cubicBezTo>
                <a:cubicBezTo>
                  <a:pt x="80357" y="64691"/>
                  <a:pt x="77804" y="71288"/>
                  <a:pt x="77804" y="78756"/>
                </a:cubicBezTo>
                <a:cubicBezTo>
                  <a:pt x="77804" y="86179"/>
                  <a:pt x="79121" y="91747"/>
                  <a:pt x="81753" y="95458"/>
                </a:cubicBezTo>
                <a:cubicBezTo>
                  <a:pt x="84385" y="99170"/>
                  <a:pt x="88334" y="101026"/>
                  <a:pt x="93598" y="101026"/>
                </a:cubicBezTo>
                <a:cubicBezTo>
                  <a:pt x="97955" y="101026"/>
                  <a:pt x="101654" y="100234"/>
                  <a:pt x="104695" y="98649"/>
                </a:cubicBezTo>
                <a:cubicBezTo>
                  <a:pt x="106329" y="97790"/>
                  <a:pt x="108620" y="96070"/>
                  <a:pt x="111570" y="93490"/>
                </a:cubicBezTo>
                <a:cubicBezTo>
                  <a:pt x="110118" y="81495"/>
                  <a:pt x="109392" y="72510"/>
                  <a:pt x="109392" y="66536"/>
                </a:cubicBezTo>
                <a:close/>
                <a:moveTo>
                  <a:pt x="188235" y="56912"/>
                </a:moveTo>
                <a:cubicBezTo>
                  <a:pt x="185739" y="56912"/>
                  <a:pt x="183992" y="56078"/>
                  <a:pt x="182994" y="54410"/>
                </a:cubicBezTo>
                <a:cubicBezTo>
                  <a:pt x="182313" y="53239"/>
                  <a:pt x="181723" y="50805"/>
                  <a:pt x="181224" y="47109"/>
                </a:cubicBezTo>
                <a:cubicBezTo>
                  <a:pt x="177820" y="47970"/>
                  <a:pt x="172578" y="49556"/>
                  <a:pt x="165498" y="51868"/>
                </a:cubicBezTo>
                <a:cubicBezTo>
                  <a:pt x="158191" y="54770"/>
                  <a:pt x="154515" y="58351"/>
                  <a:pt x="154469" y="62611"/>
                </a:cubicBezTo>
                <a:cubicBezTo>
                  <a:pt x="155831" y="63111"/>
                  <a:pt x="157170" y="63474"/>
                  <a:pt x="158486" y="63701"/>
                </a:cubicBezTo>
                <a:cubicBezTo>
                  <a:pt x="168924" y="65559"/>
                  <a:pt x="176685" y="68120"/>
                  <a:pt x="181768" y="71385"/>
                </a:cubicBezTo>
                <a:cubicBezTo>
                  <a:pt x="189166" y="76146"/>
                  <a:pt x="192865" y="83038"/>
                  <a:pt x="192865" y="92061"/>
                </a:cubicBezTo>
                <a:cubicBezTo>
                  <a:pt x="192865" y="99451"/>
                  <a:pt x="189665" y="105028"/>
                  <a:pt x="183266" y="108791"/>
                </a:cubicBezTo>
                <a:cubicBezTo>
                  <a:pt x="177956" y="111874"/>
                  <a:pt x="171239" y="113416"/>
                  <a:pt x="163115" y="113416"/>
                </a:cubicBezTo>
                <a:cubicBezTo>
                  <a:pt x="157170" y="113416"/>
                  <a:pt x="151497" y="112417"/>
                  <a:pt x="146096" y="110420"/>
                </a:cubicBezTo>
                <a:cubicBezTo>
                  <a:pt x="139107" y="107879"/>
                  <a:pt x="135612" y="104339"/>
                  <a:pt x="135612" y="99800"/>
                </a:cubicBezTo>
                <a:cubicBezTo>
                  <a:pt x="135612" y="97985"/>
                  <a:pt x="136327" y="96397"/>
                  <a:pt x="137757" y="95035"/>
                </a:cubicBezTo>
                <a:cubicBezTo>
                  <a:pt x="139186" y="93673"/>
                  <a:pt x="140809" y="92993"/>
                  <a:pt x="142624" y="92993"/>
                </a:cubicBezTo>
                <a:cubicBezTo>
                  <a:pt x="144031" y="92993"/>
                  <a:pt x="145846" y="94082"/>
                  <a:pt x="148070" y="96260"/>
                </a:cubicBezTo>
                <a:cubicBezTo>
                  <a:pt x="149159" y="97304"/>
                  <a:pt x="151610" y="98167"/>
                  <a:pt x="155422" y="98847"/>
                </a:cubicBezTo>
                <a:cubicBezTo>
                  <a:pt x="158463" y="99392"/>
                  <a:pt x="161027" y="99664"/>
                  <a:pt x="163115" y="99664"/>
                </a:cubicBezTo>
                <a:cubicBezTo>
                  <a:pt x="166927" y="99664"/>
                  <a:pt x="170286" y="99211"/>
                  <a:pt x="173190" y="98305"/>
                </a:cubicBezTo>
                <a:cubicBezTo>
                  <a:pt x="177411" y="96990"/>
                  <a:pt x="179522" y="94905"/>
                  <a:pt x="179522" y="92050"/>
                </a:cubicBezTo>
                <a:cubicBezTo>
                  <a:pt x="179522" y="85885"/>
                  <a:pt x="175210" y="81715"/>
                  <a:pt x="166587" y="79539"/>
                </a:cubicBezTo>
                <a:lnTo>
                  <a:pt x="159507" y="77973"/>
                </a:lnTo>
                <a:cubicBezTo>
                  <a:pt x="153471" y="76656"/>
                  <a:pt x="149182" y="75111"/>
                  <a:pt x="146641" y="73340"/>
                </a:cubicBezTo>
                <a:cubicBezTo>
                  <a:pt x="142964" y="70797"/>
                  <a:pt x="141126" y="66960"/>
                  <a:pt x="141126" y="61831"/>
                </a:cubicBezTo>
                <a:cubicBezTo>
                  <a:pt x="141126" y="52340"/>
                  <a:pt x="145597" y="45573"/>
                  <a:pt x="154537" y="41531"/>
                </a:cubicBezTo>
                <a:cubicBezTo>
                  <a:pt x="157261" y="40306"/>
                  <a:pt x="161617" y="38842"/>
                  <a:pt x="167608" y="37140"/>
                </a:cubicBezTo>
                <a:cubicBezTo>
                  <a:pt x="173599" y="35437"/>
                  <a:pt x="177888" y="33994"/>
                  <a:pt x="180475" y="32813"/>
                </a:cubicBezTo>
                <a:cubicBezTo>
                  <a:pt x="182335" y="31996"/>
                  <a:pt x="184355" y="31588"/>
                  <a:pt x="186533" y="31588"/>
                </a:cubicBezTo>
                <a:cubicBezTo>
                  <a:pt x="188485" y="31588"/>
                  <a:pt x="190085" y="32223"/>
                  <a:pt x="191333" y="33494"/>
                </a:cubicBezTo>
                <a:cubicBezTo>
                  <a:pt x="192581" y="34764"/>
                  <a:pt x="193205" y="36421"/>
                  <a:pt x="193205" y="38463"/>
                </a:cubicBezTo>
                <a:cubicBezTo>
                  <a:pt x="193205" y="39779"/>
                  <a:pt x="193489" y="41708"/>
                  <a:pt x="194056" y="44250"/>
                </a:cubicBezTo>
                <a:cubicBezTo>
                  <a:pt x="194623" y="46791"/>
                  <a:pt x="194907" y="48720"/>
                  <a:pt x="194907" y="50036"/>
                </a:cubicBezTo>
                <a:cubicBezTo>
                  <a:pt x="194907" y="52079"/>
                  <a:pt x="194283" y="53735"/>
                  <a:pt x="193035" y="55006"/>
                </a:cubicBezTo>
                <a:cubicBezTo>
                  <a:pt x="191787" y="56277"/>
                  <a:pt x="190187" y="56912"/>
                  <a:pt x="188235" y="56912"/>
                </a:cubicBezTo>
                <a:close/>
                <a:moveTo>
                  <a:pt x="266569" y="112054"/>
                </a:moveTo>
                <a:cubicBezTo>
                  <a:pt x="264072" y="112054"/>
                  <a:pt x="262144" y="110738"/>
                  <a:pt x="260782" y="108106"/>
                </a:cubicBezTo>
                <a:cubicBezTo>
                  <a:pt x="258422" y="103519"/>
                  <a:pt x="254859" y="98092"/>
                  <a:pt x="250094" y="91825"/>
                </a:cubicBezTo>
                <a:lnTo>
                  <a:pt x="238044" y="75408"/>
                </a:lnTo>
                <a:cubicBezTo>
                  <a:pt x="235412" y="77497"/>
                  <a:pt x="231328" y="80426"/>
                  <a:pt x="225791" y="84196"/>
                </a:cubicBezTo>
                <a:cubicBezTo>
                  <a:pt x="225291" y="91235"/>
                  <a:pt x="225042" y="98091"/>
                  <a:pt x="225042" y="104766"/>
                </a:cubicBezTo>
                <a:cubicBezTo>
                  <a:pt x="225042" y="106809"/>
                  <a:pt x="224418" y="108467"/>
                  <a:pt x="223170" y="109737"/>
                </a:cubicBezTo>
                <a:cubicBezTo>
                  <a:pt x="221922" y="111010"/>
                  <a:pt x="220322" y="111646"/>
                  <a:pt x="218370" y="111646"/>
                </a:cubicBezTo>
                <a:cubicBezTo>
                  <a:pt x="213786" y="111646"/>
                  <a:pt x="211495" y="108557"/>
                  <a:pt x="211495" y="102381"/>
                </a:cubicBezTo>
                <a:cubicBezTo>
                  <a:pt x="211495" y="98613"/>
                  <a:pt x="211755" y="92971"/>
                  <a:pt x="212277" y="85455"/>
                </a:cubicBezTo>
                <a:cubicBezTo>
                  <a:pt x="212799" y="77939"/>
                  <a:pt x="213060" y="72296"/>
                  <a:pt x="213060" y="68528"/>
                </a:cubicBezTo>
                <a:cubicBezTo>
                  <a:pt x="213060" y="61625"/>
                  <a:pt x="213162" y="53734"/>
                  <a:pt x="213367" y="44856"/>
                </a:cubicBezTo>
                <a:cubicBezTo>
                  <a:pt x="213571" y="35978"/>
                  <a:pt x="213673" y="28133"/>
                  <a:pt x="213673" y="21321"/>
                </a:cubicBezTo>
                <a:cubicBezTo>
                  <a:pt x="213673" y="19277"/>
                  <a:pt x="213571" y="16870"/>
                  <a:pt x="213367" y="14100"/>
                </a:cubicBezTo>
                <a:cubicBezTo>
                  <a:pt x="213162" y="11331"/>
                  <a:pt x="213060" y="8924"/>
                  <a:pt x="213060" y="6880"/>
                </a:cubicBezTo>
                <a:cubicBezTo>
                  <a:pt x="213060" y="4836"/>
                  <a:pt x="213684" y="3179"/>
                  <a:pt x="214932" y="1908"/>
                </a:cubicBezTo>
                <a:cubicBezTo>
                  <a:pt x="216180" y="636"/>
                  <a:pt x="217780" y="0"/>
                  <a:pt x="219732" y="0"/>
                </a:cubicBezTo>
                <a:cubicBezTo>
                  <a:pt x="221683" y="0"/>
                  <a:pt x="223283" y="636"/>
                  <a:pt x="224531" y="1908"/>
                </a:cubicBezTo>
                <a:cubicBezTo>
                  <a:pt x="225779" y="3179"/>
                  <a:pt x="226403" y="4836"/>
                  <a:pt x="226403" y="6880"/>
                </a:cubicBezTo>
                <a:cubicBezTo>
                  <a:pt x="226403" y="8969"/>
                  <a:pt x="226517" y="11433"/>
                  <a:pt x="226744" y="14273"/>
                </a:cubicBezTo>
                <a:cubicBezTo>
                  <a:pt x="226971" y="17111"/>
                  <a:pt x="227084" y="19573"/>
                  <a:pt x="227084" y="21661"/>
                </a:cubicBezTo>
                <a:lnTo>
                  <a:pt x="226608" y="43597"/>
                </a:lnTo>
                <a:cubicBezTo>
                  <a:pt x="226381" y="51498"/>
                  <a:pt x="226313" y="59400"/>
                  <a:pt x="226403" y="67302"/>
                </a:cubicBezTo>
                <a:cubicBezTo>
                  <a:pt x="232576" y="62579"/>
                  <a:pt x="238521" y="57402"/>
                  <a:pt x="244239" y="51770"/>
                </a:cubicBezTo>
                <a:lnTo>
                  <a:pt x="259216" y="36308"/>
                </a:lnTo>
                <a:cubicBezTo>
                  <a:pt x="260714" y="34765"/>
                  <a:pt x="262325" y="33994"/>
                  <a:pt x="264050" y="33994"/>
                </a:cubicBezTo>
                <a:cubicBezTo>
                  <a:pt x="265820" y="33994"/>
                  <a:pt x="267419" y="34697"/>
                  <a:pt x="268849" y="36104"/>
                </a:cubicBezTo>
                <a:cubicBezTo>
                  <a:pt x="270279" y="37511"/>
                  <a:pt x="270994" y="39145"/>
                  <a:pt x="270994" y="41008"/>
                </a:cubicBezTo>
                <a:cubicBezTo>
                  <a:pt x="270994" y="42552"/>
                  <a:pt x="270335" y="44073"/>
                  <a:pt x="269019" y="45571"/>
                </a:cubicBezTo>
                <a:cubicBezTo>
                  <a:pt x="263437" y="52101"/>
                  <a:pt x="256561" y="59106"/>
                  <a:pt x="248392" y="66587"/>
                </a:cubicBezTo>
                <a:lnTo>
                  <a:pt x="263233" y="86853"/>
                </a:lnTo>
                <a:cubicBezTo>
                  <a:pt x="270177" y="96344"/>
                  <a:pt x="273648" y="102520"/>
                  <a:pt x="273648" y="105380"/>
                </a:cubicBezTo>
                <a:cubicBezTo>
                  <a:pt x="273648" y="107197"/>
                  <a:pt x="272934" y="108764"/>
                  <a:pt x="271504" y="110080"/>
                </a:cubicBezTo>
                <a:cubicBezTo>
                  <a:pt x="270074" y="111396"/>
                  <a:pt x="268429" y="112054"/>
                  <a:pt x="266569" y="112054"/>
                </a:cubicBezTo>
                <a:close/>
                <a:moveTo>
                  <a:pt x="332034" y="56912"/>
                </a:moveTo>
                <a:cubicBezTo>
                  <a:pt x="329538" y="56912"/>
                  <a:pt x="327791" y="56078"/>
                  <a:pt x="326792" y="54410"/>
                </a:cubicBezTo>
                <a:cubicBezTo>
                  <a:pt x="326111" y="53239"/>
                  <a:pt x="325521" y="50805"/>
                  <a:pt x="325022" y="47109"/>
                </a:cubicBezTo>
                <a:cubicBezTo>
                  <a:pt x="321618" y="47970"/>
                  <a:pt x="316376" y="49556"/>
                  <a:pt x="309296" y="51868"/>
                </a:cubicBezTo>
                <a:cubicBezTo>
                  <a:pt x="301989" y="54770"/>
                  <a:pt x="298313" y="58351"/>
                  <a:pt x="298268" y="62611"/>
                </a:cubicBezTo>
                <a:cubicBezTo>
                  <a:pt x="299629" y="63111"/>
                  <a:pt x="300968" y="63474"/>
                  <a:pt x="302284" y="63701"/>
                </a:cubicBezTo>
                <a:cubicBezTo>
                  <a:pt x="312723" y="65559"/>
                  <a:pt x="320484" y="68120"/>
                  <a:pt x="325567" y="71385"/>
                </a:cubicBezTo>
                <a:cubicBezTo>
                  <a:pt x="332964" y="76146"/>
                  <a:pt x="336663" y="83038"/>
                  <a:pt x="336663" y="92061"/>
                </a:cubicBezTo>
                <a:cubicBezTo>
                  <a:pt x="336663" y="99451"/>
                  <a:pt x="333464" y="105028"/>
                  <a:pt x="327064" y="108791"/>
                </a:cubicBezTo>
                <a:cubicBezTo>
                  <a:pt x="321754" y="111874"/>
                  <a:pt x="315037" y="113416"/>
                  <a:pt x="306914" y="113416"/>
                </a:cubicBezTo>
                <a:cubicBezTo>
                  <a:pt x="300968" y="113416"/>
                  <a:pt x="295295" y="112417"/>
                  <a:pt x="289895" y="110420"/>
                </a:cubicBezTo>
                <a:cubicBezTo>
                  <a:pt x="282905" y="107879"/>
                  <a:pt x="279411" y="104339"/>
                  <a:pt x="279411" y="99800"/>
                </a:cubicBezTo>
                <a:cubicBezTo>
                  <a:pt x="279411" y="97985"/>
                  <a:pt x="280126" y="96397"/>
                  <a:pt x="281555" y="95035"/>
                </a:cubicBezTo>
                <a:cubicBezTo>
                  <a:pt x="282985" y="93673"/>
                  <a:pt x="284607" y="92993"/>
                  <a:pt x="286423" y="92993"/>
                </a:cubicBezTo>
                <a:cubicBezTo>
                  <a:pt x="287830" y="92993"/>
                  <a:pt x="289645" y="94082"/>
                  <a:pt x="291869" y="96260"/>
                </a:cubicBezTo>
                <a:cubicBezTo>
                  <a:pt x="292958" y="97304"/>
                  <a:pt x="295409" y="98167"/>
                  <a:pt x="299221" y="98847"/>
                </a:cubicBezTo>
                <a:cubicBezTo>
                  <a:pt x="302262" y="99392"/>
                  <a:pt x="304826" y="99664"/>
                  <a:pt x="306914" y="99664"/>
                </a:cubicBezTo>
                <a:cubicBezTo>
                  <a:pt x="310726" y="99664"/>
                  <a:pt x="314084" y="99211"/>
                  <a:pt x="316989" y="98305"/>
                </a:cubicBezTo>
                <a:cubicBezTo>
                  <a:pt x="321210" y="96990"/>
                  <a:pt x="323320" y="94905"/>
                  <a:pt x="323320" y="92050"/>
                </a:cubicBezTo>
                <a:cubicBezTo>
                  <a:pt x="323320" y="85885"/>
                  <a:pt x="319009" y="81715"/>
                  <a:pt x="310386" y="79539"/>
                </a:cubicBezTo>
                <a:lnTo>
                  <a:pt x="303306" y="77973"/>
                </a:lnTo>
                <a:cubicBezTo>
                  <a:pt x="297269" y="76656"/>
                  <a:pt x="292981" y="75111"/>
                  <a:pt x="290439" y="73340"/>
                </a:cubicBezTo>
                <a:cubicBezTo>
                  <a:pt x="286763" y="70797"/>
                  <a:pt x="284925" y="66960"/>
                  <a:pt x="284925" y="61831"/>
                </a:cubicBezTo>
                <a:cubicBezTo>
                  <a:pt x="284925" y="52340"/>
                  <a:pt x="289395" y="45573"/>
                  <a:pt x="298336" y="41531"/>
                </a:cubicBezTo>
                <a:cubicBezTo>
                  <a:pt x="301059" y="40306"/>
                  <a:pt x="305416" y="38842"/>
                  <a:pt x="311407" y="37140"/>
                </a:cubicBezTo>
                <a:cubicBezTo>
                  <a:pt x="317397" y="35437"/>
                  <a:pt x="321686" y="33994"/>
                  <a:pt x="324273" y="32813"/>
                </a:cubicBezTo>
                <a:cubicBezTo>
                  <a:pt x="326134" y="31996"/>
                  <a:pt x="328154" y="31588"/>
                  <a:pt x="330332" y="31588"/>
                </a:cubicBezTo>
                <a:cubicBezTo>
                  <a:pt x="332284" y="31588"/>
                  <a:pt x="333883" y="32223"/>
                  <a:pt x="335131" y="33494"/>
                </a:cubicBezTo>
                <a:cubicBezTo>
                  <a:pt x="336380" y="34764"/>
                  <a:pt x="337004" y="36421"/>
                  <a:pt x="337004" y="38463"/>
                </a:cubicBezTo>
                <a:cubicBezTo>
                  <a:pt x="337004" y="39779"/>
                  <a:pt x="337287" y="41708"/>
                  <a:pt x="337855" y="44250"/>
                </a:cubicBezTo>
                <a:cubicBezTo>
                  <a:pt x="338422" y="46791"/>
                  <a:pt x="338705" y="48720"/>
                  <a:pt x="338705" y="50036"/>
                </a:cubicBezTo>
                <a:cubicBezTo>
                  <a:pt x="338705" y="52079"/>
                  <a:pt x="338081" y="53735"/>
                  <a:pt x="336833" y="55006"/>
                </a:cubicBezTo>
                <a:cubicBezTo>
                  <a:pt x="335585" y="56277"/>
                  <a:pt x="333985" y="56912"/>
                  <a:pt x="332034" y="56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0ECAE-8D1D-45FC-B24E-8F36AB8A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250" y="3215219"/>
            <a:ext cx="2127731" cy="2367173"/>
          </a:xfrm>
          <a:custGeom xmlns:a="http://schemas.openxmlformats.org/drawingml/2006/main">
            <a:pathLst>
              <a:path w="2127731" h="2367173">
                <a:moveTo>
                  <a:pt x="0" y="354628"/>
                </a:moveTo>
                <a:cubicBezTo>
                  <a:pt x="0" y="158773"/>
                  <a:pt x="158773" y="0"/>
                  <a:pt x="354628" y="0"/>
                </a:cubicBezTo>
                <a:lnTo>
                  <a:pt x="1773102" y="0"/>
                </a:lnTo>
                <a:cubicBezTo>
                  <a:pt x="1968959" y="0"/>
                  <a:pt x="2127731" y="158773"/>
                  <a:pt x="2127731" y="354628"/>
                </a:cubicBezTo>
                <a:lnTo>
                  <a:pt x="2127731" y="2012545"/>
                </a:lnTo>
                <a:cubicBezTo>
                  <a:pt x="2127731" y="2208400"/>
                  <a:pt x="1968959" y="2367173"/>
                  <a:pt x="1773102" y="2367173"/>
                </a:cubicBezTo>
                <a:lnTo>
                  <a:pt x="354628" y="2367173"/>
                </a:lnTo>
                <a:cubicBezTo>
                  <a:pt x="158773" y="2367173"/>
                  <a:pt x="0" y="2208400"/>
                  <a:pt x="0" y="2012545"/>
                </a:cubicBezTo>
                <a:lnTo>
                  <a:pt x="0" y="354628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562e818a34cc8"/>
          <a:stretch xmlns:a="http://schemas.openxmlformats.org/drawingml/2006/main"/>
        </p:blipFill>
        <p:spPr>
          <a:xfrm xmlns:a="http://schemas.openxmlformats.org/drawingml/2006/main">
            <a:off x="9926881" y="3578520"/>
            <a:ext cx="1086265" cy="1152035"/>
          </a:xfrm>
          <a:prstGeom xmlns:a="http://schemas.openxmlformats.org/drawingml/2006/main" prst="rect">
            <a:avLst/>
          </a:prstGeom>
        </p:spPr>
      </p:pic>
      <p:sp>
        <p:nvSpPr>
          <p:cNvPr id="61" name="Text Specifytaskstypes,">
            <a:extLst xmlns:a="http://schemas.openxmlformats.org/drawingml/2006/main">
              <a:ext uri="{FF2B5EF4-FFF2-40B4-BE49-F238E27FC236}">
                <a16:creationId xmlns:a16="http://schemas.microsoft.com/office/drawing/2014/main" id="{E692FED2-389D-40D8-BC37-F61F161F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09" y="4764173"/>
            <a:ext cx="1648312" cy="186190"/>
          </a:xfrm>
          <a:custGeom xmlns:a="http://schemas.openxmlformats.org/drawingml/2006/main">
            <a:pathLst>
              <a:path w="1648312" h="186190">
                <a:moveTo>
                  <a:pt x="57" y="115496"/>
                </a:moveTo>
                <a:cubicBezTo>
                  <a:pt x="0" y="113106"/>
                  <a:pt x="808" y="111158"/>
                  <a:pt x="2482" y="109651"/>
                </a:cubicBezTo>
                <a:cubicBezTo>
                  <a:pt x="4156" y="108144"/>
                  <a:pt x="6212" y="107391"/>
                  <a:pt x="8651" y="107391"/>
                </a:cubicBezTo>
                <a:cubicBezTo>
                  <a:pt x="11431" y="107391"/>
                  <a:pt x="13871" y="108986"/>
                  <a:pt x="15970" y="112178"/>
                </a:cubicBezTo>
                <a:cubicBezTo>
                  <a:pt x="18863" y="116510"/>
                  <a:pt x="21444" y="119446"/>
                  <a:pt x="23713" y="120985"/>
                </a:cubicBezTo>
                <a:cubicBezTo>
                  <a:pt x="28535" y="124176"/>
                  <a:pt x="35542" y="125772"/>
                  <a:pt x="44732" y="125772"/>
                </a:cubicBezTo>
                <a:cubicBezTo>
                  <a:pt x="53525" y="125772"/>
                  <a:pt x="61694" y="123868"/>
                  <a:pt x="69240" y="120060"/>
                </a:cubicBezTo>
                <a:cubicBezTo>
                  <a:pt x="78884" y="115172"/>
                  <a:pt x="83706" y="108381"/>
                  <a:pt x="83706" y="99687"/>
                </a:cubicBezTo>
                <a:cubicBezTo>
                  <a:pt x="83706" y="92527"/>
                  <a:pt x="79650" y="86872"/>
                  <a:pt x="71537" y="82724"/>
                </a:cubicBezTo>
                <a:cubicBezTo>
                  <a:pt x="64673" y="79143"/>
                  <a:pt x="56192" y="77210"/>
                  <a:pt x="46094" y="76927"/>
                </a:cubicBezTo>
                <a:cubicBezTo>
                  <a:pt x="37130" y="76586"/>
                  <a:pt x="29500" y="74626"/>
                  <a:pt x="23203" y="71047"/>
                </a:cubicBezTo>
                <a:cubicBezTo>
                  <a:pt x="15147" y="66447"/>
                  <a:pt x="11119" y="59857"/>
                  <a:pt x="11119" y="51278"/>
                </a:cubicBezTo>
                <a:cubicBezTo>
                  <a:pt x="11119" y="41168"/>
                  <a:pt x="16849" y="31938"/>
                  <a:pt x="28309" y="23587"/>
                </a:cubicBezTo>
                <a:cubicBezTo>
                  <a:pt x="39258" y="15691"/>
                  <a:pt x="50575" y="11743"/>
                  <a:pt x="62262" y="11743"/>
                </a:cubicBezTo>
                <a:cubicBezTo>
                  <a:pt x="67765" y="11743"/>
                  <a:pt x="73977" y="12684"/>
                  <a:pt x="80898" y="14565"/>
                </a:cubicBezTo>
                <a:cubicBezTo>
                  <a:pt x="90088" y="17015"/>
                  <a:pt x="94683" y="20148"/>
                  <a:pt x="94683" y="23965"/>
                </a:cubicBezTo>
                <a:cubicBezTo>
                  <a:pt x="94683" y="28979"/>
                  <a:pt x="92130" y="31485"/>
                  <a:pt x="87025" y="31485"/>
                </a:cubicBezTo>
                <a:cubicBezTo>
                  <a:pt x="84755" y="31485"/>
                  <a:pt x="80784" y="30876"/>
                  <a:pt x="75111" y="29656"/>
                </a:cubicBezTo>
                <a:cubicBezTo>
                  <a:pt x="69438" y="28436"/>
                  <a:pt x="65042" y="27855"/>
                  <a:pt x="61921" y="27911"/>
                </a:cubicBezTo>
                <a:cubicBezTo>
                  <a:pt x="53071" y="28025"/>
                  <a:pt x="45555" y="30204"/>
                  <a:pt x="39371" y="34448"/>
                </a:cubicBezTo>
                <a:cubicBezTo>
                  <a:pt x="33017" y="38805"/>
                  <a:pt x="29840" y="44096"/>
                  <a:pt x="29840" y="50321"/>
                </a:cubicBezTo>
                <a:cubicBezTo>
                  <a:pt x="29840" y="55019"/>
                  <a:pt x="34038" y="58330"/>
                  <a:pt x="42434" y="60253"/>
                </a:cubicBezTo>
                <a:cubicBezTo>
                  <a:pt x="45555" y="60989"/>
                  <a:pt x="51596" y="61668"/>
                  <a:pt x="60560" y="62290"/>
                </a:cubicBezTo>
                <a:cubicBezTo>
                  <a:pt x="73551" y="63256"/>
                  <a:pt x="83706" y="67350"/>
                  <a:pt x="91024" y="74570"/>
                </a:cubicBezTo>
                <a:cubicBezTo>
                  <a:pt x="97718" y="81165"/>
                  <a:pt x="101065" y="89210"/>
                  <a:pt x="101065" y="98703"/>
                </a:cubicBezTo>
                <a:cubicBezTo>
                  <a:pt x="101065" y="112235"/>
                  <a:pt x="94825" y="123038"/>
                  <a:pt x="82344" y="131111"/>
                </a:cubicBezTo>
                <a:cubicBezTo>
                  <a:pt x="71509" y="138103"/>
                  <a:pt x="58943" y="141599"/>
                  <a:pt x="44647" y="141599"/>
                </a:cubicBezTo>
                <a:cubicBezTo>
                  <a:pt x="34265" y="141599"/>
                  <a:pt x="24763" y="139608"/>
                  <a:pt x="16140" y="135627"/>
                </a:cubicBezTo>
                <a:cubicBezTo>
                  <a:pt x="5588" y="130737"/>
                  <a:pt x="227" y="124027"/>
                  <a:pt x="57" y="115496"/>
                </a:cubicBezTo>
                <a:close/>
                <a:moveTo>
                  <a:pt x="156463" y="139727"/>
                </a:moveTo>
                <a:cubicBezTo>
                  <a:pt x="150790" y="139727"/>
                  <a:pt x="144549" y="138820"/>
                  <a:pt x="137742" y="137004"/>
                </a:cubicBezTo>
                <a:lnTo>
                  <a:pt x="137572" y="177680"/>
                </a:lnTo>
                <a:cubicBezTo>
                  <a:pt x="137572" y="180176"/>
                  <a:pt x="136792" y="182218"/>
                  <a:pt x="135231" y="183807"/>
                </a:cubicBezTo>
                <a:cubicBezTo>
                  <a:pt x="133671" y="185395"/>
                  <a:pt x="131672" y="186190"/>
                  <a:pt x="129232" y="186190"/>
                </a:cubicBezTo>
                <a:cubicBezTo>
                  <a:pt x="126793" y="186190"/>
                  <a:pt x="124793" y="185394"/>
                  <a:pt x="123233" y="183804"/>
                </a:cubicBezTo>
                <a:cubicBezTo>
                  <a:pt x="121673" y="182214"/>
                  <a:pt x="120893" y="180169"/>
                  <a:pt x="120893" y="177669"/>
                </a:cubicBezTo>
                <a:lnTo>
                  <a:pt x="121148" y="143591"/>
                </a:lnTo>
                <a:lnTo>
                  <a:pt x="121148" y="109598"/>
                </a:lnTo>
                <a:cubicBezTo>
                  <a:pt x="120978" y="97158"/>
                  <a:pt x="120552" y="85827"/>
                  <a:pt x="119872" y="75605"/>
                </a:cubicBezTo>
                <a:lnTo>
                  <a:pt x="118595" y="58309"/>
                </a:lnTo>
                <a:cubicBezTo>
                  <a:pt x="118595" y="54276"/>
                  <a:pt x="119333" y="50868"/>
                  <a:pt x="120808" y="48084"/>
                </a:cubicBezTo>
                <a:cubicBezTo>
                  <a:pt x="122510" y="44734"/>
                  <a:pt x="124977" y="43058"/>
                  <a:pt x="128211" y="43058"/>
                </a:cubicBezTo>
                <a:cubicBezTo>
                  <a:pt x="130424" y="43058"/>
                  <a:pt x="132282" y="43850"/>
                  <a:pt x="133785" y="45433"/>
                </a:cubicBezTo>
                <a:cubicBezTo>
                  <a:pt x="135288" y="47016"/>
                  <a:pt x="136040" y="48948"/>
                  <a:pt x="136040" y="51228"/>
                </a:cubicBezTo>
                <a:cubicBezTo>
                  <a:pt x="136040" y="51738"/>
                  <a:pt x="135955" y="52674"/>
                  <a:pt x="135785" y="54036"/>
                </a:cubicBezTo>
                <a:cubicBezTo>
                  <a:pt x="135501" y="55794"/>
                  <a:pt x="135302" y="57411"/>
                  <a:pt x="135189" y="58886"/>
                </a:cubicBezTo>
                <a:cubicBezTo>
                  <a:pt x="140068" y="55539"/>
                  <a:pt x="144776" y="53029"/>
                  <a:pt x="149315" y="51355"/>
                </a:cubicBezTo>
                <a:cubicBezTo>
                  <a:pt x="153853" y="49682"/>
                  <a:pt x="158193" y="48845"/>
                  <a:pt x="162335" y="48845"/>
                </a:cubicBezTo>
                <a:cubicBezTo>
                  <a:pt x="173964" y="48845"/>
                  <a:pt x="182474" y="54012"/>
                  <a:pt x="187863" y="64346"/>
                </a:cubicBezTo>
                <a:cubicBezTo>
                  <a:pt x="192118" y="72524"/>
                  <a:pt x="194245" y="83342"/>
                  <a:pt x="194245" y="96799"/>
                </a:cubicBezTo>
                <a:cubicBezTo>
                  <a:pt x="194245" y="109064"/>
                  <a:pt x="190955" y="119171"/>
                  <a:pt x="184374" y="127122"/>
                </a:cubicBezTo>
                <a:cubicBezTo>
                  <a:pt x="177396" y="135526"/>
                  <a:pt x="168093" y="139727"/>
                  <a:pt x="156463" y="139727"/>
                </a:cubicBezTo>
                <a:moveTo>
                  <a:pt x="162335" y="65864"/>
                </a:moveTo>
                <a:cubicBezTo>
                  <a:pt x="157115" y="65864"/>
                  <a:pt x="152407" y="67027"/>
                  <a:pt x="148209" y="69353"/>
                </a:cubicBezTo>
                <a:cubicBezTo>
                  <a:pt x="145202" y="70998"/>
                  <a:pt x="141401" y="74005"/>
                  <a:pt x="136806" y="78373"/>
                </a:cubicBezTo>
                <a:cubicBezTo>
                  <a:pt x="137543" y="91251"/>
                  <a:pt x="137912" y="104781"/>
                  <a:pt x="137912" y="118964"/>
                </a:cubicBezTo>
                <a:cubicBezTo>
                  <a:pt x="144096" y="121347"/>
                  <a:pt x="150279" y="122538"/>
                  <a:pt x="156463" y="122538"/>
                </a:cubicBezTo>
                <a:cubicBezTo>
                  <a:pt x="163554" y="122538"/>
                  <a:pt x="168972" y="119900"/>
                  <a:pt x="172716" y="114624"/>
                </a:cubicBezTo>
                <a:cubicBezTo>
                  <a:pt x="175950" y="110029"/>
                  <a:pt x="177567" y="104072"/>
                  <a:pt x="177567" y="96754"/>
                </a:cubicBezTo>
                <a:cubicBezTo>
                  <a:pt x="177567" y="86429"/>
                  <a:pt x="176304" y="78699"/>
                  <a:pt x="173780" y="73565"/>
                </a:cubicBezTo>
                <a:cubicBezTo>
                  <a:pt x="171255" y="68431"/>
                  <a:pt x="167440" y="65864"/>
                  <a:pt x="162335" y="65864"/>
                </a:cubicBezTo>
                <a:close/>
                <a:moveTo>
                  <a:pt x="253711" y="140578"/>
                </a:moveTo>
                <a:cubicBezTo>
                  <a:pt x="240890" y="140578"/>
                  <a:pt x="230508" y="137370"/>
                  <a:pt x="222566" y="130954"/>
                </a:cubicBezTo>
                <a:cubicBezTo>
                  <a:pt x="213886" y="123856"/>
                  <a:pt x="209546" y="113918"/>
                  <a:pt x="209546" y="101142"/>
                </a:cubicBezTo>
                <a:cubicBezTo>
                  <a:pt x="209546" y="86379"/>
                  <a:pt x="213120" y="74001"/>
                  <a:pt x="220268" y="64008"/>
                </a:cubicBezTo>
                <a:cubicBezTo>
                  <a:pt x="228040" y="53105"/>
                  <a:pt x="238422" y="47654"/>
                  <a:pt x="251413" y="47654"/>
                </a:cubicBezTo>
                <a:cubicBezTo>
                  <a:pt x="260830" y="47654"/>
                  <a:pt x="268517" y="49242"/>
                  <a:pt x="274474" y="52419"/>
                </a:cubicBezTo>
                <a:cubicBezTo>
                  <a:pt x="281792" y="56333"/>
                  <a:pt x="285451" y="62347"/>
                  <a:pt x="285451" y="70459"/>
                </a:cubicBezTo>
                <a:cubicBezTo>
                  <a:pt x="285451" y="76132"/>
                  <a:pt x="282246" y="81295"/>
                  <a:pt x="275836" y="85947"/>
                </a:cubicBezTo>
                <a:cubicBezTo>
                  <a:pt x="272999" y="87989"/>
                  <a:pt x="266986" y="91166"/>
                  <a:pt x="257795" y="95477"/>
                </a:cubicBezTo>
                <a:lnTo>
                  <a:pt x="225289" y="110880"/>
                </a:lnTo>
                <a:cubicBezTo>
                  <a:pt x="228466" y="115588"/>
                  <a:pt x="232422" y="119134"/>
                  <a:pt x="237159" y="121517"/>
                </a:cubicBezTo>
                <a:cubicBezTo>
                  <a:pt x="241896" y="123899"/>
                  <a:pt x="247414" y="125091"/>
                  <a:pt x="253711" y="125091"/>
                </a:cubicBezTo>
                <a:cubicBezTo>
                  <a:pt x="257625" y="125091"/>
                  <a:pt x="262220" y="124353"/>
                  <a:pt x="267496" y="122878"/>
                </a:cubicBezTo>
                <a:cubicBezTo>
                  <a:pt x="274190" y="121006"/>
                  <a:pt x="278502" y="118553"/>
                  <a:pt x="280431" y="115518"/>
                </a:cubicBezTo>
                <a:cubicBezTo>
                  <a:pt x="282360" y="112482"/>
                  <a:pt x="284430" y="110965"/>
                  <a:pt x="286643" y="110965"/>
                </a:cubicBezTo>
                <a:cubicBezTo>
                  <a:pt x="288628" y="110965"/>
                  <a:pt x="290401" y="111719"/>
                  <a:pt x="291961" y="113228"/>
                </a:cubicBezTo>
                <a:cubicBezTo>
                  <a:pt x="293521" y="114735"/>
                  <a:pt x="294301" y="116484"/>
                  <a:pt x="294301" y="118475"/>
                </a:cubicBezTo>
                <a:cubicBezTo>
                  <a:pt x="294301" y="124789"/>
                  <a:pt x="289224" y="130223"/>
                  <a:pt x="279069" y="134776"/>
                </a:cubicBezTo>
                <a:cubicBezTo>
                  <a:pt x="270389" y="138644"/>
                  <a:pt x="261937" y="140578"/>
                  <a:pt x="253711" y="140578"/>
                </a:cubicBezTo>
                <a:moveTo>
                  <a:pt x="251413" y="62971"/>
                </a:moveTo>
                <a:cubicBezTo>
                  <a:pt x="244492" y="62971"/>
                  <a:pt x="238734" y="65651"/>
                  <a:pt x="234139" y="71012"/>
                </a:cubicBezTo>
                <a:cubicBezTo>
                  <a:pt x="229543" y="76373"/>
                  <a:pt x="226111" y="84443"/>
                  <a:pt x="223842" y="95222"/>
                </a:cubicBezTo>
                <a:lnTo>
                  <a:pt x="249966" y="82798"/>
                </a:lnTo>
                <a:cubicBezTo>
                  <a:pt x="260235" y="77806"/>
                  <a:pt x="267553" y="73466"/>
                  <a:pt x="271921" y="69779"/>
                </a:cubicBezTo>
                <a:cubicBezTo>
                  <a:pt x="267042" y="65240"/>
                  <a:pt x="260206" y="62971"/>
                  <a:pt x="251413" y="62971"/>
                </a:cubicBezTo>
                <a:close/>
                <a:moveTo>
                  <a:pt x="348373" y="142110"/>
                </a:moveTo>
                <a:cubicBezTo>
                  <a:pt x="336744" y="142110"/>
                  <a:pt x="327043" y="138586"/>
                  <a:pt x="319271" y="131539"/>
                </a:cubicBezTo>
                <a:cubicBezTo>
                  <a:pt x="311101" y="124152"/>
                  <a:pt x="307017" y="114405"/>
                  <a:pt x="307017" y="102298"/>
                </a:cubicBezTo>
                <a:cubicBezTo>
                  <a:pt x="307017" y="90763"/>
                  <a:pt x="310846" y="78857"/>
                  <a:pt x="318505" y="66582"/>
                </a:cubicBezTo>
                <a:cubicBezTo>
                  <a:pt x="327014" y="52942"/>
                  <a:pt x="336602" y="46122"/>
                  <a:pt x="347267" y="46122"/>
                </a:cubicBezTo>
                <a:cubicBezTo>
                  <a:pt x="352827" y="46122"/>
                  <a:pt x="359039" y="47431"/>
                  <a:pt x="365903" y="50050"/>
                </a:cubicBezTo>
                <a:cubicBezTo>
                  <a:pt x="374583" y="53409"/>
                  <a:pt x="378923" y="57508"/>
                  <a:pt x="378923" y="62346"/>
                </a:cubicBezTo>
                <a:cubicBezTo>
                  <a:pt x="378923" y="64509"/>
                  <a:pt x="378214" y="66431"/>
                  <a:pt x="376795" y="68111"/>
                </a:cubicBezTo>
                <a:cubicBezTo>
                  <a:pt x="375377" y="69790"/>
                  <a:pt x="373618" y="70629"/>
                  <a:pt x="371519" y="70629"/>
                </a:cubicBezTo>
                <a:cubicBezTo>
                  <a:pt x="369874" y="70629"/>
                  <a:pt x="368442" y="70129"/>
                  <a:pt x="367222" y="69127"/>
                </a:cubicBezTo>
                <a:cubicBezTo>
                  <a:pt x="366002" y="68124"/>
                  <a:pt x="364825" y="67134"/>
                  <a:pt x="363691" y="66159"/>
                </a:cubicBezTo>
                <a:cubicBezTo>
                  <a:pt x="360343" y="63466"/>
                  <a:pt x="354869" y="62120"/>
                  <a:pt x="347267" y="62120"/>
                </a:cubicBezTo>
                <a:cubicBezTo>
                  <a:pt x="341481" y="62120"/>
                  <a:pt x="335751" y="67297"/>
                  <a:pt x="330078" y="77650"/>
                </a:cubicBezTo>
                <a:cubicBezTo>
                  <a:pt x="324915" y="87149"/>
                  <a:pt x="322334" y="95368"/>
                  <a:pt x="322334" y="102306"/>
                </a:cubicBezTo>
                <a:cubicBezTo>
                  <a:pt x="322334" y="109814"/>
                  <a:pt x="324887" y="115730"/>
                  <a:pt x="329993" y="120054"/>
                </a:cubicBezTo>
                <a:cubicBezTo>
                  <a:pt x="334758" y="124093"/>
                  <a:pt x="340885" y="126112"/>
                  <a:pt x="348373" y="126112"/>
                </a:cubicBezTo>
                <a:cubicBezTo>
                  <a:pt x="351777" y="126112"/>
                  <a:pt x="355408" y="125204"/>
                  <a:pt x="359266" y="123389"/>
                </a:cubicBezTo>
                <a:lnTo>
                  <a:pt x="369137" y="118113"/>
                </a:lnTo>
                <a:cubicBezTo>
                  <a:pt x="370839" y="117205"/>
                  <a:pt x="372058" y="116751"/>
                  <a:pt x="372796" y="116751"/>
                </a:cubicBezTo>
                <a:cubicBezTo>
                  <a:pt x="374895" y="116751"/>
                  <a:pt x="376710" y="117588"/>
                  <a:pt x="378242" y="119262"/>
                </a:cubicBezTo>
                <a:cubicBezTo>
                  <a:pt x="379774" y="120935"/>
                  <a:pt x="380540" y="122850"/>
                  <a:pt x="380540" y="125006"/>
                </a:cubicBezTo>
                <a:cubicBezTo>
                  <a:pt x="380540" y="129147"/>
                  <a:pt x="376171" y="133147"/>
                  <a:pt x="367435" y="137004"/>
                </a:cubicBezTo>
                <a:cubicBezTo>
                  <a:pt x="359776" y="140408"/>
                  <a:pt x="353422" y="142110"/>
                  <a:pt x="348373" y="142110"/>
                </a:cubicBezTo>
                <a:close/>
                <a:moveTo>
                  <a:pt x="415479" y="28933"/>
                </a:moveTo>
                <a:cubicBezTo>
                  <a:pt x="412756" y="28933"/>
                  <a:pt x="410401" y="27968"/>
                  <a:pt x="408416" y="26039"/>
                </a:cubicBezTo>
                <a:cubicBezTo>
                  <a:pt x="406430" y="24110"/>
                  <a:pt x="405437" y="21785"/>
                  <a:pt x="405437" y="19061"/>
                </a:cubicBezTo>
                <a:cubicBezTo>
                  <a:pt x="405437" y="16338"/>
                  <a:pt x="406430" y="14012"/>
                  <a:pt x="408416" y="12084"/>
                </a:cubicBezTo>
                <a:cubicBezTo>
                  <a:pt x="410401" y="10155"/>
                  <a:pt x="412756" y="9190"/>
                  <a:pt x="415479" y="9190"/>
                </a:cubicBezTo>
                <a:cubicBezTo>
                  <a:pt x="418202" y="9190"/>
                  <a:pt x="420542" y="10155"/>
                  <a:pt x="422499" y="12084"/>
                </a:cubicBezTo>
                <a:cubicBezTo>
                  <a:pt x="424456" y="14012"/>
                  <a:pt x="425435" y="16338"/>
                  <a:pt x="425435" y="19061"/>
                </a:cubicBezTo>
                <a:cubicBezTo>
                  <a:pt x="425435" y="21785"/>
                  <a:pt x="424456" y="24110"/>
                  <a:pt x="422499" y="26039"/>
                </a:cubicBezTo>
                <a:cubicBezTo>
                  <a:pt x="420542" y="27968"/>
                  <a:pt x="418202" y="28933"/>
                  <a:pt x="415479" y="28933"/>
                </a:cubicBezTo>
                <a:moveTo>
                  <a:pt x="419308" y="98078"/>
                </a:moveTo>
                <a:cubicBezTo>
                  <a:pt x="419308" y="101486"/>
                  <a:pt x="419407" y="106582"/>
                  <a:pt x="419606" y="113369"/>
                </a:cubicBezTo>
                <a:cubicBezTo>
                  <a:pt x="419804" y="120153"/>
                  <a:pt x="419904" y="125249"/>
                  <a:pt x="419904" y="128657"/>
                </a:cubicBezTo>
                <a:cubicBezTo>
                  <a:pt x="419904" y="131155"/>
                  <a:pt x="419138" y="133199"/>
                  <a:pt x="417606" y="134789"/>
                </a:cubicBezTo>
                <a:cubicBezTo>
                  <a:pt x="416074" y="136379"/>
                  <a:pt x="414061" y="137174"/>
                  <a:pt x="411564" y="137174"/>
                </a:cubicBezTo>
                <a:cubicBezTo>
                  <a:pt x="409125" y="137174"/>
                  <a:pt x="407125" y="136379"/>
                  <a:pt x="405565" y="134789"/>
                </a:cubicBezTo>
                <a:cubicBezTo>
                  <a:pt x="404005" y="133199"/>
                  <a:pt x="403225" y="131155"/>
                  <a:pt x="403225" y="128657"/>
                </a:cubicBezTo>
                <a:cubicBezTo>
                  <a:pt x="403225" y="125249"/>
                  <a:pt x="403126" y="120153"/>
                  <a:pt x="402927" y="113369"/>
                </a:cubicBezTo>
                <a:cubicBezTo>
                  <a:pt x="402729" y="106582"/>
                  <a:pt x="402629" y="101486"/>
                  <a:pt x="402629" y="98078"/>
                </a:cubicBezTo>
                <a:cubicBezTo>
                  <a:pt x="402629" y="92740"/>
                  <a:pt x="402913" y="86082"/>
                  <a:pt x="403480" y="78105"/>
                </a:cubicBezTo>
                <a:cubicBezTo>
                  <a:pt x="404048" y="70125"/>
                  <a:pt x="404331" y="63466"/>
                  <a:pt x="404331" y="58128"/>
                </a:cubicBezTo>
                <a:cubicBezTo>
                  <a:pt x="404331" y="55574"/>
                  <a:pt x="405111" y="53501"/>
                  <a:pt x="406671" y="51911"/>
                </a:cubicBezTo>
                <a:cubicBezTo>
                  <a:pt x="408231" y="50321"/>
                  <a:pt x="410231" y="49526"/>
                  <a:pt x="412671" y="49526"/>
                </a:cubicBezTo>
                <a:cubicBezTo>
                  <a:pt x="415110" y="49526"/>
                  <a:pt x="417110" y="50321"/>
                  <a:pt x="418670" y="51911"/>
                </a:cubicBezTo>
                <a:cubicBezTo>
                  <a:pt x="420230" y="53501"/>
                  <a:pt x="421010" y="55574"/>
                  <a:pt x="421010" y="58128"/>
                </a:cubicBezTo>
                <a:cubicBezTo>
                  <a:pt x="421010" y="63466"/>
                  <a:pt x="420726" y="70125"/>
                  <a:pt x="420159" y="78105"/>
                </a:cubicBezTo>
                <a:cubicBezTo>
                  <a:pt x="419592" y="86082"/>
                  <a:pt x="419308" y="92740"/>
                  <a:pt x="419308" y="98078"/>
                </a:cubicBezTo>
                <a:close/>
                <a:moveTo>
                  <a:pt x="504424" y="17019"/>
                </a:moveTo>
                <a:cubicBezTo>
                  <a:pt x="490695" y="17019"/>
                  <a:pt x="483008" y="26502"/>
                  <a:pt x="481363" y="45468"/>
                </a:cubicBezTo>
                <a:lnTo>
                  <a:pt x="481108" y="50717"/>
                </a:lnTo>
                <a:cubicBezTo>
                  <a:pt x="490752" y="50036"/>
                  <a:pt x="496992" y="49696"/>
                  <a:pt x="499829" y="49696"/>
                </a:cubicBezTo>
                <a:cubicBezTo>
                  <a:pt x="508849" y="49696"/>
                  <a:pt x="513359" y="52546"/>
                  <a:pt x="513359" y="58245"/>
                </a:cubicBezTo>
                <a:cubicBezTo>
                  <a:pt x="513359" y="62408"/>
                  <a:pt x="511147" y="64888"/>
                  <a:pt x="506722" y="65686"/>
                </a:cubicBezTo>
                <a:cubicBezTo>
                  <a:pt x="504793" y="66028"/>
                  <a:pt x="502538" y="66157"/>
                  <a:pt x="499957" y="66072"/>
                </a:cubicBezTo>
                <a:cubicBezTo>
                  <a:pt x="497375" y="65986"/>
                  <a:pt x="490837" y="66371"/>
                  <a:pt x="480342" y="67226"/>
                </a:cubicBezTo>
                <a:lnTo>
                  <a:pt x="479661" y="86646"/>
                </a:lnTo>
                <a:cubicBezTo>
                  <a:pt x="479661" y="90169"/>
                  <a:pt x="479775" y="95451"/>
                  <a:pt x="480002" y="102493"/>
                </a:cubicBezTo>
                <a:cubicBezTo>
                  <a:pt x="480229" y="109534"/>
                  <a:pt x="480342" y="114787"/>
                  <a:pt x="480342" y="118251"/>
                </a:cubicBezTo>
                <a:cubicBezTo>
                  <a:pt x="480342" y="129041"/>
                  <a:pt x="479718" y="137445"/>
                  <a:pt x="478470" y="143464"/>
                </a:cubicBezTo>
                <a:cubicBezTo>
                  <a:pt x="477505" y="148007"/>
                  <a:pt x="474868" y="150279"/>
                  <a:pt x="470556" y="150279"/>
                </a:cubicBezTo>
                <a:cubicBezTo>
                  <a:pt x="468230" y="150279"/>
                  <a:pt x="466244" y="149527"/>
                  <a:pt x="464599" y="148021"/>
                </a:cubicBezTo>
                <a:cubicBezTo>
                  <a:pt x="462954" y="146516"/>
                  <a:pt x="462132" y="144628"/>
                  <a:pt x="462132" y="142357"/>
                </a:cubicBezTo>
                <a:cubicBezTo>
                  <a:pt x="462132" y="141903"/>
                  <a:pt x="462188" y="141335"/>
                  <a:pt x="462302" y="140653"/>
                </a:cubicBezTo>
                <a:cubicBezTo>
                  <a:pt x="463493" y="133271"/>
                  <a:pt x="464089" y="125235"/>
                  <a:pt x="464089" y="116547"/>
                </a:cubicBezTo>
                <a:lnTo>
                  <a:pt x="463833" y="93292"/>
                </a:lnTo>
                <a:lnTo>
                  <a:pt x="463833" y="68587"/>
                </a:lnTo>
                <a:cubicBezTo>
                  <a:pt x="456742" y="69155"/>
                  <a:pt x="452260" y="69438"/>
                  <a:pt x="450388" y="69438"/>
                </a:cubicBezTo>
                <a:cubicBezTo>
                  <a:pt x="444659" y="69438"/>
                  <a:pt x="441794" y="66687"/>
                  <a:pt x="441794" y="61184"/>
                </a:cubicBezTo>
                <a:cubicBezTo>
                  <a:pt x="441794" y="55568"/>
                  <a:pt x="446758" y="52618"/>
                  <a:pt x="456685" y="52334"/>
                </a:cubicBezTo>
                <a:lnTo>
                  <a:pt x="464855" y="52079"/>
                </a:lnTo>
                <a:cubicBezTo>
                  <a:pt x="465025" y="48902"/>
                  <a:pt x="465450" y="44590"/>
                  <a:pt x="466131" y="39144"/>
                </a:cubicBezTo>
                <a:cubicBezTo>
                  <a:pt x="467606" y="26550"/>
                  <a:pt x="470783" y="17274"/>
                  <a:pt x="475662" y="11318"/>
                </a:cubicBezTo>
                <a:cubicBezTo>
                  <a:pt x="481562" y="4113"/>
                  <a:pt x="490780" y="511"/>
                  <a:pt x="503318" y="511"/>
                </a:cubicBezTo>
                <a:cubicBezTo>
                  <a:pt x="511430" y="511"/>
                  <a:pt x="515487" y="3276"/>
                  <a:pt x="515487" y="8807"/>
                </a:cubicBezTo>
                <a:cubicBezTo>
                  <a:pt x="515487" y="14282"/>
                  <a:pt x="511799" y="17019"/>
                  <a:pt x="504424" y="17019"/>
                </a:cubicBezTo>
                <a:close/>
                <a:moveTo>
                  <a:pt x="610759" y="60745"/>
                </a:moveTo>
                <a:lnTo>
                  <a:pt x="581316" y="124405"/>
                </a:lnTo>
                <a:cubicBezTo>
                  <a:pt x="574055" y="139894"/>
                  <a:pt x="568495" y="152858"/>
                  <a:pt x="564637" y="163296"/>
                </a:cubicBezTo>
                <a:lnTo>
                  <a:pt x="559021" y="179807"/>
                </a:lnTo>
                <a:cubicBezTo>
                  <a:pt x="557546" y="183949"/>
                  <a:pt x="554993" y="186019"/>
                  <a:pt x="551362" y="186019"/>
                </a:cubicBezTo>
                <a:cubicBezTo>
                  <a:pt x="548980" y="186019"/>
                  <a:pt x="546923" y="185235"/>
                  <a:pt x="545193" y="183666"/>
                </a:cubicBezTo>
                <a:cubicBezTo>
                  <a:pt x="543463" y="182099"/>
                  <a:pt x="542598" y="180146"/>
                  <a:pt x="542598" y="177808"/>
                </a:cubicBezTo>
                <a:cubicBezTo>
                  <a:pt x="542598" y="172106"/>
                  <a:pt x="548724" y="155701"/>
                  <a:pt x="560978" y="128593"/>
                </a:cubicBezTo>
                <a:lnTo>
                  <a:pt x="530514" y="69882"/>
                </a:lnTo>
                <a:lnTo>
                  <a:pt x="526685" y="63660"/>
                </a:lnTo>
                <a:cubicBezTo>
                  <a:pt x="525153" y="61046"/>
                  <a:pt x="524387" y="58860"/>
                  <a:pt x="524387" y="57099"/>
                </a:cubicBezTo>
                <a:cubicBezTo>
                  <a:pt x="524387" y="54773"/>
                  <a:pt x="525281" y="52731"/>
                  <a:pt x="527068" y="50972"/>
                </a:cubicBezTo>
                <a:cubicBezTo>
                  <a:pt x="528855" y="49214"/>
                  <a:pt x="530854" y="48334"/>
                  <a:pt x="533067" y="48334"/>
                </a:cubicBezTo>
                <a:cubicBezTo>
                  <a:pt x="535676" y="48334"/>
                  <a:pt x="537690" y="49327"/>
                  <a:pt x="539109" y="51313"/>
                </a:cubicBezTo>
                <a:cubicBezTo>
                  <a:pt x="548753" y="64721"/>
                  <a:pt x="559106" y="83810"/>
                  <a:pt x="570169" y="108580"/>
                </a:cubicBezTo>
                <a:lnTo>
                  <a:pt x="582763" y="79131"/>
                </a:lnTo>
                <a:cubicBezTo>
                  <a:pt x="587301" y="68971"/>
                  <a:pt x="591669" y="60237"/>
                  <a:pt x="595868" y="52930"/>
                </a:cubicBezTo>
                <a:cubicBezTo>
                  <a:pt x="597683" y="49753"/>
                  <a:pt x="600066" y="48164"/>
                  <a:pt x="603016" y="48164"/>
                </a:cubicBezTo>
                <a:cubicBezTo>
                  <a:pt x="605342" y="48164"/>
                  <a:pt x="607398" y="48986"/>
                  <a:pt x="609185" y="50629"/>
                </a:cubicBezTo>
                <a:cubicBezTo>
                  <a:pt x="610972" y="52273"/>
                  <a:pt x="611866" y="54228"/>
                  <a:pt x="611866" y="56496"/>
                </a:cubicBezTo>
                <a:cubicBezTo>
                  <a:pt x="611866" y="57742"/>
                  <a:pt x="611497" y="59158"/>
                  <a:pt x="610759" y="60745"/>
                </a:cubicBezTo>
                <a:close/>
                <a:moveTo>
                  <a:pt x="737437" y="64237"/>
                </a:moveTo>
                <a:cubicBezTo>
                  <a:pt x="736246" y="64237"/>
                  <a:pt x="734841" y="64180"/>
                  <a:pt x="733225" y="64066"/>
                </a:cubicBezTo>
                <a:cubicBezTo>
                  <a:pt x="731608" y="63951"/>
                  <a:pt x="730204" y="63894"/>
                  <a:pt x="729012" y="63894"/>
                </a:cubicBezTo>
                <a:cubicBezTo>
                  <a:pt x="727708" y="63894"/>
                  <a:pt x="723850" y="64324"/>
                  <a:pt x="717439" y="65183"/>
                </a:cubicBezTo>
                <a:lnTo>
                  <a:pt x="719056" y="115419"/>
                </a:lnTo>
                <a:lnTo>
                  <a:pt x="719141" y="119161"/>
                </a:lnTo>
                <a:lnTo>
                  <a:pt x="719226" y="123495"/>
                </a:lnTo>
                <a:cubicBezTo>
                  <a:pt x="719453" y="135905"/>
                  <a:pt x="716475" y="142110"/>
                  <a:pt x="710291" y="142110"/>
                </a:cubicBezTo>
                <a:cubicBezTo>
                  <a:pt x="708022" y="142110"/>
                  <a:pt x="706051" y="141373"/>
                  <a:pt x="704377" y="139900"/>
                </a:cubicBezTo>
                <a:cubicBezTo>
                  <a:pt x="702704" y="138427"/>
                  <a:pt x="701867" y="136585"/>
                  <a:pt x="701867" y="134374"/>
                </a:cubicBezTo>
                <a:cubicBezTo>
                  <a:pt x="701867" y="132222"/>
                  <a:pt x="701952" y="128993"/>
                  <a:pt x="702122" y="124687"/>
                </a:cubicBezTo>
                <a:cubicBezTo>
                  <a:pt x="702292" y="120379"/>
                  <a:pt x="702377" y="117148"/>
                  <a:pt x="702377" y="114994"/>
                </a:cubicBezTo>
                <a:lnTo>
                  <a:pt x="700675" y="65354"/>
                </a:lnTo>
                <a:cubicBezTo>
                  <a:pt x="696534" y="65183"/>
                  <a:pt x="690237" y="64698"/>
                  <a:pt x="681784" y="63899"/>
                </a:cubicBezTo>
                <a:cubicBezTo>
                  <a:pt x="676735" y="63215"/>
                  <a:pt x="674211" y="60393"/>
                  <a:pt x="674211" y="55435"/>
                </a:cubicBezTo>
                <a:cubicBezTo>
                  <a:pt x="674211" y="52926"/>
                  <a:pt x="674977" y="50846"/>
                  <a:pt x="676508" y="49196"/>
                </a:cubicBezTo>
                <a:cubicBezTo>
                  <a:pt x="678040" y="47544"/>
                  <a:pt x="679997" y="46718"/>
                  <a:pt x="682380" y="46718"/>
                </a:cubicBezTo>
                <a:lnTo>
                  <a:pt x="700250" y="48164"/>
                </a:lnTo>
                <a:cubicBezTo>
                  <a:pt x="700250" y="45262"/>
                  <a:pt x="700122" y="41380"/>
                  <a:pt x="699867" y="36517"/>
                </a:cubicBezTo>
                <a:cubicBezTo>
                  <a:pt x="699612" y="31652"/>
                  <a:pt x="699484" y="28139"/>
                  <a:pt x="699484" y="25978"/>
                </a:cubicBezTo>
                <a:cubicBezTo>
                  <a:pt x="699484" y="23588"/>
                  <a:pt x="700307" y="21612"/>
                  <a:pt x="701952" y="20048"/>
                </a:cubicBezTo>
                <a:cubicBezTo>
                  <a:pt x="703597" y="18483"/>
                  <a:pt x="705611" y="17700"/>
                  <a:pt x="707994" y="17700"/>
                </a:cubicBezTo>
                <a:cubicBezTo>
                  <a:pt x="713099" y="17700"/>
                  <a:pt x="716078" y="21870"/>
                  <a:pt x="716929" y="30209"/>
                </a:cubicBezTo>
                <a:cubicBezTo>
                  <a:pt x="717099" y="32308"/>
                  <a:pt x="717184" y="34833"/>
                  <a:pt x="717184" y="37783"/>
                </a:cubicBezTo>
                <a:lnTo>
                  <a:pt x="717014" y="42718"/>
                </a:lnTo>
                <a:lnTo>
                  <a:pt x="716929" y="47994"/>
                </a:lnTo>
                <a:cubicBezTo>
                  <a:pt x="723963" y="47086"/>
                  <a:pt x="727991" y="46632"/>
                  <a:pt x="729012" y="46632"/>
                </a:cubicBezTo>
                <a:cubicBezTo>
                  <a:pt x="734912" y="46632"/>
                  <a:pt x="738770" y="46916"/>
                  <a:pt x="740585" y="47483"/>
                </a:cubicBezTo>
                <a:cubicBezTo>
                  <a:pt x="744046" y="48625"/>
                  <a:pt x="745776" y="51316"/>
                  <a:pt x="745776" y="55557"/>
                </a:cubicBezTo>
                <a:cubicBezTo>
                  <a:pt x="745776" y="58078"/>
                  <a:pt x="744996" y="60155"/>
                  <a:pt x="743436" y="61788"/>
                </a:cubicBezTo>
                <a:cubicBezTo>
                  <a:pt x="741876" y="63420"/>
                  <a:pt x="739876" y="64237"/>
                  <a:pt x="737437" y="64237"/>
                </a:cubicBezTo>
                <a:close/>
                <a:moveTo>
                  <a:pt x="829836" y="142280"/>
                </a:moveTo>
                <a:cubicBezTo>
                  <a:pt x="828758" y="142280"/>
                  <a:pt x="826801" y="141021"/>
                  <a:pt x="823964" y="138504"/>
                </a:cubicBezTo>
                <a:cubicBezTo>
                  <a:pt x="821411" y="136159"/>
                  <a:pt x="819511" y="134070"/>
                  <a:pt x="818263" y="132239"/>
                </a:cubicBezTo>
                <a:cubicBezTo>
                  <a:pt x="812816" y="135217"/>
                  <a:pt x="808023" y="137465"/>
                  <a:pt x="803881" y="138983"/>
                </a:cubicBezTo>
                <a:cubicBezTo>
                  <a:pt x="799740" y="140500"/>
                  <a:pt x="796280" y="141259"/>
                  <a:pt x="793500" y="141259"/>
                </a:cubicBezTo>
                <a:cubicBezTo>
                  <a:pt x="780225" y="141259"/>
                  <a:pt x="770552" y="137515"/>
                  <a:pt x="764482" y="130026"/>
                </a:cubicBezTo>
                <a:cubicBezTo>
                  <a:pt x="758752" y="122992"/>
                  <a:pt x="755887" y="112213"/>
                  <a:pt x="755887" y="97690"/>
                </a:cubicBezTo>
                <a:cubicBezTo>
                  <a:pt x="755887" y="83961"/>
                  <a:pt x="760610" y="72218"/>
                  <a:pt x="770056" y="62460"/>
                </a:cubicBezTo>
                <a:cubicBezTo>
                  <a:pt x="779501" y="52703"/>
                  <a:pt x="790777" y="47824"/>
                  <a:pt x="803881" y="47824"/>
                </a:cubicBezTo>
                <a:cubicBezTo>
                  <a:pt x="808817" y="47824"/>
                  <a:pt x="814348" y="49100"/>
                  <a:pt x="820475" y="51653"/>
                </a:cubicBezTo>
                <a:cubicBezTo>
                  <a:pt x="828190" y="54830"/>
                  <a:pt x="832048" y="58659"/>
                  <a:pt x="832048" y="63141"/>
                </a:cubicBezTo>
                <a:cubicBezTo>
                  <a:pt x="832048" y="64673"/>
                  <a:pt x="831481" y="66034"/>
                  <a:pt x="830346" y="67226"/>
                </a:cubicBezTo>
                <a:cubicBezTo>
                  <a:pt x="829779" y="69381"/>
                  <a:pt x="829339" y="72927"/>
                  <a:pt x="829027" y="77863"/>
                </a:cubicBezTo>
                <a:cubicBezTo>
                  <a:pt x="828715" y="82798"/>
                  <a:pt x="828531" y="89124"/>
                  <a:pt x="828474" y="96839"/>
                </a:cubicBezTo>
                <a:cubicBezTo>
                  <a:pt x="828417" y="103874"/>
                  <a:pt x="828900" y="109433"/>
                  <a:pt x="829921" y="113518"/>
                </a:cubicBezTo>
                <a:cubicBezTo>
                  <a:pt x="830488" y="116014"/>
                  <a:pt x="832275" y="121006"/>
                  <a:pt x="835282" y="128495"/>
                </a:cubicBezTo>
                <a:cubicBezTo>
                  <a:pt x="835679" y="129516"/>
                  <a:pt x="836331" y="131019"/>
                  <a:pt x="837239" y="133005"/>
                </a:cubicBezTo>
                <a:lnTo>
                  <a:pt x="837750" y="134451"/>
                </a:lnTo>
                <a:cubicBezTo>
                  <a:pt x="837750" y="136721"/>
                  <a:pt x="836955" y="138593"/>
                  <a:pt x="835367" y="140068"/>
                </a:cubicBezTo>
                <a:cubicBezTo>
                  <a:pt x="833778" y="141543"/>
                  <a:pt x="831935" y="142280"/>
                  <a:pt x="829836" y="142280"/>
                </a:cubicBezTo>
                <a:moveTo>
                  <a:pt x="812136" y="83170"/>
                </a:moveTo>
                <a:cubicBezTo>
                  <a:pt x="812136" y="80736"/>
                  <a:pt x="812292" y="78091"/>
                  <a:pt x="812604" y="75235"/>
                </a:cubicBezTo>
                <a:cubicBezTo>
                  <a:pt x="812916" y="72378"/>
                  <a:pt x="813384" y="69336"/>
                  <a:pt x="814008" y="66111"/>
                </a:cubicBezTo>
                <a:cubicBezTo>
                  <a:pt x="811909" y="65035"/>
                  <a:pt x="810108" y="64243"/>
                  <a:pt x="808604" y="63734"/>
                </a:cubicBezTo>
                <a:cubicBezTo>
                  <a:pt x="807101" y="63225"/>
                  <a:pt x="805895" y="62971"/>
                  <a:pt x="804988" y="62971"/>
                </a:cubicBezTo>
                <a:cubicBezTo>
                  <a:pt x="796194" y="62971"/>
                  <a:pt x="788607" y="66549"/>
                  <a:pt x="782225" y="73706"/>
                </a:cubicBezTo>
                <a:cubicBezTo>
                  <a:pt x="775842" y="80863"/>
                  <a:pt x="772651" y="89109"/>
                  <a:pt x="772651" y="98445"/>
                </a:cubicBezTo>
                <a:cubicBezTo>
                  <a:pt x="772651" y="107724"/>
                  <a:pt x="774296" y="114683"/>
                  <a:pt x="777587" y="119323"/>
                </a:cubicBezTo>
                <a:cubicBezTo>
                  <a:pt x="780877" y="123962"/>
                  <a:pt x="785813" y="126282"/>
                  <a:pt x="792394" y="126282"/>
                </a:cubicBezTo>
                <a:cubicBezTo>
                  <a:pt x="797840" y="126282"/>
                  <a:pt x="802463" y="125292"/>
                  <a:pt x="806264" y="123312"/>
                </a:cubicBezTo>
                <a:cubicBezTo>
                  <a:pt x="808306" y="122237"/>
                  <a:pt x="811171" y="120088"/>
                  <a:pt x="814859" y="116863"/>
                </a:cubicBezTo>
                <a:cubicBezTo>
                  <a:pt x="813043" y="101869"/>
                  <a:pt x="812136" y="90638"/>
                  <a:pt x="812136" y="83170"/>
                </a:cubicBezTo>
                <a:close/>
                <a:moveTo>
                  <a:pt x="910132" y="71140"/>
                </a:moveTo>
                <a:cubicBezTo>
                  <a:pt x="907012" y="71140"/>
                  <a:pt x="904828" y="70098"/>
                  <a:pt x="903580" y="68013"/>
                </a:cubicBezTo>
                <a:cubicBezTo>
                  <a:pt x="902729" y="66548"/>
                  <a:pt x="901992" y="63506"/>
                  <a:pt x="901368" y="58886"/>
                </a:cubicBezTo>
                <a:cubicBezTo>
                  <a:pt x="897113" y="59962"/>
                  <a:pt x="890560" y="61945"/>
                  <a:pt x="881710" y="64835"/>
                </a:cubicBezTo>
                <a:cubicBezTo>
                  <a:pt x="872577" y="68462"/>
                  <a:pt x="867982" y="72939"/>
                  <a:pt x="867925" y="78264"/>
                </a:cubicBezTo>
                <a:cubicBezTo>
                  <a:pt x="869627" y="78888"/>
                  <a:pt x="871300" y="79342"/>
                  <a:pt x="872946" y="79626"/>
                </a:cubicBezTo>
                <a:cubicBezTo>
                  <a:pt x="885994" y="81948"/>
                  <a:pt x="895694" y="85150"/>
                  <a:pt x="902048" y="89231"/>
                </a:cubicBezTo>
                <a:cubicBezTo>
                  <a:pt x="911295" y="95182"/>
                  <a:pt x="915919" y="103797"/>
                  <a:pt x="915919" y="115076"/>
                </a:cubicBezTo>
                <a:cubicBezTo>
                  <a:pt x="915919" y="124314"/>
                  <a:pt x="911919" y="131285"/>
                  <a:pt x="903920" y="135988"/>
                </a:cubicBezTo>
                <a:cubicBezTo>
                  <a:pt x="897283" y="139843"/>
                  <a:pt x="888887" y="141770"/>
                  <a:pt x="878732" y="141770"/>
                </a:cubicBezTo>
                <a:cubicBezTo>
                  <a:pt x="871300" y="141770"/>
                  <a:pt x="864209" y="140521"/>
                  <a:pt x="857458" y="138025"/>
                </a:cubicBezTo>
                <a:cubicBezTo>
                  <a:pt x="848722" y="134848"/>
                  <a:pt x="844353" y="130423"/>
                  <a:pt x="844353" y="124750"/>
                </a:cubicBezTo>
                <a:cubicBezTo>
                  <a:pt x="844353" y="122481"/>
                  <a:pt x="845247" y="120496"/>
                  <a:pt x="847034" y="118794"/>
                </a:cubicBezTo>
                <a:cubicBezTo>
                  <a:pt x="848821" y="117092"/>
                  <a:pt x="850849" y="116241"/>
                  <a:pt x="853118" y="116241"/>
                </a:cubicBezTo>
                <a:cubicBezTo>
                  <a:pt x="854877" y="116241"/>
                  <a:pt x="857146" y="117602"/>
                  <a:pt x="859926" y="120325"/>
                </a:cubicBezTo>
                <a:cubicBezTo>
                  <a:pt x="861287" y="121630"/>
                  <a:pt x="864351" y="122708"/>
                  <a:pt x="869116" y="123559"/>
                </a:cubicBezTo>
                <a:cubicBezTo>
                  <a:pt x="872917" y="124240"/>
                  <a:pt x="876122" y="124580"/>
                  <a:pt x="878732" y="124580"/>
                </a:cubicBezTo>
                <a:cubicBezTo>
                  <a:pt x="883497" y="124580"/>
                  <a:pt x="887695" y="124014"/>
                  <a:pt x="891326" y="122881"/>
                </a:cubicBezTo>
                <a:cubicBezTo>
                  <a:pt x="896602" y="121238"/>
                  <a:pt x="899240" y="118631"/>
                  <a:pt x="899240" y="115063"/>
                </a:cubicBezTo>
                <a:cubicBezTo>
                  <a:pt x="899240" y="107356"/>
                  <a:pt x="893851" y="102143"/>
                  <a:pt x="883072" y="99424"/>
                </a:cubicBezTo>
                <a:lnTo>
                  <a:pt x="874222" y="97467"/>
                </a:lnTo>
                <a:cubicBezTo>
                  <a:pt x="866677" y="95820"/>
                  <a:pt x="861316" y="93889"/>
                  <a:pt x="858139" y="91675"/>
                </a:cubicBezTo>
                <a:cubicBezTo>
                  <a:pt x="853544" y="88496"/>
                  <a:pt x="851246" y="83701"/>
                  <a:pt x="851246" y="77288"/>
                </a:cubicBezTo>
                <a:cubicBezTo>
                  <a:pt x="851246" y="65424"/>
                  <a:pt x="856834" y="56966"/>
                  <a:pt x="868010" y="51914"/>
                </a:cubicBezTo>
                <a:cubicBezTo>
                  <a:pt x="871414" y="50382"/>
                  <a:pt x="876860" y="48552"/>
                  <a:pt x="884348" y="46425"/>
                </a:cubicBezTo>
                <a:cubicBezTo>
                  <a:pt x="891837" y="44296"/>
                  <a:pt x="897198" y="42493"/>
                  <a:pt x="900431" y="41016"/>
                </a:cubicBezTo>
                <a:cubicBezTo>
                  <a:pt x="902757" y="39995"/>
                  <a:pt x="905282" y="39484"/>
                  <a:pt x="908005" y="39484"/>
                </a:cubicBezTo>
                <a:cubicBezTo>
                  <a:pt x="910444" y="39484"/>
                  <a:pt x="912444" y="40279"/>
                  <a:pt x="914004" y="41867"/>
                </a:cubicBezTo>
                <a:cubicBezTo>
                  <a:pt x="915564" y="43456"/>
                  <a:pt x="916344" y="45526"/>
                  <a:pt x="916344" y="48079"/>
                </a:cubicBezTo>
                <a:cubicBezTo>
                  <a:pt x="916344" y="49724"/>
                  <a:pt x="916699" y="52135"/>
                  <a:pt x="917408" y="55312"/>
                </a:cubicBezTo>
                <a:cubicBezTo>
                  <a:pt x="918117" y="58489"/>
                  <a:pt x="918472" y="60900"/>
                  <a:pt x="918472" y="62545"/>
                </a:cubicBezTo>
                <a:cubicBezTo>
                  <a:pt x="918472" y="65098"/>
                  <a:pt x="917692" y="67169"/>
                  <a:pt x="916132" y="68757"/>
                </a:cubicBezTo>
                <a:cubicBezTo>
                  <a:pt x="914572" y="70346"/>
                  <a:pt x="912572" y="71140"/>
                  <a:pt x="910132" y="71140"/>
                </a:cubicBezTo>
                <a:close/>
                <a:moveTo>
                  <a:pt x="1008538" y="140068"/>
                </a:moveTo>
                <a:cubicBezTo>
                  <a:pt x="1005417" y="140068"/>
                  <a:pt x="1003006" y="138422"/>
                  <a:pt x="1001304" y="135132"/>
                </a:cubicBezTo>
                <a:cubicBezTo>
                  <a:pt x="998354" y="129399"/>
                  <a:pt x="993901" y="122615"/>
                  <a:pt x="987944" y="114781"/>
                </a:cubicBezTo>
                <a:lnTo>
                  <a:pt x="972882" y="94260"/>
                </a:lnTo>
                <a:cubicBezTo>
                  <a:pt x="969592" y="96871"/>
                  <a:pt x="964486" y="100533"/>
                  <a:pt x="957565" y="105245"/>
                </a:cubicBezTo>
                <a:cubicBezTo>
                  <a:pt x="956941" y="114043"/>
                  <a:pt x="956629" y="122614"/>
                  <a:pt x="956629" y="130957"/>
                </a:cubicBezTo>
                <a:cubicBezTo>
                  <a:pt x="956629" y="133512"/>
                  <a:pt x="955849" y="135583"/>
                  <a:pt x="954289" y="137172"/>
                </a:cubicBezTo>
                <a:cubicBezTo>
                  <a:pt x="952729" y="138762"/>
                  <a:pt x="950729" y="139557"/>
                  <a:pt x="948290" y="139557"/>
                </a:cubicBezTo>
                <a:cubicBezTo>
                  <a:pt x="942560" y="139557"/>
                  <a:pt x="939695" y="135697"/>
                  <a:pt x="939695" y="127976"/>
                </a:cubicBezTo>
                <a:cubicBezTo>
                  <a:pt x="939695" y="123266"/>
                  <a:pt x="940021" y="116213"/>
                  <a:pt x="940674" y="106819"/>
                </a:cubicBezTo>
                <a:cubicBezTo>
                  <a:pt x="941326" y="97423"/>
                  <a:pt x="941652" y="90370"/>
                  <a:pt x="941652" y="85660"/>
                </a:cubicBezTo>
                <a:cubicBezTo>
                  <a:pt x="941652" y="77031"/>
                  <a:pt x="941780" y="67168"/>
                  <a:pt x="942035" y="56070"/>
                </a:cubicBezTo>
                <a:cubicBezTo>
                  <a:pt x="942290" y="44972"/>
                  <a:pt x="942418" y="35166"/>
                  <a:pt x="942418" y="26651"/>
                </a:cubicBezTo>
                <a:cubicBezTo>
                  <a:pt x="942418" y="24096"/>
                  <a:pt x="942290" y="21088"/>
                  <a:pt x="942035" y="17625"/>
                </a:cubicBezTo>
                <a:cubicBezTo>
                  <a:pt x="941780" y="14163"/>
                  <a:pt x="941652" y="11155"/>
                  <a:pt x="941652" y="8600"/>
                </a:cubicBezTo>
                <a:cubicBezTo>
                  <a:pt x="941652" y="6045"/>
                  <a:pt x="942432" y="3974"/>
                  <a:pt x="943992" y="2385"/>
                </a:cubicBezTo>
                <a:cubicBezTo>
                  <a:pt x="945552" y="795"/>
                  <a:pt x="947552" y="0"/>
                  <a:pt x="949992" y="0"/>
                </a:cubicBezTo>
                <a:cubicBezTo>
                  <a:pt x="952431" y="0"/>
                  <a:pt x="954431" y="795"/>
                  <a:pt x="955991" y="2385"/>
                </a:cubicBezTo>
                <a:cubicBezTo>
                  <a:pt x="957551" y="3974"/>
                  <a:pt x="958331" y="6045"/>
                  <a:pt x="958331" y="8600"/>
                </a:cubicBezTo>
                <a:cubicBezTo>
                  <a:pt x="958331" y="11211"/>
                  <a:pt x="958473" y="14292"/>
                  <a:pt x="958757" y="17841"/>
                </a:cubicBezTo>
                <a:cubicBezTo>
                  <a:pt x="959040" y="21388"/>
                  <a:pt x="959182" y="24467"/>
                  <a:pt x="959182" y="27076"/>
                </a:cubicBezTo>
                <a:lnTo>
                  <a:pt x="958586" y="54496"/>
                </a:lnTo>
                <a:cubicBezTo>
                  <a:pt x="958303" y="64372"/>
                  <a:pt x="958218" y="74250"/>
                  <a:pt x="958331" y="84128"/>
                </a:cubicBezTo>
                <a:cubicBezTo>
                  <a:pt x="966046" y="78224"/>
                  <a:pt x="973478" y="71753"/>
                  <a:pt x="980626" y="64713"/>
                </a:cubicBezTo>
                <a:lnTo>
                  <a:pt x="999347" y="45385"/>
                </a:lnTo>
                <a:cubicBezTo>
                  <a:pt x="1001219" y="43456"/>
                  <a:pt x="1003233" y="42492"/>
                  <a:pt x="1005389" y="42492"/>
                </a:cubicBezTo>
                <a:cubicBezTo>
                  <a:pt x="1007602" y="42492"/>
                  <a:pt x="1009601" y="43371"/>
                  <a:pt x="1011388" y="45130"/>
                </a:cubicBezTo>
                <a:cubicBezTo>
                  <a:pt x="1013175" y="46889"/>
                  <a:pt x="1014069" y="48932"/>
                  <a:pt x="1014069" y="51260"/>
                </a:cubicBezTo>
                <a:cubicBezTo>
                  <a:pt x="1014069" y="53190"/>
                  <a:pt x="1013246" y="55092"/>
                  <a:pt x="1011601" y="56964"/>
                </a:cubicBezTo>
                <a:cubicBezTo>
                  <a:pt x="1004623" y="65126"/>
                  <a:pt x="996028" y="73883"/>
                  <a:pt x="985817" y="83234"/>
                </a:cubicBezTo>
                <a:lnTo>
                  <a:pt x="1004368" y="108566"/>
                </a:lnTo>
                <a:cubicBezTo>
                  <a:pt x="1013048" y="120430"/>
                  <a:pt x="1017388" y="128150"/>
                  <a:pt x="1017388" y="131726"/>
                </a:cubicBezTo>
                <a:cubicBezTo>
                  <a:pt x="1017388" y="133997"/>
                  <a:pt x="1016494" y="135955"/>
                  <a:pt x="1014707" y="137600"/>
                </a:cubicBezTo>
                <a:cubicBezTo>
                  <a:pt x="1012920" y="139245"/>
                  <a:pt x="1010864" y="140068"/>
                  <a:pt x="1008538" y="140068"/>
                </a:cubicBezTo>
                <a:close/>
                <a:moveTo>
                  <a:pt x="1088766" y="71140"/>
                </a:moveTo>
                <a:cubicBezTo>
                  <a:pt x="1085645" y="71140"/>
                  <a:pt x="1083461" y="70098"/>
                  <a:pt x="1082213" y="68013"/>
                </a:cubicBezTo>
                <a:cubicBezTo>
                  <a:pt x="1081362" y="66548"/>
                  <a:pt x="1080625" y="63506"/>
                  <a:pt x="1080001" y="58886"/>
                </a:cubicBezTo>
                <a:cubicBezTo>
                  <a:pt x="1075746" y="59962"/>
                  <a:pt x="1069194" y="61945"/>
                  <a:pt x="1060344" y="64835"/>
                </a:cubicBezTo>
                <a:cubicBezTo>
                  <a:pt x="1051210" y="68462"/>
                  <a:pt x="1046615" y="72939"/>
                  <a:pt x="1046558" y="78264"/>
                </a:cubicBezTo>
                <a:cubicBezTo>
                  <a:pt x="1048260" y="78888"/>
                  <a:pt x="1049934" y="79342"/>
                  <a:pt x="1051579" y="79626"/>
                </a:cubicBezTo>
                <a:cubicBezTo>
                  <a:pt x="1064627" y="81948"/>
                  <a:pt x="1074328" y="85150"/>
                  <a:pt x="1080681" y="89231"/>
                </a:cubicBezTo>
                <a:cubicBezTo>
                  <a:pt x="1089929" y="95182"/>
                  <a:pt x="1094552" y="103797"/>
                  <a:pt x="1094552" y="115076"/>
                </a:cubicBezTo>
                <a:cubicBezTo>
                  <a:pt x="1094552" y="124314"/>
                  <a:pt x="1090553" y="131285"/>
                  <a:pt x="1082554" y="135988"/>
                </a:cubicBezTo>
                <a:cubicBezTo>
                  <a:pt x="1075916" y="139843"/>
                  <a:pt x="1067520" y="141770"/>
                  <a:pt x="1057365" y="141770"/>
                </a:cubicBezTo>
                <a:cubicBezTo>
                  <a:pt x="1049934" y="141770"/>
                  <a:pt x="1042842" y="140521"/>
                  <a:pt x="1036091" y="138025"/>
                </a:cubicBezTo>
                <a:cubicBezTo>
                  <a:pt x="1027355" y="134848"/>
                  <a:pt x="1022987" y="130423"/>
                  <a:pt x="1022987" y="124750"/>
                </a:cubicBezTo>
                <a:cubicBezTo>
                  <a:pt x="1022987" y="122481"/>
                  <a:pt x="1023880" y="120496"/>
                  <a:pt x="1025667" y="118794"/>
                </a:cubicBezTo>
                <a:cubicBezTo>
                  <a:pt x="1027454" y="117092"/>
                  <a:pt x="1029482" y="116241"/>
                  <a:pt x="1031751" y="116241"/>
                </a:cubicBezTo>
                <a:cubicBezTo>
                  <a:pt x="1033510" y="116241"/>
                  <a:pt x="1035779" y="117602"/>
                  <a:pt x="1038559" y="120325"/>
                </a:cubicBezTo>
                <a:cubicBezTo>
                  <a:pt x="1039921" y="121630"/>
                  <a:pt x="1042984" y="122708"/>
                  <a:pt x="1047749" y="123559"/>
                </a:cubicBezTo>
                <a:cubicBezTo>
                  <a:pt x="1051550" y="124240"/>
                  <a:pt x="1054756" y="124580"/>
                  <a:pt x="1057365" y="124580"/>
                </a:cubicBezTo>
                <a:cubicBezTo>
                  <a:pt x="1062131" y="124580"/>
                  <a:pt x="1066329" y="124014"/>
                  <a:pt x="1069959" y="122881"/>
                </a:cubicBezTo>
                <a:cubicBezTo>
                  <a:pt x="1075235" y="121238"/>
                  <a:pt x="1077873" y="118631"/>
                  <a:pt x="1077873" y="115063"/>
                </a:cubicBezTo>
                <a:cubicBezTo>
                  <a:pt x="1077873" y="107356"/>
                  <a:pt x="1072484" y="102143"/>
                  <a:pt x="1061705" y="99424"/>
                </a:cubicBezTo>
                <a:lnTo>
                  <a:pt x="1052855" y="97467"/>
                </a:lnTo>
                <a:cubicBezTo>
                  <a:pt x="1045310" y="95820"/>
                  <a:pt x="1039949" y="93889"/>
                  <a:pt x="1036772" y="91675"/>
                </a:cubicBezTo>
                <a:cubicBezTo>
                  <a:pt x="1032177" y="88496"/>
                  <a:pt x="1029879" y="83701"/>
                  <a:pt x="1029879" y="77288"/>
                </a:cubicBezTo>
                <a:cubicBezTo>
                  <a:pt x="1029879" y="65424"/>
                  <a:pt x="1035467" y="56966"/>
                  <a:pt x="1046643" y="51914"/>
                </a:cubicBezTo>
                <a:cubicBezTo>
                  <a:pt x="1050047" y="50382"/>
                  <a:pt x="1055493" y="48552"/>
                  <a:pt x="1062982" y="46425"/>
                </a:cubicBezTo>
                <a:cubicBezTo>
                  <a:pt x="1070470" y="44296"/>
                  <a:pt x="1075831" y="42493"/>
                  <a:pt x="1079065" y="41016"/>
                </a:cubicBezTo>
                <a:cubicBezTo>
                  <a:pt x="1081391" y="39995"/>
                  <a:pt x="1083915" y="39484"/>
                  <a:pt x="1086638" y="39484"/>
                </a:cubicBezTo>
                <a:cubicBezTo>
                  <a:pt x="1089078" y="39484"/>
                  <a:pt x="1091077" y="40279"/>
                  <a:pt x="1092637" y="41867"/>
                </a:cubicBezTo>
                <a:cubicBezTo>
                  <a:pt x="1094198" y="43456"/>
                  <a:pt x="1094978" y="45526"/>
                  <a:pt x="1094978" y="48079"/>
                </a:cubicBezTo>
                <a:cubicBezTo>
                  <a:pt x="1094978" y="49724"/>
                  <a:pt x="1095332" y="52135"/>
                  <a:pt x="1096041" y="55312"/>
                </a:cubicBezTo>
                <a:cubicBezTo>
                  <a:pt x="1096750" y="58489"/>
                  <a:pt x="1097105" y="60900"/>
                  <a:pt x="1097105" y="62545"/>
                </a:cubicBezTo>
                <a:cubicBezTo>
                  <a:pt x="1097105" y="65098"/>
                  <a:pt x="1096325" y="67169"/>
                  <a:pt x="1094765" y="68757"/>
                </a:cubicBezTo>
                <a:cubicBezTo>
                  <a:pt x="1093205" y="70346"/>
                  <a:pt x="1091205" y="71140"/>
                  <a:pt x="1088766" y="71140"/>
                </a:cubicBezTo>
                <a:close/>
                <a:moveTo>
                  <a:pt x="1225585" y="64237"/>
                </a:moveTo>
                <a:cubicBezTo>
                  <a:pt x="1224393" y="64237"/>
                  <a:pt x="1222989" y="64180"/>
                  <a:pt x="1221372" y="64066"/>
                </a:cubicBezTo>
                <a:cubicBezTo>
                  <a:pt x="1219756" y="63951"/>
                  <a:pt x="1218352" y="63894"/>
                  <a:pt x="1217160" y="63894"/>
                </a:cubicBezTo>
                <a:cubicBezTo>
                  <a:pt x="1215855" y="63894"/>
                  <a:pt x="1211998" y="64324"/>
                  <a:pt x="1205587" y="65183"/>
                </a:cubicBezTo>
                <a:lnTo>
                  <a:pt x="1207204" y="115419"/>
                </a:lnTo>
                <a:lnTo>
                  <a:pt x="1207289" y="119161"/>
                </a:lnTo>
                <a:lnTo>
                  <a:pt x="1207374" y="123495"/>
                </a:lnTo>
                <a:cubicBezTo>
                  <a:pt x="1207601" y="135905"/>
                  <a:pt x="1204623" y="142110"/>
                  <a:pt x="1198439" y="142110"/>
                </a:cubicBezTo>
                <a:cubicBezTo>
                  <a:pt x="1196170" y="142110"/>
                  <a:pt x="1194199" y="141373"/>
                  <a:pt x="1192525" y="139900"/>
                </a:cubicBezTo>
                <a:cubicBezTo>
                  <a:pt x="1190851" y="138427"/>
                  <a:pt x="1190015" y="136585"/>
                  <a:pt x="1190015" y="134374"/>
                </a:cubicBezTo>
                <a:cubicBezTo>
                  <a:pt x="1190015" y="132222"/>
                  <a:pt x="1190100" y="128993"/>
                  <a:pt x="1190270" y="124687"/>
                </a:cubicBezTo>
                <a:cubicBezTo>
                  <a:pt x="1190440" y="120379"/>
                  <a:pt x="1190525" y="117148"/>
                  <a:pt x="1190525" y="114994"/>
                </a:cubicBezTo>
                <a:lnTo>
                  <a:pt x="1188823" y="65354"/>
                </a:lnTo>
                <a:cubicBezTo>
                  <a:pt x="1184682" y="65183"/>
                  <a:pt x="1178385" y="64698"/>
                  <a:pt x="1169932" y="63899"/>
                </a:cubicBezTo>
                <a:cubicBezTo>
                  <a:pt x="1164883" y="63215"/>
                  <a:pt x="1162359" y="60393"/>
                  <a:pt x="1162359" y="55435"/>
                </a:cubicBezTo>
                <a:cubicBezTo>
                  <a:pt x="1162359" y="52926"/>
                  <a:pt x="1163124" y="50846"/>
                  <a:pt x="1164656" y="49196"/>
                </a:cubicBezTo>
                <a:cubicBezTo>
                  <a:pt x="1166188" y="47544"/>
                  <a:pt x="1168145" y="46718"/>
                  <a:pt x="1170528" y="46718"/>
                </a:cubicBezTo>
                <a:lnTo>
                  <a:pt x="1188398" y="48164"/>
                </a:lnTo>
                <a:cubicBezTo>
                  <a:pt x="1188398" y="45262"/>
                  <a:pt x="1188270" y="41380"/>
                  <a:pt x="1188015" y="36517"/>
                </a:cubicBezTo>
                <a:cubicBezTo>
                  <a:pt x="1187760" y="31652"/>
                  <a:pt x="1187632" y="28139"/>
                  <a:pt x="1187632" y="25978"/>
                </a:cubicBezTo>
                <a:cubicBezTo>
                  <a:pt x="1187632" y="23588"/>
                  <a:pt x="1188455" y="21612"/>
                  <a:pt x="1190100" y="20048"/>
                </a:cubicBezTo>
                <a:cubicBezTo>
                  <a:pt x="1191745" y="18483"/>
                  <a:pt x="1193759" y="17700"/>
                  <a:pt x="1196142" y="17700"/>
                </a:cubicBezTo>
                <a:cubicBezTo>
                  <a:pt x="1201247" y="17700"/>
                  <a:pt x="1204226" y="21870"/>
                  <a:pt x="1205077" y="30209"/>
                </a:cubicBezTo>
                <a:cubicBezTo>
                  <a:pt x="1205247" y="32308"/>
                  <a:pt x="1205332" y="34833"/>
                  <a:pt x="1205332" y="37783"/>
                </a:cubicBezTo>
                <a:lnTo>
                  <a:pt x="1205162" y="42718"/>
                </a:lnTo>
                <a:lnTo>
                  <a:pt x="1205077" y="47994"/>
                </a:lnTo>
                <a:cubicBezTo>
                  <a:pt x="1212111" y="47086"/>
                  <a:pt x="1216139" y="46632"/>
                  <a:pt x="1217160" y="46632"/>
                </a:cubicBezTo>
                <a:cubicBezTo>
                  <a:pt x="1223060" y="46632"/>
                  <a:pt x="1226918" y="46916"/>
                  <a:pt x="1228733" y="47483"/>
                </a:cubicBezTo>
                <a:cubicBezTo>
                  <a:pt x="1232194" y="48625"/>
                  <a:pt x="1233924" y="51316"/>
                  <a:pt x="1233924" y="55557"/>
                </a:cubicBezTo>
                <a:cubicBezTo>
                  <a:pt x="1233924" y="58078"/>
                  <a:pt x="1233144" y="60155"/>
                  <a:pt x="1231584" y="61788"/>
                </a:cubicBezTo>
                <a:cubicBezTo>
                  <a:pt x="1230024" y="63420"/>
                  <a:pt x="1228024" y="64237"/>
                  <a:pt x="1225585" y="64237"/>
                </a:cubicBezTo>
                <a:close/>
                <a:moveTo>
                  <a:pt x="1325727" y="60745"/>
                </a:moveTo>
                <a:lnTo>
                  <a:pt x="1296284" y="124405"/>
                </a:lnTo>
                <a:cubicBezTo>
                  <a:pt x="1289022" y="139894"/>
                  <a:pt x="1283463" y="152858"/>
                  <a:pt x="1279605" y="163296"/>
                </a:cubicBezTo>
                <a:lnTo>
                  <a:pt x="1273989" y="179807"/>
                </a:lnTo>
                <a:cubicBezTo>
                  <a:pt x="1272514" y="183949"/>
                  <a:pt x="1269961" y="186019"/>
                  <a:pt x="1266330" y="186019"/>
                </a:cubicBezTo>
                <a:cubicBezTo>
                  <a:pt x="1263947" y="186019"/>
                  <a:pt x="1261891" y="185235"/>
                  <a:pt x="1260161" y="183666"/>
                </a:cubicBezTo>
                <a:cubicBezTo>
                  <a:pt x="1258430" y="182099"/>
                  <a:pt x="1257565" y="180146"/>
                  <a:pt x="1257565" y="177808"/>
                </a:cubicBezTo>
                <a:cubicBezTo>
                  <a:pt x="1257565" y="172106"/>
                  <a:pt x="1263692" y="155701"/>
                  <a:pt x="1275946" y="128593"/>
                </a:cubicBezTo>
                <a:lnTo>
                  <a:pt x="1245482" y="69882"/>
                </a:lnTo>
                <a:lnTo>
                  <a:pt x="1241652" y="63660"/>
                </a:lnTo>
                <a:cubicBezTo>
                  <a:pt x="1240121" y="61046"/>
                  <a:pt x="1239355" y="58860"/>
                  <a:pt x="1239355" y="57099"/>
                </a:cubicBezTo>
                <a:cubicBezTo>
                  <a:pt x="1239355" y="54773"/>
                  <a:pt x="1240248" y="52731"/>
                  <a:pt x="1242035" y="50972"/>
                </a:cubicBezTo>
                <a:cubicBezTo>
                  <a:pt x="1243822" y="49214"/>
                  <a:pt x="1245822" y="48334"/>
                  <a:pt x="1248035" y="48334"/>
                </a:cubicBezTo>
                <a:cubicBezTo>
                  <a:pt x="1250644" y="48334"/>
                  <a:pt x="1252658" y="49327"/>
                  <a:pt x="1254076" y="51313"/>
                </a:cubicBezTo>
                <a:cubicBezTo>
                  <a:pt x="1263720" y="64721"/>
                  <a:pt x="1274074" y="83810"/>
                  <a:pt x="1285136" y="108580"/>
                </a:cubicBezTo>
                <a:lnTo>
                  <a:pt x="1297730" y="79131"/>
                </a:lnTo>
                <a:cubicBezTo>
                  <a:pt x="1302269" y="68971"/>
                  <a:pt x="1306637" y="60237"/>
                  <a:pt x="1310835" y="52930"/>
                </a:cubicBezTo>
                <a:cubicBezTo>
                  <a:pt x="1312651" y="49753"/>
                  <a:pt x="1315033" y="48164"/>
                  <a:pt x="1317983" y="48164"/>
                </a:cubicBezTo>
                <a:cubicBezTo>
                  <a:pt x="1320309" y="48164"/>
                  <a:pt x="1322366" y="48986"/>
                  <a:pt x="1324153" y="50629"/>
                </a:cubicBezTo>
                <a:cubicBezTo>
                  <a:pt x="1325940" y="52273"/>
                  <a:pt x="1326833" y="54228"/>
                  <a:pt x="1326833" y="56496"/>
                </a:cubicBezTo>
                <a:cubicBezTo>
                  <a:pt x="1326833" y="57742"/>
                  <a:pt x="1326464" y="59158"/>
                  <a:pt x="1325727" y="60745"/>
                </a:cubicBezTo>
                <a:close/>
                <a:moveTo>
                  <a:pt x="1379272" y="139727"/>
                </a:moveTo>
                <a:cubicBezTo>
                  <a:pt x="1373599" y="139727"/>
                  <a:pt x="1367359" y="138820"/>
                  <a:pt x="1360551" y="137004"/>
                </a:cubicBezTo>
                <a:lnTo>
                  <a:pt x="1360381" y="177680"/>
                </a:lnTo>
                <a:cubicBezTo>
                  <a:pt x="1360381" y="180176"/>
                  <a:pt x="1359601" y="182218"/>
                  <a:pt x="1358041" y="183807"/>
                </a:cubicBezTo>
                <a:cubicBezTo>
                  <a:pt x="1356481" y="185395"/>
                  <a:pt x="1354481" y="186190"/>
                  <a:pt x="1352041" y="186190"/>
                </a:cubicBezTo>
                <a:cubicBezTo>
                  <a:pt x="1349602" y="186190"/>
                  <a:pt x="1347602" y="185394"/>
                  <a:pt x="1346042" y="183804"/>
                </a:cubicBezTo>
                <a:cubicBezTo>
                  <a:pt x="1344482" y="182214"/>
                  <a:pt x="1343702" y="180169"/>
                  <a:pt x="1343702" y="177669"/>
                </a:cubicBezTo>
                <a:lnTo>
                  <a:pt x="1343957" y="143591"/>
                </a:lnTo>
                <a:lnTo>
                  <a:pt x="1343957" y="109598"/>
                </a:lnTo>
                <a:cubicBezTo>
                  <a:pt x="1343787" y="97158"/>
                  <a:pt x="1343362" y="85827"/>
                  <a:pt x="1342681" y="75605"/>
                </a:cubicBezTo>
                <a:lnTo>
                  <a:pt x="1341404" y="58309"/>
                </a:lnTo>
                <a:cubicBezTo>
                  <a:pt x="1341404" y="54276"/>
                  <a:pt x="1342142" y="50868"/>
                  <a:pt x="1343617" y="48084"/>
                </a:cubicBezTo>
                <a:cubicBezTo>
                  <a:pt x="1345319" y="44734"/>
                  <a:pt x="1347787" y="43058"/>
                  <a:pt x="1351020" y="43058"/>
                </a:cubicBezTo>
                <a:cubicBezTo>
                  <a:pt x="1353233" y="43058"/>
                  <a:pt x="1355091" y="43850"/>
                  <a:pt x="1356594" y="45433"/>
                </a:cubicBezTo>
                <a:cubicBezTo>
                  <a:pt x="1358097" y="47016"/>
                  <a:pt x="1358849" y="48948"/>
                  <a:pt x="1358849" y="51228"/>
                </a:cubicBezTo>
                <a:cubicBezTo>
                  <a:pt x="1358849" y="51738"/>
                  <a:pt x="1358764" y="52674"/>
                  <a:pt x="1358594" y="54036"/>
                </a:cubicBezTo>
                <a:cubicBezTo>
                  <a:pt x="1358310" y="55794"/>
                  <a:pt x="1358112" y="57411"/>
                  <a:pt x="1357998" y="58886"/>
                </a:cubicBezTo>
                <a:cubicBezTo>
                  <a:pt x="1362877" y="55539"/>
                  <a:pt x="1367586" y="53029"/>
                  <a:pt x="1372124" y="51355"/>
                </a:cubicBezTo>
                <a:cubicBezTo>
                  <a:pt x="1376662" y="49682"/>
                  <a:pt x="1381002" y="48845"/>
                  <a:pt x="1385144" y="48845"/>
                </a:cubicBezTo>
                <a:cubicBezTo>
                  <a:pt x="1396773" y="48845"/>
                  <a:pt x="1405283" y="54012"/>
                  <a:pt x="1410672" y="64346"/>
                </a:cubicBezTo>
                <a:cubicBezTo>
                  <a:pt x="1414927" y="72524"/>
                  <a:pt x="1417055" y="83342"/>
                  <a:pt x="1417055" y="96799"/>
                </a:cubicBezTo>
                <a:cubicBezTo>
                  <a:pt x="1417055" y="109064"/>
                  <a:pt x="1413764" y="119171"/>
                  <a:pt x="1407183" y="127122"/>
                </a:cubicBezTo>
                <a:cubicBezTo>
                  <a:pt x="1400206" y="135526"/>
                  <a:pt x="1390902" y="139727"/>
                  <a:pt x="1379272" y="139727"/>
                </a:cubicBezTo>
                <a:moveTo>
                  <a:pt x="1385144" y="65864"/>
                </a:moveTo>
                <a:cubicBezTo>
                  <a:pt x="1379924" y="65864"/>
                  <a:pt x="1375216" y="67027"/>
                  <a:pt x="1371018" y="69353"/>
                </a:cubicBezTo>
                <a:cubicBezTo>
                  <a:pt x="1368011" y="70998"/>
                  <a:pt x="1364210" y="74005"/>
                  <a:pt x="1359615" y="78373"/>
                </a:cubicBezTo>
                <a:cubicBezTo>
                  <a:pt x="1360352" y="91251"/>
                  <a:pt x="1360721" y="104781"/>
                  <a:pt x="1360721" y="118964"/>
                </a:cubicBezTo>
                <a:cubicBezTo>
                  <a:pt x="1366905" y="121347"/>
                  <a:pt x="1373088" y="122538"/>
                  <a:pt x="1379272" y="122538"/>
                </a:cubicBezTo>
                <a:cubicBezTo>
                  <a:pt x="1386363" y="122538"/>
                  <a:pt x="1391781" y="119900"/>
                  <a:pt x="1395525" y="114624"/>
                </a:cubicBezTo>
                <a:cubicBezTo>
                  <a:pt x="1398759" y="110029"/>
                  <a:pt x="1400376" y="104072"/>
                  <a:pt x="1400376" y="96754"/>
                </a:cubicBezTo>
                <a:cubicBezTo>
                  <a:pt x="1400376" y="86429"/>
                  <a:pt x="1399114" y="78699"/>
                  <a:pt x="1396589" y="73565"/>
                </a:cubicBezTo>
                <a:cubicBezTo>
                  <a:pt x="1394064" y="68431"/>
                  <a:pt x="1390249" y="65864"/>
                  <a:pt x="1385144" y="65864"/>
                </a:cubicBezTo>
                <a:close/>
                <a:moveTo>
                  <a:pt x="1476519" y="140578"/>
                </a:moveTo>
                <a:cubicBezTo>
                  <a:pt x="1463697" y="140578"/>
                  <a:pt x="1453316" y="137370"/>
                  <a:pt x="1445374" y="130954"/>
                </a:cubicBezTo>
                <a:cubicBezTo>
                  <a:pt x="1436694" y="123856"/>
                  <a:pt x="1432354" y="113918"/>
                  <a:pt x="1432354" y="101142"/>
                </a:cubicBezTo>
                <a:cubicBezTo>
                  <a:pt x="1432354" y="86379"/>
                  <a:pt x="1435928" y="74001"/>
                  <a:pt x="1443076" y="64008"/>
                </a:cubicBezTo>
                <a:cubicBezTo>
                  <a:pt x="1450848" y="53105"/>
                  <a:pt x="1461230" y="47654"/>
                  <a:pt x="1474221" y="47654"/>
                </a:cubicBezTo>
                <a:cubicBezTo>
                  <a:pt x="1483638" y="47654"/>
                  <a:pt x="1491325" y="49242"/>
                  <a:pt x="1497282" y="52419"/>
                </a:cubicBezTo>
                <a:cubicBezTo>
                  <a:pt x="1504600" y="56333"/>
                  <a:pt x="1508259" y="62347"/>
                  <a:pt x="1508259" y="70459"/>
                </a:cubicBezTo>
                <a:cubicBezTo>
                  <a:pt x="1508259" y="76132"/>
                  <a:pt x="1505054" y="81295"/>
                  <a:pt x="1498643" y="85947"/>
                </a:cubicBezTo>
                <a:cubicBezTo>
                  <a:pt x="1495807" y="87989"/>
                  <a:pt x="1489794" y="91166"/>
                  <a:pt x="1480603" y="95477"/>
                </a:cubicBezTo>
                <a:lnTo>
                  <a:pt x="1448097" y="110880"/>
                </a:lnTo>
                <a:cubicBezTo>
                  <a:pt x="1451274" y="115588"/>
                  <a:pt x="1455230" y="119134"/>
                  <a:pt x="1459967" y="121517"/>
                </a:cubicBezTo>
                <a:cubicBezTo>
                  <a:pt x="1464704" y="123899"/>
                  <a:pt x="1470222" y="125091"/>
                  <a:pt x="1476519" y="125091"/>
                </a:cubicBezTo>
                <a:cubicBezTo>
                  <a:pt x="1480433" y="125091"/>
                  <a:pt x="1485028" y="124353"/>
                  <a:pt x="1490304" y="122878"/>
                </a:cubicBezTo>
                <a:cubicBezTo>
                  <a:pt x="1496998" y="121006"/>
                  <a:pt x="1501310" y="118553"/>
                  <a:pt x="1503239" y="115518"/>
                </a:cubicBezTo>
                <a:cubicBezTo>
                  <a:pt x="1505168" y="112482"/>
                  <a:pt x="1507238" y="110965"/>
                  <a:pt x="1509451" y="110965"/>
                </a:cubicBezTo>
                <a:cubicBezTo>
                  <a:pt x="1511436" y="110965"/>
                  <a:pt x="1513209" y="111719"/>
                  <a:pt x="1514769" y="113228"/>
                </a:cubicBezTo>
                <a:cubicBezTo>
                  <a:pt x="1516329" y="114735"/>
                  <a:pt x="1517109" y="116484"/>
                  <a:pt x="1517109" y="118475"/>
                </a:cubicBezTo>
                <a:cubicBezTo>
                  <a:pt x="1517109" y="124789"/>
                  <a:pt x="1512032" y="130223"/>
                  <a:pt x="1501877" y="134776"/>
                </a:cubicBezTo>
                <a:cubicBezTo>
                  <a:pt x="1493197" y="138644"/>
                  <a:pt x="1484745" y="140578"/>
                  <a:pt x="1476519" y="140578"/>
                </a:cubicBezTo>
                <a:moveTo>
                  <a:pt x="1474221" y="62971"/>
                </a:moveTo>
                <a:cubicBezTo>
                  <a:pt x="1467300" y="62971"/>
                  <a:pt x="1461542" y="65651"/>
                  <a:pt x="1456947" y="71012"/>
                </a:cubicBezTo>
                <a:cubicBezTo>
                  <a:pt x="1452351" y="76373"/>
                  <a:pt x="1448919" y="84443"/>
                  <a:pt x="1446650" y="95222"/>
                </a:cubicBezTo>
                <a:lnTo>
                  <a:pt x="1472774" y="82798"/>
                </a:lnTo>
                <a:cubicBezTo>
                  <a:pt x="1483043" y="77806"/>
                  <a:pt x="1490361" y="73466"/>
                  <a:pt x="1494729" y="69779"/>
                </a:cubicBezTo>
                <a:cubicBezTo>
                  <a:pt x="1489850" y="65240"/>
                  <a:pt x="1483014" y="62971"/>
                  <a:pt x="1474221" y="62971"/>
                </a:cubicBezTo>
                <a:close/>
                <a:moveTo>
                  <a:pt x="1590158" y="71140"/>
                </a:moveTo>
                <a:cubicBezTo>
                  <a:pt x="1587038" y="71140"/>
                  <a:pt x="1584854" y="70098"/>
                  <a:pt x="1583606" y="68013"/>
                </a:cubicBezTo>
                <a:cubicBezTo>
                  <a:pt x="1582755" y="66548"/>
                  <a:pt x="1582017" y="63506"/>
                  <a:pt x="1581393" y="58886"/>
                </a:cubicBezTo>
                <a:cubicBezTo>
                  <a:pt x="1577138" y="59962"/>
                  <a:pt x="1570586" y="61945"/>
                  <a:pt x="1561736" y="64835"/>
                </a:cubicBezTo>
                <a:cubicBezTo>
                  <a:pt x="1552602" y="68462"/>
                  <a:pt x="1548007" y="72939"/>
                  <a:pt x="1547950" y="78264"/>
                </a:cubicBezTo>
                <a:cubicBezTo>
                  <a:pt x="1549652" y="78888"/>
                  <a:pt x="1551326" y="79342"/>
                  <a:pt x="1552971" y="79626"/>
                </a:cubicBezTo>
                <a:cubicBezTo>
                  <a:pt x="1566019" y="81948"/>
                  <a:pt x="1575720" y="85150"/>
                  <a:pt x="1582074" y="89231"/>
                </a:cubicBezTo>
                <a:cubicBezTo>
                  <a:pt x="1591321" y="95182"/>
                  <a:pt x="1595944" y="103797"/>
                  <a:pt x="1595944" y="115076"/>
                </a:cubicBezTo>
                <a:cubicBezTo>
                  <a:pt x="1595944" y="124314"/>
                  <a:pt x="1591945" y="131285"/>
                  <a:pt x="1583946" y="135988"/>
                </a:cubicBezTo>
                <a:cubicBezTo>
                  <a:pt x="1577308" y="139843"/>
                  <a:pt x="1568912" y="141770"/>
                  <a:pt x="1558758" y="141770"/>
                </a:cubicBezTo>
                <a:cubicBezTo>
                  <a:pt x="1551326" y="141770"/>
                  <a:pt x="1544235" y="140521"/>
                  <a:pt x="1537484" y="138025"/>
                </a:cubicBezTo>
                <a:cubicBezTo>
                  <a:pt x="1528747" y="134848"/>
                  <a:pt x="1524379" y="130423"/>
                  <a:pt x="1524379" y="124750"/>
                </a:cubicBezTo>
                <a:cubicBezTo>
                  <a:pt x="1524379" y="122481"/>
                  <a:pt x="1525272" y="120496"/>
                  <a:pt x="1527059" y="118794"/>
                </a:cubicBezTo>
                <a:cubicBezTo>
                  <a:pt x="1528846" y="117092"/>
                  <a:pt x="1530875" y="116241"/>
                  <a:pt x="1533144" y="116241"/>
                </a:cubicBezTo>
                <a:cubicBezTo>
                  <a:pt x="1534902" y="116241"/>
                  <a:pt x="1537172" y="117602"/>
                  <a:pt x="1539951" y="120325"/>
                </a:cubicBezTo>
                <a:cubicBezTo>
                  <a:pt x="1541313" y="121630"/>
                  <a:pt x="1544376" y="122708"/>
                  <a:pt x="1549142" y="123559"/>
                </a:cubicBezTo>
                <a:cubicBezTo>
                  <a:pt x="1552943" y="124240"/>
                  <a:pt x="1556148" y="124580"/>
                  <a:pt x="1558758" y="124580"/>
                </a:cubicBezTo>
                <a:cubicBezTo>
                  <a:pt x="1563523" y="124580"/>
                  <a:pt x="1567721" y="124014"/>
                  <a:pt x="1571352" y="122881"/>
                </a:cubicBezTo>
                <a:cubicBezTo>
                  <a:pt x="1576628" y="121238"/>
                  <a:pt x="1579266" y="118631"/>
                  <a:pt x="1579266" y="115063"/>
                </a:cubicBezTo>
                <a:cubicBezTo>
                  <a:pt x="1579266" y="107356"/>
                  <a:pt x="1573876" y="102143"/>
                  <a:pt x="1563097" y="99424"/>
                </a:cubicBezTo>
                <a:lnTo>
                  <a:pt x="1554248" y="97467"/>
                </a:lnTo>
                <a:cubicBezTo>
                  <a:pt x="1546702" y="95820"/>
                  <a:pt x="1541341" y="93889"/>
                  <a:pt x="1538164" y="91675"/>
                </a:cubicBezTo>
                <a:cubicBezTo>
                  <a:pt x="1533569" y="88496"/>
                  <a:pt x="1531272" y="83701"/>
                  <a:pt x="1531272" y="77288"/>
                </a:cubicBezTo>
                <a:cubicBezTo>
                  <a:pt x="1531272" y="65424"/>
                  <a:pt x="1536860" y="56966"/>
                  <a:pt x="1548036" y="51914"/>
                </a:cubicBezTo>
                <a:cubicBezTo>
                  <a:pt x="1551439" y="50382"/>
                  <a:pt x="1556885" y="48552"/>
                  <a:pt x="1564374" y="46425"/>
                </a:cubicBezTo>
                <a:cubicBezTo>
                  <a:pt x="1571862" y="44296"/>
                  <a:pt x="1577223" y="42493"/>
                  <a:pt x="1580457" y="41016"/>
                </a:cubicBezTo>
                <a:cubicBezTo>
                  <a:pt x="1582783" y="39995"/>
                  <a:pt x="1585307" y="39484"/>
                  <a:pt x="1588031" y="39484"/>
                </a:cubicBezTo>
                <a:cubicBezTo>
                  <a:pt x="1590470" y="39484"/>
                  <a:pt x="1592470" y="40279"/>
                  <a:pt x="1594030" y="41867"/>
                </a:cubicBezTo>
                <a:cubicBezTo>
                  <a:pt x="1595590" y="43456"/>
                  <a:pt x="1596370" y="45526"/>
                  <a:pt x="1596370" y="48079"/>
                </a:cubicBezTo>
                <a:cubicBezTo>
                  <a:pt x="1596370" y="49724"/>
                  <a:pt x="1596724" y="52135"/>
                  <a:pt x="1597434" y="55312"/>
                </a:cubicBezTo>
                <a:cubicBezTo>
                  <a:pt x="1598143" y="58489"/>
                  <a:pt x="1598497" y="60900"/>
                  <a:pt x="1598497" y="62545"/>
                </a:cubicBezTo>
                <a:cubicBezTo>
                  <a:pt x="1598497" y="65098"/>
                  <a:pt x="1597717" y="67169"/>
                  <a:pt x="1596157" y="68757"/>
                </a:cubicBezTo>
                <a:cubicBezTo>
                  <a:pt x="1594597" y="70346"/>
                  <a:pt x="1592597" y="71140"/>
                  <a:pt x="1590158" y="71140"/>
                </a:cubicBezTo>
                <a:close/>
                <a:moveTo>
                  <a:pt x="1630102" y="165937"/>
                </a:moveTo>
                <a:cubicBezTo>
                  <a:pt x="1628116" y="165937"/>
                  <a:pt x="1626386" y="165171"/>
                  <a:pt x="1624911" y="163639"/>
                </a:cubicBezTo>
                <a:cubicBezTo>
                  <a:pt x="1623436" y="162107"/>
                  <a:pt x="1622698" y="160349"/>
                  <a:pt x="1622698" y="158363"/>
                </a:cubicBezTo>
                <a:cubicBezTo>
                  <a:pt x="1622698" y="156718"/>
                  <a:pt x="1624457" y="151839"/>
                  <a:pt x="1627974" y="143727"/>
                </a:cubicBezTo>
                <a:cubicBezTo>
                  <a:pt x="1631038" y="136692"/>
                  <a:pt x="1633392" y="131672"/>
                  <a:pt x="1635037" y="128665"/>
                </a:cubicBezTo>
                <a:cubicBezTo>
                  <a:pt x="1636512" y="125942"/>
                  <a:pt x="1638469" y="124580"/>
                  <a:pt x="1640909" y="124580"/>
                </a:cubicBezTo>
                <a:cubicBezTo>
                  <a:pt x="1642951" y="124580"/>
                  <a:pt x="1644696" y="125360"/>
                  <a:pt x="1646142" y="126920"/>
                </a:cubicBezTo>
                <a:cubicBezTo>
                  <a:pt x="1647589" y="128480"/>
                  <a:pt x="1648312" y="130253"/>
                  <a:pt x="1648312" y="132239"/>
                </a:cubicBezTo>
                <a:cubicBezTo>
                  <a:pt x="1648312" y="133600"/>
                  <a:pt x="1644284" y="143301"/>
                  <a:pt x="1636229" y="161342"/>
                </a:cubicBezTo>
                <a:cubicBezTo>
                  <a:pt x="1634924" y="164405"/>
                  <a:pt x="1632882" y="165937"/>
                  <a:pt x="1630102" y="165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modelsusedasjudge，">
            <a:extLst xmlns:a="http://schemas.openxmlformats.org/drawingml/2006/main">
              <a:ext uri="{FF2B5EF4-FFF2-40B4-BE49-F238E27FC236}">
                <a16:creationId xmlns:a16="http://schemas.microsoft.com/office/drawing/2014/main" id="{B1845E28-A16D-4CDD-AE3A-A2F181FB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360" y="4972964"/>
            <a:ext cx="1740396" cy="187891"/>
          </a:xfrm>
          <a:custGeom xmlns:a="http://schemas.openxmlformats.org/drawingml/2006/main">
            <a:pathLst>
              <a:path w="1740396" h="187891">
                <a:moveTo>
                  <a:pt x="109603" y="144152"/>
                </a:moveTo>
                <a:cubicBezTo>
                  <a:pt x="104951" y="144152"/>
                  <a:pt x="102228" y="141679"/>
                  <a:pt x="101434" y="136733"/>
                </a:cubicBezTo>
                <a:cubicBezTo>
                  <a:pt x="100413" y="130478"/>
                  <a:pt x="99392" y="121667"/>
                  <a:pt x="98371" y="110297"/>
                </a:cubicBezTo>
                <a:lnTo>
                  <a:pt x="95477" y="83859"/>
                </a:lnTo>
                <a:cubicBezTo>
                  <a:pt x="94910" y="79938"/>
                  <a:pt x="93946" y="76100"/>
                  <a:pt x="92584" y="72347"/>
                </a:cubicBezTo>
                <a:cubicBezTo>
                  <a:pt x="90655" y="67231"/>
                  <a:pt x="88556" y="64673"/>
                  <a:pt x="86287" y="64673"/>
                </a:cubicBezTo>
                <a:cubicBezTo>
                  <a:pt x="84188" y="64673"/>
                  <a:pt x="80274" y="66462"/>
                  <a:pt x="74544" y="70039"/>
                </a:cubicBezTo>
                <a:cubicBezTo>
                  <a:pt x="69098" y="73333"/>
                  <a:pt x="65524" y="75974"/>
                  <a:pt x="63822" y="77961"/>
                </a:cubicBezTo>
                <a:cubicBezTo>
                  <a:pt x="63765" y="83299"/>
                  <a:pt x="63907" y="88637"/>
                  <a:pt x="64247" y="93975"/>
                </a:cubicBezTo>
                <a:lnTo>
                  <a:pt x="66800" y="116719"/>
                </a:lnTo>
                <a:cubicBezTo>
                  <a:pt x="67878" y="125692"/>
                  <a:pt x="68417" y="133103"/>
                  <a:pt x="68417" y="138953"/>
                </a:cubicBezTo>
                <a:cubicBezTo>
                  <a:pt x="68417" y="141451"/>
                  <a:pt x="67637" y="143510"/>
                  <a:pt x="66077" y="145128"/>
                </a:cubicBezTo>
                <a:cubicBezTo>
                  <a:pt x="64517" y="146747"/>
                  <a:pt x="62517" y="147556"/>
                  <a:pt x="60078" y="147556"/>
                </a:cubicBezTo>
                <a:cubicBezTo>
                  <a:pt x="57638" y="147556"/>
                  <a:pt x="55638" y="146747"/>
                  <a:pt x="54078" y="145128"/>
                </a:cubicBezTo>
                <a:cubicBezTo>
                  <a:pt x="52518" y="143510"/>
                  <a:pt x="51738" y="141451"/>
                  <a:pt x="51738" y="138953"/>
                </a:cubicBezTo>
                <a:cubicBezTo>
                  <a:pt x="51738" y="132082"/>
                  <a:pt x="51043" y="121931"/>
                  <a:pt x="49653" y="108500"/>
                </a:cubicBezTo>
                <a:cubicBezTo>
                  <a:pt x="48263" y="95069"/>
                  <a:pt x="47569" y="84918"/>
                  <a:pt x="47569" y="78046"/>
                </a:cubicBezTo>
                <a:cubicBezTo>
                  <a:pt x="47569" y="72027"/>
                  <a:pt x="46718" y="67343"/>
                  <a:pt x="45016" y="63992"/>
                </a:cubicBezTo>
                <a:cubicBezTo>
                  <a:pt x="41045" y="65811"/>
                  <a:pt x="37017" y="68767"/>
                  <a:pt x="32932" y="72861"/>
                </a:cubicBezTo>
                <a:lnTo>
                  <a:pt x="22891" y="84120"/>
                </a:lnTo>
                <a:cubicBezTo>
                  <a:pt x="21983" y="85483"/>
                  <a:pt x="20536" y="87274"/>
                  <a:pt x="18551" y="89492"/>
                </a:cubicBezTo>
                <a:cubicBezTo>
                  <a:pt x="18551" y="92902"/>
                  <a:pt x="18239" y="97935"/>
                  <a:pt x="17615" y="104588"/>
                </a:cubicBezTo>
                <a:cubicBezTo>
                  <a:pt x="16991" y="111240"/>
                  <a:pt x="16679" y="116158"/>
                  <a:pt x="16679" y="119342"/>
                </a:cubicBezTo>
                <a:cubicBezTo>
                  <a:pt x="16679" y="121047"/>
                  <a:pt x="16948" y="123435"/>
                  <a:pt x="17487" y="126506"/>
                </a:cubicBezTo>
                <a:cubicBezTo>
                  <a:pt x="18026" y="129574"/>
                  <a:pt x="18296" y="131791"/>
                  <a:pt x="18296" y="133156"/>
                </a:cubicBezTo>
                <a:cubicBezTo>
                  <a:pt x="18296" y="135488"/>
                  <a:pt x="17430" y="137449"/>
                  <a:pt x="15700" y="139041"/>
                </a:cubicBezTo>
                <a:cubicBezTo>
                  <a:pt x="13970" y="140633"/>
                  <a:pt x="11942" y="141429"/>
                  <a:pt x="9616" y="141429"/>
                </a:cubicBezTo>
                <a:cubicBezTo>
                  <a:pt x="3205" y="141429"/>
                  <a:pt x="0" y="134133"/>
                  <a:pt x="0" y="119541"/>
                </a:cubicBezTo>
                <a:cubicBezTo>
                  <a:pt x="0" y="116134"/>
                  <a:pt x="312" y="111052"/>
                  <a:pt x="936" y="104296"/>
                </a:cubicBezTo>
                <a:cubicBezTo>
                  <a:pt x="1560" y="97539"/>
                  <a:pt x="1872" y="92457"/>
                  <a:pt x="1872" y="89050"/>
                </a:cubicBezTo>
                <a:cubicBezTo>
                  <a:pt x="1872" y="86042"/>
                  <a:pt x="1603" y="81528"/>
                  <a:pt x="1064" y="75509"/>
                </a:cubicBezTo>
                <a:cubicBezTo>
                  <a:pt x="525" y="69490"/>
                  <a:pt x="255" y="64948"/>
                  <a:pt x="255" y="61881"/>
                </a:cubicBezTo>
                <a:cubicBezTo>
                  <a:pt x="255" y="48992"/>
                  <a:pt x="3149" y="42548"/>
                  <a:pt x="8935" y="42548"/>
                </a:cubicBezTo>
                <a:cubicBezTo>
                  <a:pt x="11148" y="42548"/>
                  <a:pt x="13176" y="43498"/>
                  <a:pt x="15019" y="45399"/>
                </a:cubicBezTo>
                <a:cubicBezTo>
                  <a:pt x="16863" y="47299"/>
                  <a:pt x="17785" y="49384"/>
                  <a:pt x="17785" y="51653"/>
                </a:cubicBezTo>
                <a:cubicBezTo>
                  <a:pt x="17785" y="52731"/>
                  <a:pt x="17643" y="54405"/>
                  <a:pt x="17360" y="56674"/>
                </a:cubicBezTo>
                <a:cubicBezTo>
                  <a:pt x="17076" y="58943"/>
                  <a:pt x="16934" y="60673"/>
                  <a:pt x="16934" y="61865"/>
                </a:cubicBezTo>
                <a:lnTo>
                  <a:pt x="17104" y="70800"/>
                </a:lnTo>
                <a:cubicBezTo>
                  <a:pt x="20054" y="64730"/>
                  <a:pt x="24394" y="59241"/>
                  <a:pt x="30124" y="54334"/>
                </a:cubicBezTo>
                <a:cubicBezTo>
                  <a:pt x="35854" y="49426"/>
                  <a:pt x="40733" y="46973"/>
                  <a:pt x="44760" y="46973"/>
                </a:cubicBezTo>
                <a:cubicBezTo>
                  <a:pt x="53667" y="46973"/>
                  <a:pt x="59794" y="51398"/>
                  <a:pt x="63141" y="60248"/>
                </a:cubicBezTo>
                <a:cubicBezTo>
                  <a:pt x="66261" y="56106"/>
                  <a:pt x="69977" y="53000"/>
                  <a:pt x="74289" y="50930"/>
                </a:cubicBezTo>
                <a:cubicBezTo>
                  <a:pt x="78600" y="48859"/>
                  <a:pt x="83536" y="47824"/>
                  <a:pt x="89095" y="47824"/>
                </a:cubicBezTo>
                <a:cubicBezTo>
                  <a:pt x="98569" y="47824"/>
                  <a:pt x="105037" y="52938"/>
                  <a:pt x="108497" y="63168"/>
                </a:cubicBezTo>
                <a:cubicBezTo>
                  <a:pt x="109178" y="65214"/>
                  <a:pt x="110341" y="73198"/>
                  <a:pt x="111986" y="87122"/>
                </a:cubicBezTo>
                <a:cubicBezTo>
                  <a:pt x="113574" y="96897"/>
                  <a:pt x="115617" y="113180"/>
                  <a:pt x="118113" y="135970"/>
                </a:cubicBezTo>
                <a:cubicBezTo>
                  <a:pt x="118283" y="138243"/>
                  <a:pt x="117517" y="140174"/>
                  <a:pt x="115815" y="141764"/>
                </a:cubicBezTo>
                <a:cubicBezTo>
                  <a:pt x="114113" y="143356"/>
                  <a:pt x="112043" y="144152"/>
                  <a:pt x="109603" y="144152"/>
                </a:cubicBezTo>
                <a:close/>
                <a:moveTo>
                  <a:pt x="168507" y="142110"/>
                </a:moveTo>
                <a:cubicBezTo>
                  <a:pt x="158976" y="142110"/>
                  <a:pt x="150779" y="138586"/>
                  <a:pt x="143914" y="131539"/>
                </a:cubicBezTo>
                <a:cubicBezTo>
                  <a:pt x="136256" y="123696"/>
                  <a:pt x="132228" y="113153"/>
                  <a:pt x="131831" y="99910"/>
                </a:cubicBezTo>
                <a:cubicBezTo>
                  <a:pt x="131490" y="87066"/>
                  <a:pt x="134724" y="75757"/>
                  <a:pt x="141532" y="65981"/>
                </a:cubicBezTo>
                <a:cubicBezTo>
                  <a:pt x="149474" y="54444"/>
                  <a:pt x="160536" y="48675"/>
                  <a:pt x="174719" y="48675"/>
                </a:cubicBezTo>
                <a:cubicBezTo>
                  <a:pt x="186065" y="48675"/>
                  <a:pt x="194660" y="53875"/>
                  <a:pt x="200503" y="64277"/>
                </a:cubicBezTo>
                <a:cubicBezTo>
                  <a:pt x="205155" y="72687"/>
                  <a:pt x="207396" y="82803"/>
                  <a:pt x="207226" y="94624"/>
                </a:cubicBezTo>
                <a:cubicBezTo>
                  <a:pt x="207055" y="107241"/>
                  <a:pt x="203765" y="118012"/>
                  <a:pt x="197354" y="126936"/>
                </a:cubicBezTo>
                <a:cubicBezTo>
                  <a:pt x="190093" y="137052"/>
                  <a:pt x="180477" y="142110"/>
                  <a:pt x="168507" y="142110"/>
                </a:cubicBezTo>
                <a:moveTo>
                  <a:pt x="173613" y="66034"/>
                </a:moveTo>
                <a:cubicBezTo>
                  <a:pt x="165273" y="65978"/>
                  <a:pt x="158778" y="69954"/>
                  <a:pt x="154126" y="77964"/>
                </a:cubicBezTo>
                <a:cubicBezTo>
                  <a:pt x="150438" y="84385"/>
                  <a:pt x="148595" y="91714"/>
                  <a:pt x="148595" y="99950"/>
                </a:cubicBezTo>
                <a:cubicBezTo>
                  <a:pt x="148595" y="108189"/>
                  <a:pt x="150835" y="114609"/>
                  <a:pt x="155317" y="119211"/>
                </a:cubicBezTo>
                <a:cubicBezTo>
                  <a:pt x="159061" y="123017"/>
                  <a:pt x="163458" y="124921"/>
                  <a:pt x="168507" y="124921"/>
                </a:cubicBezTo>
                <a:cubicBezTo>
                  <a:pt x="174407" y="124921"/>
                  <a:pt x="179484" y="122761"/>
                  <a:pt x="183739" y="118443"/>
                </a:cubicBezTo>
                <a:cubicBezTo>
                  <a:pt x="188561" y="113672"/>
                  <a:pt x="191114" y="107224"/>
                  <a:pt x="191398" y="99099"/>
                </a:cubicBezTo>
                <a:cubicBezTo>
                  <a:pt x="192192" y="77113"/>
                  <a:pt x="186264" y="66091"/>
                  <a:pt x="173613" y="66034"/>
                </a:cubicBezTo>
                <a:close/>
                <a:moveTo>
                  <a:pt x="306464" y="61827"/>
                </a:moveTo>
                <a:cubicBezTo>
                  <a:pt x="305783" y="70161"/>
                  <a:pt x="305443" y="78496"/>
                  <a:pt x="305443" y="86830"/>
                </a:cubicBezTo>
                <a:cubicBezTo>
                  <a:pt x="305443" y="105710"/>
                  <a:pt x="306322" y="119969"/>
                  <a:pt x="308081" y="129606"/>
                </a:cubicBezTo>
                <a:cubicBezTo>
                  <a:pt x="308194" y="130400"/>
                  <a:pt x="308251" y="131053"/>
                  <a:pt x="308251" y="131563"/>
                </a:cubicBezTo>
                <a:cubicBezTo>
                  <a:pt x="308251" y="133831"/>
                  <a:pt x="307457" y="135701"/>
                  <a:pt x="305868" y="137174"/>
                </a:cubicBezTo>
                <a:cubicBezTo>
                  <a:pt x="304280" y="138649"/>
                  <a:pt x="302436" y="139387"/>
                  <a:pt x="300337" y="139387"/>
                </a:cubicBezTo>
                <a:cubicBezTo>
                  <a:pt x="296820" y="139387"/>
                  <a:pt x="294238" y="136834"/>
                  <a:pt x="292593" y="131728"/>
                </a:cubicBezTo>
                <a:cubicBezTo>
                  <a:pt x="288509" y="134735"/>
                  <a:pt x="284268" y="137018"/>
                  <a:pt x="279871" y="138578"/>
                </a:cubicBezTo>
                <a:cubicBezTo>
                  <a:pt x="275475" y="140139"/>
                  <a:pt x="270894" y="140919"/>
                  <a:pt x="266128" y="140919"/>
                </a:cubicBezTo>
                <a:cubicBezTo>
                  <a:pt x="254385" y="140919"/>
                  <a:pt x="244656" y="137001"/>
                  <a:pt x="236941" y="129165"/>
                </a:cubicBezTo>
                <a:cubicBezTo>
                  <a:pt x="228998" y="121159"/>
                  <a:pt x="225027" y="110881"/>
                  <a:pt x="225027" y="98331"/>
                </a:cubicBezTo>
                <a:cubicBezTo>
                  <a:pt x="225027" y="83170"/>
                  <a:pt x="229041" y="71019"/>
                  <a:pt x="237068" y="61878"/>
                </a:cubicBezTo>
                <a:cubicBezTo>
                  <a:pt x="245096" y="52735"/>
                  <a:pt x="255520" y="48164"/>
                  <a:pt x="268341" y="48164"/>
                </a:cubicBezTo>
                <a:cubicBezTo>
                  <a:pt x="274922" y="48164"/>
                  <a:pt x="279999" y="49185"/>
                  <a:pt x="283573" y="51228"/>
                </a:cubicBezTo>
                <a:lnTo>
                  <a:pt x="291572" y="57099"/>
                </a:lnTo>
                <a:cubicBezTo>
                  <a:pt x="292366" y="33248"/>
                  <a:pt x="293302" y="17188"/>
                  <a:pt x="294380" y="8922"/>
                </a:cubicBezTo>
                <a:cubicBezTo>
                  <a:pt x="295118" y="3882"/>
                  <a:pt x="297699" y="1362"/>
                  <a:pt x="302124" y="1362"/>
                </a:cubicBezTo>
                <a:cubicBezTo>
                  <a:pt x="307286" y="1362"/>
                  <a:pt x="309868" y="4111"/>
                  <a:pt x="309868" y="9610"/>
                </a:cubicBezTo>
                <a:cubicBezTo>
                  <a:pt x="309868" y="17491"/>
                  <a:pt x="308733" y="34896"/>
                  <a:pt x="306464" y="61827"/>
                </a:cubicBezTo>
                <a:moveTo>
                  <a:pt x="268681" y="63992"/>
                </a:moveTo>
                <a:cubicBezTo>
                  <a:pt x="259151" y="63992"/>
                  <a:pt x="252003" y="66814"/>
                  <a:pt x="247237" y="72459"/>
                </a:cubicBezTo>
                <a:cubicBezTo>
                  <a:pt x="242472" y="78104"/>
                  <a:pt x="240089" y="86599"/>
                  <a:pt x="240089" y="97945"/>
                </a:cubicBezTo>
                <a:cubicBezTo>
                  <a:pt x="240089" y="105263"/>
                  <a:pt x="242685" y="111561"/>
                  <a:pt x="247875" y="116837"/>
                </a:cubicBezTo>
                <a:cubicBezTo>
                  <a:pt x="253066" y="122112"/>
                  <a:pt x="259151" y="124750"/>
                  <a:pt x="266128" y="124750"/>
                </a:cubicBezTo>
                <a:cubicBezTo>
                  <a:pt x="270894" y="124750"/>
                  <a:pt x="274922" y="123871"/>
                  <a:pt x="278212" y="122112"/>
                </a:cubicBezTo>
                <a:cubicBezTo>
                  <a:pt x="280141" y="121091"/>
                  <a:pt x="283289" y="118737"/>
                  <a:pt x="287658" y="115049"/>
                </a:cubicBezTo>
                <a:cubicBezTo>
                  <a:pt x="288509" y="114312"/>
                  <a:pt x="289331" y="113433"/>
                  <a:pt x="290125" y="112412"/>
                </a:cubicBezTo>
                <a:lnTo>
                  <a:pt x="289870" y="97690"/>
                </a:lnTo>
                <a:lnTo>
                  <a:pt x="289955" y="87819"/>
                </a:lnTo>
                <a:lnTo>
                  <a:pt x="290125" y="77778"/>
                </a:lnTo>
                <a:cubicBezTo>
                  <a:pt x="287970" y="73182"/>
                  <a:pt x="285105" y="69736"/>
                  <a:pt x="281531" y="67438"/>
                </a:cubicBezTo>
                <a:cubicBezTo>
                  <a:pt x="277957" y="65141"/>
                  <a:pt x="273674" y="63992"/>
                  <a:pt x="268681" y="63992"/>
                </a:cubicBezTo>
                <a:close/>
                <a:moveTo>
                  <a:pt x="370305" y="140919"/>
                </a:moveTo>
                <a:cubicBezTo>
                  <a:pt x="357484" y="140919"/>
                  <a:pt x="347102" y="137711"/>
                  <a:pt x="339160" y="131295"/>
                </a:cubicBezTo>
                <a:cubicBezTo>
                  <a:pt x="330480" y="124196"/>
                  <a:pt x="326140" y="114259"/>
                  <a:pt x="326140" y="101482"/>
                </a:cubicBezTo>
                <a:cubicBezTo>
                  <a:pt x="326140" y="86720"/>
                  <a:pt x="329714" y="74342"/>
                  <a:pt x="336863" y="64348"/>
                </a:cubicBezTo>
                <a:cubicBezTo>
                  <a:pt x="344635" y="53445"/>
                  <a:pt x="355016" y="47994"/>
                  <a:pt x="368008" y="47994"/>
                </a:cubicBezTo>
                <a:cubicBezTo>
                  <a:pt x="377425" y="47994"/>
                  <a:pt x="385112" y="49582"/>
                  <a:pt x="391069" y="52759"/>
                </a:cubicBezTo>
                <a:cubicBezTo>
                  <a:pt x="398387" y="56674"/>
                  <a:pt x="402046" y="62687"/>
                  <a:pt x="402046" y="70800"/>
                </a:cubicBezTo>
                <a:cubicBezTo>
                  <a:pt x="402046" y="76473"/>
                  <a:pt x="398841" y="81635"/>
                  <a:pt x="392430" y="86287"/>
                </a:cubicBezTo>
                <a:cubicBezTo>
                  <a:pt x="389594" y="88329"/>
                  <a:pt x="383580" y="91506"/>
                  <a:pt x="374390" y="95818"/>
                </a:cubicBezTo>
                <a:lnTo>
                  <a:pt x="341883" y="111220"/>
                </a:lnTo>
                <a:cubicBezTo>
                  <a:pt x="345060" y="115929"/>
                  <a:pt x="349017" y="119474"/>
                  <a:pt x="353754" y="121857"/>
                </a:cubicBezTo>
                <a:cubicBezTo>
                  <a:pt x="358491" y="124240"/>
                  <a:pt x="364008" y="125431"/>
                  <a:pt x="370305" y="125431"/>
                </a:cubicBezTo>
                <a:cubicBezTo>
                  <a:pt x="374220" y="125431"/>
                  <a:pt x="378815" y="124694"/>
                  <a:pt x="384091" y="123219"/>
                </a:cubicBezTo>
                <a:cubicBezTo>
                  <a:pt x="390785" y="121347"/>
                  <a:pt x="395096" y="118893"/>
                  <a:pt x="397025" y="115858"/>
                </a:cubicBezTo>
                <a:cubicBezTo>
                  <a:pt x="398954" y="112823"/>
                  <a:pt x="401025" y="111305"/>
                  <a:pt x="403237" y="111305"/>
                </a:cubicBezTo>
                <a:cubicBezTo>
                  <a:pt x="405223" y="111305"/>
                  <a:pt x="406996" y="112060"/>
                  <a:pt x="408556" y="113568"/>
                </a:cubicBezTo>
                <a:cubicBezTo>
                  <a:pt x="410116" y="115075"/>
                  <a:pt x="410896" y="116824"/>
                  <a:pt x="410896" y="118815"/>
                </a:cubicBezTo>
                <a:cubicBezTo>
                  <a:pt x="410896" y="125130"/>
                  <a:pt x="405818" y="130564"/>
                  <a:pt x="395664" y="135116"/>
                </a:cubicBezTo>
                <a:cubicBezTo>
                  <a:pt x="386984" y="138984"/>
                  <a:pt x="378531" y="140919"/>
                  <a:pt x="370305" y="140919"/>
                </a:cubicBezTo>
                <a:moveTo>
                  <a:pt x="368008" y="63311"/>
                </a:moveTo>
                <a:cubicBezTo>
                  <a:pt x="361086" y="63311"/>
                  <a:pt x="355328" y="65992"/>
                  <a:pt x="350733" y="71353"/>
                </a:cubicBezTo>
                <a:cubicBezTo>
                  <a:pt x="346138" y="76714"/>
                  <a:pt x="342706" y="84784"/>
                  <a:pt x="340437" y="95563"/>
                </a:cubicBezTo>
                <a:lnTo>
                  <a:pt x="366561" y="83139"/>
                </a:lnTo>
                <a:cubicBezTo>
                  <a:pt x="376829" y="78146"/>
                  <a:pt x="384147" y="73806"/>
                  <a:pt x="388516" y="70119"/>
                </a:cubicBezTo>
                <a:cubicBezTo>
                  <a:pt x="383637" y="65580"/>
                  <a:pt x="376801" y="63311"/>
                  <a:pt x="368008" y="63311"/>
                </a:cubicBezTo>
                <a:close/>
                <a:moveTo>
                  <a:pt x="448032" y="70119"/>
                </a:moveTo>
                <a:lnTo>
                  <a:pt x="446756" y="112462"/>
                </a:lnTo>
                <a:cubicBezTo>
                  <a:pt x="446756" y="116949"/>
                  <a:pt x="446529" y="123538"/>
                  <a:pt x="446075" y="132228"/>
                </a:cubicBezTo>
                <a:cubicBezTo>
                  <a:pt x="445508" y="137908"/>
                  <a:pt x="442728" y="140748"/>
                  <a:pt x="437735" y="140748"/>
                </a:cubicBezTo>
                <a:cubicBezTo>
                  <a:pt x="432176" y="140748"/>
                  <a:pt x="429396" y="137852"/>
                  <a:pt x="429396" y="132058"/>
                </a:cubicBezTo>
                <a:cubicBezTo>
                  <a:pt x="429396" y="125185"/>
                  <a:pt x="429708" y="114862"/>
                  <a:pt x="430332" y="101088"/>
                </a:cubicBezTo>
                <a:cubicBezTo>
                  <a:pt x="430956" y="87315"/>
                  <a:pt x="431268" y="76992"/>
                  <a:pt x="431268" y="70119"/>
                </a:cubicBezTo>
                <a:cubicBezTo>
                  <a:pt x="431268" y="61145"/>
                  <a:pt x="431410" y="50878"/>
                  <a:pt x="431694" y="39320"/>
                </a:cubicBezTo>
                <a:cubicBezTo>
                  <a:pt x="431977" y="27761"/>
                  <a:pt x="432119" y="17494"/>
                  <a:pt x="432119" y="8520"/>
                </a:cubicBezTo>
                <a:cubicBezTo>
                  <a:pt x="432119" y="2840"/>
                  <a:pt x="434899" y="0"/>
                  <a:pt x="440458" y="0"/>
                </a:cubicBezTo>
                <a:cubicBezTo>
                  <a:pt x="446075" y="0"/>
                  <a:pt x="448883" y="2840"/>
                  <a:pt x="448883" y="8520"/>
                </a:cubicBezTo>
                <a:cubicBezTo>
                  <a:pt x="448883" y="17494"/>
                  <a:pt x="448741" y="27761"/>
                  <a:pt x="448457" y="39320"/>
                </a:cubicBezTo>
                <a:cubicBezTo>
                  <a:pt x="448174" y="50878"/>
                  <a:pt x="448032" y="61145"/>
                  <a:pt x="448032" y="70119"/>
                </a:cubicBezTo>
                <a:close/>
                <a:moveTo>
                  <a:pt x="531783" y="71480"/>
                </a:moveTo>
                <a:cubicBezTo>
                  <a:pt x="528663" y="71480"/>
                  <a:pt x="526478" y="70438"/>
                  <a:pt x="525230" y="68353"/>
                </a:cubicBezTo>
                <a:cubicBezTo>
                  <a:pt x="524379" y="66889"/>
                  <a:pt x="523642" y="63847"/>
                  <a:pt x="523018" y="59227"/>
                </a:cubicBezTo>
                <a:cubicBezTo>
                  <a:pt x="518763" y="60303"/>
                  <a:pt x="512211" y="62286"/>
                  <a:pt x="503361" y="65175"/>
                </a:cubicBezTo>
                <a:cubicBezTo>
                  <a:pt x="494227" y="68803"/>
                  <a:pt x="489632" y="73279"/>
                  <a:pt x="489575" y="78605"/>
                </a:cubicBezTo>
                <a:cubicBezTo>
                  <a:pt x="491277" y="79229"/>
                  <a:pt x="492951" y="79682"/>
                  <a:pt x="494596" y="79966"/>
                </a:cubicBezTo>
                <a:cubicBezTo>
                  <a:pt x="507644" y="82289"/>
                  <a:pt x="517345" y="85490"/>
                  <a:pt x="523699" y="89571"/>
                </a:cubicBezTo>
                <a:cubicBezTo>
                  <a:pt x="532946" y="95523"/>
                  <a:pt x="537569" y="104138"/>
                  <a:pt x="537569" y="115416"/>
                </a:cubicBezTo>
                <a:cubicBezTo>
                  <a:pt x="537569" y="124655"/>
                  <a:pt x="533570" y="131625"/>
                  <a:pt x="525571" y="136329"/>
                </a:cubicBezTo>
                <a:cubicBezTo>
                  <a:pt x="518933" y="140183"/>
                  <a:pt x="510537" y="142110"/>
                  <a:pt x="500382" y="142110"/>
                </a:cubicBezTo>
                <a:cubicBezTo>
                  <a:pt x="492951" y="142110"/>
                  <a:pt x="485859" y="140862"/>
                  <a:pt x="479108" y="138366"/>
                </a:cubicBezTo>
                <a:cubicBezTo>
                  <a:pt x="470372" y="135189"/>
                  <a:pt x="466004" y="130764"/>
                  <a:pt x="466004" y="125091"/>
                </a:cubicBezTo>
                <a:cubicBezTo>
                  <a:pt x="466004" y="122822"/>
                  <a:pt x="466897" y="120836"/>
                  <a:pt x="468684" y="119134"/>
                </a:cubicBezTo>
                <a:cubicBezTo>
                  <a:pt x="470471" y="117432"/>
                  <a:pt x="472499" y="116581"/>
                  <a:pt x="474769" y="116581"/>
                </a:cubicBezTo>
                <a:cubicBezTo>
                  <a:pt x="476527" y="116581"/>
                  <a:pt x="478796" y="117943"/>
                  <a:pt x="481576" y="120666"/>
                </a:cubicBezTo>
                <a:cubicBezTo>
                  <a:pt x="482938" y="121971"/>
                  <a:pt x="486001" y="123048"/>
                  <a:pt x="490767" y="123899"/>
                </a:cubicBezTo>
                <a:cubicBezTo>
                  <a:pt x="494568" y="124580"/>
                  <a:pt x="497773" y="124921"/>
                  <a:pt x="500382" y="124921"/>
                </a:cubicBezTo>
                <a:cubicBezTo>
                  <a:pt x="505148" y="124921"/>
                  <a:pt x="509346" y="124354"/>
                  <a:pt x="512977" y="123221"/>
                </a:cubicBezTo>
                <a:cubicBezTo>
                  <a:pt x="518253" y="121578"/>
                  <a:pt x="520890" y="118972"/>
                  <a:pt x="520890" y="115403"/>
                </a:cubicBezTo>
                <a:cubicBezTo>
                  <a:pt x="520890" y="107697"/>
                  <a:pt x="515501" y="102484"/>
                  <a:pt x="504722" y="99764"/>
                </a:cubicBezTo>
                <a:lnTo>
                  <a:pt x="495872" y="97807"/>
                </a:lnTo>
                <a:cubicBezTo>
                  <a:pt x="488327" y="96160"/>
                  <a:pt x="482966" y="94229"/>
                  <a:pt x="479789" y="92015"/>
                </a:cubicBezTo>
                <a:cubicBezTo>
                  <a:pt x="475194" y="88836"/>
                  <a:pt x="472896" y="84041"/>
                  <a:pt x="472896" y="77629"/>
                </a:cubicBezTo>
                <a:cubicBezTo>
                  <a:pt x="472896" y="65765"/>
                  <a:pt x="478484" y="57307"/>
                  <a:pt x="489660" y="52254"/>
                </a:cubicBezTo>
                <a:cubicBezTo>
                  <a:pt x="493064" y="50722"/>
                  <a:pt x="498510" y="48893"/>
                  <a:pt x="505999" y="46765"/>
                </a:cubicBezTo>
                <a:cubicBezTo>
                  <a:pt x="513487" y="44636"/>
                  <a:pt x="518848" y="42833"/>
                  <a:pt x="522082" y="41357"/>
                </a:cubicBezTo>
                <a:cubicBezTo>
                  <a:pt x="524408" y="40335"/>
                  <a:pt x="526932" y="39825"/>
                  <a:pt x="529655" y="39825"/>
                </a:cubicBezTo>
                <a:cubicBezTo>
                  <a:pt x="532095" y="39825"/>
                  <a:pt x="534095" y="40619"/>
                  <a:pt x="535655" y="42208"/>
                </a:cubicBezTo>
                <a:cubicBezTo>
                  <a:pt x="537215" y="43796"/>
                  <a:pt x="537995" y="45867"/>
                  <a:pt x="537995" y="48419"/>
                </a:cubicBezTo>
                <a:cubicBezTo>
                  <a:pt x="537995" y="50065"/>
                  <a:pt x="538349" y="52476"/>
                  <a:pt x="539058" y="55653"/>
                </a:cubicBezTo>
                <a:cubicBezTo>
                  <a:pt x="539768" y="58830"/>
                  <a:pt x="540122" y="61241"/>
                  <a:pt x="540122" y="62886"/>
                </a:cubicBezTo>
                <a:cubicBezTo>
                  <a:pt x="540122" y="65439"/>
                  <a:pt x="539342" y="67509"/>
                  <a:pt x="537782" y="69098"/>
                </a:cubicBezTo>
                <a:cubicBezTo>
                  <a:pt x="536222" y="70686"/>
                  <a:pt x="534222" y="71480"/>
                  <a:pt x="531783" y="71480"/>
                </a:cubicBezTo>
                <a:close/>
                <a:moveTo>
                  <a:pt x="681111" y="87308"/>
                </a:moveTo>
                <a:cubicBezTo>
                  <a:pt x="681111" y="91393"/>
                  <a:pt x="681139" y="97520"/>
                  <a:pt x="681196" y="105689"/>
                </a:cubicBezTo>
                <a:cubicBezTo>
                  <a:pt x="681253" y="113858"/>
                  <a:pt x="681281" y="119985"/>
                  <a:pt x="681281" y="124070"/>
                </a:cubicBezTo>
                <a:cubicBezTo>
                  <a:pt x="681281" y="125318"/>
                  <a:pt x="681380" y="127218"/>
                  <a:pt x="681579" y="129771"/>
                </a:cubicBezTo>
                <a:cubicBezTo>
                  <a:pt x="681778" y="132324"/>
                  <a:pt x="681877" y="134224"/>
                  <a:pt x="681877" y="135472"/>
                </a:cubicBezTo>
                <a:cubicBezTo>
                  <a:pt x="681877" y="137912"/>
                  <a:pt x="681054" y="139912"/>
                  <a:pt x="679409" y="141472"/>
                </a:cubicBezTo>
                <a:cubicBezTo>
                  <a:pt x="677764" y="143032"/>
                  <a:pt x="675750" y="143812"/>
                  <a:pt x="673367" y="143812"/>
                </a:cubicBezTo>
                <a:cubicBezTo>
                  <a:pt x="668999" y="143812"/>
                  <a:pt x="666219" y="141117"/>
                  <a:pt x="665028" y="135728"/>
                </a:cubicBezTo>
                <a:cubicBezTo>
                  <a:pt x="657937" y="139415"/>
                  <a:pt x="649767" y="141259"/>
                  <a:pt x="640520" y="141259"/>
                </a:cubicBezTo>
                <a:cubicBezTo>
                  <a:pt x="633089" y="141259"/>
                  <a:pt x="626933" y="139614"/>
                  <a:pt x="622055" y="136323"/>
                </a:cubicBezTo>
                <a:cubicBezTo>
                  <a:pt x="616665" y="132693"/>
                  <a:pt x="613460" y="127388"/>
                  <a:pt x="612439" y="120411"/>
                </a:cubicBezTo>
                <a:cubicBezTo>
                  <a:pt x="610226" y="105377"/>
                  <a:pt x="609120" y="91989"/>
                  <a:pt x="609120" y="80245"/>
                </a:cubicBezTo>
                <a:cubicBezTo>
                  <a:pt x="609120" y="72473"/>
                  <a:pt x="609971" y="63623"/>
                  <a:pt x="611673" y="53695"/>
                </a:cubicBezTo>
                <a:cubicBezTo>
                  <a:pt x="612467" y="48760"/>
                  <a:pt x="615162" y="46292"/>
                  <a:pt x="619757" y="46292"/>
                </a:cubicBezTo>
                <a:cubicBezTo>
                  <a:pt x="622196" y="46292"/>
                  <a:pt x="624239" y="47071"/>
                  <a:pt x="625884" y="48630"/>
                </a:cubicBezTo>
                <a:cubicBezTo>
                  <a:pt x="627529" y="50188"/>
                  <a:pt x="628352" y="52186"/>
                  <a:pt x="628352" y="54624"/>
                </a:cubicBezTo>
                <a:cubicBezTo>
                  <a:pt x="628352" y="57230"/>
                  <a:pt x="627940" y="61395"/>
                  <a:pt x="627118" y="67119"/>
                </a:cubicBezTo>
                <a:cubicBezTo>
                  <a:pt x="626295" y="72842"/>
                  <a:pt x="625884" y="77205"/>
                  <a:pt x="625884" y="80208"/>
                </a:cubicBezTo>
                <a:cubicBezTo>
                  <a:pt x="625884" y="89671"/>
                  <a:pt x="626196" y="97775"/>
                  <a:pt x="626820" y="104519"/>
                </a:cubicBezTo>
                <a:cubicBezTo>
                  <a:pt x="627444" y="111263"/>
                  <a:pt x="628380" y="116674"/>
                  <a:pt x="629628" y="120754"/>
                </a:cubicBezTo>
                <a:cubicBezTo>
                  <a:pt x="631500" y="121775"/>
                  <a:pt x="633344" y="122555"/>
                  <a:pt x="635159" y="123094"/>
                </a:cubicBezTo>
                <a:cubicBezTo>
                  <a:pt x="636975" y="123631"/>
                  <a:pt x="638762" y="123899"/>
                  <a:pt x="640520" y="123899"/>
                </a:cubicBezTo>
                <a:cubicBezTo>
                  <a:pt x="648122" y="123899"/>
                  <a:pt x="656150" y="122682"/>
                  <a:pt x="664602" y="120246"/>
                </a:cubicBezTo>
                <a:lnTo>
                  <a:pt x="664517" y="102990"/>
                </a:lnTo>
                <a:lnTo>
                  <a:pt x="664347" y="86500"/>
                </a:lnTo>
                <a:cubicBezTo>
                  <a:pt x="664347" y="74258"/>
                  <a:pt x="664886" y="63633"/>
                  <a:pt x="665964" y="54624"/>
                </a:cubicBezTo>
                <a:cubicBezTo>
                  <a:pt x="666588" y="49410"/>
                  <a:pt x="669339" y="46803"/>
                  <a:pt x="674218" y="46803"/>
                </a:cubicBezTo>
                <a:cubicBezTo>
                  <a:pt x="676658" y="46803"/>
                  <a:pt x="678700" y="47597"/>
                  <a:pt x="680345" y="49185"/>
                </a:cubicBezTo>
                <a:cubicBezTo>
                  <a:pt x="681990" y="50774"/>
                  <a:pt x="682756" y="52759"/>
                  <a:pt x="682643" y="55142"/>
                </a:cubicBezTo>
                <a:lnTo>
                  <a:pt x="681111" y="87308"/>
                </a:lnTo>
                <a:close/>
                <a:moveTo>
                  <a:pt x="760608" y="71480"/>
                </a:moveTo>
                <a:cubicBezTo>
                  <a:pt x="757487" y="71480"/>
                  <a:pt x="755303" y="70438"/>
                  <a:pt x="754055" y="68353"/>
                </a:cubicBezTo>
                <a:cubicBezTo>
                  <a:pt x="753204" y="66889"/>
                  <a:pt x="752467" y="63847"/>
                  <a:pt x="751843" y="59227"/>
                </a:cubicBezTo>
                <a:cubicBezTo>
                  <a:pt x="747588" y="60303"/>
                  <a:pt x="741036" y="62286"/>
                  <a:pt x="732186" y="65175"/>
                </a:cubicBezTo>
                <a:cubicBezTo>
                  <a:pt x="723052" y="68803"/>
                  <a:pt x="718457" y="73279"/>
                  <a:pt x="718400" y="78605"/>
                </a:cubicBezTo>
                <a:cubicBezTo>
                  <a:pt x="720102" y="79229"/>
                  <a:pt x="721776" y="79682"/>
                  <a:pt x="723421" y="79966"/>
                </a:cubicBezTo>
                <a:cubicBezTo>
                  <a:pt x="736469" y="82289"/>
                  <a:pt x="746170" y="85490"/>
                  <a:pt x="752524" y="89571"/>
                </a:cubicBezTo>
                <a:cubicBezTo>
                  <a:pt x="761771" y="95523"/>
                  <a:pt x="766394" y="104138"/>
                  <a:pt x="766394" y="115416"/>
                </a:cubicBezTo>
                <a:cubicBezTo>
                  <a:pt x="766394" y="124655"/>
                  <a:pt x="762395" y="131625"/>
                  <a:pt x="754396" y="136329"/>
                </a:cubicBezTo>
                <a:cubicBezTo>
                  <a:pt x="747758" y="140183"/>
                  <a:pt x="739362" y="142110"/>
                  <a:pt x="729207" y="142110"/>
                </a:cubicBezTo>
                <a:cubicBezTo>
                  <a:pt x="721776" y="142110"/>
                  <a:pt x="714684" y="140862"/>
                  <a:pt x="707933" y="138366"/>
                </a:cubicBezTo>
                <a:cubicBezTo>
                  <a:pt x="699197" y="135189"/>
                  <a:pt x="694829" y="130764"/>
                  <a:pt x="694829" y="125091"/>
                </a:cubicBezTo>
                <a:cubicBezTo>
                  <a:pt x="694829" y="122822"/>
                  <a:pt x="695722" y="120836"/>
                  <a:pt x="697509" y="119134"/>
                </a:cubicBezTo>
                <a:cubicBezTo>
                  <a:pt x="699296" y="117432"/>
                  <a:pt x="701324" y="116581"/>
                  <a:pt x="703593" y="116581"/>
                </a:cubicBezTo>
                <a:cubicBezTo>
                  <a:pt x="705352" y="116581"/>
                  <a:pt x="707621" y="117943"/>
                  <a:pt x="710401" y="120666"/>
                </a:cubicBezTo>
                <a:cubicBezTo>
                  <a:pt x="711763" y="121971"/>
                  <a:pt x="714826" y="123048"/>
                  <a:pt x="719591" y="123899"/>
                </a:cubicBezTo>
                <a:cubicBezTo>
                  <a:pt x="723392" y="124580"/>
                  <a:pt x="726598" y="124921"/>
                  <a:pt x="729207" y="124921"/>
                </a:cubicBezTo>
                <a:cubicBezTo>
                  <a:pt x="733973" y="124921"/>
                  <a:pt x="738171" y="124354"/>
                  <a:pt x="741801" y="123221"/>
                </a:cubicBezTo>
                <a:cubicBezTo>
                  <a:pt x="747077" y="121578"/>
                  <a:pt x="749715" y="118972"/>
                  <a:pt x="749715" y="115403"/>
                </a:cubicBezTo>
                <a:cubicBezTo>
                  <a:pt x="749715" y="107697"/>
                  <a:pt x="744326" y="102484"/>
                  <a:pt x="733547" y="99764"/>
                </a:cubicBezTo>
                <a:lnTo>
                  <a:pt x="724697" y="97807"/>
                </a:lnTo>
                <a:cubicBezTo>
                  <a:pt x="717152" y="96160"/>
                  <a:pt x="711791" y="94229"/>
                  <a:pt x="708614" y="92015"/>
                </a:cubicBezTo>
                <a:cubicBezTo>
                  <a:pt x="704019" y="88836"/>
                  <a:pt x="701721" y="84041"/>
                  <a:pt x="701721" y="77629"/>
                </a:cubicBezTo>
                <a:cubicBezTo>
                  <a:pt x="701721" y="65765"/>
                  <a:pt x="707309" y="57307"/>
                  <a:pt x="718485" y="52254"/>
                </a:cubicBezTo>
                <a:cubicBezTo>
                  <a:pt x="721889" y="50722"/>
                  <a:pt x="727335" y="48893"/>
                  <a:pt x="734824" y="46765"/>
                </a:cubicBezTo>
                <a:cubicBezTo>
                  <a:pt x="742312" y="44636"/>
                  <a:pt x="747673" y="42833"/>
                  <a:pt x="750907" y="41357"/>
                </a:cubicBezTo>
                <a:cubicBezTo>
                  <a:pt x="753233" y="40335"/>
                  <a:pt x="755757" y="39825"/>
                  <a:pt x="758480" y="39825"/>
                </a:cubicBezTo>
                <a:cubicBezTo>
                  <a:pt x="760920" y="39825"/>
                  <a:pt x="762919" y="40619"/>
                  <a:pt x="764479" y="42208"/>
                </a:cubicBezTo>
                <a:cubicBezTo>
                  <a:pt x="766040" y="43796"/>
                  <a:pt x="766820" y="45867"/>
                  <a:pt x="766820" y="48419"/>
                </a:cubicBezTo>
                <a:cubicBezTo>
                  <a:pt x="766820" y="50065"/>
                  <a:pt x="767174" y="52476"/>
                  <a:pt x="767883" y="55653"/>
                </a:cubicBezTo>
                <a:cubicBezTo>
                  <a:pt x="768592" y="58830"/>
                  <a:pt x="768947" y="61241"/>
                  <a:pt x="768947" y="62886"/>
                </a:cubicBezTo>
                <a:cubicBezTo>
                  <a:pt x="768947" y="65439"/>
                  <a:pt x="768167" y="67509"/>
                  <a:pt x="766607" y="69098"/>
                </a:cubicBezTo>
                <a:cubicBezTo>
                  <a:pt x="765047" y="70686"/>
                  <a:pt x="763047" y="71480"/>
                  <a:pt x="760608" y="71480"/>
                </a:cubicBezTo>
                <a:close/>
                <a:moveTo>
                  <a:pt x="827954" y="140919"/>
                </a:moveTo>
                <a:cubicBezTo>
                  <a:pt x="815133" y="140919"/>
                  <a:pt x="804752" y="137711"/>
                  <a:pt x="796809" y="131295"/>
                </a:cubicBezTo>
                <a:cubicBezTo>
                  <a:pt x="788130" y="124196"/>
                  <a:pt x="783790" y="114259"/>
                  <a:pt x="783790" y="101482"/>
                </a:cubicBezTo>
                <a:cubicBezTo>
                  <a:pt x="783790" y="86720"/>
                  <a:pt x="787364" y="74342"/>
                  <a:pt x="794512" y="64348"/>
                </a:cubicBezTo>
                <a:cubicBezTo>
                  <a:pt x="802284" y="53445"/>
                  <a:pt x="812665" y="47994"/>
                  <a:pt x="825657" y="47994"/>
                </a:cubicBezTo>
                <a:cubicBezTo>
                  <a:pt x="835074" y="47994"/>
                  <a:pt x="842761" y="49582"/>
                  <a:pt x="848718" y="52759"/>
                </a:cubicBezTo>
                <a:cubicBezTo>
                  <a:pt x="856036" y="56674"/>
                  <a:pt x="859695" y="62687"/>
                  <a:pt x="859695" y="70800"/>
                </a:cubicBezTo>
                <a:cubicBezTo>
                  <a:pt x="859695" y="76473"/>
                  <a:pt x="856490" y="81635"/>
                  <a:pt x="850079" y="86287"/>
                </a:cubicBezTo>
                <a:cubicBezTo>
                  <a:pt x="847243" y="88329"/>
                  <a:pt x="841229" y="91506"/>
                  <a:pt x="832039" y="95818"/>
                </a:cubicBezTo>
                <a:lnTo>
                  <a:pt x="799532" y="111220"/>
                </a:lnTo>
                <a:cubicBezTo>
                  <a:pt x="802709" y="115929"/>
                  <a:pt x="806666" y="119474"/>
                  <a:pt x="811403" y="121857"/>
                </a:cubicBezTo>
                <a:cubicBezTo>
                  <a:pt x="816140" y="124240"/>
                  <a:pt x="821657" y="125431"/>
                  <a:pt x="827954" y="125431"/>
                </a:cubicBezTo>
                <a:cubicBezTo>
                  <a:pt x="831869" y="125431"/>
                  <a:pt x="836464" y="124694"/>
                  <a:pt x="841740" y="123219"/>
                </a:cubicBezTo>
                <a:cubicBezTo>
                  <a:pt x="848434" y="121347"/>
                  <a:pt x="852746" y="118893"/>
                  <a:pt x="854674" y="115858"/>
                </a:cubicBezTo>
                <a:cubicBezTo>
                  <a:pt x="856603" y="112823"/>
                  <a:pt x="858674" y="111305"/>
                  <a:pt x="860886" y="111305"/>
                </a:cubicBezTo>
                <a:cubicBezTo>
                  <a:pt x="862872" y="111305"/>
                  <a:pt x="864645" y="112060"/>
                  <a:pt x="866205" y="113568"/>
                </a:cubicBezTo>
                <a:cubicBezTo>
                  <a:pt x="867765" y="115075"/>
                  <a:pt x="868545" y="116824"/>
                  <a:pt x="868545" y="118815"/>
                </a:cubicBezTo>
                <a:cubicBezTo>
                  <a:pt x="868545" y="125130"/>
                  <a:pt x="863468" y="130564"/>
                  <a:pt x="853313" y="135116"/>
                </a:cubicBezTo>
                <a:cubicBezTo>
                  <a:pt x="844633" y="138984"/>
                  <a:pt x="836180" y="140919"/>
                  <a:pt x="827954" y="140919"/>
                </a:cubicBezTo>
                <a:moveTo>
                  <a:pt x="825657" y="63311"/>
                </a:moveTo>
                <a:cubicBezTo>
                  <a:pt x="818736" y="63311"/>
                  <a:pt x="812977" y="65992"/>
                  <a:pt x="808382" y="71353"/>
                </a:cubicBezTo>
                <a:cubicBezTo>
                  <a:pt x="803787" y="76714"/>
                  <a:pt x="800355" y="84784"/>
                  <a:pt x="798086" y="95563"/>
                </a:cubicBezTo>
                <a:lnTo>
                  <a:pt x="824210" y="83139"/>
                </a:lnTo>
                <a:cubicBezTo>
                  <a:pt x="834478" y="78146"/>
                  <a:pt x="841797" y="73806"/>
                  <a:pt x="846165" y="70119"/>
                </a:cubicBezTo>
                <a:cubicBezTo>
                  <a:pt x="841286" y="65580"/>
                  <a:pt x="834450" y="63311"/>
                  <a:pt x="825657" y="63311"/>
                </a:cubicBezTo>
                <a:close/>
                <a:moveTo>
                  <a:pt x="962440" y="61827"/>
                </a:moveTo>
                <a:cubicBezTo>
                  <a:pt x="961759" y="70161"/>
                  <a:pt x="961419" y="78496"/>
                  <a:pt x="961419" y="86830"/>
                </a:cubicBezTo>
                <a:cubicBezTo>
                  <a:pt x="961419" y="105710"/>
                  <a:pt x="962298" y="119969"/>
                  <a:pt x="964057" y="129606"/>
                </a:cubicBezTo>
                <a:cubicBezTo>
                  <a:pt x="964170" y="130400"/>
                  <a:pt x="964227" y="131053"/>
                  <a:pt x="964227" y="131563"/>
                </a:cubicBezTo>
                <a:cubicBezTo>
                  <a:pt x="964227" y="133831"/>
                  <a:pt x="963433" y="135701"/>
                  <a:pt x="961844" y="137174"/>
                </a:cubicBezTo>
                <a:cubicBezTo>
                  <a:pt x="960256" y="138649"/>
                  <a:pt x="958412" y="139387"/>
                  <a:pt x="956313" y="139387"/>
                </a:cubicBezTo>
                <a:cubicBezTo>
                  <a:pt x="952796" y="139387"/>
                  <a:pt x="950214" y="136834"/>
                  <a:pt x="948569" y="131728"/>
                </a:cubicBezTo>
                <a:cubicBezTo>
                  <a:pt x="944485" y="134735"/>
                  <a:pt x="940244" y="137018"/>
                  <a:pt x="935847" y="138578"/>
                </a:cubicBezTo>
                <a:cubicBezTo>
                  <a:pt x="931451" y="140139"/>
                  <a:pt x="926870" y="140919"/>
                  <a:pt x="922104" y="140919"/>
                </a:cubicBezTo>
                <a:cubicBezTo>
                  <a:pt x="910361" y="140919"/>
                  <a:pt x="900632" y="137001"/>
                  <a:pt x="892917" y="129165"/>
                </a:cubicBezTo>
                <a:cubicBezTo>
                  <a:pt x="884974" y="121159"/>
                  <a:pt x="881003" y="110881"/>
                  <a:pt x="881003" y="98331"/>
                </a:cubicBezTo>
                <a:cubicBezTo>
                  <a:pt x="881003" y="83170"/>
                  <a:pt x="885017" y="71019"/>
                  <a:pt x="893044" y="61878"/>
                </a:cubicBezTo>
                <a:cubicBezTo>
                  <a:pt x="901072" y="52735"/>
                  <a:pt x="911496" y="48164"/>
                  <a:pt x="924317" y="48164"/>
                </a:cubicBezTo>
                <a:cubicBezTo>
                  <a:pt x="930898" y="48164"/>
                  <a:pt x="935975" y="49185"/>
                  <a:pt x="939549" y="51228"/>
                </a:cubicBezTo>
                <a:lnTo>
                  <a:pt x="947548" y="57099"/>
                </a:lnTo>
                <a:cubicBezTo>
                  <a:pt x="948342" y="33248"/>
                  <a:pt x="949278" y="17188"/>
                  <a:pt x="950356" y="8922"/>
                </a:cubicBezTo>
                <a:cubicBezTo>
                  <a:pt x="951094" y="3882"/>
                  <a:pt x="953675" y="1362"/>
                  <a:pt x="958100" y="1362"/>
                </a:cubicBezTo>
                <a:cubicBezTo>
                  <a:pt x="963262" y="1362"/>
                  <a:pt x="965844" y="4111"/>
                  <a:pt x="965844" y="9610"/>
                </a:cubicBezTo>
                <a:cubicBezTo>
                  <a:pt x="965844" y="17491"/>
                  <a:pt x="964709" y="34896"/>
                  <a:pt x="962440" y="61827"/>
                </a:cubicBezTo>
                <a:moveTo>
                  <a:pt x="924657" y="63992"/>
                </a:moveTo>
                <a:cubicBezTo>
                  <a:pt x="915127" y="63992"/>
                  <a:pt x="907979" y="66814"/>
                  <a:pt x="903213" y="72459"/>
                </a:cubicBezTo>
                <a:cubicBezTo>
                  <a:pt x="898448" y="78104"/>
                  <a:pt x="896065" y="86599"/>
                  <a:pt x="896065" y="97945"/>
                </a:cubicBezTo>
                <a:cubicBezTo>
                  <a:pt x="896065" y="105263"/>
                  <a:pt x="898661" y="111561"/>
                  <a:pt x="903851" y="116837"/>
                </a:cubicBezTo>
                <a:cubicBezTo>
                  <a:pt x="909042" y="122112"/>
                  <a:pt x="915127" y="124750"/>
                  <a:pt x="922104" y="124750"/>
                </a:cubicBezTo>
                <a:cubicBezTo>
                  <a:pt x="926870" y="124750"/>
                  <a:pt x="930898" y="123871"/>
                  <a:pt x="934188" y="122112"/>
                </a:cubicBezTo>
                <a:cubicBezTo>
                  <a:pt x="936117" y="121091"/>
                  <a:pt x="939265" y="118737"/>
                  <a:pt x="943634" y="115049"/>
                </a:cubicBezTo>
                <a:cubicBezTo>
                  <a:pt x="944485" y="114312"/>
                  <a:pt x="945307" y="113433"/>
                  <a:pt x="946101" y="112412"/>
                </a:cubicBezTo>
                <a:lnTo>
                  <a:pt x="945846" y="97690"/>
                </a:lnTo>
                <a:lnTo>
                  <a:pt x="945931" y="87819"/>
                </a:lnTo>
                <a:lnTo>
                  <a:pt x="946101" y="77778"/>
                </a:lnTo>
                <a:cubicBezTo>
                  <a:pt x="943946" y="73182"/>
                  <a:pt x="941081" y="69736"/>
                  <a:pt x="937507" y="67438"/>
                </a:cubicBezTo>
                <a:cubicBezTo>
                  <a:pt x="933933" y="65141"/>
                  <a:pt x="929650" y="63992"/>
                  <a:pt x="924657" y="63992"/>
                </a:cubicBezTo>
                <a:close/>
                <a:moveTo>
                  <a:pt x="1105283" y="142621"/>
                </a:moveTo>
                <a:cubicBezTo>
                  <a:pt x="1104205" y="142621"/>
                  <a:pt x="1102248" y="141362"/>
                  <a:pt x="1099412" y="138844"/>
                </a:cubicBezTo>
                <a:cubicBezTo>
                  <a:pt x="1096859" y="136499"/>
                  <a:pt x="1094958" y="134411"/>
                  <a:pt x="1093710" y="132579"/>
                </a:cubicBezTo>
                <a:cubicBezTo>
                  <a:pt x="1088264" y="135558"/>
                  <a:pt x="1083470" y="137806"/>
                  <a:pt x="1079329" y="139323"/>
                </a:cubicBezTo>
                <a:cubicBezTo>
                  <a:pt x="1075188" y="140841"/>
                  <a:pt x="1071727" y="141599"/>
                  <a:pt x="1068947" y="141599"/>
                </a:cubicBezTo>
                <a:cubicBezTo>
                  <a:pt x="1055672" y="141599"/>
                  <a:pt x="1046000" y="137855"/>
                  <a:pt x="1039930" y="130367"/>
                </a:cubicBezTo>
                <a:cubicBezTo>
                  <a:pt x="1034200" y="123332"/>
                  <a:pt x="1031335" y="112553"/>
                  <a:pt x="1031335" y="98030"/>
                </a:cubicBezTo>
                <a:cubicBezTo>
                  <a:pt x="1031335" y="84302"/>
                  <a:pt x="1036058" y="72558"/>
                  <a:pt x="1045503" y="62801"/>
                </a:cubicBezTo>
                <a:cubicBezTo>
                  <a:pt x="1054949" y="53043"/>
                  <a:pt x="1066224" y="48164"/>
                  <a:pt x="1079329" y="48164"/>
                </a:cubicBezTo>
                <a:cubicBezTo>
                  <a:pt x="1084265" y="48164"/>
                  <a:pt x="1089796" y="49441"/>
                  <a:pt x="1095923" y="51994"/>
                </a:cubicBezTo>
                <a:cubicBezTo>
                  <a:pt x="1103638" y="55170"/>
                  <a:pt x="1107496" y="59000"/>
                  <a:pt x="1107496" y="63481"/>
                </a:cubicBezTo>
                <a:cubicBezTo>
                  <a:pt x="1107496" y="65013"/>
                  <a:pt x="1106928" y="66375"/>
                  <a:pt x="1105794" y="67566"/>
                </a:cubicBezTo>
                <a:cubicBezTo>
                  <a:pt x="1105226" y="69722"/>
                  <a:pt x="1104787" y="73267"/>
                  <a:pt x="1104475" y="78203"/>
                </a:cubicBezTo>
                <a:cubicBezTo>
                  <a:pt x="1104163" y="83139"/>
                  <a:pt x="1103978" y="89464"/>
                  <a:pt x="1103922" y="97179"/>
                </a:cubicBezTo>
                <a:cubicBezTo>
                  <a:pt x="1103865" y="104214"/>
                  <a:pt x="1104347" y="109774"/>
                  <a:pt x="1105368" y="113858"/>
                </a:cubicBezTo>
                <a:cubicBezTo>
                  <a:pt x="1105936" y="116354"/>
                  <a:pt x="1107723" y="121347"/>
                  <a:pt x="1110729" y="128835"/>
                </a:cubicBezTo>
                <a:cubicBezTo>
                  <a:pt x="1111126" y="129856"/>
                  <a:pt x="1111779" y="131360"/>
                  <a:pt x="1112687" y="133345"/>
                </a:cubicBezTo>
                <a:lnTo>
                  <a:pt x="1113197" y="134792"/>
                </a:lnTo>
                <a:cubicBezTo>
                  <a:pt x="1113197" y="137061"/>
                  <a:pt x="1112403" y="138933"/>
                  <a:pt x="1110814" y="140408"/>
                </a:cubicBezTo>
                <a:cubicBezTo>
                  <a:pt x="1109226" y="141883"/>
                  <a:pt x="1107382" y="142621"/>
                  <a:pt x="1105283" y="142621"/>
                </a:cubicBezTo>
                <a:moveTo>
                  <a:pt x="1087583" y="83511"/>
                </a:moveTo>
                <a:cubicBezTo>
                  <a:pt x="1087583" y="81077"/>
                  <a:pt x="1087739" y="78432"/>
                  <a:pt x="1088051" y="75576"/>
                </a:cubicBezTo>
                <a:cubicBezTo>
                  <a:pt x="1088363" y="72718"/>
                  <a:pt x="1088831" y="69677"/>
                  <a:pt x="1089455" y="66452"/>
                </a:cubicBezTo>
                <a:cubicBezTo>
                  <a:pt x="1087356" y="65376"/>
                  <a:pt x="1085555" y="64583"/>
                  <a:pt x="1084052" y="64074"/>
                </a:cubicBezTo>
                <a:cubicBezTo>
                  <a:pt x="1082548" y="63566"/>
                  <a:pt x="1081343" y="63311"/>
                  <a:pt x="1080435" y="63311"/>
                </a:cubicBezTo>
                <a:cubicBezTo>
                  <a:pt x="1071642" y="63311"/>
                  <a:pt x="1064054" y="66890"/>
                  <a:pt x="1057672" y="74047"/>
                </a:cubicBezTo>
                <a:cubicBezTo>
                  <a:pt x="1051290" y="81204"/>
                  <a:pt x="1048099" y="89450"/>
                  <a:pt x="1048099" y="98786"/>
                </a:cubicBezTo>
                <a:cubicBezTo>
                  <a:pt x="1048099" y="108065"/>
                  <a:pt x="1049744" y="115024"/>
                  <a:pt x="1053034" y="119663"/>
                </a:cubicBezTo>
                <a:cubicBezTo>
                  <a:pt x="1056325" y="124303"/>
                  <a:pt x="1061260" y="126623"/>
                  <a:pt x="1067841" y="126623"/>
                </a:cubicBezTo>
                <a:cubicBezTo>
                  <a:pt x="1073287" y="126623"/>
                  <a:pt x="1077911" y="125632"/>
                  <a:pt x="1081712" y="123652"/>
                </a:cubicBezTo>
                <a:cubicBezTo>
                  <a:pt x="1083754" y="122578"/>
                  <a:pt x="1086619" y="120428"/>
                  <a:pt x="1090306" y="117203"/>
                </a:cubicBezTo>
                <a:cubicBezTo>
                  <a:pt x="1088491" y="102209"/>
                  <a:pt x="1087583" y="90978"/>
                  <a:pt x="1087583" y="83511"/>
                </a:cubicBezTo>
                <a:close/>
                <a:moveTo>
                  <a:pt x="1185667" y="71480"/>
                </a:moveTo>
                <a:cubicBezTo>
                  <a:pt x="1182547" y="71480"/>
                  <a:pt x="1180363" y="70438"/>
                  <a:pt x="1179115" y="68353"/>
                </a:cubicBezTo>
                <a:cubicBezTo>
                  <a:pt x="1178264" y="66889"/>
                  <a:pt x="1177526" y="63847"/>
                  <a:pt x="1176902" y="59227"/>
                </a:cubicBezTo>
                <a:cubicBezTo>
                  <a:pt x="1172647" y="60303"/>
                  <a:pt x="1166095" y="62286"/>
                  <a:pt x="1157245" y="65175"/>
                </a:cubicBezTo>
                <a:cubicBezTo>
                  <a:pt x="1148111" y="68803"/>
                  <a:pt x="1143516" y="73279"/>
                  <a:pt x="1143460" y="78605"/>
                </a:cubicBezTo>
                <a:cubicBezTo>
                  <a:pt x="1145161" y="79229"/>
                  <a:pt x="1146835" y="79682"/>
                  <a:pt x="1148480" y="79966"/>
                </a:cubicBezTo>
                <a:cubicBezTo>
                  <a:pt x="1161528" y="82289"/>
                  <a:pt x="1171229" y="85490"/>
                  <a:pt x="1177583" y="89571"/>
                </a:cubicBezTo>
                <a:cubicBezTo>
                  <a:pt x="1186830" y="95523"/>
                  <a:pt x="1191454" y="104138"/>
                  <a:pt x="1191454" y="115416"/>
                </a:cubicBezTo>
                <a:cubicBezTo>
                  <a:pt x="1191454" y="124655"/>
                  <a:pt x="1187454" y="131625"/>
                  <a:pt x="1179455" y="136329"/>
                </a:cubicBezTo>
                <a:cubicBezTo>
                  <a:pt x="1172818" y="140183"/>
                  <a:pt x="1164421" y="142110"/>
                  <a:pt x="1154267" y="142110"/>
                </a:cubicBezTo>
                <a:cubicBezTo>
                  <a:pt x="1146835" y="142110"/>
                  <a:pt x="1139744" y="140862"/>
                  <a:pt x="1132993" y="138366"/>
                </a:cubicBezTo>
                <a:cubicBezTo>
                  <a:pt x="1124256" y="135189"/>
                  <a:pt x="1119888" y="130764"/>
                  <a:pt x="1119888" y="125091"/>
                </a:cubicBezTo>
                <a:cubicBezTo>
                  <a:pt x="1119888" y="122822"/>
                  <a:pt x="1120782" y="120836"/>
                  <a:pt x="1122569" y="119134"/>
                </a:cubicBezTo>
                <a:cubicBezTo>
                  <a:pt x="1124356" y="117432"/>
                  <a:pt x="1126384" y="116581"/>
                  <a:pt x="1128653" y="116581"/>
                </a:cubicBezTo>
                <a:cubicBezTo>
                  <a:pt x="1130412" y="116581"/>
                  <a:pt x="1132681" y="117943"/>
                  <a:pt x="1135461" y="120666"/>
                </a:cubicBezTo>
                <a:cubicBezTo>
                  <a:pt x="1136822" y="121971"/>
                  <a:pt x="1139886" y="123048"/>
                  <a:pt x="1144651" y="123899"/>
                </a:cubicBezTo>
                <a:cubicBezTo>
                  <a:pt x="1148452" y="124580"/>
                  <a:pt x="1151657" y="124921"/>
                  <a:pt x="1154267" y="124921"/>
                </a:cubicBezTo>
                <a:cubicBezTo>
                  <a:pt x="1159032" y="124921"/>
                  <a:pt x="1163230" y="124354"/>
                  <a:pt x="1166861" y="123221"/>
                </a:cubicBezTo>
                <a:cubicBezTo>
                  <a:pt x="1172137" y="121578"/>
                  <a:pt x="1174775" y="118972"/>
                  <a:pt x="1174775" y="115403"/>
                </a:cubicBezTo>
                <a:cubicBezTo>
                  <a:pt x="1174775" y="107697"/>
                  <a:pt x="1169385" y="102484"/>
                  <a:pt x="1158607" y="99764"/>
                </a:cubicBezTo>
                <a:lnTo>
                  <a:pt x="1149757" y="97807"/>
                </a:lnTo>
                <a:cubicBezTo>
                  <a:pt x="1142211" y="96160"/>
                  <a:pt x="1136850" y="94229"/>
                  <a:pt x="1133674" y="92015"/>
                </a:cubicBezTo>
                <a:cubicBezTo>
                  <a:pt x="1129078" y="88836"/>
                  <a:pt x="1126781" y="84041"/>
                  <a:pt x="1126781" y="77629"/>
                </a:cubicBezTo>
                <a:cubicBezTo>
                  <a:pt x="1126781" y="65765"/>
                  <a:pt x="1132369" y="57307"/>
                  <a:pt x="1143545" y="52254"/>
                </a:cubicBezTo>
                <a:cubicBezTo>
                  <a:pt x="1146948" y="50722"/>
                  <a:pt x="1152395" y="48893"/>
                  <a:pt x="1159883" y="46765"/>
                </a:cubicBezTo>
                <a:cubicBezTo>
                  <a:pt x="1167371" y="44636"/>
                  <a:pt x="1172732" y="42833"/>
                  <a:pt x="1175966" y="41357"/>
                </a:cubicBezTo>
                <a:cubicBezTo>
                  <a:pt x="1178292" y="40335"/>
                  <a:pt x="1180817" y="39825"/>
                  <a:pt x="1183540" y="39825"/>
                </a:cubicBezTo>
                <a:cubicBezTo>
                  <a:pt x="1185979" y="39825"/>
                  <a:pt x="1187979" y="40619"/>
                  <a:pt x="1189539" y="42208"/>
                </a:cubicBezTo>
                <a:cubicBezTo>
                  <a:pt x="1191099" y="43796"/>
                  <a:pt x="1191879" y="45867"/>
                  <a:pt x="1191879" y="48419"/>
                </a:cubicBezTo>
                <a:cubicBezTo>
                  <a:pt x="1191879" y="50065"/>
                  <a:pt x="1192234" y="52476"/>
                  <a:pt x="1192943" y="55653"/>
                </a:cubicBezTo>
                <a:cubicBezTo>
                  <a:pt x="1193652" y="58830"/>
                  <a:pt x="1194006" y="61241"/>
                  <a:pt x="1194006" y="62886"/>
                </a:cubicBezTo>
                <a:cubicBezTo>
                  <a:pt x="1194006" y="65439"/>
                  <a:pt x="1193226" y="67509"/>
                  <a:pt x="1191666" y="69098"/>
                </a:cubicBezTo>
                <a:cubicBezTo>
                  <a:pt x="1190106" y="70686"/>
                  <a:pt x="1188106" y="71480"/>
                  <a:pt x="1185667" y="71480"/>
                </a:cubicBezTo>
                <a:close/>
                <a:moveTo>
                  <a:pt x="1293469" y="29273"/>
                </a:moveTo>
                <a:cubicBezTo>
                  <a:pt x="1290745" y="29273"/>
                  <a:pt x="1288405" y="28305"/>
                  <a:pt x="1286448" y="26369"/>
                </a:cubicBezTo>
                <a:cubicBezTo>
                  <a:pt x="1284491" y="24431"/>
                  <a:pt x="1283512" y="22123"/>
                  <a:pt x="1283512" y="19444"/>
                </a:cubicBezTo>
                <a:cubicBezTo>
                  <a:pt x="1283512" y="16709"/>
                  <a:pt x="1284491" y="14373"/>
                  <a:pt x="1286448" y="12437"/>
                </a:cubicBezTo>
                <a:cubicBezTo>
                  <a:pt x="1288405" y="10500"/>
                  <a:pt x="1290745" y="9531"/>
                  <a:pt x="1293469" y="9531"/>
                </a:cubicBezTo>
                <a:cubicBezTo>
                  <a:pt x="1296192" y="9531"/>
                  <a:pt x="1298546" y="10500"/>
                  <a:pt x="1300532" y="12437"/>
                </a:cubicBezTo>
                <a:cubicBezTo>
                  <a:pt x="1302517" y="14373"/>
                  <a:pt x="1303510" y="16709"/>
                  <a:pt x="1303510" y="19444"/>
                </a:cubicBezTo>
                <a:cubicBezTo>
                  <a:pt x="1303510" y="22123"/>
                  <a:pt x="1302517" y="24431"/>
                  <a:pt x="1300532" y="26369"/>
                </a:cubicBezTo>
                <a:cubicBezTo>
                  <a:pt x="1298546" y="28305"/>
                  <a:pt x="1296192" y="29273"/>
                  <a:pt x="1293469" y="29273"/>
                </a:cubicBezTo>
                <a:moveTo>
                  <a:pt x="1292788" y="156746"/>
                </a:moveTo>
                <a:cubicBezTo>
                  <a:pt x="1292845" y="150109"/>
                  <a:pt x="1291880" y="133118"/>
                  <a:pt x="1289895" y="105774"/>
                </a:cubicBezTo>
                <a:lnTo>
                  <a:pt x="1287001" y="58886"/>
                </a:lnTo>
                <a:cubicBezTo>
                  <a:pt x="1287001" y="56050"/>
                  <a:pt x="1287810" y="53525"/>
                  <a:pt x="1289427" y="51313"/>
                </a:cubicBezTo>
                <a:cubicBezTo>
                  <a:pt x="1291043" y="49100"/>
                  <a:pt x="1293100" y="47994"/>
                  <a:pt x="1295596" y="47994"/>
                </a:cubicBezTo>
                <a:cubicBezTo>
                  <a:pt x="1297525" y="47994"/>
                  <a:pt x="1299454" y="48704"/>
                  <a:pt x="1301382" y="50124"/>
                </a:cubicBezTo>
                <a:cubicBezTo>
                  <a:pt x="1303311" y="51542"/>
                  <a:pt x="1304332" y="52989"/>
                  <a:pt x="1304446" y="54464"/>
                </a:cubicBezTo>
                <a:lnTo>
                  <a:pt x="1307254" y="103511"/>
                </a:lnTo>
                <a:lnTo>
                  <a:pt x="1309552" y="155962"/>
                </a:lnTo>
                <a:cubicBezTo>
                  <a:pt x="1309552" y="163851"/>
                  <a:pt x="1307197" y="171004"/>
                  <a:pt x="1302489" y="177419"/>
                </a:cubicBezTo>
                <a:cubicBezTo>
                  <a:pt x="1297383" y="184401"/>
                  <a:pt x="1291171" y="187891"/>
                  <a:pt x="1283853" y="187891"/>
                </a:cubicBezTo>
                <a:cubicBezTo>
                  <a:pt x="1271656" y="187891"/>
                  <a:pt x="1261444" y="178483"/>
                  <a:pt x="1253218" y="159666"/>
                </a:cubicBezTo>
                <a:cubicBezTo>
                  <a:pt x="1252537" y="158131"/>
                  <a:pt x="1252197" y="156767"/>
                  <a:pt x="1252197" y="155574"/>
                </a:cubicBezTo>
                <a:cubicBezTo>
                  <a:pt x="1252197" y="153299"/>
                  <a:pt x="1253091" y="151338"/>
                  <a:pt x="1254878" y="149689"/>
                </a:cubicBezTo>
                <a:cubicBezTo>
                  <a:pt x="1256665" y="148040"/>
                  <a:pt x="1258693" y="147216"/>
                  <a:pt x="1260962" y="147216"/>
                </a:cubicBezTo>
                <a:cubicBezTo>
                  <a:pt x="1264309" y="147216"/>
                  <a:pt x="1267798" y="150903"/>
                  <a:pt x="1271429" y="158278"/>
                </a:cubicBezTo>
                <a:cubicBezTo>
                  <a:pt x="1272336" y="160207"/>
                  <a:pt x="1273925" y="162987"/>
                  <a:pt x="1276194" y="166618"/>
                </a:cubicBezTo>
                <a:cubicBezTo>
                  <a:pt x="1278407" y="169454"/>
                  <a:pt x="1280959" y="170872"/>
                  <a:pt x="1283853" y="170872"/>
                </a:cubicBezTo>
                <a:cubicBezTo>
                  <a:pt x="1286349" y="170872"/>
                  <a:pt x="1288476" y="169000"/>
                  <a:pt x="1290235" y="165256"/>
                </a:cubicBezTo>
                <a:cubicBezTo>
                  <a:pt x="1291596" y="162419"/>
                  <a:pt x="1292447" y="159583"/>
                  <a:pt x="1292788" y="156746"/>
                </a:cubicBezTo>
                <a:close/>
                <a:moveTo>
                  <a:pt x="1404706" y="87308"/>
                </a:moveTo>
                <a:cubicBezTo>
                  <a:pt x="1404706" y="91393"/>
                  <a:pt x="1404734" y="97520"/>
                  <a:pt x="1404791" y="105689"/>
                </a:cubicBezTo>
                <a:cubicBezTo>
                  <a:pt x="1404848" y="113858"/>
                  <a:pt x="1404876" y="119985"/>
                  <a:pt x="1404876" y="124070"/>
                </a:cubicBezTo>
                <a:cubicBezTo>
                  <a:pt x="1404876" y="125318"/>
                  <a:pt x="1404975" y="127218"/>
                  <a:pt x="1405174" y="129771"/>
                </a:cubicBezTo>
                <a:cubicBezTo>
                  <a:pt x="1405373" y="132324"/>
                  <a:pt x="1405472" y="134224"/>
                  <a:pt x="1405472" y="135472"/>
                </a:cubicBezTo>
                <a:cubicBezTo>
                  <a:pt x="1405472" y="137912"/>
                  <a:pt x="1404649" y="139912"/>
                  <a:pt x="1403004" y="141472"/>
                </a:cubicBezTo>
                <a:cubicBezTo>
                  <a:pt x="1401359" y="143032"/>
                  <a:pt x="1399345" y="143812"/>
                  <a:pt x="1396962" y="143812"/>
                </a:cubicBezTo>
                <a:cubicBezTo>
                  <a:pt x="1392594" y="143812"/>
                  <a:pt x="1389814" y="141117"/>
                  <a:pt x="1388623" y="135728"/>
                </a:cubicBezTo>
                <a:cubicBezTo>
                  <a:pt x="1381532" y="139415"/>
                  <a:pt x="1373362" y="141259"/>
                  <a:pt x="1364115" y="141259"/>
                </a:cubicBezTo>
                <a:cubicBezTo>
                  <a:pt x="1356684" y="141259"/>
                  <a:pt x="1350528" y="139614"/>
                  <a:pt x="1345650" y="136323"/>
                </a:cubicBezTo>
                <a:cubicBezTo>
                  <a:pt x="1340260" y="132693"/>
                  <a:pt x="1337055" y="127388"/>
                  <a:pt x="1336034" y="120411"/>
                </a:cubicBezTo>
                <a:cubicBezTo>
                  <a:pt x="1333821" y="105377"/>
                  <a:pt x="1332715" y="91989"/>
                  <a:pt x="1332715" y="80245"/>
                </a:cubicBezTo>
                <a:cubicBezTo>
                  <a:pt x="1332715" y="72473"/>
                  <a:pt x="1333566" y="63623"/>
                  <a:pt x="1335268" y="53695"/>
                </a:cubicBezTo>
                <a:cubicBezTo>
                  <a:pt x="1336062" y="48760"/>
                  <a:pt x="1338757" y="46292"/>
                  <a:pt x="1343352" y="46292"/>
                </a:cubicBezTo>
                <a:cubicBezTo>
                  <a:pt x="1345791" y="46292"/>
                  <a:pt x="1347834" y="47071"/>
                  <a:pt x="1349479" y="48630"/>
                </a:cubicBezTo>
                <a:cubicBezTo>
                  <a:pt x="1351124" y="50188"/>
                  <a:pt x="1351947" y="52186"/>
                  <a:pt x="1351947" y="54624"/>
                </a:cubicBezTo>
                <a:cubicBezTo>
                  <a:pt x="1351947" y="57230"/>
                  <a:pt x="1351535" y="61395"/>
                  <a:pt x="1350713" y="67119"/>
                </a:cubicBezTo>
                <a:cubicBezTo>
                  <a:pt x="1349890" y="72842"/>
                  <a:pt x="1349479" y="77205"/>
                  <a:pt x="1349479" y="80208"/>
                </a:cubicBezTo>
                <a:cubicBezTo>
                  <a:pt x="1349479" y="89671"/>
                  <a:pt x="1349791" y="97775"/>
                  <a:pt x="1350415" y="104519"/>
                </a:cubicBezTo>
                <a:cubicBezTo>
                  <a:pt x="1351039" y="111263"/>
                  <a:pt x="1351975" y="116674"/>
                  <a:pt x="1353223" y="120754"/>
                </a:cubicBezTo>
                <a:cubicBezTo>
                  <a:pt x="1355095" y="121775"/>
                  <a:pt x="1356939" y="122555"/>
                  <a:pt x="1358754" y="123094"/>
                </a:cubicBezTo>
                <a:cubicBezTo>
                  <a:pt x="1360570" y="123631"/>
                  <a:pt x="1362357" y="123899"/>
                  <a:pt x="1364115" y="123899"/>
                </a:cubicBezTo>
                <a:cubicBezTo>
                  <a:pt x="1371717" y="123899"/>
                  <a:pt x="1379745" y="122682"/>
                  <a:pt x="1388197" y="120246"/>
                </a:cubicBezTo>
                <a:lnTo>
                  <a:pt x="1388112" y="102990"/>
                </a:lnTo>
                <a:lnTo>
                  <a:pt x="1387942" y="86500"/>
                </a:lnTo>
                <a:cubicBezTo>
                  <a:pt x="1387942" y="74258"/>
                  <a:pt x="1388481" y="63633"/>
                  <a:pt x="1389559" y="54624"/>
                </a:cubicBezTo>
                <a:cubicBezTo>
                  <a:pt x="1390183" y="49410"/>
                  <a:pt x="1392934" y="46803"/>
                  <a:pt x="1397813" y="46803"/>
                </a:cubicBezTo>
                <a:cubicBezTo>
                  <a:pt x="1400253" y="46803"/>
                  <a:pt x="1402295" y="47597"/>
                  <a:pt x="1403940" y="49185"/>
                </a:cubicBezTo>
                <a:cubicBezTo>
                  <a:pt x="1405585" y="50774"/>
                  <a:pt x="1406351" y="52759"/>
                  <a:pt x="1406238" y="55142"/>
                </a:cubicBezTo>
                <a:lnTo>
                  <a:pt x="1404706" y="87308"/>
                </a:lnTo>
                <a:close/>
                <a:moveTo>
                  <a:pt x="1505136" y="61827"/>
                </a:moveTo>
                <a:cubicBezTo>
                  <a:pt x="1504455" y="70161"/>
                  <a:pt x="1504114" y="78496"/>
                  <a:pt x="1504114" y="86830"/>
                </a:cubicBezTo>
                <a:cubicBezTo>
                  <a:pt x="1504114" y="105710"/>
                  <a:pt x="1504994" y="119969"/>
                  <a:pt x="1506752" y="129606"/>
                </a:cubicBezTo>
                <a:cubicBezTo>
                  <a:pt x="1506866" y="130400"/>
                  <a:pt x="1506923" y="131053"/>
                  <a:pt x="1506923" y="131563"/>
                </a:cubicBezTo>
                <a:cubicBezTo>
                  <a:pt x="1506923" y="133831"/>
                  <a:pt x="1506128" y="135701"/>
                  <a:pt x="1504540" y="137174"/>
                </a:cubicBezTo>
                <a:cubicBezTo>
                  <a:pt x="1502952" y="138649"/>
                  <a:pt x="1501108" y="139387"/>
                  <a:pt x="1499009" y="139387"/>
                </a:cubicBezTo>
                <a:cubicBezTo>
                  <a:pt x="1495491" y="139387"/>
                  <a:pt x="1492910" y="136834"/>
                  <a:pt x="1491265" y="131728"/>
                </a:cubicBezTo>
                <a:cubicBezTo>
                  <a:pt x="1487180" y="134735"/>
                  <a:pt x="1482940" y="137018"/>
                  <a:pt x="1478543" y="138578"/>
                </a:cubicBezTo>
                <a:cubicBezTo>
                  <a:pt x="1474147" y="140139"/>
                  <a:pt x="1469566" y="140919"/>
                  <a:pt x="1464800" y="140919"/>
                </a:cubicBezTo>
                <a:cubicBezTo>
                  <a:pt x="1453057" y="140919"/>
                  <a:pt x="1443328" y="137001"/>
                  <a:pt x="1435612" y="129165"/>
                </a:cubicBezTo>
                <a:cubicBezTo>
                  <a:pt x="1427670" y="121159"/>
                  <a:pt x="1423699" y="110881"/>
                  <a:pt x="1423699" y="98331"/>
                </a:cubicBezTo>
                <a:cubicBezTo>
                  <a:pt x="1423699" y="83170"/>
                  <a:pt x="1427713" y="71019"/>
                  <a:pt x="1435740" y="61878"/>
                </a:cubicBezTo>
                <a:cubicBezTo>
                  <a:pt x="1443767" y="52735"/>
                  <a:pt x="1454192" y="48164"/>
                  <a:pt x="1467013" y="48164"/>
                </a:cubicBezTo>
                <a:cubicBezTo>
                  <a:pt x="1473593" y="48164"/>
                  <a:pt x="1478671" y="49185"/>
                  <a:pt x="1482245" y="51228"/>
                </a:cubicBezTo>
                <a:lnTo>
                  <a:pt x="1490244" y="57099"/>
                </a:lnTo>
                <a:cubicBezTo>
                  <a:pt x="1491038" y="33248"/>
                  <a:pt x="1491974" y="17188"/>
                  <a:pt x="1493052" y="8922"/>
                </a:cubicBezTo>
                <a:cubicBezTo>
                  <a:pt x="1493790" y="3882"/>
                  <a:pt x="1496371" y="1362"/>
                  <a:pt x="1500796" y="1362"/>
                </a:cubicBezTo>
                <a:cubicBezTo>
                  <a:pt x="1505958" y="1362"/>
                  <a:pt x="1508539" y="4111"/>
                  <a:pt x="1508539" y="9610"/>
                </a:cubicBezTo>
                <a:cubicBezTo>
                  <a:pt x="1508539" y="17491"/>
                  <a:pt x="1507405" y="34896"/>
                  <a:pt x="1505136" y="61827"/>
                </a:cubicBezTo>
                <a:moveTo>
                  <a:pt x="1467353" y="63992"/>
                </a:moveTo>
                <a:cubicBezTo>
                  <a:pt x="1457822" y="63992"/>
                  <a:pt x="1450674" y="66814"/>
                  <a:pt x="1445909" y="72459"/>
                </a:cubicBezTo>
                <a:cubicBezTo>
                  <a:pt x="1441144" y="78104"/>
                  <a:pt x="1438761" y="86599"/>
                  <a:pt x="1438761" y="97945"/>
                </a:cubicBezTo>
                <a:cubicBezTo>
                  <a:pt x="1438761" y="105263"/>
                  <a:pt x="1441356" y="111561"/>
                  <a:pt x="1446547" y="116837"/>
                </a:cubicBezTo>
                <a:cubicBezTo>
                  <a:pt x="1451738" y="122112"/>
                  <a:pt x="1457822" y="124750"/>
                  <a:pt x="1464800" y="124750"/>
                </a:cubicBezTo>
                <a:cubicBezTo>
                  <a:pt x="1469566" y="124750"/>
                  <a:pt x="1473593" y="123871"/>
                  <a:pt x="1476884" y="122112"/>
                </a:cubicBezTo>
                <a:cubicBezTo>
                  <a:pt x="1478813" y="121091"/>
                  <a:pt x="1481961" y="118737"/>
                  <a:pt x="1486329" y="115049"/>
                </a:cubicBezTo>
                <a:cubicBezTo>
                  <a:pt x="1487180" y="114312"/>
                  <a:pt x="1488003" y="113433"/>
                  <a:pt x="1488797" y="112412"/>
                </a:cubicBezTo>
                <a:lnTo>
                  <a:pt x="1488542" y="97690"/>
                </a:lnTo>
                <a:lnTo>
                  <a:pt x="1488627" y="87819"/>
                </a:lnTo>
                <a:lnTo>
                  <a:pt x="1488797" y="77778"/>
                </a:lnTo>
                <a:cubicBezTo>
                  <a:pt x="1486641" y="73182"/>
                  <a:pt x="1483777" y="69736"/>
                  <a:pt x="1480203" y="67438"/>
                </a:cubicBezTo>
                <a:cubicBezTo>
                  <a:pt x="1476629" y="65141"/>
                  <a:pt x="1472345" y="63992"/>
                  <a:pt x="1467353" y="63992"/>
                </a:cubicBezTo>
                <a:close/>
                <a:moveTo>
                  <a:pt x="1599270" y="100328"/>
                </a:moveTo>
                <a:lnTo>
                  <a:pt x="1597313" y="128920"/>
                </a:lnTo>
                <a:cubicBezTo>
                  <a:pt x="1596972" y="140266"/>
                  <a:pt x="1595809" y="149542"/>
                  <a:pt x="1593824" y="156746"/>
                </a:cubicBezTo>
                <a:cubicBezTo>
                  <a:pt x="1591271" y="165937"/>
                  <a:pt x="1587186" y="172716"/>
                  <a:pt x="1581570" y="177084"/>
                </a:cubicBezTo>
                <a:cubicBezTo>
                  <a:pt x="1574762" y="182360"/>
                  <a:pt x="1564920" y="184998"/>
                  <a:pt x="1552042" y="184998"/>
                </a:cubicBezTo>
                <a:cubicBezTo>
                  <a:pt x="1544497" y="184998"/>
                  <a:pt x="1538171" y="184488"/>
                  <a:pt x="1533065" y="183466"/>
                </a:cubicBezTo>
                <a:cubicBezTo>
                  <a:pt x="1525917" y="182048"/>
                  <a:pt x="1522343" y="179098"/>
                  <a:pt x="1522343" y="174617"/>
                </a:cubicBezTo>
                <a:cubicBezTo>
                  <a:pt x="1522343" y="169568"/>
                  <a:pt x="1524811" y="167043"/>
                  <a:pt x="1529747" y="167043"/>
                </a:cubicBezTo>
                <a:cubicBezTo>
                  <a:pt x="1531789" y="167043"/>
                  <a:pt x="1535193" y="167539"/>
                  <a:pt x="1539958" y="168532"/>
                </a:cubicBezTo>
                <a:cubicBezTo>
                  <a:pt x="1544724" y="169525"/>
                  <a:pt x="1549999" y="169965"/>
                  <a:pt x="1555786" y="169851"/>
                </a:cubicBezTo>
                <a:cubicBezTo>
                  <a:pt x="1566678" y="169670"/>
                  <a:pt x="1574195" y="164084"/>
                  <a:pt x="1578336" y="153093"/>
                </a:cubicBezTo>
                <a:cubicBezTo>
                  <a:pt x="1581059" y="145764"/>
                  <a:pt x="1582506" y="134501"/>
                  <a:pt x="1582676" y="119304"/>
                </a:cubicBezTo>
                <a:cubicBezTo>
                  <a:pt x="1579613" y="125942"/>
                  <a:pt x="1575968" y="130920"/>
                  <a:pt x="1571741" y="134239"/>
                </a:cubicBezTo>
                <a:cubicBezTo>
                  <a:pt x="1567515" y="137557"/>
                  <a:pt x="1562679" y="139217"/>
                  <a:pt x="1557233" y="139217"/>
                </a:cubicBezTo>
                <a:cubicBezTo>
                  <a:pt x="1546964" y="139217"/>
                  <a:pt x="1538611" y="135710"/>
                  <a:pt x="1532172" y="128697"/>
                </a:cubicBezTo>
                <a:cubicBezTo>
                  <a:pt x="1525733" y="121683"/>
                  <a:pt x="1522514" y="112583"/>
                  <a:pt x="1522514" y="101397"/>
                </a:cubicBezTo>
                <a:cubicBezTo>
                  <a:pt x="1522514" y="86066"/>
                  <a:pt x="1526910" y="73715"/>
                  <a:pt x="1535703" y="64346"/>
                </a:cubicBezTo>
                <a:cubicBezTo>
                  <a:pt x="1544780" y="54693"/>
                  <a:pt x="1557148" y="49866"/>
                  <a:pt x="1572805" y="49866"/>
                </a:cubicBezTo>
                <a:cubicBezTo>
                  <a:pt x="1578081" y="49866"/>
                  <a:pt x="1582506" y="50547"/>
                  <a:pt x="1586080" y="51908"/>
                </a:cubicBezTo>
                <a:cubicBezTo>
                  <a:pt x="1589654" y="53270"/>
                  <a:pt x="1592377" y="55312"/>
                  <a:pt x="1594249" y="58035"/>
                </a:cubicBezTo>
                <a:cubicBezTo>
                  <a:pt x="1600319" y="58206"/>
                  <a:pt x="1603355" y="61581"/>
                  <a:pt x="1603355" y="68162"/>
                </a:cubicBezTo>
                <a:cubicBezTo>
                  <a:pt x="1603355" y="72190"/>
                  <a:pt x="1602759" y="77579"/>
                  <a:pt x="1601568" y="84330"/>
                </a:cubicBezTo>
                <a:cubicBezTo>
                  <a:pt x="1600263" y="92159"/>
                  <a:pt x="1599497" y="97491"/>
                  <a:pt x="1599270" y="100328"/>
                </a:cubicBezTo>
                <a:moveTo>
                  <a:pt x="1571954" y="66885"/>
                </a:moveTo>
                <a:cubicBezTo>
                  <a:pt x="1561175" y="66885"/>
                  <a:pt x="1552836" y="70231"/>
                  <a:pt x="1546936" y="76921"/>
                </a:cubicBezTo>
                <a:cubicBezTo>
                  <a:pt x="1541660" y="82947"/>
                  <a:pt x="1539022" y="90608"/>
                  <a:pt x="1539022" y="99905"/>
                </a:cubicBezTo>
                <a:cubicBezTo>
                  <a:pt x="1539022" y="107310"/>
                  <a:pt x="1540582" y="112877"/>
                  <a:pt x="1543702" y="116605"/>
                </a:cubicBezTo>
                <a:cubicBezTo>
                  <a:pt x="1546823" y="120333"/>
                  <a:pt x="1551503" y="122198"/>
                  <a:pt x="1557743" y="122198"/>
                </a:cubicBezTo>
                <a:cubicBezTo>
                  <a:pt x="1563473" y="122198"/>
                  <a:pt x="1569033" y="119287"/>
                  <a:pt x="1574422" y="113465"/>
                </a:cubicBezTo>
                <a:cubicBezTo>
                  <a:pt x="1579301" y="108102"/>
                  <a:pt x="1582081" y="102790"/>
                  <a:pt x="1582761" y="97530"/>
                </a:cubicBezTo>
                <a:cubicBezTo>
                  <a:pt x="1583953" y="92013"/>
                  <a:pt x="1585229" y="83356"/>
                  <a:pt x="1586591" y="71558"/>
                </a:cubicBezTo>
                <a:cubicBezTo>
                  <a:pt x="1584321" y="69974"/>
                  <a:pt x="1581967" y="68800"/>
                  <a:pt x="1579528" y="68034"/>
                </a:cubicBezTo>
                <a:cubicBezTo>
                  <a:pt x="1577088" y="67268"/>
                  <a:pt x="1574564" y="66885"/>
                  <a:pt x="1571954" y="66885"/>
                </a:cubicBezTo>
                <a:close/>
                <a:moveTo>
                  <a:pt x="1660472" y="140919"/>
                </a:moveTo>
                <a:cubicBezTo>
                  <a:pt x="1647650" y="140919"/>
                  <a:pt x="1637269" y="137711"/>
                  <a:pt x="1629326" y="131295"/>
                </a:cubicBezTo>
                <a:cubicBezTo>
                  <a:pt x="1620647" y="124196"/>
                  <a:pt x="1616307" y="114259"/>
                  <a:pt x="1616307" y="101482"/>
                </a:cubicBezTo>
                <a:cubicBezTo>
                  <a:pt x="1616307" y="86720"/>
                  <a:pt x="1619881" y="74342"/>
                  <a:pt x="1627029" y="64348"/>
                </a:cubicBezTo>
                <a:cubicBezTo>
                  <a:pt x="1634801" y="53445"/>
                  <a:pt x="1645183" y="47994"/>
                  <a:pt x="1658174" y="47994"/>
                </a:cubicBezTo>
                <a:cubicBezTo>
                  <a:pt x="1667591" y="47994"/>
                  <a:pt x="1675278" y="49582"/>
                  <a:pt x="1681235" y="52759"/>
                </a:cubicBezTo>
                <a:cubicBezTo>
                  <a:pt x="1688553" y="56674"/>
                  <a:pt x="1692212" y="62687"/>
                  <a:pt x="1692212" y="70800"/>
                </a:cubicBezTo>
                <a:cubicBezTo>
                  <a:pt x="1692212" y="76473"/>
                  <a:pt x="1689007" y="81635"/>
                  <a:pt x="1682596" y="86287"/>
                </a:cubicBezTo>
                <a:cubicBezTo>
                  <a:pt x="1679760" y="88329"/>
                  <a:pt x="1673746" y="91506"/>
                  <a:pt x="1664556" y="95818"/>
                </a:cubicBezTo>
                <a:lnTo>
                  <a:pt x="1632050" y="111220"/>
                </a:lnTo>
                <a:cubicBezTo>
                  <a:pt x="1635226" y="115929"/>
                  <a:pt x="1639183" y="119474"/>
                  <a:pt x="1643920" y="121857"/>
                </a:cubicBezTo>
                <a:cubicBezTo>
                  <a:pt x="1648657" y="124240"/>
                  <a:pt x="1654174" y="125431"/>
                  <a:pt x="1660472" y="125431"/>
                </a:cubicBezTo>
                <a:cubicBezTo>
                  <a:pt x="1664386" y="125431"/>
                  <a:pt x="1668981" y="124694"/>
                  <a:pt x="1674257" y="123219"/>
                </a:cubicBezTo>
                <a:cubicBezTo>
                  <a:pt x="1680951" y="121347"/>
                  <a:pt x="1685263" y="118893"/>
                  <a:pt x="1687192" y="115858"/>
                </a:cubicBezTo>
                <a:cubicBezTo>
                  <a:pt x="1689120" y="112823"/>
                  <a:pt x="1691191" y="111305"/>
                  <a:pt x="1693404" y="111305"/>
                </a:cubicBezTo>
                <a:cubicBezTo>
                  <a:pt x="1695389" y="111305"/>
                  <a:pt x="1697162" y="112060"/>
                  <a:pt x="1698722" y="113568"/>
                </a:cubicBezTo>
                <a:cubicBezTo>
                  <a:pt x="1700282" y="115075"/>
                  <a:pt x="1701062" y="116824"/>
                  <a:pt x="1701062" y="118815"/>
                </a:cubicBezTo>
                <a:cubicBezTo>
                  <a:pt x="1701062" y="125130"/>
                  <a:pt x="1695985" y="130564"/>
                  <a:pt x="1685830" y="135116"/>
                </a:cubicBezTo>
                <a:cubicBezTo>
                  <a:pt x="1677150" y="138984"/>
                  <a:pt x="1668697" y="140919"/>
                  <a:pt x="1660472" y="140919"/>
                </a:cubicBezTo>
                <a:moveTo>
                  <a:pt x="1658174" y="63311"/>
                </a:moveTo>
                <a:cubicBezTo>
                  <a:pt x="1651253" y="63311"/>
                  <a:pt x="1645495" y="65992"/>
                  <a:pt x="1640900" y="71353"/>
                </a:cubicBezTo>
                <a:cubicBezTo>
                  <a:pt x="1636304" y="76714"/>
                  <a:pt x="1632872" y="84784"/>
                  <a:pt x="1630603" y="95563"/>
                </a:cubicBezTo>
                <a:lnTo>
                  <a:pt x="1656727" y="83139"/>
                </a:lnTo>
                <a:cubicBezTo>
                  <a:pt x="1666996" y="78146"/>
                  <a:pt x="1674314" y="73806"/>
                  <a:pt x="1678682" y="70119"/>
                </a:cubicBezTo>
                <a:cubicBezTo>
                  <a:pt x="1673803" y="65580"/>
                  <a:pt x="1666967" y="63311"/>
                  <a:pt x="1658174" y="63311"/>
                </a:cubicBezTo>
                <a:close/>
                <a:moveTo>
                  <a:pt x="1740396" y="140094"/>
                </a:moveTo>
                <a:cubicBezTo>
                  <a:pt x="1740396" y="145156"/>
                  <a:pt x="1739999" y="149449"/>
                  <a:pt x="1739205" y="152976"/>
                </a:cubicBezTo>
                <a:cubicBezTo>
                  <a:pt x="1738411" y="156502"/>
                  <a:pt x="1737049" y="160028"/>
                  <a:pt x="1735120" y="163554"/>
                </a:cubicBezTo>
                <a:lnTo>
                  <a:pt x="1727462" y="163554"/>
                </a:lnTo>
                <a:cubicBezTo>
                  <a:pt x="1731660" y="156746"/>
                  <a:pt x="1733759" y="150166"/>
                  <a:pt x="1733759" y="143812"/>
                </a:cubicBezTo>
                <a:lnTo>
                  <a:pt x="1728142" y="143812"/>
                </a:lnTo>
                <a:lnTo>
                  <a:pt x="1728142" y="129005"/>
                </a:lnTo>
                <a:lnTo>
                  <a:pt x="1740396" y="129005"/>
                </a:lnTo>
                <a:lnTo>
                  <a:pt x="1740396" y="1400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modelsundertest">
            <a:extLst xmlns:a="http://schemas.openxmlformats.org/drawingml/2006/main">
              <a:ext uri="{FF2B5EF4-FFF2-40B4-BE49-F238E27FC236}">
                <a16:creationId xmlns:a16="http://schemas.microsoft.com/office/drawing/2014/main" id="{79C3E46A-7DFC-4DB4-BDA6-8F5791A0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360" y="5182095"/>
            <a:ext cx="1457001" cy="147556"/>
          </a:xfrm>
          <a:custGeom xmlns:a="http://schemas.openxmlformats.org/drawingml/2006/main">
            <a:pathLst>
              <a:path w="1457001" h="147556">
                <a:moveTo>
                  <a:pt x="109603" y="144152"/>
                </a:moveTo>
                <a:cubicBezTo>
                  <a:pt x="104951" y="144152"/>
                  <a:pt x="102228" y="141679"/>
                  <a:pt x="101434" y="136733"/>
                </a:cubicBezTo>
                <a:cubicBezTo>
                  <a:pt x="100413" y="130478"/>
                  <a:pt x="99392" y="121667"/>
                  <a:pt x="98371" y="110297"/>
                </a:cubicBezTo>
                <a:lnTo>
                  <a:pt x="95477" y="83859"/>
                </a:lnTo>
                <a:cubicBezTo>
                  <a:pt x="94910" y="79938"/>
                  <a:pt x="93946" y="76100"/>
                  <a:pt x="92584" y="72347"/>
                </a:cubicBezTo>
                <a:cubicBezTo>
                  <a:pt x="90655" y="67231"/>
                  <a:pt x="88556" y="64673"/>
                  <a:pt x="86287" y="64673"/>
                </a:cubicBezTo>
                <a:cubicBezTo>
                  <a:pt x="84188" y="64673"/>
                  <a:pt x="80274" y="66462"/>
                  <a:pt x="74544" y="70039"/>
                </a:cubicBezTo>
                <a:cubicBezTo>
                  <a:pt x="69098" y="73333"/>
                  <a:pt x="65524" y="75974"/>
                  <a:pt x="63822" y="77961"/>
                </a:cubicBezTo>
                <a:cubicBezTo>
                  <a:pt x="63765" y="83299"/>
                  <a:pt x="63907" y="88637"/>
                  <a:pt x="64247" y="93975"/>
                </a:cubicBezTo>
                <a:lnTo>
                  <a:pt x="66800" y="116719"/>
                </a:lnTo>
                <a:cubicBezTo>
                  <a:pt x="67878" y="125692"/>
                  <a:pt x="68417" y="133103"/>
                  <a:pt x="68417" y="138953"/>
                </a:cubicBezTo>
                <a:cubicBezTo>
                  <a:pt x="68417" y="141451"/>
                  <a:pt x="67637" y="143510"/>
                  <a:pt x="66077" y="145128"/>
                </a:cubicBezTo>
                <a:cubicBezTo>
                  <a:pt x="64517" y="146747"/>
                  <a:pt x="62517" y="147556"/>
                  <a:pt x="60078" y="147556"/>
                </a:cubicBezTo>
                <a:cubicBezTo>
                  <a:pt x="57638" y="147556"/>
                  <a:pt x="55638" y="146747"/>
                  <a:pt x="54078" y="145128"/>
                </a:cubicBezTo>
                <a:cubicBezTo>
                  <a:pt x="52518" y="143510"/>
                  <a:pt x="51738" y="141451"/>
                  <a:pt x="51738" y="138953"/>
                </a:cubicBezTo>
                <a:cubicBezTo>
                  <a:pt x="51738" y="132082"/>
                  <a:pt x="51043" y="121931"/>
                  <a:pt x="49653" y="108500"/>
                </a:cubicBezTo>
                <a:cubicBezTo>
                  <a:pt x="48263" y="95069"/>
                  <a:pt x="47569" y="84918"/>
                  <a:pt x="47569" y="78046"/>
                </a:cubicBezTo>
                <a:cubicBezTo>
                  <a:pt x="47569" y="72027"/>
                  <a:pt x="46718" y="67343"/>
                  <a:pt x="45016" y="63992"/>
                </a:cubicBezTo>
                <a:cubicBezTo>
                  <a:pt x="41045" y="65811"/>
                  <a:pt x="37017" y="68767"/>
                  <a:pt x="32932" y="72861"/>
                </a:cubicBezTo>
                <a:lnTo>
                  <a:pt x="22891" y="84120"/>
                </a:lnTo>
                <a:cubicBezTo>
                  <a:pt x="21983" y="85483"/>
                  <a:pt x="20536" y="87274"/>
                  <a:pt x="18551" y="89492"/>
                </a:cubicBezTo>
                <a:cubicBezTo>
                  <a:pt x="18551" y="92902"/>
                  <a:pt x="18239" y="97935"/>
                  <a:pt x="17615" y="104588"/>
                </a:cubicBezTo>
                <a:cubicBezTo>
                  <a:pt x="16991" y="111240"/>
                  <a:pt x="16679" y="116158"/>
                  <a:pt x="16679" y="119342"/>
                </a:cubicBezTo>
                <a:cubicBezTo>
                  <a:pt x="16679" y="121047"/>
                  <a:pt x="16948" y="123435"/>
                  <a:pt x="17487" y="126506"/>
                </a:cubicBezTo>
                <a:cubicBezTo>
                  <a:pt x="18026" y="129574"/>
                  <a:pt x="18296" y="131791"/>
                  <a:pt x="18296" y="133156"/>
                </a:cubicBezTo>
                <a:cubicBezTo>
                  <a:pt x="18296" y="135488"/>
                  <a:pt x="17430" y="137449"/>
                  <a:pt x="15700" y="139041"/>
                </a:cubicBezTo>
                <a:cubicBezTo>
                  <a:pt x="13970" y="140633"/>
                  <a:pt x="11942" y="141429"/>
                  <a:pt x="9616" y="141429"/>
                </a:cubicBezTo>
                <a:cubicBezTo>
                  <a:pt x="3205" y="141429"/>
                  <a:pt x="0" y="134133"/>
                  <a:pt x="0" y="119541"/>
                </a:cubicBezTo>
                <a:cubicBezTo>
                  <a:pt x="0" y="116134"/>
                  <a:pt x="312" y="111052"/>
                  <a:pt x="936" y="104296"/>
                </a:cubicBezTo>
                <a:cubicBezTo>
                  <a:pt x="1560" y="97539"/>
                  <a:pt x="1872" y="92457"/>
                  <a:pt x="1872" y="89050"/>
                </a:cubicBezTo>
                <a:cubicBezTo>
                  <a:pt x="1872" y="86042"/>
                  <a:pt x="1603" y="81528"/>
                  <a:pt x="1064" y="75509"/>
                </a:cubicBezTo>
                <a:cubicBezTo>
                  <a:pt x="525" y="69490"/>
                  <a:pt x="255" y="64948"/>
                  <a:pt x="255" y="61881"/>
                </a:cubicBezTo>
                <a:cubicBezTo>
                  <a:pt x="255" y="48992"/>
                  <a:pt x="3149" y="42548"/>
                  <a:pt x="8935" y="42548"/>
                </a:cubicBezTo>
                <a:cubicBezTo>
                  <a:pt x="11148" y="42548"/>
                  <a:pt x="13176" y="43498"/>
                  <a:pt x="15019" y="45399"/>
                </a:cubicBezTo>
                <a:cubicBezTo>
                  <a:pt x="16863" y="47299"/>
                  <a:pt x="17785" y="49384"/>
                  <a:pt x="17785" y="51653"/>
                </a:cubicBezTo>
                <a:cubicBezTo>
                  <a:pt x="17785" y="52731"/>
                  <a:pt x="17643" y="54405"/>
                  <a:pt x="17360" y="56674"/>
                </a:cubicBezTo>
                <a:cubicBezTo>
                  <a:pt x="17076" y="58943"/>
                  <a:pt x="16934" y="60673"/>
                  <a:pt x="16934" y="61865"/>
                </a:cubicBezTo>
                <a:lnTo>
                  <a:pt x="17104" y="70800"/>
                </a:lnTo>
                <a:cubicBezTo>
                  <a:pt x="20054" y="64730"/>
                  <a:pt x="24394" y="59241"/>
                  <a:pt x="30124" y="54334"/>
                </a:cubicBezTo>
                <a:cubicBezTo>
                  <a:pt x="35854" y="49426"/>
                  <a:pt x="40733" y="46973"/>
                  <a:pt x="44760" y="46973"/>
                </a:cubicBezTo>
                <a:cubicBezTo>
                  <a:pt x="53667" y="46973"/>
                  <a:pt x="59794" y="51398"/>
                  <a:pt x="63141" y="60248"/>
                </a:cubicBezTo>
                <a:cubicBezTo>
                  <a:pt x="66261" y="56106"/>
                  <a:pt x="69977" y="53000"/>
                  <a:pt x="74289" y="50930"/>
                </a:cubicBezTo>
                <a:cubicBezTo>
                  <a:pt x="78600" y="48859"/>
                  <a:pt x="83536" y="47824"/>
                  <a:pt x="89095" y="47824"/>
                </a:cubicBezTo>
                <a:cubicBezTo>
                  <a:pt x="98569" y="47824"/>
                  <a:pt x="105037" y="52938"/>
                  <a:pt x="108497" y="63168"/>
                </a:cubicBezTo>
                <a:cubicBezTo>
                  <a:pt x="109178" y="65214"/>
                  <a:pt x="110341" y="73198"/>
                  <a:pt x="111986" y="87122"/>
                </a:cubicBezTo>
                <a:cubicBezTo>
                  <a:pt x="113574" y="96897"/>
                  <a:pt x="115617" y="113180"/>
                  <a:pt x="118113" y="135970"/>
                </a:cubicBezTo>
                <a:cubicBezTo>
                  <a:pt x="118283" y="138243"/>
                  <a:pt x="117517" y="140174"/>
                  <a:pt x="115815" y="141764"/>
                </a:cubicBezTo>
                <a:cubicBezTo>
                  <a:pt x="114113" y="143356"/>
                  <a:pt x="112043" y="144152"/>
                  <a:pt x="109603" y="144152"/>
                </a:cubicBezTo>
                <a:close/>
                <a:moveTo>
                  <a:pt x="168507" y="142110"/>
                </a:moveTo>
                <a:cubicBezTo>
                  <a:pt x="158976" y="142110"/>
                  <a:pt x="150779" y="138586"/>
                  <a:pt x="143914" y="131539"/>
                </a:cubicBezTo>
                <a:cubicBezTo>
                  <a:pt x="136256" y="123696"/>
                  <a:pt x="132228" y="113153"/>
                  <a:pt x="131831" y="99910"/>
                </a:cubicBezTo>
                <a:cubicBezTo>
                  <a:pt x="131490" y="87066"/>
                  <a:pt x="134724" y="75757"/>
                  <a:pt x="141532" y="65981"/>
                </a:cubicBezTo>
                <a:cubicBezTo>
                  <a:pt x="149474" y="54444"/>
                  <a:pt x="160536" y="48675"/>
                  <a:pt x="174719" y="48675"/>
                </a:cubicBezTo>
                <a:cubicBezTo>
                  <a:pt x="186065" y="48675"/>
                  <a:pt x="194660" y="53875"/>
                  <a:pt x="200503" y="64277"/>
                </a:cubicBezTo>
                <a:cubicBezTo>
                  <a:pt x="205155" y="72687"/>
                  <a:pt x="207396" y="82803"/>
                  <a:pt x="207226" y="94624"/>
                </a:cubicBezTo>
                <a:cubicBezTo>
                  <a:pt x="207055" y="107241"/>
                  <a:pt x="203765" y="118012"/>
                  <a:pt x="197354" y="126936"/>
                </a:cubicBezTo>
                <a:cubicBezTo>
                  <a:pt x="190093" y="137052"/>
                  <a:pt x="180477" y="142110"/>
                  <a:pt x="168507" y="142110"/>
                </a:cubicBezTo>
                <a:moveTo>
                  <a:pt x="173613" y="66034"/>
                </a:moveTo>
                <a:cubicBezTo>
                  <a:pt x="165273" y="65978"/>
                  <a:pt x="158778" y="69954"/>
                  <a:pt x="154126" y="77964"/>
                </a:cubicBezTo>
                <a:cubicBezTo>
                  <a:pt x="150438" y="84385"/>
                  <a:pt x="148595" y="91714"/>
                  <a:pt x="148595" y="99950"/>
                </a:cubicBezTo>
                <a:cubicBezTo>
                  <a:pt x="148595" y="108189"/>
                  <a:pt x="150835" y="114609"/>
                  <a:pt x="155317" y="119211"/>
                </a:cubicBezTo>
                <a:cubicBezTo>
                  <a:pt x="159061" y="123017"/>
                  <a:pt x="163458" y="124921"/>
                  <a:pt x="168507" y="124921"/>
                </a:cubicBezTo>
                <a:cubicBezTo>
                  <a:pt x="174407" y="124921"/>
                  <a:pt x="179484" y="122761"/>
                  <a:pt x="183739" y="118443"/>
                </a:cubicBezTo>
                <a:cubicBezTo>
                  <a:pt x="188561" y="113672"/>
                  <a:pt x="191114" y="107224"/>
                  <a:pt x="191398" y="99099"/>
                </a:cubicBezTo>
                <a:cubicBezTo>
                  <a:pt x="192192" y="77113"/>
                  <a:pt x="186264" y="66091"/>
                  <a:pt x="173613" y="66034"/>
                </a:cubicBezTo>
                <a:close/>
                <a:moveTo>
                  <a:pt x="306464" y="61827"/>
                </a:moveTo>
                <a:cubicBezTo>
                  <a:pt x="305783" y="70161"/>
                  <a:pt x="305443" y="78496"/>
                  <a:pt x="305443" y="86830"/>
                </a:cubicBezTo>
                <a:cubicBezTo>
                  <a:pt x="305443" y="105710"/>
                  <a:pt x="306322" y="119969"/>
                  <a:pt x="308081" y="129606"/>
                </a:cubicBezTo>
                <a:cubicBezTo>
                  <a:pt x="308194" y="130400"/>
                  <a:pt x="308251" y="131053"/>
                  <a:pt x="308251" y="131563"/>
                </a:cubicBezTo>
                <a:cubicBezTo>
                  <a:pt x="308251" y="133831"/>
                  <a:pt x="307457" y="135701"/>
                  <a:pt x="305868" y="137174"/>
                </a:cubicBezTo>
                <a:cubicBezTo>
                  <a:pt x="304280" y="138649"/>
                  <a:pt x="302436" y="139387"/>
                  <a:pt x="300337" y="139387"/>
                </a:cubicBezTo>
                <a:cubicBezTo>
                  <a:pt x="296820" y="139387"/>
                  <a:pt x="294238" y="136834"/>
                  <a:pt x="292593" y="131728"/>
                </a:cubicBezTo>
                <a:cubicBezTo>
                  <a:pt x="288509" y="134735"/>
                  <a:pt x="284268" y="137018"/>
                  <a:pt x="279871" y="138578"/>
                </a:cubicBezTo>
                <a:cubicBezTo>
                  <a:pt x="275475" y="140139"/>
                  <a:pt x="270894" y="140919"/>
                  <a:pt x="266128" y="140919"/>
                </a:cubicBezTo>
                <a:cubicBezTo>
                  <a:pt x="254385" y="140919"/>
                  <a:pt x="244656" y="137001"/>
                  <a:pt x="236941" y="129165"/>
                </a:cubicBezTo>
                <a:cubicBezTo>
                  <a:pt x="228998" y="121159"/>
                  <a:pt x="225027" y="110881"/>
                  <a:pt x="225027" y="98331"/>
                </a:cubicBezTo>
                <a:cubicBezTo>
                  <a:pt x="225027" y="83170"/>
                  <a:pt x="229041" y="71019"/>
                  <a:pt x="237068" y="61878"/>
                </a:cubicBezTo>
                <a:cubicBezTo>
                  <a:pt x="245096" y="52735"/>
                  <a:pt x="255520" y="48164"/>
                  <a:pt x="268341" y="48164"/>
                </a:cubicBezTo>
                <a:cubicBezTo>
                  <a:pt x="274922" y="48164"/>
                  <a:pt x="279999" y="49185"/>
                  <a:pt x="283573" y="51228"/>
                </a:cubicBezTo>
                <a:lnTo>
                  <a:pt x="291572" y="57099"/>
                </a:lnTo>
                <a:cubicBezTo>
                  <a:pt x="292366" y="33248"/>
                  <a:pt x="293302" y="17188"/>
                  <a:pt x="294380" y="8922"/>
                </a:cubicBezTo>
                <a:cubicBezTo>
                  <a:pt x="295118" y="3882"/>
                  <a:pt x="297699" y="1362"/>
                  <a:pt x="302124" y="1362"/>
                </a:cubicBezTo>
                <a:cubicBezTo>
                  <a:pt x="307286" y="1362"/>
                  <a:pt x="309868" y="4111"/>
                  <a:pt x="309868" y="9610"/>
                </a:cubicBezTo>
                <a:cubicBezTo>
                  <a:pt x="309868" y="17491"/>
                  <a:pt x="308733" y="34896"/>
                  <a:pt x="306464" y="61827"/>
                </a:cubicBezTo>
                <a:moveTo>
                  <a:pt x="268681" y="63992"/>
                </a:moveTo>
                <a:cubicBezTo>
                  <a:pt x="259151" y="63992"/>
                  <a:pt x="252003" y="66814"/>
                  <a:pt x="247237" y="72459"/>
                </a:cubicBezTo>
                <a:cubicBezTo>
                  <a:pt x="242472" y="78104"/>
                  <a:pt x="240089" y="86599"/>
                  <a:pt x="240089" y="97945"/>
                </a:cubicBezTo>
                <a:cubicBezTo>
                  <a:pt x="240089" y="105263"/>
                  <a:pt x="242685" y="111561"/>
                  <a:pt x="247875" y="116837"/>
                </a:cubicBezTo>
                <a:cubicBezTo>
                  <a:pt x="253066" y="122112"/>
                  <a:pt x="259151" y="124750"/>
                  <a:pt x="266128" y="124750"/>
                </a:cubicBezTo>
                <a:cubicBezTo>
                  <a:pt x="270894" y="124750"/>
                  <a:pt x="274922" y="123871"/>
                  <a:pt x="278212" y="122112"/>
                </a:cubicBezTo>
                <a:cubicBezTo>
                  <a:pt x="280141" y="121091"/>
                  <a:pt x="283289" y="118737"/>
                  <a:pt x="287658" y="115049"/>
                </a:cubicBezTo>
                <a:cubicBezTo>
                  <a:pt x="288509" y="114312"/>
                  <a:pt x="289331" y="113433"/>
                  <a:pt x="290125" y="112412"/>
                </a:cubicBezTo>
                <a:lnTo>
                  <a:pt x="289870" y="97690"/>
                </a:lnTo>
                <a:lnTo>
                  <a:pt x="289955" y="87819"/>
                </a:lnTo>
                <a:lnTo>
                  <a:pt x="290125" y="77778"/>
                </a:lnTo>
                <a:cubicBezTo>
                  <a:pt x="287970" y="73182"/>
                  <a:pt x="285105" y="69736"/>
                  <a:pt x="281531" y="67438"/>
                </a:cubicBezTo>
                <a:cubicBezTo>
                  <a:pt x="277957" y="65141"/>
                  <a:pt x="273674" y="63992"/>
                  <a:pt x="268681" y="63992"/>
                </a:cubicBezTo>
                <a:close/>
                <a:moveTo>
                  <a:pt x="370305" y="140919"/>
                </a:moveTo>
                <a:cubicBezTo>
                  <a:pt x="357484" y="140919"/>
                  <a:pt x="347102" y="137711"/>
                  <a:pt x="339160" y="131295"/>
                </a:cubicBezTo>
                <a:cubicBezTo>
                  <a:pt x="330480" y="124196"/>
                  <a:pt x="326140" y="114259"/>
                  <a:pt x="326140" y="101482"/>
                </a:cubicBezTo>
                <a:cubicBezTo>
                  <a:pt x="326140" y="86720"/>
                  <a:pt x="329714" y="74342"/>
                  <a:pt x="336863" y="64348"/>
                </a:cubicBezTo>
                <a:cubicBezTo>
                  <a:pt x="344635" y="53445"/>
                  <a:pt x="355016" y="47994"/>
                  <a:pt x="368008" y="47994"/>
                </a:cubicBezTo>
                <a:cubicBezTo>
                  <a:pt x="377425" y="47994"/>
                  <a:pt x="385112" y="49582"/>
                  <a:pt x="391069" y="52759"/>
                </a:cubicBezTo>
                <a:cubicBezTo>
                  <a:pt x="398387" y="56674"/>
                  <a:pt x="402046" y="62687"/>
                  <a:pt x="402046" y="70800"/>
                </a:cubicBezTo>
                <a:cubicBezTo>
                  <a:pt x="402046" y="76473"/>
                  <a:pt x="398841" y="81635"/>
                  <a:pt x="392430" y="86287"/>
                </a:cubicBezTo>
                <a:cubicBezTo>
                  <a:pt x="389594" y="88329"/>
                  <a:pt x="383580" y="91506"/>
                  <a:pt x="374390" y="95818"/>
                </a:cubicBezTo>
                <a:lnTo>
                  <a:pt x="341883" y="111220"/>
                </a:lnTo>
                <a:cubicBezTo>
                  <a:pt x="345060" y="115929"/>
                  <a:pt x="349017" y="119474"/>
                  <a:pt x="353754" y="121857"/>
                </a:cubicBezTo>
                <a:cubicBezTo>
                  <a:pt x="358491" y="124240"/>
                  <a:pt x="364008" y="125431"/>
                  <a:pt x="370305" y="125431"/>
                </a:cubicBezTo>
                <a:cubicBezTo>
                  <a:pt x="374220" y="125431"/>
                  <a:pt x="378815" y="124694"/>
                  <a:pt x="384091" y="123219"/>
                </a:cubicBezTo>
                <a:cubicBezTo>
                  <a:pt x="390785" y="121347"/>
                  <a:pt x="395096" y="118893"/>
                  <a:pt x="397025" y="115858"/>
                </a:cubicBezTo>
                <a:cubicBezTo>
                  <a:pt x="398954" y="112823"/>
                  <a:pt x="401025" y="111305"/>
                  <a:pt x="403237" y="111305"/>
                </a:cubicBezTo>
                <a:cubicBezTo>
                  <a:pt x="405223" y="111305"/>
                  <a:pt x="406996" y="112060"/>
                  <a:pt x="408556" y="113568"/>
                </a:cubicBezTo>
                <a:cubicBezTo>
                  <a:pt x="410116" y="115075"/>
                  <a:pt x="410896" y="116824"/>
                  <a:pt x="410896" y="118815"/>
                </a:cubicBezTo>
                <a:cubicBezTo>
                  <a:pt x="410896" y="125130"/>
                  <a:pt x="405818" y="130564"/>
                  <a:pt x="395664" y="135116"/>
                </a:cubicBezTo>
                <a:cubicBezTo>
                  <a:pt x="386984" y="138984"/>
                  <a:pt x="378531" y="140919"/>
                  <a:pt x="370305" y="140919"/>
                </a:cubicBezTo>
                <a:moveTo>
                  <a:pt x="368008" y="63311"/>
                </a:moveTo>
                <a:cubicBezTo>
                  <a:pt x="361086" y="63311"/>
                  <a:pt x="355328" y="65992"/>
                  <a:pt x="350733" y="71353"/>
                </a:cubicBezTo>
                <a:cubicBezTo>
                  <a:pt x="346138" y="76714"/>
                  <a:pt x="342706" y="84784"/>
                  <a:pt x="340437" y="95563"/>
                </a:cubicBezTo>
                <a:lnTo>
                  <a:pt x="366561" y="83139"/>
                </a:lnTo>
                <a:cubicBezTo>
                  <a:pt x="376829" y="78146"/>
                  <a:pt x="384147" y="73806"/>
                  <a:pt x="388516" y="70119"/>
                </a:cubicBezTo>
                <a:cubicBezTo>
                  <a:pt x="383637" y="65580"/>
                  <a:pt x="376801" y="63311"/>
                  <a:pt x="368008" y="63311"/>
                </a:cubicBezTo>
                <a:close/>
                <a:moveTo>
                  <a:pt x="448032" y="70119"/>
                </a:moveTo>
                <a:lnTo>
                  <a:pt x="446756" y="112462"/>
                </a:lnTo>
                <a:cubicBezTo>
                  <a:pt x="446756" y="116949"/>
                  <a:pt x="446529" y="123538"/>
                  <a:pt x="446075" y="132228"/>
                </a:cubicBezTo>
                <a:cubicBezTo>
                  <a:pt x="445508" y="137908"/>
                  <a:pt x="442728" y="140748"/>
                  <a:pt x="437735" y="140748"/>
                </a:cubicBezTo>
                <a:cubicBezTo>
                  <a:pt x="432176" y="140748"/>
                  <a:pt x="429396" y="137852"/>
                  <a:pt x="429396" y="132058"/>
                </a:cubicBezTo>
                <a:cubicBezTo>
                  <a:pt x="429396" y="125185"/>
                  <a:pt x="429708" y="114862"/>
                  <a:pt x="430332" y="101088"/>
                </a:cubicBezTo>
                <a:cubicBezTo>
                  <a:pt x="430956" y="87315"/>
                  <a:pt x="431268" y="76992"/>
                  <a:pt x="431268" y="70119"/>
                </a:cubicBezTo>
                <a:cubicBezTo>
                  <a:pt x="431268" y="61145"/>
                  <a:pt x="431410" y="50878"/>
                  <a:pt x="431694" y="39320"/>
                </a:cubicBezTo>
                <a:cubicBezTo>
                  <a:pt x="431977" y="27761"/>
                  <a:pt x="432119" y="17494"/>
                  <a:pt x="432119" y="8520"/>
                </a:cubicBezTo>
                <a:cubicBezTo>
                  <a:pt x="432119" y="2840"/>
                  <a:pt x="434899" y="0"/>
                  <a:pt x="440458" y="0"/>
                </a:cubicBezTo>
                <a:cubicBezTo>
                  <a:pt x="446075" y="0"/>
                  <a:pt x="448883" y="2840"/>
                  <a:pt x="448883" y="8520"/>
                </a:cubicBezTo>
                <a:cubicBezTo>
                  <a:pt x="448883" y="17494"/>
                  <a:pt x="448741" y="27761"/>
                  <a:pt x="448457" y="39320"/>
                </a:cubicBezTo>
                <a:cubicBezTo>
                  <a:pt x="448174" y="50878"/>
                  <a:pt x="448032" y="61145"/>
                  <a:pt x="448032" y="70119"/>
                </a:cubicBezTo>
                <a:close/>
                <a:moveTo>
                  <a:pt x="531783" y="71480"/>
                </a:moveTo>
                <a:cubicBezTo>
                  <a:pt x="528663" y="71480"/>
                  <a:pt x="526478" y="70438"/>
                  <a:pt x="525230" y="68353"/>
                </a:cubicBezTo>
                <a:cubicBezTo>
                  <a:pt x="524379" y="66889"/>
                  <a:pt x="523642" y="63847"/>
                  <a:pt x="523018" y="59227"/>
                </a:cubicBezTo>
                <a:cubicBezTo>
                  <a:pt x="518763" y="60303"/>
                  <a:pt x="512211" y="62286"/>
                  <a:pt x="503361" y="65175"/>
                </a:cubicBezTo>
                <a:cubicBezTo>
                  <a:pt x="494227" y="68803"/>
                  <a:pt x="489632" y="73279"/>
                  <a:pt x="489575" y="78605"/>
                </a:cubicBezTo>
                <a:cubicBezTo>
                  <a:pt x="491277" y="79229"/>
                  <a:pt x="492951" y="79682"/>
                  <a:pt x="494596" y="79966"/>
                </a:cubicBezTo>
                <a:cubicBezTo>
                  <a:pt x="507644" y="82289"/>
                  <a:pt x="517345" y="85490"/>
                  <a:pt x="523699" y="89571"/>
                </a:cubicBezTo>
                <a:cubicBezTo>
                  <a:pt x="532946" y="95523"/>
                  <a:pt x="537569" y="104138"/>
                  <a:pt x="537569" y="115416"/>
                </a:cubicBezTo>
                <a:cubicBezTo>
                  <a:pt x="537569" y="124655"/>
                  <a:pt x="533570" y="131625"/>
                  <a:pt x="525571" y="136329"/>
                </a:cubicBezTo>
                <a:cubicBezTo>
                  <a:pt x="518933" y="140183"/>
                  <a:pt x="510537" y="142110"/>
                  <a:pt x="500382" y="142110"/>
                </a:cubicBezTo>
                <a:cubicBezTo>
                  <a:pt x="492951" y="142110"/>
                  <a:pt x="485859" y="140862"/>
                  <a:pt x="479108" y="138366"/>
                </a:cubicBezTo>
                <a:cubicBezTo>
                  <a:pt x="470372" y="135189"/>
                  <a:pt x="466004" y="130764"/>
                  <a:pt x="466004" y="125091"/>
                </a:cubicBezTo>
                <a:cubicBezTo>
                  <a:pt x="466004" y="122822"/>
                  <a:pt x="466897" y="120836"/>
                  <a:pt x="468684" y="119134"/>
                </a:cubicBezTo>
                <a:cubicBezTo>
                  <a:pt x="470471" y="117432"/>
                  <a:pt x="472499" y="116581"/>
                  <a:pt x="474769" y="116581"/>
                </a:cubicBezTo>
                <a:cubicBezTo>
                  <a:pt x="476527" y="116581"/>
                  <a:pt x="478796" y="117943"/>
                  <a:pt x="481576" y="120666"/>
                </a:cubicBezTo>
                <a:cubicBezTo>
                  <a:pt x="482938" y="121971"/>
                  <a:pt x="486001" y="123048"/>
                  <a:pt x="490767" y="123899"/>
                </a:cubicBezTo>
                <a:cubicBezTo>
                  <a:pt x="494568" y="124580"/>
                  <a:pt x="497773" y="124921"/>
                  <a:pt x="500382" y="124921"/>
                </a:cubicBezTo>
                <a:cubicBezTo>
                  <a:pt x="505148" y="124921"/>
                  <a:pt x="509346" y="124354"/>
                  <a:pt x="512977" y="123221"/>
                </a:cubicBezTo>
                <a:cubicBezTo>
                  <a:pt x="518253" y="121578"/>
                  <a:pt x="520890" y="118972"/>
                  <a:pt x="520890" y="115403"/>
                </a:cubicBezTo>
                <a:cubicBezTo>
                  <a:pt x="520890" y="107697"/>
                  <a:pt x="515501" y="102484"/>
                  <a:pt x="504722" y="99764"/>
                </a:cubicBezTo>
                <a:lnTo>
                  <a:pt x="495872" y="97807"/>
                </a:lnTo>
                <a:cubicBezTo>
                  <a:pt x="488327" y="96160"/>
                  <a:pt x="482966" y="94229"/>
                  <a:pt x="479789" y="92015"/>
                </a:cubicBezTo>
                <a:cubicBezTo>
                  <a:pt x="475194" y="88836"/>
                  <a:pt x="472896" y="84041"/>
                  <a:pt x="472896" y="77629"/>
                </a:cubicBezTo>
                <a:cubicBezTo>
                  <a:pt x="472896" y="65765"/>
                  <a:pt x="478484" y="57307"/>
                  <a:pt x="489660" y="52254"/>
                </a:cubicBezTo>
                <a:cubicBezTo>
                  <a:pt x="493064" y="50722"/>
                  <a:pt x="498510" y="48893"/>
                  <a:pt x="505999" y="46765"/>
                </a:cubicBezTo>
                <a:cubicBezTo>
                  <a:pt x="513487" y="44636"/>
                  <a:pt x="518848" y="42833"/>
                  <a:pt x="522082" y="41357"/>
                </a:cubicBezTo>
                <a:cubicBezTo>
                  <a:pt x="524408" y="40335"/>
                  <a:pt x="526932" y="39825"/>
                  <a:pt x="529655" y="39825"/>
                </a:cubicBezTo>
                <a:cubicBezTo>
                  <a:pt x="532095" y="39825"/>
                  <a:pt x="534095" y="40619"/>
                  <a:pt x="535655" y="42208"/>
                </a:cubicBezTo>
                <a:cubicBezTo>
                  <a:pt x="537215" y="43796"/>
                  <a:pt x="537995" y="45867"/>
                  <a:pt x="537995" y="48419"/>
                </a:cubicBezTo>
                <a:cubicBezTo>
                  <a:pt x="537995" y="50065"/>
                  <a:pt x="538349" y="52476"/>
                  <a:pt x="539058" y="55653"/>
                </a:cubicBezTo>
                <a:cubicBezTo>
                  <a:pt x="539768" y="58830"/>
                  <a:pt x="540122" y="61241"/>
                  <a:pt x="540122" y="62886"/>
                </a:cubicBezTo>
                <a:cubicBezTo>
                  <a:pt x="540122" y="65439"/>
                  <a:pt x="539342" y="67509"/>
                  <a:pt x="537782" y="69098"/>
                </a:cubicBezTo>
                <a:cubicBezTo>
                  <a:pt x="536222" y="70686"/>
                  <a:pt x="534222" y="71480"/>
                  <a:pt x="531783" y="71480"/>
                </a:cubicBezTo>
                <a:close/>
                <a:moveTo>
                  <a:pt x="681111" y="87308"/>
                </a:moveTo>
                <a:cubicBezTo>
                  <a:pt x="681111" y="91393"/>
                  <a:pt x="681139" y="97520"/>
                  <a:pt x="681196" y="105689"/>
                </a:cubicBezTo>
                <a:cubicBezTo>
                  <a:pt x="681253" y="113858"/>
                  <a:pt x="681281" y="119985"/>
                  <a:pt x="681281" y="124070"/>
                </a:cubicBezTo>
                <a:cubicBezTo>
                  <a:pt x="681281" y="125318"/>
                  <a:pt x="681380" y="127218"/>
                  <a:pt x="681579" y="129771"/>
                </a:cubicBezTo>
                <a:cubicBezTo>
                  <a:pt x="681778" y="132324"/>
                  <a:pt x="681877" y="134224"/>
                  <a:pt x="681877" y="135472"/>
                </a:cubicBezTo>
                <a:cubicBezTo>
                  <a:pt x="681877" y="137912"/>
                  <a:pt x="681054" y="139912"/>
                  <a:pt x="679409" y="141472"/>
                </a:cubicBezTo>
                <a:cubicBezTo>
                  <a:pt x="677764" y="143032"/>
                  <a:pt x="675750" y="143812"/>
                  <a:pt x="673367" y="143812"/>
                </a:cubicBezTo>
                <a:cubicBezTo>
                  <a:pt x="668999" y="143812"/>
                  <a:pt x="666219" y="141117"/>
                  <a:pt x="665028" y="135728"/>
                </a:cubicBezTo>
                <a:cubicBezTo>
                  <a:pt x="657937" y="139415"/>
                  <a:pt x="649767" y="141259"/>
                  <a:pt x="640520" y="141259"/>
                </a:cubicBezTo>
                <a:cubicBezTo>
                  <a:pt x="633089" y="141259"/>
                  <a:pt x="626933" y="139614"/>
                  <a:pt x="622055" y="136323"/>
                </a:cubicBezTo>
                <a:cubicBezTo>
                  <a:pt x="616665" y="132693"/>
                  <a:pt x="613460" y="127388"/>
                  <a:pt x="612439" y="120411"/>
                </a:cubicBezTo>
                <a:cubicBezTo>
                  <a:pt x="610226" y="105377"/>
                  <a:pt x="609120" y="91989"/>
                  <a:pt x="609120" y="80245"/>
                </a:cubicBezTo>
                <a:cubicBezTo>
                  <a:pt x="609120" y="72473"/>
                  <a:pt x="609971" y="63623"/>
                  <a:pt x="611673" y="53695"/>
                </a:cubicBezTo>
                <a:cubicBezTo>
                  <a:pt x="612467" y="48760"/>
                  <a:pt x="615162" y="46292"/>
                  <a:pt x="619757" y="46292"/>
                </a:cubicBezTo>
                <a:cubicBezTo>
                  <a:pt x="622196" y="46292"/>
                  <a:pt x="624239" y="47071"/>
                  <a:pt x="625884" y="48630"/>
                </a:cubicBezTo>
                <a:cubicBezTo>
                  <a:pt x="627529" y="50188"/>
                  <a:pt x="628352" y="52186"/>
                  <a:pt x="628352" y="54624"/>
                </a:cubicBezTo>
                <a:cubicBezTo>
                  <a:pt x="628352" y="57230"/>
                  <a:pt x="627940" y="61395"/>
                  <a:pt x="627118" y="67119"/>
                </a:cubicBezTo>
                <a:cubicBezTo>
                  <a:pt x="626295" y="72842"/>
                  <a:pt x="625884" y="77205"/>
                  <a:pt x="625884" y="80208"/>
                </a:cubicBezTo>
                <a:cubicBezTo>
                  <a:pt x="625884" y="89671"/>
                  <a:pt x="626196" y="97775"/>
                  <a:pt x="626820" y="104519"/>
                </a:cubicBezTo>
                <a:cubicBezTo>
                  <a:pt x="627444" y="111263"/>
                  <a:pt x="628380" y="116674"/>
                  <a:pt x="629628" y="120754"/>
                </a:cubicBezTo>
                <a:cubicBezTo>
                  <a:pt x="631500" y="121775"/>
                  <a:pt x="633344" y="122555"/>
                  <a:pt x="635159" y="123094"/>
                </a:cubicBezTo>
                <a:cubicBezTo>
                  <a:pt x="636975" y="123631"/>
                  <a:pt x="638762" y="123899"/>
                  <a:pt x="640520" y="123899"/>
                </a:cubicBezTo>
                <a:cubicBezTo>
                  <a:pt x="648122" y="123899"/>
                  <a:pt x="656150" y="122682"/>
                  <a:pt x="664602" y="120246"/>
                </a:cubicBezTo>
                <a:lnTo>
                  <a:pt x="664517" y="102990"/>
                </a:lnTo>
                <a:lnTo>
                  <a:pt x="664347" y="86500"/>
                </a:lnTo>
                <a:cubicBezTo>
                  <a:pt x="664347" y="74258"/>
                  <a:pt x="664886" y="63633"/>
                  <a:pt x="665964" y="54624"/>
                </a:cubicBezTo>
                <a:cubicBezTo>
                  <a:pt x="666588" y="49410"/>
                  <a:pt x="669339" y="46803"/>
                  <a:pt x="674218" y="46803"/>
                </a:cubicBezTo>
                <a:cubicBezTo>
                  <a:pt x="676658" y="46803"/>
                  <a:pt x="678700" y="47597"/>
                  <a:pt x="680345" y="49185"/>
                </a:cubicBezTo>
                <a:cubicBezTo>
                  <a:pt x="681990" y="50774"/>
                  <a:pt x="682756" y="52759"/>
                  <a:pt x="682643" y="55142"/>
                </a:cubicBezTo>
                <a:lnTo>
                  <a:pt x="681111" y="87308"/>
                </a:lnTo>
                <a:close/>
                <a:moveTo>
                  <a:pt x="768436" y="143131"/>
                </a:moveTo>
                <a:cubicBezTo>
                  <a:pt x="763558" y="143131"/>
                  <a:pt x="760806" y="140459"/>
                  <a:pt x="760182" y="135116"/>
                </a:cubicBezTo>
                <a:lnTo>
                  <a:pt x="757799" y="116440"/>
                </a:lnTo>
                <a:cubicBezTo>
                  <a:pt x="757005" y="109789"/>
                  <a:pt x="756608" y="103563"/>
                  <a:pt x="756608" y="97764"/>
                </a:cubicBezTo>
                <a:cubicBezTo>
                  <a:pt x="756608" y="96172"/>
                  <a:pt x="756707" y="93472"/>
                  <a:pt x="756906" y="89664"/>
                </a:cubicBezTo>
                <a:cubicBezTo>
                  <a:pt x="757105" y="85855"/>
                  <a:pt x="757204" y="83154"/>
                  <a:pt x="757204" y="81562"/>
                </a:cubicBezTo>
                <a:cubicBezTo>
                  <a:pt x="757204" y="69281"/>
                  <a:pt x="754935" y="63141"/>
                  <a:pt x="750396" y="63141"/>
                </a:cubicBezTo>
                <a:cubicBezTo>
                  <a:pt x="744042" y="63141"/>
                  <a:pt x="737972" y="66918"/>
                  <a:pt x="732186" y="74472"/>
                </a:cubicBezTo>
                <a:cubicBezTo>
                  <a:pt x="726966" y="81344"/>
                  <a:pt x="722882" y="90032"/>
                  <a:pt x="719932" y="100538"/>
                </a:cubicBezTo>
                <a:cubicBezTo>
                  <a:pt x="719818" y="102754"/>
                  <a:pt x="719563" y="105537"/>
                  <a:pt x="719166" y="108888"/>
                </a:cubicBezTo>
                <a:cubicBezTo>
                  <a:pt x="718826" y="111728"/>
                  <a:pt x="718655" y="114482"/>
                  <a:pt x="718655" y="117150"/>
                </a:cubicBezTo>
                <a:cubicBezTo>
                  <a:pt x="718655" y="118854"/>
                  <a:pt x="718826" y="121410"/>
                  <a:pt x="719166" y="124817"/>
                </a:cubicBezTo>
                <a:cubicBezTo>
                  <a:pt x="719506" y="128224"/>
                  <a:pt x="719677" y="130780"/>
                  <a:pt x="719677" y="132483"/>
                </a:cubicBezTo>
                <a:cubicBezTo>
                  <a:pt x="719677" y="135040"/>
                  <a:pt x="718897" y="137113"/>
                  <a:pt x="717336" y="138703"/>
                </a:cubicBezTo>
                <a:cubicBezTo>
                  <a:pt x="715776" y="140294"/>
                  <a:pt x="713777" y="141089"/>
                  <a:pt x="711337" y="141089"/>
                </a:cubicBezTo>
                <a:cubicBezTo>
                  <a:pt x="708841" y="141089"/>
                  <a:pt x="706827" y="140293"/>
                  <a:pt x="705295" y="138701"/>
                </a:cubicBezTo>
                <a:cubicBezTo>
                  <a:pt x="703764" y="137111"/>
                  <a:pt x="702998" y="135036"/>
                  <a:pt x="702998" y="132478"/>
                </a:cubicBezTo>
                <a:cubicBezTo>
                  <a:pt x="702998" y="130774"/>
                  <a:pt x="702813" y="128218"/>
                  <a:pt x="702445" y="124809"/>
                </a:cubicBezTo>
                <a:cubicBezTo>
                  <a:pt x="702076" y="121398"/>
                  <a:pt x="701892" y="118840"/>
                  <a:pt x="701892" y="117134"/>
                </a:cubicBezTo>
                <a:cubicBezTo>
                  <a:pt x="701892" y="111280"/>
                  <a:pt x="702303" y="103168"/>
                  <a:pt x="703125" y="92797"/>
                </a:cubicBezTo>
                <a:cubicBezTo>
                  <a:pt x="703948" y="82426"/>
                  <a:pt x="704359" y="74313"/>
                  <a:pt x="704359" y="68460"/>
                </a:cubicBezTo>
                <a:cubicBezTo>
                  <a:pt x="704359" y="66641"/>
                  <a:pt x="704260" y="63941"/>
                  <a:pt x="704061" y="60362"/>
                </a:cubicBezTo>
                <a:cubicBezTo>
                  <a:pt x="703863" y="56781"/>
                  <a:pt x="703764" y="54082"/>
                  <a:pt x="703764" y="52265"/>
                </a:cubicBezTo>
                <a:cubicBezTo>
                  <a:pt x="703764" y="49820"/>
                  <a:pt x="704572" y="47817"/>
                  <a:pt x="706189" y="46255"/>
                </a:cubicBezTo>
                <a:cubicBezTo>
                  <a:pt x="707806" y="44691"/>
                  <a:pt x="709805" y="43909"/>
                  <a:pt x="712188" y="43909"/>
                </a:cubicBezTo>
                <a:cubicBezTo>
                  <a:pt x="717407" y="43909"/>
                  <a:pt x="720272" y="47612"/>
                  <a:pt x="720783" y="55017"/>
                </a:cubicBezTo>
                <a:lnTo>
                  <a:pt x="721038" y="65013"/>
                </a:lnTo>
                <a:cubicBezTo>
                  <a:pt x="730569" y="52306"/>
                  <a:pt x="740355" y="45952"/>
                  <a:pt x="750396" y="45952"/>
                </a:cubicBezTo>
                <a:cubicBezTo>
                  <a:pt x="759473" y="45952"/>
                  <a:pt x="765798" y="49958"/>
                  <a:pt x="769373" y="57971"/>
                </a:cubicBezTo>
                <a:cubicBezTo>
                  <a:pt x="771812" y="63313"/>
                  <a:pt x="773145" y="71213"/>
                  <a:pt x="773372" y="81671"/>
                </a:cubicBezTo>
                <a:lnTo>
                  <a:pt x="773372" y="90279"/>
                </a:lnTo>
                <a:lnTo>
                  <a:pt x="773287" y="98206"/>
                </a:lnTo>
                <a:cubicBezTo>
                  <a:pt x="773287" y="102923"/>
                  <a:pt x="773897" y="109019"/>
                  <a:pt x="775116" y="116493"/>
                </a:cubicBezTo>
                <a:cubicBezTo>
                  <a:pt x="776336" y="123966"/>
                  <a:pt x="776946" y="130032"/>
                  <a:pt x="776946" y="134691"/>
                </a:cubicBezTo>
                <a:cubicBezTo>
                  <a:pt x="776946" y="137192"/>
                  <a:pt x="776138" y="139224"/>
                  <a:pt x="774521" y="140786"/>
                </a:cubicBezTo>
                <a:cubicBezTo>
                  <a:pt x="772904" y="142349"/>
                  <a:pt x="770876" y="143131"/>
                  <a:pt x="768436" y="143131"/>
                </a:cubicBezTo>
                <a:close/>
                <a:moveTo>
                  <a:pt x="873036" y="61827"/>
                </a:moveTo>
                <a:cubicBezTo>
                  <a:pt x="872355" y="70161"/>
                  <a:pt x="872015" y="78496"/>
                  <a:pt x="872015" y="86830"/>
                </a:cubicBezTo>
                <a:cubicBezTo>
                  <a:pt x="872015" y="105710"/>
                  <a:pt x="872894" y="119969"/>
                  <a:pt x="874653" y="129606"/>
                </a:cubicBezTo>
                <a:cubicBezTo>
                  <a:pt x="874766" y="130400"/>
                  <a:pt x="874823" y="131053"/>
                  <a:pt x="874823" y="131563"/>
                </a:cubicBezTo>
                <a:cubicBezTo>
                  <a:pt x="874823" y="133831"/>
                  <a:pt x="874029" y="135701"/>
                  <a:pt x="872440" y="137174"/>
                </a:cubicBezTo>
                <a:cubicBezTo>
                  <a:pt x="870852" y="138649"/>
                  <a:pt x="869008" y="139387"/>
                  <a:pt x="866909" y="139387"/>
                </a:cubicBezTo>
                <a:cubicBezTo>
                  <a:pt x="863392" y="139387"/>
                  <a:pt x="860810" y="136834"/>
                  <a:pt x="859165" y="131728"/>
                </a:cubicBezTo>
                <a:cubicBezTo>
                  <a:pt x="855081" y="134735"/>
                  <a:pt x="850840" y="137018"/>
                  <a:pt x="846443" y="138578"/>
                </a:cubicBezTo>
                <a:cubicBezTo>
                  <a:pt x="842047" y="140139"/>
                  <a:pt x="837466" y="140919"/>
                  <a:pt x="832700" y="140919"/>
                </a:cubicBezTo>
                <a:cubicBezTo>
                  <a:pt x="820957" y="140919"/>
                  <a:pt x="811228" y="137001"/>
                  <a:pt x="803513" y="129165"/>
                </a:cubicBezTo>
                <a:cubicBezTo>
                  <a:pt x="795570" y="121159"/>
                  <a:pt x="791599" y="110881"/>
                  <a:pt x="791599" y="98331"/>
                </a:cubicBezTo>
                <a:cubicBezTo>
                  <a:pt x="791599" y="83170"/>
                  <a:pt x="795613" y="71019"/>
                  <a:pt x="803640" y="61878"/>
                </a:cubicBezTo>
                <a:cubicBezTo>
                  <a:pt x="811668" y="52735"/>
                  <a:pt x="822092" y="48164"/>
                  <a:pt x="834913" y="48164"/>
                </a:cubicBezTo>
                <a:cubicBezTo>
                  <a:pt x="841494" y="48164"/>
                  <a:pt x="846571" y="49185"/>
                  <a:pt x="850145" y="51228"/>
                </a:cubicBezTo>
                <a:lnTo>
                  <a:pt x="858144" y="57099"/>
                </a:lnTo>
                <a:cubicBezTo>
                  <a:pt x="858938" y="33248"/>
                  <a:pt x="859874" y="17188"/>
                  <a:pt x="860952" y="8922"/>
                </a:cubicBezTo>
                <a:cubicBezTo>
                  <a:pt x="861690" y="3882"/>
                  <a:pt x="864271" y="1362"/>
                  <a:pt x="868696" y="1362"/>
                </a:cubicBezTo>
                <a:cubicBezTo>
                  <a:pt x="873858" y="1362"/>
                  <a:pt x="876440" y="4111"/>
                  <a:pt x="876440" y="9610"/>
                </a:cubicBezTo>
                <a:cubicBezTo>
                  <a:pt x="876440" y="17491"/>
                  <a:pt x="875305" y="34896"/>
                  <a:pt x="873036" y="61827"/>
                </a:cubicBezTo>
                <a:moveTo>
                  <a:pt x="835253" y="63992"/>
                </a:moveTo>
                <a:cubicBezTo>
                  <a:pt x="825723" y="63992"/>
                  <a:pt x="818574" y="66814"/>
                  <a:pt x="813809" y="72459"/>
                </a:cubicBezTo>
                <a:cubicBezTo>
                  <a:pt x="809044" y="78104"/>
                  <a:pt x="806661" y="86599"/>
                  <a:pt x="806661" y="97945"/>
                </a:cubicBezTo>
                <a:cubicBezTo>
                  <a:pt x="806661" y="105263"/>
                  <a:pt x="809256" y="111561"/>
                  <a:pt x="814447" y="116837"/>
                </a:cubicBezTo>
                <a:cubicBezTo>
                  <a:pt x="819638" y="122112"/>
                  <a:pt x="825723" y="124750"/>
                  <a:pt x="832700" y="124750"/>
                </a:cubicBezTo>
                <a:cubicBezTo>
                  <a:pt x="837466" y="124750"/>
                  <a:pt x="841494" y="123871"/>
                  <a:pt x="844784" y="122112"/>
                </a:cubicBezTo>
                <a:cubicBezTo>
                  <a:pt x="846713" y="121091"/>
                  <a:pt x="849861" y="118737"/>
                  <a:pt x="854230" y="115049"/>
                </a:cubicBezTo>
                <a:cubicBezTo>
                  <a:pt x="855081" y="114312"/>
                  <a:pt x="855903" y="113433"/>
                  <a:pt x="856697" y="112412"/>
                </a:cubicBezTo>
                <a:lnTo>
                  <a:pt x="856442" y="97690"/>
                </a:lnTo>
                <a:lnTo>
                  <a:pt x="856527" y="87819"/>
                </a:lnTo>
                <a:lnTo>
                  <a:pt x="856697" y="77778"/>
                </a:lnTo>
                <a:cubicBezTo>
                  <a:pt x="854542" y="73182"/>
                  <a:pt x="851677" y="69736"/>
                  <a:pt x="848103" y="67438"/>
                </a:cubicBezTo>
                <a:cubicBezTo>
                  <a:pt x="844529" y="65141"/>
                  <a:pt x="840246" y="63992"/>
                  <a:pt x="835253" y="63992"/>
                </a:cubicBezTo>
                <a:close/>
                <a:moveTo>
                  <a:pt x="936877" y="140919"/>
                </a:moveTo>
                <a:cubicBezTo>
                  <a:pt x="924055" y="140919"/>
                  <a:pt x="913674" y="137711"/>
                  <a:pt x="905731" y="131295"/>
                </a:cubicBezTo>
                <a:cubicBezTo>
                  <a:pt x="897052" y="124196"/>
                  <a:pt x="892712" y="114259"/>
                  <a:pt x="892712" y="101482"/>
                </a:cubicBezTo>
                <a:cubicBezTo>
                  <a:pt x="892712" y="86720"/>
                  <a:pt x="896286" y="74342"/>
                  <a:pt x="903434" y="64348"/>
                </a:cubicBezTo>
                <a:cubicBezTo>
                  <a:pt x="911206" y="53445"/>
                  <a:pt x="921588" y="47994"/>
                  <a:pt x="934579" y="47994"/>
                </a:cubicBezTo>
                <a:cubicBezTo>
                  <a:pt x="943996" y="47994"/>
                  <a:pt x="951683" y="49582"/>
                  <a:pt x="957640" y="52759"/>
                </a:cubicBezTo>
                <a:cubicBezTo>
                  <a:pt x="964958" y="56674"/>
                  <a:pt x="968617" y="62687"/>
                  <a:pt x="968617" y="70800"/>
                </a:cubicBezTo>
                <a:cubicBezTo>
                  <a:pt x="968617" y="76473"/>
                  <a:pt x="965412" y="81635"/>
                  <a:pt x="959001" y="86287"/>
                </a:cubicBezTo>
                <a:cubicBezTo>
                  <a:pt x="956165" y="88329"/>
                  <a:pt x="950151" y="91506"/>
                  <a:pt x="940961" y="95818"/>
                </a:cubicBezTo>
                <a:lnTo>
                  <a:pt x="908455" y="111220"/>
                </a:lnTo>
                <a:cubicBezTo>
                  <a:pt x="911631" y="115929"/>
                  <a:pt x="915588" y="119474"/>
                  <a:pt x="920325" y="121857"/>
                </a:cubicBezTo>
                <a:cubicBezTo>
                  <a:pt x="925062" y="124240"/>
                  <a:pt x="930579" y="125431"/>
                  <a:pt x="936877" y="125431"/>
                </a:cubicBezTo>
                <a:cubicBezTo>
                  <a:pt x="940791" y="125431"/>
                  <a:pt x="945386" y="124694"/>
                  <a:pt x="950662" y="123219"/>
                </a:cubicBezTo>
                <a:cubicBezTo>
                  <a:pt x="957356" y="121347"/>
                  <a:pt x="961668" y="118893"/>
                  <a:pt x="963597" y="115858"/>
                </a:cubicBezTo>
                <a:cubicBezTo>
                  <a:pt x="965525" y="112823"/>
                  <a:pt x="967596" y="111305"/>
                  <a:pt x="969809" y="111305"/>
                </a:cubicBezTo>
                <a:cubicBezTo>
                  <a:pt x="971794" y="111305"/>
                  <a:pt x="973567" y="112060"/>
                  <a:pt x="975127" y="113568"/>
                </a:cubicBezTo>
                <a:cubicBezTo>
                  <a:pt x="976687" y="115075"/>
                  <a:pt x="977467" y="116824"/>
                  <a:pt x="977467" y="118815"/>
                </a:cubicBezTo>
                <a:cubicBezTo>
                  <a:pt x="977467" y="125130"/>
                  <a:pt x="972390" y="130564"/>
                  <a:pt x="962235" y="135116"/>
                </a:cubicBezTo>
                <a:cubicBezTo>
                  <a:pt x="953555" y="138984"/>
                  <a:pt x="945102" y="140919"/>
                  <a:pt x="936877" y="140919"/>
                </a:cubicBezTo>
                <a:moveTo>
                  <a:pt x="934579" y="63311"/>
                </a:moveTo>
                <a:cubicBezTo>
                  <a:pt x="927658" y="63311"/>
                  <a:pt x="921900" y="65992"/>
                  <a:pt x="917305" y="71353"/>
                </a:cubicBezTo>
                <a:cubicBezTo>
                  <a:pt x="912709" y="76714"/>
                  <a:pt x="909277" y="84784"/>
                  <a:pt x="907008" y="95563"/>
                </a:cubicBezTo>
                <a:lnTo>
                  <a:pt x="933132" y="83139"/>
                </a:lnTo>
                <a:cubicBezTo>
                  <a:pt x="943401" y="78146"/>
                  <a:pt x="950719" y="73806"/>
                  <a:pt x="955087" y="70119"/>
                </a:cubicBezTo>
                <a:cubicBezTo>
                  <a:pt x="950208" y="65580"/>
                  <a:pt x="943372" y="63311"/>
                  <a:pt x="934579" y="63311"/>
                </a:cubicBezTo>
                <a:close/>
                <a:moveTo>
                  <a:pt x="1059193" y="73948"/>
                </a:moveTo>
                <a:cubicBezTo>
                  <a:pt x="1058796" y="81040"/>
                  <a:pt x="1055960" y="84585"/>
                  <a:pt x="1050684" y="84585"/>
                </a:cubicBezTo>
                <a:cubicBezTo>
                  <a:pt x="1045805" y="84585"/>
                  <a:pt x="1043365" y="81789"/>
                  <a:pt x="1043365" y="76195"/>
                </a:cubicBezTo>
                <a:cubicBezTo>
                  <a:pt x="1043365" y="75121"/>
                  <a:pt x="1043280" y="73142"/>
                  <a:pt x="1043110" y="70260"/>
                </a:cubicBezTo>
                <a:lnTo>
                  <a:pt x="1042855" y="63141"/>
                </a:lnTo>
                <a:cubicBezTo>
                  <a:pt x="1033891" y="64221"/>
                  <a:pt x="1026715" y="66751"/>
                  <a:pt x="1021326" y="70731"/>
                </a:cubicBezTo>
                <a:cubicBezTo>
                  <a:pt x="1016277" y="74427"/>
                  <a:pt x="1012079" y="79999"/>
                  <a:pt x="1008732" y="87447"/>
                </a:cubicBezTo>
                <a:lnTo>
                  <a:pt x="1008902" y="134177"/>
                </a:lnTo>
                <a:cubicBezTo>
                  <a:pt x="1008902" y="139920"/>
                  <a:pt x="1006094" y="142791"/>
                  <a:pt x="1000477" y="142791"/>
                </a:cubicBezTo>
                <a:cubicBezTo>
                  <a:pt x="995485" y="142791"/>
                  <a:pt x="992989" y="139921"/>
                  <a:pt x="992989" y="134180"/>
                </a:cubicBezTo>
                <a:lnTo>
                  <a:pt x="992989" y="74334"/>
                </a:lnTo>
                <a:cubicBezTo>
                  <a:pt x="992989" y="72458"/>
                  <a:pt x="993060" y="69646"/>
                  <a:pt x="993202" y="65896"/>
                </a:cubicBezTo>
                <a:cubicBezTo>
                  <a:pt x="993343" y="62145"/>
                  <a:pt x="993414" y="59331"/>
                  <a:pt x="993414" y="57456"/>
                </a:cubicBezTo>
                <a:cubicBezTo>
                  <a:pt x="993414" y="51715"/>
                  <a:pt x="995910" y="48845"/>
                  <a:pt x="1000903" y="48845"/>
                </a:cubicBezTo>
                <a:cubicBezTo>
                  <a:pt x="1006462" y="48845"/>
                  <a:pt x="1009270" y="53554"/>
                  <a:pt x="1009327" y="62971"/>
                </a:cubicBezTo>
                <a:cubicBezTo>
                  <a:pt x="1020219" y="52419"/>
                  <a:pt x="1032303" y="47143"/>
                  <a:pt x="1045578" y="47143"/>
                </a:cubicBezTo>
                <a:cubicBezTo>
                  <a:pt x="1050173" y="47143"/>
                  <a:pt x="1053605" y="48873"/>
                  <a:pt x="1055875" y="52334"/>
                </a:cubicBezTo>
                <a:cubicBezTo>
                  <a:pt x="1058144" y="55794"/>
                  <a:pt x="1059278" y="61014"/>
                  <a:pt x="1059278" y="67992"/>
                </a:cubicBezTo>
                <a:cubicBezTo>
                  <a:pt x="1059278" y="70942"/>
                  <a:pt x="1059250" y="72927"/>
                  <a:pt x="1059193" y="73948"/>
                </a:cubicBezTo>
                <a:close/>
                <a:moveTo>
                  <a:pt x="1184982" y="64577"/>
                </a:moveTo>
                <a:cubicBezTo>
                  <a:pt x="1183791" y="64577"/>
                  <a:pt x="1182386" y="64520"/>
                  <a:pt x="1180770" y="64407"/>
                </a:cubicBezTo>
                <a:cubicBezTo>
                  <a:pt x="1179153" y="64292"/>
                  <a:pt x="1177749" y="64234"/>
                  <a:pt x="1176557" y="64234"/>
                </a:cubicBezTo>
                <a:cubicBezTo>
                  <a:pt x="1175253" y="64234"/>
                  <a:pt x="1171395" y="64664"/>
                  <a:pt x="1164984" y="65524"/>
                </a:cubicBezTo>
                <a:lnTo>
                  <a:pt x="1166601" y="115760"/>
                </a:lnTo>
                <a:lnTo>
                  <a:pt x="1166686" y="119501"/>
                </a:lnTo>
                <a:lnTo>
                  <a:pt x="1166771" y="123836"/>
                </a:lnTo>
                <a:cubicBezTo>
                  <a:pt x="1166998" y="136245"/>
                  <a:pt x="1164020" y="142450"/>
                  <a:pt x="1157836" y="142450"/>
                </a:cubicBezTo>
                <a:cubicBezTo>
                  <a:pt x="1155567" y="142450"/>
                  <a:pt x="1153596" y="141714"/>
                  <a:pt x="1151922" y="140240"/>
                </a:cubicBezTo>
                <a:cubicBezTo>
                  <a:pt x="1150249" y="138767"/>
                  <a:pt x="1149412" y="136925"/>
                  <a:pt x="1149412" y="134715"/>
                </a:cubicBezTo>
                <a:cubicBezTo>
                  <a:pt x="1149412" y="132562"/>
                  <a:pt x="1149497" y="129333"/>
                  <a:pt x="1149667" y="125027"/>
                </a:cubicBezTo>
                <a:cubicBezTo>
                  <a:pt x="1149837" y="120719"/>
                  <a:pt x="1149922" y="117488"/>
                  <a:pt x="1149922" y="115334"/>
                </a:cubicBezTo>
                <a:lnTo>
                  <a:pt x="1148221" y="65694"/>
                </a:lnTo>
                <a:cubicBezTo>
                  <a:pt x="1144079" y="65524"/>
                  <a:pt x="1137782" y="65039"/>
                  <a:pt x="1129329" y="64239"/>
                </a:cubicBezTo>
                <a:cubicBezTo>
                  <a:pt x="1124280" y="63555"/>
                  <a:pt x="1121756" y="60734"/>
                  <a:pt x="1121756" y="55775"/>
                </a:cubicBezTo>
                <a:cubicBezTo>
                  <a:pt x="1121756" y="53266"/>
                  <a:pt x="1122522" y="51187"/>
                  <a:pt x="1124053" y="49536"/>
                </a:cubicBezTo>
                <a:cubicBezTo>
                  <a:pt x="1125585" y="47884"/>
                  <a:pt x="1127542" y="47058"/>
                  <a:pt x="1129925" y="47058"/>
                </a:cubicBezTo>
                <a:lnTo>
                  <a:pt x="1147795" y="48505"/>
                </a:lnTo>
                <a:cubicBezTo>
                  <a:pt x="1147795" y="45602"/>
                  <a:pt x="1147667" y="41720"/>
                  <a:pt x="1147412" y="36857"/>
                </a:cubicBezTo>
                <a:cubicBezTo>
                  <a:pt x="1147157" y="31992"/>
                  <a:pt x="1147029" y="28480"/>
                  <a:pt x="1147029" y="26319"/>
                </a:cubicBezTo>
                <a:cubicBezTo>
                  <a:pt x="1147029" y="23929"/>
                  <a:pt x="1147852" y="21952"/>
                  <a:pt x="1149497" y="20388"/>
                </a:cubicBezTo>
                <a:cubicBezTo>
                  <a:pt x="1151142" y="18823"/>
                  <a:pt x="1153156" y="18040"/>
                  <a:pt x="1155539" y="18040"/>
                </a:cubicBezTo>
                <a:cubicBezTo>
                  <a:pt x="1160644" y="18040"/>
                  <a:pt x="1163623" y="22210"/>
                  <a:pt x="1164474" y="30549"/>
                </a:cubicBezTo>
                <a:cubicBezTo>
                  <a:pt x="1164644" y="32648"/>
                  <a:pt x="1164729" y="35173"/>
                  <a:pt x="1164729" y="38123"/>
                </a:cubicBezTo>
                <a:lnTo>
                  <a:pt x="1164559" y="43058"/>
                </a:lnTo>
                <a:lnTo>
                  <a:pt x="1164474" y="48334"/>
                </a:lnTo>
                <a:cubicBezTo>
                  <a:pt x="1171508" y="47427"/>
                  <a:pt x="1175536" y="46973"/>
                  <a:pt x="1176557" y="46973"/>
                </a:cubicBezTo>
                <a:cubicBezTo>
                  <a:pt x="1182457" y="46973"/>
                  <a:pt x="1186315" y="47257"/>
                  <a:pt x="1188130" y="47824"/>
                </a:cubicBezTo>
                <a:cubicBezTo>
                  <a:pt x="1191591" y="48966"/>
                  <a:pt x="1193321" y="51657"/>
                  <a:pt x="1193321" y="55897"/>
                </a:cubicBezTo>
                <a:cubicBezTo>
                  <a:pt x="1193321" y="58418"/>
                  <a:pt x="1192541" y="60495"/>
                  <a:pt x="1190981" y="62128"/>
                </a:cubicBezTo>
                <a:cubicBezTo>
                  <a:pt x="1189421" y="63761"/>
                  <a:pt x="1187421" y="64577"/>
                  <a:pt x="1184982" y="64577"/>
                </a:cubicBezTo>
                <a:close/>
                <a:moveTo>
                  <a:pt x="1250573" y="140919"/>
                </a:moveTo>
                <a:cubicBezTo>
                  <a:pt x="1237752" y="140919"/>
                  <a:pt x="1227370" y="137711"/>
                  <a:pt x="1219428" y="131295"/>
                </a:cubicBezTo>
                <a:cubicBezTo>
                  <a:pt x="1210748" y="124196"/>
                  <a:pt x="1206408" y="114259"/>
                  <a:pt x="1206408" y="101482"/>
                </a:cubicBezTo>
                <a:cubicBezTo>
                  <a:pt x="1206408" y="86720"/>
                  <a:pt x="1209982" y="74342"/>
                  <a:pt x="1217131" y="64348"/>
                </a:cubicBezTo>
                <a:cubicBezTo>
                  <a:pt x="1224903" y="53445"/>
                  <a:pt x="1235284" y="47994"/>
                  <a:pt x="1248276" y="47994"/>
                </a:cubicBezTo>
                <a:cubicBezTo>
                  <a:pt x="1257693" y="47994"/>
                  <a:pt x="1265380" y="49582"/>
                  <a:pt x="1271337" y="52759"/>
                </a:cubicBezTo>
                <a:cubicBezTo>
                  <a:pt x="1278655" y="56674"/>
                  <a:pt x="1282314" y="62687"/>
                  <a:pt x="1282314" y="70800"/>
                </a:cubicBezTo>
                <a:cubicBezTo>
                  <a:pt x="1282314" y="76473"/>
                  <a:pt x="1279109" y="81635"/>
                  <a:pt x="1272698" y="86287"/>
                </a:cubicBezTo>
                <a:cubicBezTo>
                  <a:pt x="1269862" y="88329"/>
                  <a:pt x="1263848" y="91506"/>
                  <a:pt x="1254658" y="95818"/>
                </a:cubicBezTo>
                <a:lnTo>
                  <a:pt x="1222151" y="111220"/>
                </a:lnTo>
                <a:cubicBezTo>
                  <a:pt x="1225328" y="115929"/>
                  <a:pt x="1229285" y="119474"/>
                  <a:pt x="1234022" y="121857"/>
                </a:cubicBezTo>
                <a:cubicBezTo>
                  <a:pt x="1238759" y="124240"/>
                  <a:pt x="1244276" y="125431"/>
                  <a:pt x="1250573" y="125431"/>
                </a:cubicBezTo>
                <a:cubicBezTo>
                  <a:pt x="1254488" y="125431"/>
                  <a:pt x="1259083" y="124694"/>
                  <a:pt x="1264359" y="123219"/>
                </a:cubicBezTo>
                <a:cubicBezTo>
                  <a:pt x="1271053" y="121347"/>
                  <a:pt x="1275364" y="118893"/>
                  <a:pt x="1277293" y="115858"/>
                </a:cubicBezTo>
                <a:cubicBezTo>
                  <a:pt x="1279222" y="112823"/>
                  <a:pt x="1281293" y="111305"/>
                  <a:pt x="1283505" y="111305"/>
                </a:cubicBezTo>
                <a:cubicBezTo>
                  <a:pt x="1285491" y="111305"/>
                  <a:pt x="1287264" y="112060"/>
                  <a:pt x="1288824" y="113568"/>
                </a:cubicBezTo>
                <a:cubicBezTo>
                  <a:pt x="1290384" y="115075"/>
                  <a:pt x="1291164" y="116824"/>
                  <a:pt x="1291164" y="118815"/>
                </a:cubicBezTo>
                <a:cubicBezTo>
                  <a:pt x="1291164" y="125130"/>
                  <a:pt x="1286086" y="130564"/>
                  <a:pt x="1275932" y="135116"/>
                </a:cubicBezTo>
                <a:cubicBezTo>
                  <a:pt x="1267252" y="138984"/>
                  <a:pt x="1258799" y="140919"/>
                  <a:pt x="1250573" y="140919"/>
                </a:cubicBezTo>
                <a:moveTo>
                  <a:pt x="1248276" y="63311"/>
                </a:moveTo>
                <a:cubicBezTo>
                  <a:pt x="1241354" y="63311"/>
                  <a:pt x="1235596" y="65992"/>
                  <a:pt x="1231001" y="71353"/>
                </a:cubicBezTo>
                <a:cubicBezTo>
                  <a:pt x="1226406" y="76714"/>
                  <a:pt x="1222974" y="84784"/>
                  <a:pt x="1220705" y="95563"/>
                </a:cubicBezTo>
                <a:lnTo>
                  <a:pt x="1246829" y="83139"/>
                </a:lnTo>
                <a:cubicBezTo>
                  <a:pt x="1257097" y="78146"/>
                  <a:pt x="1264415" y="73806"/>
                  <a:pt x="1268784" y="70119"/>
                </a:cubicBezTo>
                <a:cubicBezTo>
                  <a:pt x="1263905" y="65580"/>
                  <a:pt x="1257069" y="63311"/>
                  <a:pt x="1248276" y="63311"/>
                </a:cubicBezTo>
                <a:close/>
                <a:moveTo>
                  <a:pt x="1364125" y="71480"/>
                </a:moveTo>
                <a:cubicBezTo>
                  <a:pt x="1361005" y="71480"/>
                  <a:pt x="1358821" y="70438"/>
                  <a:pt x="1357573" y="68353"/>
                </a:cubicBezTo>
                <a:cubicBezTo>
                  <a:pt x="1356722" y="66889"/>
                  <a:pt x="1355984" y="63847"/>
                  <a:pt x="1355360" y="59227"/>
                </a:cubicBezTo>
                <a:cubicBezTo>
                  <a:pt x="1351105" y="60303"/>
                  <a:pt x="1344553" y="62286"/>
                  <a:pt x="1335703" y="65175"/>
                </a:cubicBezTo>
                <a:cubicBezTo>
                  <a:pt x="1326569" y="68803"/>
                  <a:pt x="1321974" y="73279"/>
                  <a:pt x="1321918" y="78605"/>
                </a:cubicBezTo>
                <a:cubicBezTo>
                  <a:pt x="1323619" y="79229"/>
                  <a:pt x="1325293" y="79682"/>
                  <a:pt x="1326938" y="79966"/>
                </a:cubicBezTo>
                <a:cubicBezTo>
                  <a:pt x="1339986" y="82289"/>
                  <a:pt x="1349687" y="85490"/>
                  <a:pt x="1356041" y="89571"/>
                </a:cubicBezTo>
                <a:cubicBezTo>
                  <a:pt x="1365288" y="95523"/>
                  <a:pt x="1369912" y="104138"/>
                  <a:pt x="1369912" y="115416"/>
                </a:cubicBezTo>
                <a:cubicBezTo>
                  <a:pt x="1369912" y="124655"/>
                  <a:pt x="1365912" y="131625"/>
                  <a:pt x="1357913" y="136329"/>
                </a:cubicBezTo>
                <a:cubicBezTo>
                  <a:pt x="1351276" y="140183"/>
                  <a:pt x="1342879" y="142110"/>
                  <a:pt x="1332725" y="142110"/>
                </a:cubicBezTo>
                <a:cubicBezTo>
                  <a:pt x="1325293" y="142110"/>
                  <a:pt x="1318202" y="140862"/>
                  <a:pt x="1311451" y="138366"/>
                </a:cubicBezTo>
                <a:cubicBezTo>
                  <a:pt x="1302714" y="135189"/>
                  <a:pt x="1298346" y="130764"/>
                  <a:pt x="1298346" y="125091"/>
                </a:cubicBezTo>
                <a:cubicBezTo>
                  <a:pt x="1298346" y="122822"/>
                  <a:pt x="1299240" y="120836"/>
                  <a:pt x="1301027" y="119134"/>
                </a:cubicBezTo>
                <a:cubicBezTo>
                  <a:pt x="1302814" y="117432"/>
                  <a:pt x="1304842" y="116581"/>
                  <a:pt x="1307111" y="116581"/>
                </a:cubicBezTo>
                <a:cubicBezTo>
                  <a:pt x="1308870" y="116581"/>
                  <a:pt x="1311139" y="117943"/>
                  <a:pt x="1313919" y="120666"/>
                </a:cubicBezTo>
                <a:cubicBezTo>
                  <a:pt x="1315280" y="121971"/>
                  <a:pt x="1318344" y="123048"/>
                  <a:pt x="1323109" y="123899"/>
                </a:cubicBezTo>
                <a:cubicBezTo>
                  <a:pt x="1326910" y="124580"/>
                  <a:pt x="1330115" y="124921"/>
                  <a:pt x="1332725" y="124921"/>
                </a:cubicBezTo>
                <a:cubicBezTo>
                  <a:pt x="1337490" y="124921"/>
                  <a:pt x="1341688" y="124354"/>
                  <a:pt x="1345319" y="123221"/>
                </a:cubicBezTo>
                <a:cubicBezTo>
                  <a:pt x="1350595" y="121578"/>
                  <a:pt x="1353233" y="118972"/>
                  <a:pt x="1353233" y="115403"/>
                </a:cubicBezTo>
                <a:cubicBezTo>
                  <a:pt x="1353233" y="107697"/>
                  <a:pt x="1347843" y="102484"/>
                  <a:pt x="1337065" y="99764"/>
                </a:cubicBezTo>
                <a:lnTo>
                  <a:pt x="1328215" y="97807"/>
                </a:lnTo>
                <a:cubicBezTo>
                  <a:pt x="1320669" y="96160"/>
                  <a:pt x="1315308" y="94229"/>
                  <a:pt x="1312132" y="92015"/>
                </a:cubicBezTo>
                <a:cubicBezTo>
                  <a:pt x="1307536" y="88836"/>
                  <a:pt x="1305239" y="84041"/>
                  <a:pt x="1305239" y="77629"/>
                </a:cubicBezTo>
                <a:cubicBezTo>
                  <a:pt x="1305239" y="65765"/>
                  <a:pt x="1310827" y="57307"/>
                  <a:pt x="1322003" y="52254"/>
                </a:cubicBezTo>
                <a:cubicBezTo>
                  <a:pt x="1325406" y="50722"/>
                  <a:pt x="1330853" y="48893"/>
                  <a:pt x="1338341" y="46765"/>
                </a:cubicBezTo>
                <a:cubicBezTo>
                  <a:pt x="1345829" y="44636"/>
                  <a:pt x="1351191" y="42833"/>
                  <a:pt x="1354424" y="41357"/>
                </a:cubicBezTo>
                <a:cubicBezTo>
                  <a:pt x="1356750" y="40335"/>
                  <a:pt x="1359275" y="39825"/>
                  <a:pt x="1361998" y="39825"/>
                </a:cubicBezTo>
                <a:cubicBezTo>
                  <a:pt x="1364437" y="39825"/>
                  <a:pt x="1366437" y="40619"/>
                  <a:pt x="1367997" y="42208"/>
                </a:cubicBezTo>
                <a:cubicBezTo>
                  <a:pt x="1369557" y="43796"/>
                  <a:pt x="1370337" y="45867"/>
                  <a:pt x="1370337" y="48419"/>
                </a:cubicBezTo>
                <a:cubicBezTo>
                  <a:pt x="1370337" y="50065"/>
                  <a:pt x="1370692" y="52476"/>
                  <a:pt x="1371401" y="55653"/>
                </a:cubicBezTo>
                <a:cubicBezTo>
                  <a:pt x="1372110" y="58830"/>
                  <a:pt x="1372464" y="61241"/>
                  <a:pt x="1372464" y="62886"/>
                </a:cubicBezTo>
                <a:cubicBezTo>
                  <a:pt x="1372464" y="65439"/>
                  <a:pt x="1371684" y="67509"/>
                  <a:pt x="1370124" y="69098"/>
                </a:cubicBezTo>
                <a:cubicBezTo>
                  <a:pt x="1368564" y="70686"/>
                  <a:pt x="1366564" y="71480"/>
                  <a:pt x="1364125" y="71480"/>
                </a:cubicBezTo>
                <a:close/>
                <a:moveTo>
                  <a:pt x="1448661" y="64577"/>
                </a:moveTo>
                <a:cubicBezTo>
                  <a:pt x="1447470" y="64577"/>
                  <a:pt x="1446066" y="64520"/>
                  <a:pt x="1444449" y="64407"/>
                </a:cubicBezTo>
                <a:cubicBezTo>
                  <a:pt x="1442832" y="64292"/>
                  <a:pt x="1441428" y="64234"/>
                  <a:pt x="1440237" y="64234"/>
                </a:cubicBezTo>
                <a:cubicBezTo>
                  <a:pt x="1438932" y="64234"/>
                  <a:pt x="1435074" y="64664"/>
                  <a:pt x="1428664" y="65524"/>
                </a:cubicBezTo>
                <a:lnTo>
                  <a:pt x="1430281" y="115760"/>
                </a:lnTo>
                <a:lnTo>
                  <a:pt x="1430366" y="119501"/>
                </a:lnTo>
                <a:lnTo>
                  <a:pt x="1430451" y="123836"/>
                </a:lnTo>
                <a:cubicBezTo>
                  <a:pt x="1430678" y="136245"/>
                  <a:pt x="1427699" y="142450"/>
                  <a:pt x="1421516" y="142450"/>
                </a:cubicBezTo>
                <a:cubicBezTo>
                  <a:pt x="1419247" y="142450"/>
                  <a:pt x="1417275" y="141714"/>
                  <a:pt x="1415602" y="140240"/>
                </a:cubicBezTo>
                <a:cubicBezTo>
                  <a:pt x="1413928" y="138767"/>
                  <a:pt x="1413091" y="136925"/>
                  <a:pt x="1413091" y="134715"/>
                </a:cubicBezTo>
                <a:cubicBezTo>
                  <a:pt x="1413091" y="132562"/>
                  <a:pt x="1413176" y="129333"/>
                  <a:pt x="1413347" y="125027"/>
                </a:cubicBezTo>
                <a:cubicBezTo>
                  <a:pt x="1413517" y="120719"/>
                  <a:pt x="1413602" y="117488"/>
                  <a:pt x="1413602" y="115334"/>
                </a:cubicBezTo>
                <a:lnTo>
                  <a:pt x="1411900" y="65694"/>
                </a:lnTo>
                <a:cubicBezTo>
                  <a:pt x="1407759" y="65524"/>
                  <a:pt x="1401462" y="65039"/>
                  <a:pt x="1393009" y="64239"/>
                </a:cubicBezTo>
                <a:cubicBezTo>
                  <a:pt x="1387960" y="63555"/>
                  <a:pt x="1385435" y="60734"/>
                  <a:pt x="1385435" y="55775"/>
                </a:cubicBezTo>
                <a:cubicBezTo>
                  <a:pt x="1385435" y="53266"/>
                  <a:pt x="1386201" y="51187"/>
                  <a:pt x="1387733" y="49536"/>
                </a:cubicBezTo>
                <a:cubicBezTo>
                  <a:pt x="1389265" y="47884"/>
                  <a:pt x="1391222" y="47058"/>
                  <a:pt x="1393604" y="47058"/>
                </a:cubicBezTo>
                <a:lnTo>
                  <a:pt x="1411475" y="48505"/>
                </a:lnTo>
                <a:cubicBezTo>
                  <a:pt x="1411475" y="45602"/>
                  <a:pt x="1411347" y="41720"/>
                  <a:pt x="1411092" y="36857"/>
                </a:cubicBezTo>
                <a:cubicBezTo>
                  <a:pt x="1410836" y="31992"/>
                  <a:pt x="1410709" y="28480"/>
                  <a:pt x="1410709" y="26319"/>
                </a:cubicBezTo>
                <a:cubicBezTo>
                  <a:pt x="1410709" y="23929"/>
                  <a:pt x="1411531" y="21952"/>
                  <a:pt x="1413176" y="20388"/>
                </a:cubicBezTo>
                <a:cubicBezTo>
                  <a:pt x="1414822" y="18823"/>
                  <a:pt x="1416836" y="18040"/>
                  <a:pt x="1419218" y="18040"/>
                </a:cubicBezTo>
                <a:cubicBezTo>
                  <a:pt x="1424324" y="18040"/>
                  <a:pt x="1427302" y="22210"/>
                  <a:pt x="1428153" y="30549"/>
                </a:cubicBezTo>
                <a:cubicBezTo>
                  <a:pt x="1428324" y="32648"/>
                  <a:pt x="1428409" y="35173"/>
                  <a:pt x="1428409" y="38123"/>
                </a:cubicBezTo>
                <a:lnTo>
                  <a:pt x="1428238" y="43058"/>
                </a:lnTo>
                <a:lnTo>
                  <a:pt x="1428153" y="48334"/>
                </a:lnTo>
                <a:cubicBezTo>
                  <a:pt x="1435188" y="47427"/>
                  <a:pt x="1439216" y="46973"/>
                  <a:pt x="1440237" y="46973"/>
                </a:cubicBezTo>
                <a:cubicBezTo>
                  <a:pt x="1446137" y="46973"/>
                  <a:pt x="1449995" y="47257"/>
                  <a:pt x="1451810" y="47824"/>
                </a:cubicBezTo>
                <a:cubicBezTo>
                  <a:pt x="1455271" y="48966"/>
                  <a:pt x="1457001" y="51657"/>
                  <a:pt x="1457001" y="55897"/>
                </a:cubicBezTo>
                <a:cubicBezTo>
                  <a:pt x="1457001" y="58418"/>
                  <a:pt x="1456221" y="60495"/>
                  <a:pt x="1454661" y="62128"/>
                </a:cubicBezTo>
                <a:cubicBezTo>
                  <a:pt x="1453101" y="63761"/>
                  <a:pt x="1451101" y="64577"/>
                  <a:pt x="1448661" y="64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ConfigurationFiles">
            <a:extLst xmlns:a="http://schemas.openxmlformats.org/drawingml/2006/main">
              <a:ext uri="{FF2B5EF4-FFF2-40B4-BE49-F238E27FC236}">
                <a16:creationId xmlns:a16="http://schemas.microsoft.com/office/drawing/2014/main" id="{3FA133DA-9F3A-4B98-BF4A-ABF1B3CD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684" y="3366834"/>
            <a:ext cx="1514524" cy="184998"/>
          </a:xfrm>
          <a:custGeom xmlns:a="http://schemas.openxmlformats.org/drawingml/2006/main">
            <a:pathLst>
              <a:path w="1514524" h="184998">
                <a:moveTo>
                  <a:pt x="86287" y="41527"/>
                </a:moveTo>
                <a:cubicBezTo>
                  <a:pt x="82656" y="41527"/>
                  <a:pt x="79933" y="39399"/>
                  <a:pt x="78118" y="35145"/>
                </a:cubicBezTo>
                <a:cubicBezTo>
                  <a:pt x="76529" y="31514"/>
                  <a:pt x="75054" y="29301"/>
                  <a:pt x="73693" y="28507"/>
                </a:cubicBezTo>
                <a:cubicBezTo>
                  <a:pt x="72502" y="27883"/>
                  <a:pt x="69552" y="27571"/>
                  <a:pt x="64843" y="27571"/>
                </a:cubicBezTo>
                <a:cubicBezTo>
                  <a:pt x="56617" y="27571"/>
                  <a:pt x="47483" y="33863"/>
                  <a:pt x="37442" y="46446"/>
                </a:cubicBezTo>
                <a:cubicBezTo>
                  <a:pt x="23827" y="63336"/>
                  <a:pt x="17019" y="79347"/>
                  <a:pt x="17019" y="94480"/>
                </a:cubicBezTo>
                <a:cubicBezTo>
                  <a:pt x="17019" y="101791"/>
                  <a:pt x="19373" y="108083"/>
                  <a:pt x="24082" y="113356"/>
                </a:cubicBezTo>
                <a:cubicBezTo>
                  <a:pt x="28904" y="118796"/>
                  <a:pt x="34719" y="121517"/>
                  <a:pt x="41527" y="121517"/>
                </a:cubicBezTo>
                <a:cubicBezTo>
                  <a:pt x="47370" y="121517"/>
                  <a:pt x="53242" y="120006"/>
                  <a:pt x="59142" y="116985"/>
                </a:cubicBezTo>
                <a:cubicBezTo>
                  <a:pt x="62432" y="115276"/>
                  <a:pt x="67481" y="111913"/>
                  <a:pt x="74289" y="106896"/>
                </a:cubicBezTo>
                <a:cubicBezTo>
                  <a:pt x="77522" y="104503"/>
                  <a:pt x="79962" y="103306"/>
                  <a:pt x="81607" y="103306"/>
                </a:cubicBezTo>
                <a:cubicBezTo>
                  <a:pt x="84046" y="103306"/>
                  <a:pt x="86089" y="104233"/>
                  <a:pt x="87734" y="106085"/>
                </a:cubicBezTo>
                <a:cubicBezTo>
                  <a:pt x="89379" y="107938"/>
                  <a:pt x="90202" y="110004"/>
                  <a:pt x="90202" y="112284"/>
                </a:cubicBezTo>
                <a:cubicBezTo>
                  <a:pt x="90202" y="114849"/>
                  <a:pt x="89124" y="117101"/>
                  <a:pt x="86968" y="119038"/>
                </a:cubicBezTo>
                <a:cubicBezTo>
                  <a:pt x="71991" y="132377"/>
                  <a:pt x="56844" y="139046"/>
                  <a:pt x="41527" y="139046"/>
                </a:cubicBezTo>
                <a:cubicBezTo>
                  <a:pt x="29784" y="139046"/>
                  <a:pt x="19856" y="134534"/>
                  <a:pt x="11743" y="125508"/>
                </a:cubicBezTo>
                <a:cubicBezTo>
                  <a:pt x="3914" y="116765"/>
                  <a:pt x="0" y="106433"/>
                  <a:pt x="0" y="94512"/>
                </a:cubicBezTo>
                <a:cubicBezTo>
                  <a:pt x="0" y="75268"/>
                  <a:pt x="8056" y="55541"/>
                  <a:pt x="24167" y="35331"/>
                </a:cubicBezTo>
                <a:cubicBezTo>
                  <a:pt x="37612" y="18471"/>
                  <a:pt x="51171" y="10041"/>
                  <a:pt x="64843" y="10041"/>
                </a:cubicBezTo>
                <a:cubicBezTo>
                  <a:pt x="67623" y="10041"/>
                  <a:pt x="70119" y="10169"/>
                  <a:pt x="72331" y="10424"/>
                </a:cubicBezTo>
                <a:cubicBezTo>
                  <a:pt x="74544" y="10680"/>
                  <a:pt x="76501" y="11091"/>
                  <a:pt x="78203" y="11658"/>
                </a:cubicBezTo>
                <a:cubicBezTo>
                  <a:pt x="80189" y="8765"/>
                  <a:pt x="82770" y="7318"/>
                  <a:pt x="85947" y="7318"/>
                </a:cubicBezTo>
                <a:cubicBezTo>
                  <a:pt x="89861" y="7318"/>
                  <a:pt x="92329" y="9906"/>
                  <a:pt x="93350" y="15081"/>
                </a:cubicBezTo>
                <a:cubicBezTo>
                  <a:pt x="94258" y="19688"/>
                  <a:pt x="94712" y="25347"/>
                  <a:pt x="94712" y="32057"/>
                </a:cubicBezTo>
                <a:cubicBezTo>
                  <a:pt x="94712" y="34388"/>
                  <a:pt x="94088" y="36436"/>
                  <a:pt x="92839" y="38200"/>
                </a:cubicBezTo>
                <a:cubicBezTo>
                  <a:pt x="91308" y="40418"/>
                  <a:pt x="89124" y="41527"/>
                  <a:pt x="86287" y="41527"/>
                </a:cubicBezTo>
                <a:close/>
                <a:moveTo>
                  <a:pt x="140646" y="142110"/>
                </a:moveTo>
                <a:cubicBezTo>
                  <a:pt x="131115" y="142110"/>
                  <a:pt x="122918" y="138586"/>
                  <a:pt x="116053" y="131539"/>
                </a:cubicBezTo>
                <a:cubicBezTo>
                  <a:pt x="108395" y="123696"/>
                  <a:pt x="104367" y="113153"/>
                  <a:pt x="103970" y="99910"/>
                </a:cubicBezTo>
                <a:cubicBezTo>
                  <a:pt x="103629" y="87066"/>
                  <a:pt x="106863" y="75757"/>
                  <a:pt x="113671" y="65981"/>
                </a:cubicBezTo>
                <a:cubicBezTo>
                  <a:pt x="121613" y="54444"/>
                  <a:pt x="132675" y="48675"/>
                  <a:pt x="146858" y="48675"/>
                </a:cubicBezTo>
                <a:cubicBezTo>
                  <a:pt x="158204" y="48675"/>
                  <a:pt x="166799" y="53875"/>
                  <a:pt x="172642" y="64277"/>
                </a:cubicBezTo>
                <a:cubicBezTo>
                  <a:pt x="177294" y="72687"/>
                  <a:pt x="179535" y="82803"/>
                  <a:pt x="179365" y="94624"/>
                </a:cubicBezTo>
                <a:cubicBezTo>
                  <a:pt x="179194" y="107241"/>
                  <a:pt x="175904" y="118012"/>
                  <a:pt x="169493" y="126936"/>
                </a:cubicBezTo>
                <a:cubicBezTo>
                  <a:pt x="162232" y="137052"/>
                  <a:pt x="152616" y="142110"/>
                  <a:pt x="140646" y="142110"/>
                </a:cubicBezTo>
                <a:moveTo>
                  <a:pt x="145752" y="66034"/>
                </a:moveTo>
                <a:cubicBezTo>
                  <a:pt x="137412" y="65978"/>
                  <a:pt x="130917" y="69954"/>
                  <a:pt x="126265" y="77964"/>
                </a:cubicBezTo>
                <a:cubicBezTo>
                  <a:pt x="122577" y="84385"/>
                  <a:pt x="120734" y="91714"/>
                  <a:pt x="120734" y="99950"/>
                </a:cubicBezTo>
                <a:cubicBezTo>
                  <a:pt x="120734" y="108189"/>
                  <a:pt x="122974" y="114609"/>
                  <a:pt x="127456" y="119211"/>
                </a:cubicBezTo>
                <a:cubicBezTo>
                  <a:pt x="131200" y="123017"/>
                  <a:pt x="135597" y="124921"/>
                  <a:pt x="140646" y="124921"/>
                </a:cubicBezTo>
                <a:cubicBezTo>
                  <a:pt x="146546" y="124921"/>
                  <a:pt x="151623" y="122761"/>
                  <a:pt x="155878" y="118443"/>
                </a:cubicBezTo>
                <a:cubicBezTo>
                  <a:pt x="160700" y="113672"/>
                  <a:pt x="163253" y="107224"/>
                  <a:pt x="163537" y="99099"/>
                </a:cubicBezTo>
                <a:cubicBezTo>
                  <a:pt x="164331" y="77113"/>
                  <a:pt x="158403" y="66091"/>
                  <a:pt x="145752" y="66034"/>
                </a:cubicBezTo>
                <a:close/>
                <a:moveTo>
                  <a:pt x="265498" y="143131"/>
                </a:moveTo>
                <a:cubicBezTo>
                  <a:pt x="260620" y="143131"/>
                  <a:pt x="257868" y="140459"/>
                  <a:pt x="257244" y="135116"/>
                </a:cubicBezTo>
                <a:lnTo>
                  <a:pt x="254861" y="116440"/>
                </a:lnTo>
                <a:cubicBezTo>
                  <a:pt x="254067" y="109789"/>
                  <a:pt x="253670" y="103563"/>
                  <a:pt x="253670" y="97764"/>
                </a:cubicBezTo>
                <a:cubicBezTo>
                  <a:pt x="253670" y="96172"/>
                  <a:pt x="253769" y="93472"/>
                  <a:pt x="253968" y="89664"/>
                </a:cubicBezTo>
                <a:cubicBezTo>
                  <a:pt x="254166" y="85855"/>
                  <a:pt x="254266" y="83154"/>
                  <a:pt x="254266" y="81562"/>
                </a:cubicBezTo>
                <a:cubicBezTo>
                  <a:pt x="254266" y="69281"/>
                  <a:pt x="251997" y="63141"/>
                  <a:pt x="247458" y="63141"/>
                </a:cubicBezTo>
                <a:cubicBezTo>
                  <a:pt x="241104" y="63141"/>
                  <a:pt x="235034" y="66918"/>
                  <a:pt x="229248" y="74472"/>
                </a:cubicBezTo>
                <a:cubicBezTo>
                  <a:pt x="224028" y="81344"/>
                  <a:pt x="219944" y="90032"/>
                  <a:pt x="216994" y="100538"/>
                </a:cubicBezTo>
                <a:cubicBezTo>
                  <a:pt x="216880" y="102754"/>
                  <a:pt x="216625" y="105537"/>
                  <a:pt x="216228" y="108888"/>
                </a:cubicBezTo>
                <a:cubicBezTo>
                  <a:pt x="215888" y="111728"/>
                  <a:pt x="215717" y="114482"/>
                  <a:pt x="215717" y="117150"/>
                </a:cubicBezTo>
                <a:cubicBezTo>
                  <a:pt x="215717" y="118854"/>
                  <a:pt x="215888" y="121410"/>
                  <a:pt x="216228" y="124817"/>
                </a:cubicBezTo>
                <a:cubicBezTo>
                  <a:pt x="216568" y="128224"/>
                  <a:pt x="216738" y="130780"/>
                  <a:pt x="216738" y="132483"/>
                </a:cubicBezTo>
                <a:cubicBezTo>
                  <a:pt x="216738" y="135040"/>
                  <a:pt x="215958" y="137113"/>
                  <a:pt x="214398" y="138703"/>
                </a:cubicBezTo>
                <a:cubicBezTo>
                  <a:pt x="212838" y="140294"/>
                  <a:pt x="210839" y="141089"/>
                  <a:pt x="208399" y="141089"/>
                </a:cubicBezTo>
                <a:cubicBezTo>
                  <a:pt x="205903" y="141089"/>
                  <a:pt x="203889" y="140293"/>
                  <a:pt x="202357" y="138701"/>
                </a:cubicBezTo>
                <a:cubicBezTo>
                  <a:pt x="200826" y="137111"/>
                  <a:pt x="200060" y="135036"/>
                  <a:pt x="200060" y="132478"/>
                </a:cubicBezTo>
                <a:cubicBezTo>
                  <a:pt x="200060" y="130774"/>
                  <a:pt x="199875" y="128218"/>
                  <a:pt x="199507" y="124809"/>
                </a:cubicBezTo>
                <a:cubicBezTo>
                  <a:pt x="199138" y="121398"/>
                  <a:pt x="198953" y="118840"/>
                  <a:pt x="198953" y="117134"/>
                </a:cubicBezTo>
                <a:cubicBezTo>
                  <a:pt x="198953" y="111280"/>
                  <a:pt x="199365" y="103168"/>
                  <a:pt x="200187" y="92797"/>
                </a:cubicBezTo>
                <a:cubicBezTo>
                  <a:pt x="201010" y="82426"/>
                  <a:pt x="201421" y="74313"/>
                  <a:pt x="201421" y="68460"/>
                </a:cubicBezTo>
                <a:cubicBezTo>
                  <a:pt x="201421" y="66641"/>
                  <a:pt x="201322" y="63941"/>
                  <a:pt x="201123" y="60362"/>
                </a:cubicBezTo>
                <a:cubicBezTo>
                  <a:pt x="200925" y="56781"/>
                  <a:pt x="200826" y="54082"/>
                  <a:pt x="200826" y="52265"/>
                </a:cubicBezTo>
                <a:cubicBezTo>
                  <a:pt x="200826" y="49820"/>
                  <a:pt x="201634" y="47817"/>
                  <a:pt x="203251" y="46255"/>
                </a:cubicBezTo>
                <a:cubicBezTo>
                  <a:pt x="204868" y="44691"/>
                  <a:pt x="206867" y="43909"/>
                  <a:pt x="209250" y="43909"/>
                </a:cubicBezTo>
                <a:cubicBezTo>
                  <a:pt x="214469" y="43909"/>
                  <a:pt x="217334" y="47612"/>
                  <a:pt x="217845" y="55017"/>
                </a:cubicBezTo>
                <a:lnTo>
                  <a:pt x="218100" y="65013"/>
                </a:lnTo>
                <a:cubicBezTo>
                  <a:pt x="227631" y="52306"/>
                  <a:pt x="237417" y="45952"/>
                  <a:pt x="247458" y="45952"/>
                </a:cubicBezTo>
                <a:cubicBezTo>
                  <a:pt x="256535" y="45952"/>
                  <a:pt x="262860" y="49958"/>
                  <a:pt x="266434" y="57971"/>
                </a:cubicBezTo>
                <a:cubicBezTo>
                  <a:pt x="268874" y="63313"/>
                  <a:pt x="270207" y="71213"/>
                  <a:pt x="270434" y="81671"/>
                </a:cubicBezTo>
                <a:lnTo>
                  <a:pt x="270434" y="90279"/>
                </a:lnTo>
                <a:lnTo>
                  <a:pt x="270349" y="98206"/>
                </a:lnTo>
                <a:cubicBezTo>
                  <a:pt x="270349" y="102923"/>
                  <a:pt x="270959" y="109019"/>
                  <a:pt x="272178" y="116493"/>
                </a:cubicBezTo>
                <a:cubicBezTo>
                  <a:pt x="273398" y="123966"/>
                  <a:pt x="274008" y="130032"/>
                  <a:pt x="274008" y="134691"/>
                </a:cubicBezTo>
                <a:cubicBezTo>
                  <a:pt x="274008" y="137192"/>
                  <a:pt x="273200" y="139224"/>
                  <a:pt x="271583" y="140786"/>
                </a:cubicBezTo>
                <a:cubicBezTo>
                  <a:pt x="269966" y="142349"/>
                  <a:pt x="267938" y="143131"/>
                  <a:pt x="265498" y="143131"/>
                </a:cubicBezTo>
                <a:close/>
                <a:moveTo>
                  <a:pt x="348910" y="17360"/>
                </a:moveTo>
                <a:cubicBezTo>
                  <a:pt x="335181" y="17360"/>
                  <a:pt x="327494" y="26842"/>
                  <a:pt x="325849" y="45808"/>
                </a:cubicBezTo>
                <a:lnTo>
                  <a:pt x="325594" y="51057"/>
                </a:lnTo>
                <a:cubicBezTo>
                  <a:pt x="335238" y="50377"/>
                  <a:pt x="341478" y="50036"/>
                  <a:pt x="344315" y="50036"/>
                </a:cubicBezTo>
                <a:cubicBezTo>
                  <a:pt x="353335" y="50036"/>
                  <a:pt x="357845" y="52886"/>
                  <a:pt x="357845" y="58586"/>
                </a:cubicBezTo>
                <a:cubicBezTo>
                  <a:pt x="357845" y="62748"/>
                  <a:pt x="355633" y="65229"/>
                  <a:pt x="351208" y="66026"/>
                </a:cubicBezTo>
                <a:cubicBezTo>
                  <a:pt x="349279" y="66368"/>
                  <a:pt x="347024" y="66497"/>
                  <a:pt x="344442" y="66412"/>
                </a:cubicBezTo>
                <a:cubicBezTo>
                  <a:pt x="341861" y="66327"/>
                  <a:pt x="335323" y="66712"/>
                  <a:pt x="324828" y="67566"/>
                </a:cubicBezTo>
                <a:lnTo>
                  <a:pt x="324147" y="86986"/>
                </a:lnTo>
                <a:cubicBezTo>
                  <a:pt x="324147" y="90509"/>
                  <a:pt x="324261" y="95791"/>
                  <a:pt x="324488" y="102833"/>
                </a:cubicBezTo>
                <a:cubicBezTo>
                  <a:pt x="324714" y="109875"/>
                  <a:pt x="324828" y="115127"/>
                  <a:pt x="324828" y="118592"/>
                </a:cubicBezTo>
                <a:cubicBezTo>
                  <a:pt x="324828" y="129381"/>
                  <a:pt x="324204" y="137785"/>
                  <a:pt x="322956" y="143804"/>
                </a:cubicBezTo>
                <a:cubicBezTo>
                  <a:pt x="321991" y="148348"/>
                  <a:pt x="319353" y="150620"/>
                  <a:pt x="315042" y="150620"/>
                </a:cubicBezTo>
                <a:cubicBezTo>
                  <a:pt x="312716" y="150620"/>
                  <a:pt x="310730" y="149867"/>
                  <a:pt x="309085" y="148362"/>
                </a:cubicBezTo>
                <a:cubicBezTo>
                  <a:pt x="307440" y="146857"/>
                  <a:pt x="306617" y="144969"/>
                  <a:pt x="306617" y="142698"/>
                </a:cubicBezTo>
                <a:cubicBezTo>
                  <a:pt x="306617" y="142244"/>
                  <a:pt x="306674" y="141676"/>
                  <a:pt x="306788" y="140993"/>
                </a:cubicBezTo>
                <a:cubicBezTo>
                  <a:pt x="307979" y="133611"/>
                  <a:pt x="308575" y="125576"/>
                  <a:pt x="308575" y="116887"/>
                </a:cubicBezTo>
                <a:lnTo>
                  <a:pt x="308319" y="93632"/>
                </a:lnTo>
                <a:lnTo>
                  <a:pt x="308319" y="68928"/>
                </a:lnTo>
                <a:cubicBezTo>
                  <a:pt x="301228" y="69495"/>
                  <a:pt x="296746" y="69779"/>
                  <a:pt x="294874" y="69779"/>
                </a:cubicBezTo>
                <a:cubicBezTo>
                  <a:pt x="289144" y="69779"/>
                  <a:pt x="286280" y="67027"/>
                  <a:pt x="286280" y="61524"/>
                </a:cubicBezTo>
                <a:cubicBezTo>
                  <a:pt x="286280" y="55908"/>
                  <a:pt x="291243" y="52958"/>
                  <a:pt x="301171" y="52674"/>
                </a:cubicBezTo>
                <a:lnTo>
                  <a:pt x="309340" y="52419"/>
                </a:lnTo>
                <a:cubicBezTo>
                  <a:pt x="309511" y="49242"/>
                  <a:pt x="309936" y="44931"/>
                  <a:pt x="310617" y="39484"/>
                </a:cubicBezTo>
                <a:cubicBezTo>
                  <a:pt x="312092" y="26890"/>
                  <a:pt x="315269" y="17615"/>
                  <a:pt x="320148" y="11658"/>
                </a:cubicBezTo>
                <a:cubicBezTo>
                  <a:pt x="326048" y="4453"/>
                  <a:pt x="335266" y="851"/>
                  <a:pt x="347804" y="851"/>
                </a:cubicBezTo>
                <a:cubicBezTo>
                  <a:pt x="355916" y="851"/>
                  <a:pt x="359972" y="3617"/>
                  <a:pt x="359972" y="9148"/>
                </a:cubicBezTo>
                <a:cubicBezTo>
                  <a:pt x="359972" y="14622"/>
                  <a:pt x="356285" y="17360"/>
                  <a:pt x="348910" y="17360"/>
                </a:cubicBezTo>
                <a:close/>
                <a:moveTo>
                  <a:pt x="397382" y="29273"/>
                </a:moveTo>
                <a:cubicBezTo>
                  <a:pt x="394659" y="29273"/>
                  <a:pt x="392305" y="28309"/>
                  <a:pt x="390319" y="26380"/>
                </a:cubicBezTo>
                <a:cubicBezTo>
                  <a:pt x="388334" y="24451"/>
                  <a:pt x="387341" y="22125"/>
                  <a:pt x="387341" y="19402"/>
                </a:cubicBezTo>
                <a:cubicBezTo>
                  <a:pt x="387341" y="16679"/>
                  <a:pt x="388334" y="14353"/>
                  <a:pt x="390319" y="12424"/>
                </a:cubicBezTo>
                <a:cubicBezTo>
                  <a:pt x="392305" y="10495"/>
                  <a:pt x="394659" y="9531"/>
                  <a:pt x="397382" y="9531"/>
                </a:cubicBezTo>
                <a:cubicBezTo>
                  <a:pt x="400105" y="9531"/>
                  <a:pt x="402445" y="10495"/>
                  <a:pt x="404403" y="12424"/>
                </a:cubicBezTo>
                <a:cubicBezTo>
                  <a:pt x="406360" y="14353"/>
                  <a:pt x="407338" y="16679"/>
                  <a:pt x="407338" y="19402"/>
                </a:cubicBezTo>
                <a:cubicBezTo>
                  <a:pt x="407338" y="22125"/>
                  <a:pt x="406360" y="24451"/>
                  <a:pt x="404403" y="26380"/>
                </a:cubicBezTo>
                <a:cubicBezTo>
                  <a:pt x="402445" y="28309"/>
                  <a:pt x="400105" y="29273"/>
                  <a:pt x="397382" y="29273"/>
                </a:cubicBezTo>
                <a:moveTo>
                  <a:pt x="401211" y="98419"/>
                </a:moveTo>
                <a:cubicBezTo>
                  <a:pt x="401211" y="101826"/>
                  <a:pt x="401311" y="106923"/>
                  <a:pt x="401509" y="113709"/>
                </a:cubicBezTo>
                <a:cubicBezTo>
                  <a:pt x="401708" y="120494"/>
                  <a:pt x="401807" y="125590"/>
                  <a:pt x="401807" y="128997"/>
                </a:cubicBezTo>
                <a:cubicBezTo>
                  <a:pt x="401807" y="131495"/>
                  <a:pt x="401041" y="133539"/>
                  <a:pt x="399509" y="135129"/>
                </a:cubicBezTo>
                <a:cubicBezTo>
                  <a:pt x="397978" y="136720"/>
                  <a:pt x="395964" y="137515"/>
                  <a:pt x="393468" y="137515"/>
                </a:cubicBezTo>
                <a:cubicBezTo>
                  <a:pt x="391028" y="137515"/>
                  <a:pt x="389029" y="136720"/>
                  <a:pt x="387468" y="135129"/>
                </a:cubicBezTo>
                <a:cubicBezTo>
                  <a:pt x="385908" y="133539"/>
                  <a:pt x="385128" y="131495"/>
                  <a:pt x="385128" y="128997"/>
                </a:cubicBezTo>
                <a:cubicBezTo>
                  <a:pt x="385128" y="125590"/>
                  <a:pt x="385029" y="120494"/>
                  <a:pt x="384830" y="113709"/>
                </a:cubicBezTo>
                <a:cubicBezTo>
                  <a:pt x="384632" y="106923"/>
                  <a:pt x="384533" y="101826"/>
                  <a:pt x="384533" y="98419"/>
                </a:cubicBezTo>
                <a:cubicBezTo>
                  <a:pt x="384533" y="93081"/>
                  <a:pt x="384816" y="86423"/>
                  <a:pt x="385384" y="78445"/>
                </a:cubicBezTo>
                <a:cubicBezTo>
                  <a:pt x="385951" y="70466"/>
                  <a:pt x="386235" y="63807"/>
                  <a:pt x="386235" y="58469"/>
                </a:cubicBezTo>
                <a:cubicBezTo>
                  <a:pt x="386235" y="55914"/>
                  <a:pt x="387015" y="53842"/>
                  <a:pt x="388575" y="52251"/>
                </a:cubicBezTo>
                <a:cubicBezTo>
                  <a:pt x="390135" y="50661"/>
                  <a:pt x="392135" y="49866"/>
                  <a:pt x="394574" y="49866"/>
                </a:cubicBezTo>
                <a:cubicBezTo>
                  <a:pt x="397013" y="49866"/>
                  <a:pt x="399013" y="50661"/>
                  <a:pt x="400573" y="52251"/>
                </a:cubicBezTo>
                <a:cubicBezTo>
                  <a:pt x="402133" y="53842"/>
                  <a:pt x="402913" y="55914"/>
                  <a:pt x="402913" y="58469"/>
                </a:cubicBezTo>
                <a:cubicBezTo>
                  <a:pt x="402913" y="63807"/>
                  <a:pt x="402630" y="70466"/>
                  <a:pt x="402062" y="78445"/>
                </a:cubicBezTo>
                <a:cubicBezTo>
                  <a:pt x="401495" y="86423"/>
                  <a:pt x="401211" y="93081"/>
                  <a:pt x="401211" y="98419"/>
                </a:cubicBezTo>
                <a:close/>
                <a:moveTo>
                  <a:pt x="499089" y="100328"/>
                </a:moveTo>
                <a:lnTo>
                  <a:pt x="497132" y="128920"/>
                </a:lnTo>
                <a:cubicBezTo>
                  <a:pt x="496792" y="140266"/>
                  <a:pt x="495629" y="149542"/>
                  <a:pt x="493643" y="156746"/>
                </a:cubicBezTo>
                <a:cubicBezTo>
                  <a:pt x="491090" y="165937"/>
                  <a:pt x="487006" y="172716"/>
                  <a:pt x="481389" y="177084"/>
                </a:cubicBezTo>
                <a:cubicBezTo>
                  <a:pt x="474582" y="182360"/>
                  <a:pt x="464739" y="184998"/>
                  <a:pt x="451861" y="184998"/>
                </a:cubicBezTo>
                <a:cubicBezTo>
                  <a:pt x="444316" y="184998"/>
                  <a:pt x="437990" y="184488"/>
                  <a:pt x="432885" y="183466"/>
                </a:cubicBezTo>
                <a:cubicBezTo>
                  <a:pt x="425737" y="182048"/>
                  <a:pt x="422163" y="179098"/>
                  <a:pt x="422163" y="174617"/>
                </a:cubicBezTo>
                <a:cubicBezTo>
                  <a:pt x="422163" y="169568"/>
                  <a:pt x="424630" y="167043"/>
                  <a:pt x="429566" y="167043"/>
                </a:cubicBezTo>
                <a:cubicBezTo>
                  <a:pt x="431608" y="167043"/>
                  <a:pt x="435012" y="167539"/>
                  <a:pt x="439777" y="168532"/>
                </a:cubicBezTo>
                <a:cubicBezTo>
                  <a:pt x="444543" y="169525"/>
                  <a:pt x="449819" y="169965"/>
                  <a:pt x="455605" y="169851"/>
                </a:cubicBezTo>
                <a:cubicBezTo>
                  <a:pt x="466498" y="169670"/>
                  <a:pt x="474014" y="164084"/>
                  <a:pt x="478156" y="153093"/>
                </a:cubicBezTo>
                <a:cubicBezTo>
                  <a:pt x="480879" y="145764"/>
                  <a:pt x="482325" y="134501"/>
                  <a:pt x="482496" y="119304"/>
                </a:cubicBezTo>
                <a:cubicBezTo>
                  <a:pt x="479432" y="125942"/>
                  <a:pt x="475787" y="130920"/>
                  <a:pt x="471561" y="134239"/>
                </a:cubicBezTo>
                <a:cubicBezTo>
                  <a:pt x="467334" y="137557"/>
                  <a:pt x="462498" y="139217"/>
                  <a:pt x="457052" y="139217"/>
                </a:cubicBezTo>
                <a:cubicBezTo>
                  <a:pt x="446784" y="139217"/>
                  <a:pt x="438430" y="135710"/>
                  <a:pt x="431991" y="128697"/>
                </a:cubicBezTo>
                <a:cubicBezTo>
                  <a:pt x="425552" y="121683"/>
                  <a:pt x="422333" y="112583"/>
                  <a:pt x="422333" y="101397"/>
                </a:cubicBezTo>
                <a:cubicBezTo>
                  <a:pt x="422333" y="86066"/>
                  <a:pt x="426729" y="73715"/>
                  <a:pt x="435523" y="64346"/>
                </a:cubicBezTo>
                <a:cubicBezTo>
                  <a:pt x="444600" y="54693"/>
                  <a:pt x="456967" y="49866"/>
                  <a:pt x="472624" y="49866"/>
                </a:cubicBezTo>
                <a:cubicBezTo>
                  <a:pt x="477900" y="49866"/>
                  <a:pt x="482325" y="50547"/>
                  <a:pt x="485899" y="51908"/>
                </a:cubicBezTo>
                <a:cubicBezTo>
                  <a:pt x="489473" y="53270"/>
                  <a:pt x="492196" y="55312"/>
                  <a:pt x="494069" y="58035"/>
                </a:cubicBezTo>
                <a:cubicBezTo>
                  <a:pt x="500139" y="58206"/>
                  <a:pt x="503174" y="61581"/>
                  <a:pt x="503174" y="68162"/>
                </a:cubicBezTo>
                <a:cubicBezTo>
                  <a:pt x="503174" y="72190"/>
                  <a:pt x="502578" y="77579"/>
                  <a:pt x="501387" y="84330"/>
                </a:cubicBezTo>
                <a:cubicBezTo>
                  <a:pt x="500082" y="92159"/>
                  <a:pt x="499316" y="97491"/>
                  <a:pt x="499089" y="100328"/>
                </a:cubicBezTo>
                <a:moveTo>
                  <a:pt x="471773" y="66885"/>
                </a:moveTo>
                <a:cubicBezTo>
                  <a:pt x="460995" y="66885"/>
                  <a:pt x="452655" y="70231"/>
                  <a:pt x="446755" y="76921"/>
                </a:cubicBezTo>
                <a:cubicBezTo>
                  <a:pt x="441479" y="82947"/>
                  <a:pt x="438841" y="90608"/>
                  <a:pt x="438841" y="99905"/>
                </a:cubicBezTo>
                <a:cubicBezTo>
                  <a:pt x="438841" y="107310"/>
                  <a:pt x="440401" y="112877"/>
                  <a:pt x="443522" y="116605"/>
                </a:cubicBezTo>
                <a:cubicBezTo>
                  <a:pt x="446642" y="120333"/>
                  <a:pt x="451322" y="122198"/>
                  <a:pt x="457562" y="122198"/>
                </a:cubicBezTo>
                <a:cubicBezTo>
                  <a:pt x="463292" y="122198"/>
                  <a:pt x="468852" y="119287"/>
                  <a:pt x="474241" y="113465"/>
                </a:cubicBezTo>
                <a:cubicBezTo>
                  <a:pt x="479120" y="108102"/>
                  <a:pt x="481900" y="102790"/>
                  <a:pt x="482581" y="97530"/>
                </a:cubicBezTo>
                <a:cubicBezTo>
                  <a:pt x="483772" y="92013"/>
                  <a:pt x="485048" y="83356"/>
                  <a:pt x="486410" y="71558"/>
                </a:cubicBezTo>
                <a:cubicBezTo>
                  <a:pt x="484141" y="69974"/>
                  <a:pt x="481786" y="68800"/>
                  <a:pt x="479347" y="68034"/>
                </a:cubicBezTo>
                <a:cubicBezTo>
                  <a:pt x="476908" y="67268"/>
                  <a:pt x="474383" y="66885"/>
                  <a:pt x="471773" y="66885"/>
                </a:cubicBezTo>
                <a:close/>
                <a:moveTo>
                  <a:pt x="589988" y="87308"/>
                </a:moveTo>
                <a:cubicBezTo>
                  <a:pt x="589988" y="91393"/>
                  <a:pt x="590016" y="97520"/>
                  <a:pt x="590073" y="105689"/>
                </a:cubicBezTo>
                <a:cubicBezTo>
                  <a:pt x="590130" y="113858"/>
                  <a:pt x="590158" y="119985"/>
                  <a:pt x="590158" y="124070"/>
                </a:cubicBezTo>
                <a:cubicBezTo>
                  <a:pt x="590158" y="125318"/>
                  <a:pt x="590257" y="127218"/>
                  <a:pt x="590456" y="129771"/>
                </a:cubicBezTo>
                <a:cubicBezTo>
                  <a:pt x="590654" y="132324"/>
                  <a:pt x="590754" y="134224"/>
                  <a:pt x="590754" y="135472"/>
                </a:cubicBezTo>
                <a:cubicBezTo>
                  <a:pt x="590754" y="137912"/>
                  <a:pt x="589931" y="139912"/>
                  <a:pt x="588286" y="141472"/>
                </a:cubicBezTo>
                <a:cubicBezTo>
                  <a:pt x="586641" y="143032"/>
                  <a:pt x="584627" y="143812"/>
                  <a:pt x="582244" y="143812"/>
                </a:cubicBezTo>
                <a:cubicBezTo>
                  <a:pt x="577876" y="143812"/>
                  <a:pt x="575096" y="141117"/>
                  <a:pt x="573905" y="135728"/>
                </a:cubicBezTo>
                <a:cubicBezTo>
                  <a:pt x="566813" y="139415"/>
                  <a:pt x="558644" y="141259"/>
                  <a:pt x="549397" y="141259"/>
                </a:cubicBezTo>
                <a:cubicBezTo>
                  <a:pt x="541965" y="141259"/>
                  <a:pt x="535810" y="139614"/>
                  <a:pt x="530931" y="136323"/>
                </a:cubicBezTo>
                <a:cubicBezTo>
                  <a:pt x="525542" y="132693"/>
                  <a:pt x="522337" y="127388"/>
                  <a:pt x="521316" y="120411"/>
                </a:cubicBezTo>
                <a:cubicBezTo>
                  <a:pt x="519103" y="105377"/>
                  <a:pt x="517997" y="91989"/>
                  <a:pt x="517997" y="80245"/>
                </a:cubicBezTo>
                <a:cubicBezTo>
                  <a:pt x="517997" y="72473"/>
                  <a:pt x="518848" y="63623"/>
                  <a:pt x="520550" y="53695"/>
                </a:cubicBezTo>
                <a:cubicBezTo>
                  <a:pt x="521344" y="48760"/>
                  <a:pt x="524039" y="46292"/>
                  <a:pt x="528634" y="46292"/>
                </a:cubicBezTo>
                <a:cubicBezTo>
                  <a:pt x="531073" y="46292"/>
                  <a:pt x="533115" y="47071"/>
                  <a:pt x="534761" y="48630"/>
                </a:cubicBezTo>
                <a:cubicBezTo>
                  <a:pt x="536406" y="50188"/>
                  <a:pt x="537228" y="52186"/>
                  <a:pt x="537228" y="54624"/>
                </a:cubicBezTo>
                <a:cubicBezTo>
                  <a:pt x="537228" y="57230"/>
                  <a:pt x="536817" y="61395"/>
                  <a:pt x="535995" y="67119"/>
                </a:cubicBezTo>
                <a:cubicBezTo>
                  <a:pt x="535172" y="72842"/>
                  <a:pt x="534761" y="77205"/>
                  <a:pt x="534761" y="80208"/>
                </a:cubicBezTo>
                <a:cubicBezTo>
                  <a:pt x="534761" y="89671"/>
                  <a:pt x="535073" y="97775"/>
                  <a:pt x="535697" y="104519"/>
                </a:cubicBezTo>
                <a:cubicBezTo>
                  <a:pt x="536321" y="111263"/>
                  <a:pt x="537257" y="116674"/>
                  <a:pt x="538505" y="120754"/>
                </a:cubicBezTo>
                <a:cubicBezTo>
                  <a:pt x="540377" y="121775"/>
                  <a:pt x="542221" y="122555"/>
                  <a:pt x="544036" y="123094"/>
                </a:cubicBezTo>
                <a:cubicBezTo>
                  <a:pt x="545851" y="123631"/>
                  <a:pt x="547638" y="123899"/>
                  <a:pt x="549397" y="123899"/>
                </a:cubicBezTo>
                <a:cubicBezTo>
                  <a:pt x="556999" y="123899"/>
                  <a:pt x="565026" y="122682"/>
                  <a:pt x="573479" y="120246"/>
                </a:cubicBezTo>
                <a:lnTo>
                  <a:pt x="573394" y="102990"/>
                </a:lnTo>
                <a:lnTo>
                  <a:pt x="573224" y="86500"/>
                </a:lnTo>
                <a:cubicBezTo>
                  <a:pt x="573224" y="74258"/>
                  <a:pt x="573763" y="63633"/>
                  <a:pt x="574841" y="54624"/>
                </a:cubicBezTo>
                <a:cubicBezTo>
                  <a:pt x="575465" y="49410"/>
                  <a:pt x="578216" y="46803"/>
                  <a:pt x="583095" y="46803"/>
                </a:cubicBezTo>
                <a:cubicBezTo>
                  <a:pt x="585534" y="46803"/>
                  <a:pt x="587577" y="47597"/>
                  <a:pt x="589222" y="49185"/>
                </a:cubicBezTo>
                <a:cubicBezTo>
                  <a:pt x="590867" y="50774"/>
                  <a:pt x="591633" y="52759"/>
                  <a:pt x="591520" y="55142"/>
                </a:cubicBezTo>
                <a:lnTo>
                  <a:pt x="589988" y="87308"/>
                </a:lnTo>
                <a:close/>
                <a:moveTo>
                  <a:pt x="678250" y="73948"/>
                </a:moveTo>
                <a:cubicBezTo>
                  <a:pt x="677852" y="81040"/>
                  <a:pt x="675016" y="84585"/>
                  <a:pt x="669740" y="84585"/>
                </a:cubicBezTo>
                <a:cubicBezTo>
                  <a:pt x="664861" y="84585"/>
                  <a:pt x="662422" y="81789"/>
                  <a:pt x="662422" y="76195"/>
                </a:cubicBezTo>
                <a:cubicBezTo>
                  <a:pt x="662422" y="75121"/>
                  <a:pt x="662337" y="73142"/>
                  <a:pt x="662167" y="70260"/>
                </a:cubicBezTo>
                <a:lnTo>
                  <a:pt x="661911" y="63141"/>
                </a:lnTo>
                <a:cubicBezTo>
                  <a:pt x="652948" y="64221"/>
                  <a:pt x="645771" y="66751"/>
                  <a:pt x="640382" y="70731"/>
                </a:cubicBezTo>
                <a:cubicBezTo>
                  <a:pt x="635333" y="74427"/>
                  <a:pt x="631135" y="79999"/>
                  <a:pt x="627788" y="87447"/>
                </a:cubicBezTo>
                <a:lnTo>
                  <a:pt x="627958" y="134177"/>
                </a:lnTo>
                <a:cubicBezTo>
                  <a:pt x="627958" y="139920"/>
                  <a:pt x="625150" y="142791"/>
                  <a:pt x="619534" y="142791"/>
                </a:cubicBezTo>
                <a:cubicBezTo>
                  <a:pt x="614541" y="142791"/>
                  <a:pt x="612045" y="139921"/>
                  <a:pt x="612045" y="134180"/>
                </a:cubicBezTo>
                <a:lnTo>
                  <a:pt x="612045" y="74334"/>
                </a:lnTo>
                <a:cubicBezTo>
                  <a:pt x="612045" y="72458"/>
                  <a:pt x="612116" y="69646"/>
                  <a:pt x="612258" y="65896"/>
                </a:cubicBezTo>
                <a:cubicBezTo>
                  <a:pt x="612400" y="62145"/>
                  <a:pt x="612471" y="59331"/>
                  <a:pt x="612471" y="57456"/>
                </a:cubicBezTo>
                <a:cubicBezTo>
                  <a:pt x="612471" y="51715"/>
                  <a:pt x="614967" y="48845"/>
                  <a:pt x="619959" y="48845"/>
                </a:cubicBezTo>
                <a:cubicBezTo>
                  <a:pt x="625519" y="48845"/>
                  <a:pt x="628327" y="53554"/>
                  <a:pt x="628383" y="62971"/>
                </a:cubicBezTo>
                <a:cubicBezTo>
                  <a:pt x="639276" y="52419"/>
                  <a:pt x="651359" y="47143"/>
                  <a:pt x="664634" y="47143"/>
                </a:cubicBezTo>
                <a:cubicBezTo>
                  <a:pt x="669229" y="47143"/>
                  <a:pt x="672662" y="48873"/>
                  <a:pt x="674931" y="52334"/>
                </a:cubicBezTo>
                <a:cubicBezTo>
                  <a:pt x="677200" y="55794"/>
                  <a:pt x="678335" y="61014"/>
                  <a:pt x="678335" y="67992"/>
                </a:cubicBezTo>
                <a:cubicBezTo>
                  <a:pt x="678335" y="70942"/>
                  <a:pt x="678306" y="72927"/>
                  <a:pt x="678250" y="73948"/>
                </a:cubicBezTo>
                <a:close/>
                <a:moveTo>
                  <a:pt x="761286" y="142621"/>
                </a:moveTo>
                <a:cubicBezTo>
                  <a:pt x="760208" y="142621"/>
                  <a:pt x="758251" y="141362"/>
                  <a:pt x="755414" y="138844"/>
                </a:cubicBezTo>
                <a:cubicBezTo>
                  <a:pt x="752861" y="136499"/>
                  <a:pt x="750961" y="134411"/>
                  <a:pt x="749713" y="132579"/>
                </a:cubicBezTo>
                <a:cubicBezTo>
                  <a:pt x="744267" y="135558"/>
                  <a:pt x="739473" y="137806"/>
                  <a:pt x="735332" y="139323"/>
                </a:cubicBezTo>
                <a:cubicBezTo>
                  <a:pt x="731190" y="140841"/>
                  <a:pt x="727730" y="141599"/>
                  <a:pt x="724950" y="141599"/>
                </a:cubicBezTo>
                <a:cubicBezTo>
                  <a:pt x="711675" y="141599"/>
                  <a:pt x="702002" y="137855"/>
                  <a:pt x="695932" y="130367"/>
                </a:cubicBezTo>
                <a:cubicBezTo>
                  <a:pt x="690202" y="123332"/>
                  <a:pt x="687338" y="112553"/>
                  <a:pt x="687338" y="98030"/>
                </a:cubicBezTo>
                <a:cubicBezTo>
                  <a:pt x="687338" y="84302"/>
                  <a:pt x="692060" y="72558"/>
                  <a:pt x="701506" y="62801"/>
                </a:cubicBezTo>
                <a:cubicBezTo>
                  <a:pt x="710952" y="53043"/>
                  <a:pt x="722227" y="48164"/>
                  <a:pt x="735332" y="48164"/>
                </a:cubicBezTo>
                <a:cubicBezTo>
                  <a:pt x="740267" y="48164"/>
                  <a:pt x="745798" y="49441"/>
                  <a:pt x="751925" y="51994"/>
                </a:cubicBezTo>
                <a:cubicBezTo>
                  <a:pt x="759641" y="55170"/>
                  <a:pt x="763498" y="59000"/>
                  <a:pt x="763498" y="63481"/>
                </a:cubicBezTo>
                <a:cubicBezTo>
                  <a:pt x="763498" y="65013"/>
                  <a:pt x="762931" y="66375"/>
                  <a:pt x="761796" y="67566"/>
                </a:cubicBezTo>
                <a:cubicBezTo>
                  <a:pt x="761229" y="69722"/>
                  <a:pt x="760789" y="73267"/>
                  <a:pt x="760477" y="78203"/>
                </a:cubicBezTo>
                <a:cubicBezTo>
                  <a:pt x="760165" y="83139"/>
                  <a:pt x="759981" y="89464"/>
                  <a:pt x="759924" y="97179"/>
                </a:cubicBezTo>
                <a:cubicBezTo>
                  <a:pt x="759868" y="104214"/>
                  <a:pt x="760350" y="109774"/>
                  <a:pt x="761371" y="113858"/>
                </a:cubicBezTo>
                <a:cubicBezTo>
                  <a:pt x="761938" y="116354"/>
                  <a:pt x="763725" y="121347"/>
                  <a:pt x="766732" y="128835"/>
                </a:cubicBezTo>
                <a:cubicBezTo>
                  <a:pt x="767129" y="129856"/>
                  <a:pt x="767781" y="131360"/>
                  <a:pt x="768689" y="133345"/>
                </a:cubicBezTo>
                <a:lnTo>
                  <a:pt x="769200" y="134792"/>
                </a:lnTo>
                <a:cubicBezTo>
                  <a:pt x="769200" y="137061"/>
                  <a:pt x="768405" y="138933"/>
                  <a:pt x="766817" y="140408"/>
                </a:cubicBezTo>
                <a:cubicBezTo>
                  <a:pt x="765229" y="141883"/>
                  <a:pt x="763385" y="142621"/>
                  <a:pt x="761286" y="142621"/>
                </a:cubicBezTo>
                <a:moveTo>
                  <a:pt x="743586" y="83511"/>
                </a:moveTo>
                <a:cubicBezTo>
                  <a:pt x="743586" y="81077"/>
                  <a:pt x="743742" y="78432"/>
                  <a:pt x="744054" y="75576"/>
                </a:cubicBezTo>
                <a:cubicBezTo>
                  <a:pt x="744366" y="72718"/>
                  <a:pt x="744834" y="69677"/>
                  <a:pt x="745458" y="66452"/>
                </a:cubicBezTo>
                <a:cubicBezTo>
                  <a:pt x="743359" y="65376"/>
                  <a:pt x="741558" y="64583"/>
                  <a:pt x="740054" y="64074"/>
                </a:cubicBezTo>
                <a:cubicBezTo>
                  <a:pt x="738551" y="63566"/>
                  <a:pt x="737346" y="63311"/>
                  <a:pt x="736438" y="63311"/>
                </a:cubicBezTo>
                <a:cubicBezTo>
                  <a:pt x="727645" y="63311"/>
                  <a:pt x="720057" y="66890"/>
                  <a:pt x="713675" y="74047"/>
                </a:cubicBezTo>
                <a:cubicBezTo>
                  <a:pt x="707293" y="81204"/>
                  <a:pt x="704101" y="89450"/>
                  <a:pt x="704101" y="98786"/>
                </a:cubicBezTo>
                <a:cubicBezTo>
                  <a:pt x="704101" y="108065"/>
                  <a:pt x="705747" y="115024"/>
                  <a:pt x="709037" y="119663"/>
                </a:cubicBezTo>
                <a:cubicBezTo>
                  <a:pt x="712327" y="124303"/>
                  <a:pt x="717263" y="126623"/>
                  <a:pt x="723844" y="126623"/>
                </a:cubicBezTo>
                <a:cubicBezTo>
                  <a:pt x="729290" y="126623"/>
                  <a:pt x="733913" y="125632"/>
                  <a:pt x="737714" y="123652"/>
                </a:cubicBezTo>
                <a:cubicBezTo>
                  <a:pt x="739757" y="122578"/>
                  <a:pt x="742621" y="120428"/>
                  <a:pt x="746309" y="117203"/>
                </a:cubicBezTo>
                <a:cubicBezTo>
                  <a:pt x="744494" y="102209"/>
                  <a:pt x="743586" y="90978"/>
                  <a:pt x="743586" y="83511"/>
                </a:cubicBezTo>
                <a:close/>
                <a:moveTo>
                  <a:pt x="841158" y="64577"/>
                </a:moveTo>
                <a:cubicBezTo>
                  <a:pt x="839966" y="64577"/>
                  <a:pt x="838562" y="64520"/>
                  <a:pt x="836945" y="64407"/>
                </a:cubicBezTo>
                <a:cubicBezTo>
                  <a:pt x="835329" y="64292"/>
                  <a:pt x="833925" y="64234"/>
                  <a:pt x="832733" y="64234"/>
                </a:cubicBezTo>
                <a:cubicBezTo>
                  <a:pt x="831428" y="64234"/>
                  <a:pt x="827571" y="64664"/>
                  <a:pt x="821160" y="65524"/>
                </a:cubicBezTo>
                <a:lnTo>
                  <a:pt x="822777" y="115760"/>
                </a:lnTo>
                <a:lnTo>
                  <a:pt x="822862" y="119501"/>
                </a:lnTo>
                <a:lnTo>
                  <a:pt x="822947" y="123836"/>
                </a:lnTo>
                <a:cubicBezTo>
                  <a:pt x="823174" y="136245"/>
                  <a:pt x="820196" y="142450"/>
                  <a:pt x="814012" y="142450"/>
                </a:cubicBezTo>
                <a:cubicBezTo>
                  <a:pt x="811743" y="142450"/>
                  <a:pt x="809772" y="141714"/>
                  <a:pt x="808098" y="140240"/>
                </a:cubicBezTo>
                <a:cubicBezTo>
                  <a:pt x="806424" y="138767"/>
                  <a:pt x="805588" y="136925"/>
                  <a:pt x="805588" y="134715"/>
                </a:cubicBezTo>
                <a:cubicBezTo>
                  <a:pt x="805588" y="132562"/>
                  <a:pt x="805673" y="129333"/>
                  <a:pt x="805843" y="125027"/>
                </a:cubicBezTo>
                <a:cubicBezTo>
                  <a:pt x="806013" y="120719"/>
                  <a:pt x="806098" y="117488"/>
                  <a:pt x="806098" y="115334"/>
                </a:cubicBezTo>
                <a:lnTo>
                  <a:pt x="804396" y="65694"/>
                </a:lnTo>
                <a:cubicBezTo>
                  <a:pt x="800255" y="65524"/>
                  <a:pt x="793958" y="65039"/>
                  <a:pt x="785505" y="64239"/>
                </a:cubicBezTo>
                <a:cubicBezTo>
                  <a:pt x="780456" y="63555"/>
                  <a:pt x="777932" y="60734"/>
                  <a:pt x="777932" y="55775"/>
                </a:cubicBezTo>
                <a:cubicBezTo>
                  <a:pt x="777932" y="53266"/>
                  <a:pt x="778697" y="51187"/>
                  <a:pt x="780229" y="49536"/>
                </a:cubicBezTo>
                <a:cubicBezTo>
                  <a:pt x="781761" y="47884"/>
                  <a:pt x="783718" y="47058"/>
                  <a:pt x="786101" y="47058"/>
                </a:cubicBezTo>
                <a:lnTo>
                  <a:pt x="803971" y="48505"/>
                </a:lnTo>
                <a:cubicBezTo>
                  <a:pt x="803971" y="45602"/>
                  <a:pt x="803843" y="41720"/>
                  <a:pt x="803588" y="36857"/>
                </a:cubicBezTo>
                <a:cubicBezTo>
                  <a:pt x="803333" y="31992"/>
                  <a:pt x="803205" y="28480"/>
                  <a:pt x="803205" y="26319"/>
                </a:cubicBezTo>
                <a:cubicBezTo>
                  <a:pt x="803205" y="23929"/>
                  <a:pt x="804028" y="21952"/>
                  <a:pt x="805673" y="20388"/>
                </a:cubicBezTo>
                <a:cubicBezTo>
                  <a:pt x="807318" y="18823"/>
                  <a:pt x="809332" y="18040"/>
                  <a:pt x="811715" y="18040"/>
                </a:cubicBezTo>
                <a:cubicBezTo>
                  <a:pt x="816820" y="18040"/>
                  <a:pt x="819799" y="22210"/>
                  <a:pt x="820650" y="30549"/>
                </a:cubicBezTo>
                <a:cubicBezTo>
                  <a:pt x="820820" y="32648"/>
                  <a:pt x="820905" y="35173"/>
                  <a:pt x="820905" y="38123"/>
                </a:cubicBezTo>
                <a:lnTo>
                  <a:pt x="820735" y="43058"/>
                </a:lnTo>
                <a:lnTo>
                  <a:pt x="820650" y="48334"/>
                </a:lnTo>
                <a:cubicBezTo>
                  <a:pt x="827684" y="47427"/>
                  <a:pt x="831712" y="46973"/>
                  <a:pt x="832733" y="46973"/>
                </a:cubicBezTo>
                <a:cubicBezTo>
                  <a:pt x="838633" y="46973"/>
                  <a:pt x="842491" y="47257"/>
                  <a:pt x="844306" y="47824"/>
                </a:cubicBezTo>
                <a:cubicBezTo>
                  <a:pt x="847767" y="48966"/>
                  <a:pt x="849497" y="51657"/>
                  <a:pt x="849497" y="55897"/>
                </a:cubicBezTo>
                <a:cubicBezTo>
                  <a:pt x="849497" y="58418"/>
                  <a:pt x="848717" y="60495"/>
                  <a:pt x="847157" y="62128"/>
                </a:cubicBezTo>
                <a:cubicBezTo>
                  <a:pt x="845597" y="63761"/>
                  <a:pt x="843597" y="64577"/>
                  <a:pt x="841158" y="64577"/>
                </a:cubicBezTo>
                <a:close/>
                <a:moveTo>
                  <a:pt x="883264" y="29273"/>
                </a:moveTo>
                <a:cubicBezTo>
                  <a:pt x="880541" y="29273"/>
                  <a:pt x="878186" y="28309"/>
                  <a:pt x="876201" y="26380"/>
                </a:cubicBezTo>
                <a:cubicBezTo>
                  <a:pt x="874215" y="24451"/>
                  <a:pt x="873222" y="22125"/>
                  <a:pt x="873222" y="19402"/>
                </a:cubicBezTo>
                <a:cubicBezTo>
                  <a:pt x="873222" y="16679"/>
                  <a:pt x="874215" y="14353"/>
                  <a:pt x="876201" y="12424"/>
                </a:cubicBezTo>
                <a:cubicBezTo>
                  <a:pt x="878186" y="10495"/>
                  <a:pt x="880541" y="9531"/>
                  <a:pt x="883264" y="9531"/>
                </a:cubicBezTo>
                <a:cubicBezTo>
                  <a:pt x="885987" y="9531"/>
                  <a:pt x="888327" y="10495"/>
                  <a:pt x="890284" y="12424"/>
                </a:cubicBezTo>
                <a:cubicBezTo>
                  <a:pt x="892241" y="14353"/>
                  <a:pt x="893220" y="16679"/>
                  <a:pt x="893220" y="19402"/>
                </a:cubicBezTo>
                <a:cubicBezTo>
                  <a:pt x="893220" y="22125"/>
                  <a:pt x="892241" y="24451"/>
                  <a:pt x="890284" y="26380"/>
                </a:cubicBezTo>
                <a:cubicBezTo>
                  <a:pt x="888327" y="28309"/>
                  <a:pt x="885987" y="29273"/>
                  <a:pt x="883264" y="29273"/>
                </a:cubicBezTo>
                <a:moveTo>
                  <a:pt x="887093" y="98419"/>
                </a:moveTo>
                <a:cubicBezTo>
                  <a:pt x="887093" y="101826"/>
                  <a:pt x="887192" y="106923"/>
                  <a:pt x="887391" y="113709"/>
                </a:cubicBezTo>
                <a:cubicBezTo>
                  <a:pt x="887589" y="120494"/>
                  <a:pt x="887689" y="125590"/>
                  <a:pt x="887689" y="128997"/>
                </a:cubicBezTo>
                <a:cubicBezTo>
                  <a:pt x="887689" y="131495"/>
                  <a:pt x="886923" y="133539"/>
                  <a:pt x="885391" y="135129"/>
                </a:cubicBezTo>
                <a:cubicBezTo>
                  <a:pt x="883859" y="136720"/>
                  <a:pt x="881845" y="137515"/>
                  <a:pt x="879349" y="137515"/>
                </a:cubicBezTo>
                <a:cubicBezTo>
                  <a:pt x="876910" y="137515"/>
                  <a:pt x="874910" y="136720"/>
                  <a:pt x="873350" y="135129"/>
                </a:cubicBezTo>
                <a:cubicBezTo>
                  <a:pt x="871790" y="133539"/>
                  <a:pt x="871010" y="131495"/>
                  <a:pt x="871010" y="128997"/>
                </a:cubicBezTo>
                <a:cubicBezTo>
                  <a:pt x="871010" y="125590"/>
                  <a:pt x="870911" y="120494"/>
                  <a:pt x="870712" y="113709"/>
                </a:cubicBezTo>
                <a:cubicBezTo>
                  <a:pt x="870514" y="106923"/>
                  <a:pt x="870414" y="101826"/>
                  <a:pt x="870414" y="98419"/>
                </a:cubicBezTo>
                <a:cubicBezTo>
                  <a:pt x="870414" y="93081"/>
                  <a:pt x="870698" y="86423"/>
                  <a:pt x="871265" y="78445"/>
                </a:cubicBezTo>
                <a:cubicBezTo>
                  <a:pt x="871832" y="70466"/>
                  <a:pt x="872116" y="63807"/>
                  <a:pt x="872116" y="58469"/>
                </a:cubicBezTo>
                <a:cubicBezTo>
                  <a:pt x="872116" y="55914"/>
                  <a:pt x="872896" y="53842"/>
                  <a:pt x="874456" y="52251"/>
                </a:cubicBezTo>
                <a:cubicBezTo>
                  <a:pt x="876016" y="50661"/>
                  <a:pt x="878016" y="49866"/>
                  <a:pt x="880456" y="49866"/>
                </a:cubicBezTo>
                <a:cubicBezTo>
                  <a:pt x="882895" y="49866"/>
                  <a:pt x="884895" y="50661"/>
                  <a:pt x="886455" y="52251"/>
                </a:cubicBezTo>
                <a:cubicBezTo>
                  <a:pt x="888015" y="53842"/>
                  <a:pt x="888795" y="55914"/>
                  <a:pt x="888795" y="58469"/>
                </a:cubicBezTo>
                <a:cubicBezTo>
                  <a:pt x="888795" y="63807"/>
                  <a:pt x="888511" y="70466"/>
                  <a:pt x="887944" y="78445"/>
                </a:cubicBezTo>
                <a:cubicBezTo>
                  <a:pt x="887377" y="86423"/>
                  <a:pt x="887093" y="93081"/>
                  <a:pt x="887093" y="98419"/>
                </a:cubicBezTo>
                <a:close/>
                <a:moveTo>
                  <a:pt x="946847" y="142110"/>
                </a:moveTo>
                <a:cubicBezTo>
                  <a:pt x="937317" y="142110"/>
                  <a:pt x="929119" y="138586"/>
                  <a:pt x="922255" y="131539"/>
                </a:cubicBezTo>
                <a:cubicBezTo>
                  <a:pt x="914596" y="123696"/>
                  <a:pt x="910568" y="113153"/>
                  <a:pt x="910171" y="99910"/>
                </a:cubicBezTo>
                <a:cubicBezTo>
                  <a:pt x="909831" y="87066"/>
                  <a:pt x="913064" y="75757"/>
                  <a:pt x="919872" y="65981"/>
                </a:cubicBezTo>
                <a:cubicBezTo>
                  <a:pt x="927814" y="54444"/>
                  <a:pt x="938877" y="48675"/>
                  <a:pt x="953059" y="48675"/>
                </a:cubicBezTo>
                <a:cubicBezTo>
                  <a:pt x="964405" y="48675"/>
                  <a:pt x="973000" y="53875"/>
                  <a:pt x="978843" y="64277"/>
                </a:cubicBezTo>
                <a:cubicBezTo>
                  <a:pt x="983495" y="72687"/>
                  <a:pt x="985736" y="82803"/>
                  <a:pt x="985566" y="94624"/>
                </a:cubicBezTo>
                <a:cubicBezTo>
                  <a:pt x="985396" y="107241"/>
                  <a:pt x="982105" y="118012"/>
                  <a:pt x="975695" y="126936"/>
                </a:cubicBezTo>
                <a:cubicBezTo>
                  <a:pt x="968433" y="137052"/>
                  <a:pt x="958817" y="142110"/>
                  <a:pt x="946847" y="142110"/>
                </a:cubicBezTo>
                <a:moveTo>
                  <a:pt x="951953" y="66034"/>
                </a:moveTo>
                <a:cubicBezTo>
                  <a:pt x="943614" y="65978"/>
                  <a:pt x="937118" y="69954"/>
                  <a:pt x="932466" y="77964"/>
                </a:cubicBezTo>
                <a:cubicBezTo>
                  <a:pt x="928779" y="84385"/>
                  <a:pt x="926935" y="91714"/>
                  <a:pt x="926935" y="99950"/>
                </a:cubicBezTo>
                <a:cubicBezTo>
                  <a:pt x="926935" y="108189"/>
                  <a:pt x="929176" y="114609"/>
                  <a:pt x="933657" y="119211"/>
                </a:cubicBezTo>
                <a:cubicBezTo>
                  <a:pt x="937402" y="123017"/>
                  <a:pt x="941798" y="124921"/>
                  <a:pt x="946847" y="124921"/>
                </a:cubicBezTo>
                <a:cubicBezTo>
                  <a:pt x="952747" y="124921"/>
                  <a:pt x="957825" y="122761"/>
                  <a:pt x="962079" y="118443"/>
                </a:cubicBezTo>
                <a:cubicBezTo>
                  <a:pt x="966902" y="113672"/>
                  <a:pt x="969454" y="107224"/>
                  <a:pt x="969738" y="99099"/>
                </a:cubicBezTo>
                <a:cubicBezTo>
                  <a:pt x="970532" y="77113"/>
                  <a:pt x="964604" y="66091"/>
                  <a:pt x="951953" y="66034"/>
                </a:cubicBezTo>
                <a:close/>
                <a:moveTo>
                  <a:pt x="1071701" y="143131"/>
                </a:moveTo>
                <a:cubicBezTo>
                  <a:pt x="1066822" y="143131"/>
                  <a:pt x="1064070" y="140459"/>
                  <a:pt x="1063446" y="135116"/>
                </a:cubicBezTo>
                <a:lnTo>
                  <a:pt x="1061064" y="116440"/>
                </a:lnTo>
                <a:cubicBezTo>
                  <a:pt x="1060269" y="109789"/>
                  <a:pt x="1059872" y="103563"/>
                  <a:pt x="1059872" y="97764"/>
                </a:cubicBezTo>
                <a:cubicBezTo>
                  <a:pt x="1059872" y="96172"/>
                  <a:pt x="1059972" y="93472"/>
                  <a:pt x="1060170" y="89664"/>
                </a:cubicBezTo>
                <a:cubicBezTo>
                  <a:pt x="1060369" y="85855"/>
                  <a:pt x="1060468" y="83154"/>
                  <a:pt x="1060468" y="81562"/>
                </a:cubicBezTo>
                <a:cubicBezTo>
                  <a:pt x="1060468" y="69281"/>
                  <a:pt x="1058199" y="63141"/>
                  <a:pt x="1053660" y="63141"/>
                </a:cubicBezTo>
                <a:cubicBezTo>
                  <a:pt x="1047306" y="63141"/>
                  <a:pt x="1041236" y="66918"/>
                  <a:pt x="1035450" y="74472"/>
                </a:cubicBezTo>
                <a:cubicBezTo>
                  <a:pt x="1030231" y="81344"/>
                  <a:pt x="1026146" y="90032"/>
                  <a:pt x="1023196" y="100538"/>
                </a:cubicBezTo>
                <a:cubicBezTo>
                  <a:pt x="1023083" y="102754"/>
                  <a:pt x="1022827" y="105537"/>
                  <a:pt x="1022430" y="108888"/>
                </a:cubicBezTo>
                <a:cubicBezTo>
                  <a:pt x="1022090" y="111728"/>
                  <a:pt x="1021920" y="114482"/>
                  <a:pt x="1021920" y="117150"/>
                </a:cubicBezTo>
                <a:cubicBezTo>
                  <a:pt x="1021920" y="118854"/>
                  <a:pt x="1022090" y="121410"/>
                  <a:pt x="1022430" y="124817"/>
                </a:cubicBezTo>
                <a:cubicBezTo>
                  <a:pt x="1022770" y="128224"/>
                  <a:pt x="1022941" y="130780"/>
                  <a:pt x="1022941" y="132483"/>
                </a:cubicBezTo>
                <a:cubicBezTo>
                  <a:pt x="1022941" y="135040"/>
                  <a:pt x="1022161" y="137113"/>
                  <a:pt x="1020601" y="138703"/>
                </a:cubicBezTo>
                <a:cubicBezTo>
                  <a:pt x="1019040" y="140294"/>
                  <a:pt x="1017041" y="141089"/>
                  <a:pt x="1014601" y="141089"/>
                </a:cubicBezTo>
                <a:cubicBezTo>
                  <a:pt x="1012105" y="141089"/>
                  <a:pt x="1010091" y="140293"/>
                  <a:pt x="1008559" y="138701"/>
                </a:cubicBezTo>
                <a:cubicBezTo>
                  <a:pt x="1007028" y="137111"/>
                  <a:pt x="1006262" y="135036"/>
                  <a:pt x="1006262" y="132478"/>
                </a:cubicBezTo>
                <a:cubicBezTo>
                  <a:pt x="1006262" y="130774"/>
                  <a:pt x="1006078" y="128218"/>
                  <a:pt x="1005709" y="124809"/>
                </a:cubicBezTo>
                <a:cubicBezTo>
                  <a:pt x="1005340" y="121398"/>
                  <a:pt x="1005156" y="118840"/>
                  <a:pt x="1005156" y="117134"/>
                </a:cubicBezTo>
                <a:cubicBezTo>
                  <a:pt x="1005156" y="111280"/>
                  <a:pt x="1005567" y="103168"/>
                  <a:pt x="1006390" y="92797"/>
                </a:cubicBezTo>
                <a:cubicBezTo>
                  <a:pt x="1007212" y="82426"/>
                  <a:pt x="1007623" y="74313"/>
                  <a:pt x="1007623" y="68460"/>
                </a:cubicBezTo>
                <a:cubicBezTo>
                  <a:pt x="1007623" y="66641"/>
                  <a:pt x="1007524" y="63941"/>
                  <a:pt x="1007326" y="60362"/>
                </a:cubicBezTo>
                <a:cubicBezTo>
                  <a:pt x="1007127" y="56781"/>
                  <a:pt x="1007028" y="54082"/>
                  <a:pt x="1007028" y="52265"/>
                </a:cubicBezTo>
                <a:cubicBezTo>
                  <a:pt x="1007028" y="49820"/>
                  <a:pt x="1007836" y="47817"/>
                  <a:pt x="1009453" y="46255"/>
                </a:cubicBezTo>
                <a:cubicBezTo>
                  <a:pt x="1011070" y="44691"/>
                  <a:pt x="1013070" y="43909"/>
                  <a:pt x="1015452" y="43909"/>
                </a:cubicBezTo>
                <a:cubicBezTo>
                  <a:pt x="1020671" y="43909"/>
                  <a:pt x="1023536" y="47612"/>
                  <a:pt x="1024047" y="55017"/>
                </a:cubicBezTo>
                <a:lnTo>
                  <a:pt x="1024302" y="65013"/>
                </a:lnTo>
                <a:cubicBezTo>
                  <a:pt x="1033833" y="52306"/>
                  <a:pt x="1043619" y="45952"/>
                  <a:pt x="1053660" y="45952"/>
                </a:cubicBezTo>
                <a:cubicBezTo>
                  <a:pt x="1062737" y="45952"/>
                  <a:pt x="1069063" y="49958"/>
                  <a:pt x="1072637" y="57971"/>
                </a:cubicBezTo>
                <a:cubicBezTo>
                  <a:pt x="1075076" y="63313"/>
                  <a:pt x="1076409" y="71213"/>
                  <a:pt x="1076636" y="81671"/>
                </a:cubicBezTo>
                <a:lnTo>
                  <a:pt x="1076636" y="90279"/>
                </a:lnTo>
                <a:lnTo>
                  <a:pt x="1076551" y="98206"/>
                </a:lnTo>
                <a:cubicBezTo>
                  <a:pt x="1076551" y="102923"/>
                  <a:pt x="1077161" y="109019"/>
                  <a:pt x="1078381" y="116493"/>
                </a:cubicBezTo>
                <a:cubicBezTo>
                  <a:pt x="1079600" y="123966"/>
                  <a:pt x="1080210" y="130032"/>
                  <a:pt x="1080210" y="134691"/>
                </a:cubicBezTo>
                <a:cubicBezTo>
                  <a:pt x="1080210" y="137192"/>
                  <a:pt x="1079402" y="139224"/>
                  <a:pt x="1077785" y="140786"/>
                </a:cubicBezTo>
                <a:cubicBezTo>
                  <a:pt x="1076168" y="142349"/>
                  <a:pt x="1074140" y="143131"/>
                  <a:pt x="1071701" y="143131"/>
                </a:cubicBezTo>
                <a:close/>
                <a:moveTo>
                  <a:pt x="1232497" y="25188"/>
                </a:moveTo>
                <a:cubicBezTo>
                  <a:pt x="1231476" y="25188"/>
                  <a:pt x="1230398" y="24961"/>
                  <a:pt x="1229263" y="24508"/>
                </a:cubicBezTo>
                <a:cubicBezTo>
                  <a:pt x="1222229" y="21898"/>
                  <a:pt x="1212925" y="20593"/>
                  <a:pt x="1201352" y="20593"/>
                </a:cubicBezTo>
                <a:cubicBezTo>
                  <a:pt x="1197608" y="20593"/>
                  <a:pt x="1193225" y="20870"/>
                  <a:pt x="1188205" y="21423"/>
                </a:cubicBezTo>
                <a:cubicBezTo>
                  <a:pt x="1183184" y="21976"/>
                  <a:pt x="1177554" y="22834"/>
                  <a:pt x="1171313" y="23997"/>
                </a:cubicBezTo>
                <a:lnTo>
                  <a:pt x="1171143" y="60758"/>
                </a:lnTo>
                <a:cubicBezTo>
                  <a:pt x="1182092" y="57808"/>
                  <a:pt x="1190318" y="56333"/>
                  <a:pt x="1195821" y="56333"/>
                </a:cubicBezTo>
                <a:cubicBezTo>
                  <a:pt x="1204557" y="56333"/>
                  <a:pt x="1213606" y="56844"/>
                  <a:pt x="1222966" y="57865"/>
                </a:cubicBezTo>
                <a:cubicBezTo>
                  <a:pt x="1228299" y="58432"/>
                  <a:pt x="1230965" y="61326"/>
                  <a:pt x="1230965" y="66545"/>
                </a:cubicBezTo>
                <a:cubicBezTo>
                  <a:pt x="1230965" y="69098"/>
                  <a:pt x="1230143" y="71211"/>
                  <a:pt x="1228498" y="72885"/>
                </a:cubicBezTo>
                <a:cubicBezTo>
                  <a:pt x="1226852" y="74558"/>
                  <a:pt x="1224810" y="75395"/>
                  <a:pt x="1222371" y="75395"/>
                </a:cubicBezTo>
                <a:cubicBezTo>
                  <a:pt x="1219421" y="75395"/>
                  <a:pt x="1214996" y="75140"/>
                  <a:pt x="1209096" y="74629"/>
                </a:cubicBezTo>
                <a:cubicBezTo>
                  <a:pt x="1203196" y="74118"/>
                  <a:pt x="1198771" y="73863"/>
                  <a:pt x="1195821" y="73863"/>
                </a:cubicBezTo>
                <a:cubicBezTo>
                  <a:pt x="1191963" y="73863"/>
                  <a:pt x="1183624" y="75508"/>
                  <a:pt x="1170803" y="78799"/>
                </a:cubicBezTo>
                <a:lnTo>
                  <a:pt x="1170037" y="137345"/>
                </a:lnTo>
                <a:cubicBezTo>
                  <a:pt x="1170037" y="139784"/>
                  <a:pt x="1169243" y="141840"/>
                  <a:pt x="1167654" y="143514"/>
                </a:cubicBezTo>
                <a:cubicBezTo>
                  <a:pt x="1166066" y="145188"/>
                  <a:pt x="1164052" y="146024"/>
                  <a:pt x="1161612" y="146024"/>
                </a:cubicBezTo>
                <a:cubicBezTo>
                  <a:pt x="1159173" y="146024"/>
                  <a:pt x="1157145" y="145188"/>
                  <a:pt x="1155528" y="143514"/>
                </a:cubicBezTo>
                <a:cubicBezTo>
                  <a:pt x="1153911" y="141840"/>
                  <a:pt x="1153103" y="139784"/>
                  <a:pt x="1153103" y="137345"/>
                </a:cubicBezTo>
                <a:cubicBezTo>
                  <a:pt x="1153103" y="126169"/>
                  <a:pt x="1153315" y="109391"/>
                  <a:pt x="1153741" y="87010"/>
                </a:cubicBezTo>
                <a:cubicBezTo>
                  <a:pt x="1154166" y="64630"/>
                  <a:pt x="1154379" y="47852"/>
                  <a:pt x="1154379" y="36676"/>
                </a:cubicBezTo>
                <a:cubicBezTo>
                  <a:pt x="1154379" y="34180"/>
                  <a:pt x="1154337" y="30422"/>
                  <a:pt x="1154252" y="25401"/>
                </a:cubicBezTo>
                <a:cubicBezTo>
                  <a:pt x="1154166" y="20380"/>
                  <a:pt x="1154124" y="16622"/>
                  <a:pt x="1154124" y="14126"/>
                </a:cubicBezTo>
                <a:cubicBezTo>
                  <a:pt x="1154124" y="11630"/>
                  <a:pt x="1154904" y="9531"/>
                  <a:pt x="1156464" y="7829"/>
                </a:cubicBezTo>
                <a:cubicBezTo>
                  <a:pt x="1158024" y="6127"/>
                  <a:pt x="1160052" y="5276"/>
                  <a:pt x="1162548" y="5276"/>
                </a:cubicBezTo>
                <a:cubicBezTo>
                  <a:pt x="1164420" y="5276"/>
                  <a:pt x="1166094" y="5787"/>
                  <a:pt x="1167569" y="6808"/>
                </a:cubicBezTo>
                <a:cubicBezTo>
                  <a:pt x="1174604" y="5551"/>
                  <a:pt x="1180929" y="4613"/>
                  <a:pt x="1186545" y="3994"/>
                </a:cubicBezTo>
                <a:cubicBezTo>
                  <a:pt x="1192162" y="3374"/>
                  <a:pt x="1197097" y="3063"/>
                  <a:pt x="1201352" y="3063"/>
                </a:cubicBezTo>
                <a:cubicBezTo>
                  <a:pt x="1207876" y="3063"/>
                  <a:pt x="1215336" y="4003"/>
                  <a:pt x="1223732" y="5882"/>
                </a:cubicBezTo>
                <a:cubicBezTo>
                  <a:pt x="1235135" y="8502"/>
                  <a:pt x="1240837" y="11920"/>
                  <a:pt x="1240837" y="16134"/>
                </a:cubicBezTo>
                <a:cubicBezTo>
                  <a:pt x="1240837" y="18412"/>
                  <a:pt x="1240099" y="20434"/>
                  <a:pt x="1238624" y="22199"/>
                </a:cubicBezTo>
                <a:cubicBezTo>
                  <a:pt x="1236979" y="24192"/>
                  <a:pt x="1234937" y="25188"/>
                  <a:pt x="1232497" y="25188"/>
                </a:cubicBezTo>
                <a:close/>
                <a:moveTo>
                  <a:pt x="1273295" y="29273"/>
                </a:moveTo>
                <a:cubicBezTo>
                  <a:pt x="1270572" y="29273"/>
                  <a:pt x="1268217" y="28309"/>
                  <a:pt x="1266232" y="26380"/>
                </a:cubicBezTo>
                <a:cubicBezTo>
                  <a:pt x="1264246" y="24451"/>
                  <a:pt x="1263253" y="22125"/>
                  <a:pt x="1263253" y="19402"/>
                </a:cubicBezTo>
                <a:cubicBezTo>
                  <a:pt x="1263253" y="16679"/>
                  <a:pt x="1264246" y="14353"/>
                  <a:pt x="1266232" y="12424"/>
                </a:cubicBezTo>
                <a:cubicBezTo>
                  <a:pt x="1268217" y="10495"/>
                  <a:pt x="1270572" y="9531"/>
                  <a:pt x="1273295" y="9531"/>
                </a:cubicBezTo>
                <a:cubicBezTo>
                  <a:pt x="1276018" y="9531"/>
                  <a:pt x="1278358" y="10495"/>
                  <a:pt x="1280315" y="12424"/>
                </a:cubicBezTo>
                <a:cubicBezTo>
                  <a:pt x="1282272" y="14353"/>
                  <a:pt x="1283251" y="16679"/>
                  <a:pt x="1283251" y="19402"/>
                </a:cubicBezTo>
                <a:cubicBezTo>
                  <a:pt x="1283251" y="22125"/>
                  <a:pt x="1282272" y="24451"/>
                  <a:pt x="1280315" y="26380"/>
                </a:cubicBezTo>
                <a:cubicBezTo>
                  <a:pt x="1278358" y="28309"/>
                  <a:pt x="1276018" y="29273"/>
                  <a:pt x="1273295" y="29273"/>
                </a:cubicBezTo>
                <a:moveTo>
                  <a:pt x="1277124" y="98419"/>
                </a:moveTo>
                <a:cubicBezTo>
                  <a:pt x="1277124" y="101826"/>
                  <a:pt x="1277223" y="106923"/>
                  <a:pt x="1277422" y="113709"/>
                </a:cubicBezTo>
                <a:cubicBezTo>
                  <a:pt x="1277620" y="120494"/>
                  <a:pt x="1277720" y="125590"/>
                  <a:pt x="1277720" y="128997"/>
                </a:cubicBezTo>
                <a:cubicBezTo>
                  <a:pt x="1277720" y="131495"/>
                  <a:pt x="1276954" y="133539"/>
                  <a:pt x="1275422" y="135129"/>
                </a:cubicBezTo>
                <a:cubicBezTo>
                  <a:pt x="1273890" y="136720"/>
                  <a:pt x="1271876" y="137515"/>
                  <a:pt x="1269380" y="137515"/>
                </a:cubicBezTo>
                <a:cubicBezTo>
                  <a:pt x="1266941" y="137515"/>
                  <a:pt x="1264941" y="136720"/>
                  <a:pt x="1263381" y="135129"/>
                </a:cubicBezTo>
                <a:cubicBezTo>
                  <a:pt x="1261821" y="133539"/>
                  <a:pt x="1261041" y="131495"/>
                  <a:pt x="1261041" y="128997"/>
                </a:cubicBezTo>
                <a:cubicBezTo>
                  <a:pt x="1261041" y="125590"/>
                  <a:pt x="1260942" y="120494"/>
                  <a:pt x="1260743" y="113709"/>
                </a:cubicBezTo>
                <a:cubicBezTo>
                  <a:pt x="1260545" y="106923"/>
                  <a:pt x="1260445" y="101826"/>
                  <a:pt x="1260445" y="98419"/>
                </a:cubicBezTo>
                <a:cubicBezTo>
                  <a:pt x="1260445" y="93081"/>
                  <a:pt x="1260729" y="86423"/>
                  <a:pt x="1261296" y="78445"/>
                </a:cubicBezTo>
                <a:cubicBezTo>
                  <a:pt x="1261864" y="70466"/>
                  <a:pt x="1262147" y="63807"/>
                  <a:pt x="1262147" y="58469"/>
                </a:cubicBezTo>
                <a:cubicBezTo>
                  <a:pt x="1262147" y="55914"/>
                  <a:pt x="1262927" y="53842"/>
                  <a:pt x="1264487" y="52251"/>
                </a:cubicBezTo>
                <a:cubicBezTo>
                  <a:pt x="1266047" y="50661"/>
                  <a:pt x="1268047" y="49866"/>
                  <a:pt x="1270487" y="49866"/>
                </a:cubicBezTo>
                <a:cubicBezTo>
                  <a:pt x="1272926" y="49866"/>
                  <a:pt x="1274926" y="50661"/>
                  <a:pt x="1276486" y="52251"/>
                </a:cubicBezTo>
                <a:cubicBezTo>
                  <a:pt x="1278046" y="53842"/>
                  <a:pt x="1278826" y="55914"/>
                  <a:pt x="1278826" y="58469"/>
                </a:cubicBezTo>
                <a:cubicBezTo>
                  <a:pt x="1278826" y="63807"/>
                  <a:pt x="1278542" y="70466"/>
                  <a:pt x="1277975" y="78445"/>
                </a:cubicBezTo>
                <a:cubicBezTo>
                  <a:pt x="1277408" y="86423"/>
                  <a:pt x="1277124" y="93081"/>
                  <a:pt x="1277124" y="98419"/>
                </a:cubicBezTo>
                <a:close/>
                <a:moveTo>
                  <a:pt x="1326581" y="70119"/>
                </a:moveTo>
                <a:lnTo>
                  <a:pt x="1325305" y="112462"/>
                </a:lnTo>
                <a:cubicBezTo>
                  <a:pt x="1325305" y="116949"/>
                  <a:pt x="1325078" y="123538"/>
                  <a:pt x="1324624" y="132228"/>
                </a:cubicBezTo>
                <a:cubicBezTo>
                  <a:pt x="1324057" y="137908"/>
                  <a:pt x="1321277" y="140748"/>
                  <a:pt x="1316285" y="140748"/>
                </a:cubicBezTo>
                <a:cubicBezTo>
                  <a:pt x="1310725" y="140748"/>
                  <a:pt x="1307945" y="137852"/>
                  <a:pt x="1307945" y="132058"/>
                </a:cubicBezTo>
                <a:cubicBezTo>
                  <a:pt x="1307945" y="125185"/>
                  <a:pt x="1308257" y="114862"/>
                  <a:pt x="1308881" y="101088"/>
                </a:cubicBezTo>
                <a:cubicBezTo>
                  <a:pt x="1309505" y="87315"/>
                  <a:pt x="1309817" y="76992"/>
                  <a:pt x="1309817" y="70119"/>
                </a:cubicBezTo>
                <a:cubicBezTo>
                  <a:pt x="1309817" y="61145"/>
                  <a:pt x="1309959" y="50878"/>
                  <a:pt x="1310243" y="39320"/>
                </a:cubicBezTo>
                <a:cubicBezTo>
                  <a:pt x="1310526" y="27761"/>
                  <a:pt x="1310668" y="17494"/>
                  <a:pt x="1310668" y="8520"/>
                </a:cubicBezTo>
                <a:cubicBezTo>
                  <a:pt x="1310668" y="2840"/>
                  <a:pt x="1313448" y="0"/>
                  <a:pt x="1319008" y="0"/>
                </a:cubicBezTo>
                <a:cubicBezTo>
                  <a:pt x="1324624" y="0"/>
                  <a:pt x="1327432" y="2840"/>
                  <a:pt x="1327432" y="8520"/>
                </a:cubicBezTo>
                <a:cubicBezTo>
                  <a:pt x="1327432" y="17494"/>
                  <a:pt x="1327290" y="27761"/>
                  <a:pt x="1327007" y="39320"/>
                </a:cubicBezTo>
                <a:cubicBezTo>
                  <a:pt x="1326723" y="50878"/>
                  <a:pt x="1326581" y="61145"/>
                  <a:pt x="1326581" y="70119"/>
                </a:cubicBezTo>
                <a:close/>
                <a:moveTo>
                  <a:pt x="1392632" y="140919"/>
                </a:moveTo>
                <a:cubicBezTo>
                  <a:pt x="1379811" y="140919"/>
                  <a:pt x="1369429" y="137711"/>
                  <a:pt x="1361487" y="131295"/>
                </a:cubicBezTo>
                <a:cubicBezTo>
                  <a:pt x="1352807" y="124196"/>
                  <a:pt x="1348468" y="114259"/>
                  <a:pt x="1348468" y="101482"/>
                </a:cubicBezTo>
                <a:cubicBezTo>
                  <a:pt x="1348468" y="86720"/>
                  <a:pt x="1352042" y="74342"/>
                  <a:pt x="1359190" y="64348"/>
                </a:cubicBezTo>
                <a:cubicBezTo>
                  <a:pt x="1366962" y="53445"/>
                  <a:pt x="1377343" y="47994"/>
                  <a:pt x="1390335" y="47994"/>
                </a:cubicBezTo>
                <a:cubicBezTo>
                  <a:pt x="1399752" y="47994"/>
                  <a:pt x="1407439" y="49582"/>
                  <a:pt x="1413396" y="52759"/>
                </a:cubicBezTo>
                <a:cubicBezTo>
                  <a:pt x="1420714" y="56674"/>
                  <a:pt x="1424373" y="62687"/>
                  <a:pt x="1424373" y="70800"/>
                </a:cubicBezTo>
                <a:cubicBezTo>
                  <a:pt x="1424373" y="76473"/>
                  <a:pt x="1421168" y="81635"/>
                  <a:pt x="1414757" y="86287"/>
                </a:cubicBezTo>
                <a:cubicBezTo>
                  <a:pt x="1411921" y="88329"/>
                  <a:pt x="1405907" y="91506"/>
                  <a:pt x="1396717" y="95818"/>
                </a:cubicBezTo>
                <a:lnTo>
                  <a:pt x="1364210" y="111220"/>
                </a:lnTo>
                <a:cubicBezTo>
                  <a:pt x="1367387" y="115929"/>
                  <a:pt x="1371344" y="119474"/>
                  <a:pt x="1376081" y="121857"/>
                </a:cubicBezTo>
                <a:cubicBezTo>
                  <a:pt x="1380818" y="124240"/>
                  <a:pt x="1386335" y="125431"/>
                  <a:pt x="1392632" y="125431"/>
                </a:cubicBezTo>
                <a:cubicBezTo>
                  <a:pt x="1396547" y="125431"/>
                  <a:pt x="1401142" y="124694"/>
                  <a:pt x="1406418" y="123219"/>
                </a:cubicBezTo>
                <a:cubicBezTo>
                  <a:pt x="1413112" y="121347"/>
                  <a:pt x="1417424" y="118893"/>
                  <a:pt x="1419352" y="115858"/>
                </a:cubicBezTo>
                <a:cubicBezTo>
                  <a:pt x="1421281" y="112823"/>
                  <a:pt x="1423352" y="111305"/>
                  <a:pt x="1425564" y="111305"/>
                </a:cubicBezTo>
                <a:cubicBezTo>
                  <a:pt x="1427550" y="111305"/>
                  <a:pt x="1429323" y="112060"/>
                  <a:pt x="1430883" y="113568"/>
                </a:cubicBezTo>
                <a:cubicBezTo>
                  <a:pt x="1432443" y="115075"/>
                  <a:pt x="1433223" y="116824"/>
                  <a:pt x="1433223" y="118815"/>
                </a:cubicBezTo>
                <a:cubicBezTo>
                  <a:pt x="1433223" y="125130"/>
                  <a:pt x="1428146" y="130564"/>
                  <a:pt x="1417991" y="135116"/>
                </a:cubicBezTo>
                <a:cubicBezTo>
                  <a:pt x="1409311" y="138984"/>
                  <a:pt x="1400858" y="140919"/>
                  <a:pt x="1392632" y="140919"/>
                </a:cubicBezTo>
                <a:moveTo>
                  <a:pt x="1390335" y="63311"/>
                </a:moveTo>
                <a:cubicBezTo>
                  <a:pt x="1383414" y="63311"/>
                  <a:pt x="1377655" y="65992"/>
                  <a:pt x="1373060" y="71353"/>
                </a:cubicBezTo>
                <a:cubicBezTo>
                  <a:pt x="1368465" y="76714"/>
                  <a:pt x="1365033" y="84784"/>
                  <a:pt x="1362764" y="95563"/>
                </a:cubicBezTo>
                <a:lnTo>
                  <a:pt x="1388888" y="83139"/>
                </a:lnTo>
                <a:cubicBezTo>
                  <a:pt x="1399156" y="78146"/>
                  <a:pt x="1406475" y="73806"/>
                  <a:pt x="1410843" y="70119"/>
                </a:cubicBezTo>
                <a:cubicBezTo>
                  <a:pt x="1405964" y="65580"/>
                  <a:pt x="1399128" y="63311"/>
                  <a:pt x="1390335" y="63311"/>
                </a:cubicBezTo>
                <a:close/>
                <a:moveTo>
                  <a:pt x="1506184" y="71480"/>
                </a:moveTo>
                <a:cubicBezTo>
                  <a:pt x="1503064" y="71480"/>
                  <a:pt x="1500880" y="70438"/>
                  <a:pt x="1499632" y="68353"/>
                </a:cubicBezTo>
                <a:cubicBezTo>
                  <a:pt x="1498781" y="66889"/>
                  <a:pt x="1498043" y="63847"/>
                  <a:pt x="1497419" y="59227"/>
                </a:cubicBezTo>
                <a:cubicBezTo>
                  <a:pt x="1493165" y="60303"/>
                  <a:pt x="1486612" y="62286"/>
                  <a:pt x="1477762" y="65175"/>
                </a:cubicBezTo>
                <a:cubicBezTo>
                  <a:pt x="1468629" y="68803"/>
                  <a:pt x="1464033" y="73279"/>
                  <a:pt x="1463977" y="78605"/>
                </a:cubicBezTo>
                <a:cubicBezTo>
                  <a:pt x="1465679" y="79229"/>
                  <a:pt x="1467352" y="79682"/>
                  <a:pt x="1468997" y="79966"/>
                </a:cubicBezTo>
                <a:cubicBezTo>
                  <a:pt x="1482045" y="82289"/>
                  <a:pt x="1491746" y="85490"/>
                  <a:pt x="1498100" y="89571"/>
                </a:cubicBezTo>
                <a:cubicBezTo>
                  <a:pt x="1507347" y="95523"/>
                  <a:pt x="1511971" y="104138"/>
                  <a:pt x="1511971" y="115416"/>
                </a:cubicBezTo>
                <a:cubicBezTo>
                  <a:pt x="1511971" y="124655"/>
                  <a:pt x="1507971" y="131625"/>
                  <a:pt x="1499972" y="136329"/>
                </a:cubicBezTo>
                <a:cubicBezTo>
                  <a:pt x="1493335" y="140183"/>
                  <a:pt x="1484939" y="142110"/>
                  <a:pt x="1474784" y="142110"/>
                </a:cubicBezTo>
                <a:cubicBezTo>
                  <a:pt x="1467352" y="142110"/>
                  <a:pt x="1460261" y="140862"/>
                  <a:pt x="1453510" y="138366"/>
                </a:cubicBezTo>
                <a:cubicBezTo>
                  <a:pt x="1444773" y="135189"/>
                  <a:pt x="1440405" y="130764"/>
                  <a:pt x="1440405" y="125091"/>
                </a:cubicBezTo>
                <a:cubicBezTo>
                  <a:pt x="1440405" y="122822"/>
                  <a:pt x="1441299" y="120836"/>
                  <a:pt x="1443086" y="119134"/>
                </a:cubicBezTo>
                <a:cubicBezTo>
                  <a:pt x="1444873" y="117432"/>
                  <a:pt x="1446901" y="116581"/>
                  <a:pt x="1449170" y="116581"/>
                </a:cubicBezTo>
                <a:cubicBezTo>
                  <a:pt x="1450929" y="116581"/>
                  <a:pt x="1453198" y="117943"/>
                  <a:pt x="1455978" y="120666"/>
                </a:cubicBezTo>
                <a:cubicBezTo>
                  <a:pt x="1457339" y="121971"/>
                  <a:pt x="1460403" y="123048"/>
                  <a:pt x="1465168" y="123899"/>
                </a:cubicBezTo>
                <a:cubicBezTo>
                  <a:pt x="1468969" y="124580"/>
                  <a:pt x="1472174" y="124921"/>
                  <a:pt x="1474784" y="124921"/>
                </a:cubicBezTo>
                <a:cubicBezTo>
                  <a:pt x="1479549" y="124921"/>
                  <a:pt x="1483747" y="124354"/>
                  <a:pt x="1487378" y="123221"/>
                </a:cubicBezTo>
                <a:cubicBezTo>
                  <a:pt x="1492654" y="121578"/>
                  <a:pt x="1495292" y="118972"/>
                  <a:pt x="1495292" y="115403"/>
                </a:cubicBezTo>
                <a:cubicBezTo>
                  <a:pt x="1495292" y="107697"/>
                  <a:pt x="1489903" y="102484"/>
                  <a:pt x="1479124" y="99764"/>
                </a:cubicBezTo>
                <a:lnTo>
                  <a:pt x="1470274" y="97807"/>
                </a:lnTo>
                <a:cubicBezTo>
                  <a:pt x="1462729" y="96160"/>
                  <a:pt x="1457368" y="94229"/>
                  <a:pt x="1454191" y="92015"/>
                </a:cubicBezTo>
                <a:cubicBezTo>
                  <a:pt x="1449595" y="88836"/>
                  <a:pt x="1447298" y="84041"/>
                  <a:pt x="1447298" y="77629"/>
                </a:cubicBezTo>
                <a:cubicBezTo>
                  <a:pt x="1447298" y="65765"/>
                  <a:pt x="1452886" y="57307"/>
                  <a:pt x="1464062" y="52254"/>
                </a:cubicBezTo>
                <a:cubicBezTo>
                  <a:pt x="1467466" y="50722"/>
                  <a:pt x="1472912" y="48893"/>
                  <a:pt x="1480400" y="46765"/>
                </a:cubicBezTo>
                <a:cubicBezTo>
                  <a:pt x="1487889" y="44636"/>
                  <a:pt x="1493250" y="42833"/>
                  <a:pt x="1496483" y="41357"/>
                </a:cubicBezTo>
                <a:cubicBezTo>
                  <a:pt x="1498809" y="40335"/>
                  <a:pt x="1501334" y="39825"/>
                  <a:pt x="1504057" y="39825"/>
                </a:cubicBezTo>
                <a:cubicBezTo>
                  <a:pt x="1506496" y="39825"/>
                  <a:pt x="1508496" y="40619"/>
                  <a:pt x="1510056" y="42208"/>
                </a:cubicBezTo>
                <a:cubicBezTo>
                  <a:pt x="1511616" y="43796"/>
                  <a:pt x="1512396" y="45867"/>
                  <a:pt x="1512396" y="48419"/>
                </a:cubicBezTo>
                <a:cubicBezTo>
                  <a:pt x="1512396" y="50065"/>
                  <a:pt x="1512751" y="52476"/>
                  <a:pt x="1513460" y="55653"/>
                </a:cubicBezTo>
                <a:cubicBezTo>
                  <a:pt x="1514169" y="58830"/>
                  <a:pt x="1514524" y="61241"/>
                  <a:pt x="1514524" y="62886"/>
                </a:cubicBezTo>
                <a:cubicBezTo>
                  <a:pt x="1514524" y="65439"/>
                  <a:pt x="1513744" y="67509"/>
                  <a:pt x="1512183" y="69098"/>
                </a:cubicBezTo>
                <a:cubicBezTo>
                  <a:pt x="1510623" y="70686"/>
                  <a:pt x="1508624" y="71480"/>
                  <a:pt x="1506184" y="714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FD068-EABF-450D-AEA9-9065740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230" y="3351710"/>
            <a:ext cx="385253" cy="1221612"/>
          </a:xfrm>
          <a:custGeom xmlns:a="http://schemas.openxmlformats.org/drawingml/2006/main">
            <a:pathLst>
              <a:path w="385253" h="1221612">
                <a:moveTo>
                  <a:pt x="385253" y="0"/>
                </a:moveTo>
                <a:lnTo>
                  <a:pt x="350398" y="0"/>
                </a:lnTo>
                <a:lnTo>
                  <a:pt x="350398" y="1152083"/>
                </a:lnTo>
                <a:lnTo>
                  <a:pt x="103270" y="1153088"/>
                </a:lnTo>
                <a:lnTo>
                  <a:pt x="100920" y="1117271"/>
                </a:lnTo>
                <a:lnTo>
                  <a:pt x="0" y="1176288"/>
                </a:lnTo>
                <a:lnTo>
                  <a:pt x="107765" y="1221612"/>
                </a:lnTo>
                <a:lnTo>
                  <a:pt x="105556" y="1187934"/>
                </a:lnTo>
                <a:lnTo>
                  <a:pt x="385253" y="1186798"/>
                </a:lnTo>
                <a:lnTo>
                  <a:pt x="385253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Select">
            <a:extLst xmlns:a="http://schemas.openxmlformats.org/drawingml/2006/main">
              <a:ext uri="{FF2B5EF4-FFF2-40B4-BE49-F238E27FC236}">
                <a16:creationId xmlns:a16="http://schemas.microsoft.com/office/drawing/2014/main" id="{895AD2B3-D666-4C21-9055-5363E669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7509" y="3822741"/>
            <a:ext cx="514773" cy="142450"/>
          </a:xfrm>
          <a:custGeom xmlns:a="http://schemas.openxmlformats.org/drawingml/2006/main">
            <a:pathLst>
              <a:path w="514773" h="142450">
                <a:moveTo>
                  <a:pt x="57" y="115837"/>
                </a:moveTo>
                <a:cubicBezTo>
                  <a:pt x="0" y="113447"/>
                  <a:pt x="808" y="111499"/>
                  <a:pt x="2482" y="109992"/>
                </a:cubicBezTo>
                <a:cubicBezTo>
                  <a:pt x="4156" y="108485"/>
                  <a:pt x="6212" y="107731"/>
                  <a:pt x="8651" y="107731"/>
                </a:cubicBezTo>
                <a:cubicBezTo>
                  <a:pt x="11431" y="107731"/>
                  <a:pt x="13871" y="109327"/>
                  <a:pt x="15970" y="112518"/>
                </a:cubicBezTo>
                <a:cubicBezTo>
                  <a:pt x="18863" y="116851"/>
                  <a:pt x="21444" y="119786"/>
                  <a:pt x="23713" y="121325"/>
                </a:cubicBezTo>
                <a:cubicBezTo>
                  <a:pt x="28535" y="124516"/>
                  <a:pt x="35542" y="126112"/>
                  <a:pt x="44732" y="126112"/>
                </a:cubicBezTo>
                <a:cubicBezTo>
                  <a:pt x="53525" y="126112"/>
                  <a:pt x="61694" y="124208"/>
                  <a:pt x="69240" y="120400"/>
                </a:cubicBezTo>
                <a:cubicBezTo>
                  <a:pt x="78884" y="115512"/>
                  <a:pt x="83706" y="108721"/>
                  <a:pt x="83706" y="100027"/>
                </a:cubicBezTo>
                <a:cubicBezTo>
                  <a:pt x="83706" y="92867"/>
                  <a:pt x="79650" y="87213"/>
                  <a:pt x="71537" y="83064"/>
                </a:cubicBezTo>
                <a:cubicBezTo>
                  <a:pt x="64673" y="79483"/>
                  <a:pt x="56192" y="77551"/>
                  <a:pt x="46094" y="77267"/>
                </a:cubicBezTo>
                <a:cubicBezTo>
                  <a:pt x="37130" y="76927"/>
                  <a:pt x="29500" y="74967"/>
                  <a:pt x="23203" y="71387"/>
                </a:cubicBezTo>
                <a:cubicBezTo>
                  <a:pt x="15147" y="66787"/>
                  <a:pt x="11119" y="60197"/>
                  <a:pt x="11119" y="51619"/>
                </a:cubicBezTo>
                <a:cubicBezTo>
                  <a:pt x="11119" y="41508"/>
                  <a:pt x="16849" y="32278"/>
                  <a:pt x="28309" y="23928"/>
                </a:cubicBezTo>
                <a:cubicBezTo>
                  <a:pt x="39258" y="16032"/>
                  <a:pt x="50575" y="12084"/>
                  <a:pt x="62262" y="12084"/>
                </a:cubicBezTo>
                <a:cubicBezTo>
                  <a:pt x="67765" y="12084"/>
                  <a:pt x="73977" y="13024"/>
                  <a:pt x="80898" y="14905"/>
                </a:cubicBezTo>
                <a:cubicBezTo>
                  <a:pt x="90088" y="17355"/>
                  <a:pt x="94683" y="20489"/>
                  <a:pt x="94683" y="24305"/>
                </a:cubicBezTo>
                <a:cubicBezTo>
                  <a:pt x="94683" y="29319"/>
                  <a:pt x="92130" y="31826"/>
                  <a:pt x="87025" y="31826"/>
                </a:cubicBezTo>
                <a:cubicBezTo>
                  <a:pt x="84755" y="31826"/>
                  <a:pt x="80784" y="31216"/>
                  <a:pt x="75111" y="29996"/>
                </a:cubicBezTo>
                <a:cubicBezTo>
                  <a:pt x="69438" y="28777"/>
                  <a:pt x="65042" y="28195"/>
                  <a:pt x="61921" y="28252"/>
                </a:cubicBezTo>
                <a:cubicBezTo>
                  <a:pt x="53071" y="28365"/>
                  <a:pt x="45555" y="30544"/>
                  <a:pt x="39371" y="34788"/>
                </a:cubicBezTo>
                <a:cubicBezTo>
                  <a:pt x="33017" y="39146"/>
                  <a:pt x="29840" y="44437"/>
                  <a:pt x="29840" y="50661"/>
                </a:cubicBezTo>
                <a:cubicBezTo>
                  <a:pt x="29840" y="55359"/>
                  <a:pt x="34038" y="58670"/>
                  <a:pt x="42434" y="60594"/>
                </a:cubicBezTo>
                <a:cubicBezTo>
                  <a:pt x="45555" y="61329"/>
                  <a:pt x="51596" y="62008"/>
                  <a:pt x="60560" y="62630"/>
                </a:cubicBezTo>
                <a:cubicBezTo>
                  <a:pt x="73551" y="63597"/>
                  <a:pt x="83706" y="67690"/>
                  <a:pt x="91024" y="74911"/>
                </a:cubicBezTo>
                <a:cubicBezTo>
                  <a:pt x="97718" y="81506"/>
                  <a:pt x="101065" y="89550"/>
                  <a:pt x="101065" y="99044"/>
                </a:cubicBezTo>
                <a:cubicBezTo>
                  <a:pt x="101065" y="112576"/>
                  <a:pt x="94825" y="123378"/>
                  <a:pt x="82344" y="131452"/>
                </a:cubicBezTo>
                <a:cubicBezTo>
                  <a:pt x="71509" y="138444"/>
                  <a:pt x="58943" y="141940"/>
                  <a:pt x="44647" y="141940"/>
                </a:cubicBezTo>
                <a:cubicBezTo>
                  <a:pt x="34265" y="141940"/>
                  <a:pt x="24763" y="139949"/>
                  <a:pt x="16140" y="135967"/>
                </a:cubicBezTo>
                <a:cubicBezTo>
                  <a:pt x="5588" y="131078"/>
                  <a:pt x="227" y="124367"/>
                  <a:pt x="57" y="115837"/>
                </a:cubicBezTo>
                <a:close/>
                <a:moveTo>
                  <a:pt x="160037" y="140919"/>
                </a:moveTo>
                <a:cubicBezTo>
                  <a:pt x="147216" y="140919"/>
                  <a:pt x="136834" y="137711"/>
                  <a:pt x="128892" y="131295"/>
                </a:cubicBezTo>
                <a:cubicBezTo>
                  <a:pt x="120212" y="124196"/>
                  <a:pt x="115872" y="114259"/>
                  <a:pt x="115872" y="101482"/>
                </a:cubicBezTo>
                <a:cubicBezTo>
                  <a:pt x="115872" y="86720"/>
                  <a:pt x="119446" y="74342"/>
                  <a:pt x="126594" y="64348"/>
                </a:cubicBezTo>
                <a:cubicBezTo>
                  <a:pt x="134366" y="53445"/>
                  <a:pt x="144748" y="47994"/>
                  <a:pt x="157739" y="47994"/>
                </a:cubicBezTo>
                <a:cubicBezTo>
                  <a:pt x="167156" y="47994"/>
                  <a:pt x="174843" y="49582"/>
                  <a:pt x="180800" y="52759"/>
                </a:cubicBezTo>
                <a:cubicBezTo>
                  <a:pt x="188118" y="56674"/>
                  <a:pt x="191777" y="62687"/>
                  <a:pt x="191777" y="70800"/>
                </a:cubicBezTo>
                <a:cubicBezTo>
                  <a:pt x="191777" y="76473"/>
                  <a:pt x="188572" y="81635"/>
                  <a:pt x="182162" y="86287"/>
                </a:cubicBezTo>
                <a:cubicBezTo>
                  <a:pt x="179325" y="88329"/>
                  <a:pt x="173312" y="91506"/>
                  <a:pt x="164121" y="95818"/>
                </a:cubicBezTo>
                <a:lnTo>
                  <a:pt x="131615" y="111220"/>
                </a:lnTo>
                <a:cubicBezTo>
                  <a:pt x="134792" y="115929"/>
                  <a:pt x="138749" y="119474"/>
                  <a:pt x="143485" y="121857"/>
                </a:cubicBezTo>
                <a:cubicBezTo>
                  <a:pt x="148222" y="124240"/>
                  <a:pt x="153740" y="125431"/>
                  <a:pt x="160037" y="125431"/>
                </a:cubicBezTo>
                <a:cubicBezTo>
                  <a:pt x="163951" y="125431"/>
                  <a:pt x="168546" y="124694"/>
                  <a:pt x="173822" y="123219"/>
                </a:cubicBezTo>
                <a:cubicBezTo>
                  <a:pt x="180516" y="121347"/>
                  <a:pt x="184828" y="118893"/>
                  <a:pt x="186757" y="115858"/>
                </a:cubicBezTo>
                <a:cubicBezTo>
                  <a:pt x="188686" y="112823"/>
                  <a:pt x="190756" y="111305"/>
                  <a:pt x="192969" y="111305"/>
                </a:cubicBezTo>
                <a:cubicBezTo>
                  <a:pt x="194954" y="111305"/>
                  <a:pt x="196727" y="112060"/>
                  <a:pt x="198287" y="113568"/>
                </a:cubicBezTo>
                <a:cubicBezTo>
                  <a:pt x="199847" y="115075"/>
                  <a:pt x="200627" y="116824"/>
                  <a:pt x="200627" y="118815"/>
                </a:cubicBezTo>
                <a:cubicBezTo>
                  <a:pt x="200627" y="125130"/>
                  <a:pt x="195550" y="130564"/>
                  <a:pt x="185395" y="135116"/>
                </a:cubicBezTo>
                <a:cubicBezTo>
                  <a:pt x="176715" y="138984"/>
                  <a:pt x="168263" y="140919"/>
                  <a:pt x="160037" y="140919"/>
                </a:cubicBezTo>
                <a:moveTo>
                  <a:pt x="157739" y="63311"/>
                </a:moveTo>
                <a:cubicBezTo>
                  <a:pt x="150818" y="63311"/>
                  <a:pt x="145060" y="65992"/>
                  <a:pt x="140465" y="71353"/>
                </a:cubicBezTo>
                <a:cubicBezTo>
                  <a:pt x="135869" y="76714"/>
                  <a:pt x="132437" y="84784"/>
                  <a:pt x="130168" y="95563"/>
                </a:cubicBezTo>
                <a:lnTo>
                  <a:pt x="156292" y="83139"/>
                </a:lnTo>
                <a:cubicBezTo>
                  <a:pt x="166561" y="78146"/>
                  <a:pt x="173879" y="73806"/>
                  <a:pt x="178247" y="70119"/>
                </a:cubicBezTo>
                <a:cubicBezTo>
                  <a:pt x="173368" y="65580"/>
                  <a:pt x="166532" y="63311"/>
                  <a:pt x="157739" y="63311"/>
                </a:cubicBezTo>
                <a:close/>
                <a:moveTo>
                  <a:pt x="237850" y="70119"/>
                </a:moveTo>
                <a:lnTo>
                  <a:pt x="236574" y="112462"/>
                </a:lnTo>
                <a:cubicBezTo>
                  <a:pt x="236574" y="116949"/>
                  <a:pt x="236347" y="123538"/>
                  <a:pt x="235893" y="132228"/>
                </a:cubicBezTo>
                <a:cubicBezTo>
                  <a:pt x="235326" y="137908"/>
                  <a:pt x="232546" y="140748"/>
                  <a:pt x="227554" y="140748"/>
                </a:cubicBezTo>
                <a:cubicBezTo>
                  <a:pt x="221994" y="140748"/>
                  <a:pt x="219214" y="137852"/>
                  <a:pt x="219214" y="132058"/>
                </a:cubicBezTo>
                <a:cubicBezTo>
                  <a:pt x="219214" y="125185"/>
                  <a:pt x="219526" y="114862"/>
                  <a:pt x="220150" y="101088"/>
                </a:cubicBezTo>
                <a:cubicBezTo>
                  <a:pt x="220774" y="87315"/>
                  <a:pt x="221086" y="76992"/>
                  <a:pt x="221086" y="70119"/>
                </a:cubicBezTo>
                <a:cubicBezTo>
                  <a:pt x="221086" y="61145"/>
                  <a:pt x="221228" y="50878"/>
                  <a:pt x="221512" y="39320"/>
                </a:cubicBezTo>
                <a:cubicBezTo>
                  <a:pt x="221796" y="27761"/>
                  <a:pt x="221937" y="17494"/>
                  <a:pt x="221937" y="8520"/>
                </a:cubicBezTo>
                <a:cubicBezTo>
                  <a:pt x="221937" y="2840"/>
                  <a:pt x="224717" y="0"/>
                  <a:pt x="230277" y="0"/>
                </a:cubicBezTo>
                <a:cubicBezTo>
                  <a:pt x="235893" y="0"/>
                  <a:pt x="238701" y="2840"/>
                  <a:pt x="238701" y="8520"/>
                </a:cubicBezTo>
                <a:cubicBezTo>
                  <a:pt x="238701" y="17494"/>
                  <a:pt x="238559" y="27761"/>
                  <a:pt x="238276" y="39320"/>
                </a:cubicBezTo>
                <a:cubicBezTo>
                  <a:pt x="237992" y="50878"/>
                  <a:pt x="237850" y="61145"/>
                  <a:pt x="237850" y="70119"/>
                </a:cubicBezTo>
                <a:close/>
                <a:moveTo>
                  <a:pt x="303989" y="140919"/>
                </a:moveTo>
                <a:cubicBezTo>
                  <a:pt x="291168" y="140919"/>
                  <a:pt x="280786" y="137711"/>
                  <a:pt x="272844" y="131295"/>
                </a:cubicBezTo>
                <a:cubicBezTo>
                  <a:pt x="264164" y="124196"/>
                  <a:pt x="259824" y="114259"/>
                  <a:pt x="259824" y="101482"/>
                </a:cubicBezTo>
                <a:cubicBezTo>
                  <a:pt x="259824" y="86720"/>
                  <a:pt x="263398" y="74342"/>
                  <a:pt x="270546" y="64348"/>
                </a:cubicBezTo>
                <a:cubicBezTo>
                  <a:pt x="278318" y="53445"/>
                  <a:pt x="288700" y="47994"/>
                  <a:pt x="301691" y="47994"/>
                </a:cubicBezTo>
                <a:cubicBezTo>
                  <a:pt x="311108" y="47994"/>
                  <a:pt x="318795" y="49582"/>
                  <a:pt x="324752" y="52759"/>
                </a:cubicBezTo>
                <a:cubicBezTo>
                  <a:pt x="332070" y="56674"/>
                  <a:pt x="335729" y="62687"/>
                  <a:pt x="335729" y="70800"/>
                </a:cubicBezTo>
                <a:cubicBezTo>
                  <a:pt x="335729" y="76473"/>
                  <a:pt x="332524" y="81635"/>
                  <a:pt x="326114" y="86287"/>
                </a:cubicBezTo>
                <a:cubicBezTo>
                  <a:pt x="323277" y="88329"/>
                  <a:pt x="317264" y="91506"/>
                  <a:pt x="308073" y="95818"/>
                </a:cubicBezTo>
                <a:lnTo>
                  <a:pt x="275567" y="111220"/>
                </a:lnTo>
                <a:cubicBezTo>
                  <a:pt x="278744" y="115929"/>
                  <a:pt x="282700" y="119474"/>
                  <a:pt x="287437" y="121857"/>
                </a:cubicBezTo>
                <a:cubicBezTo>
                  <a:pt x="292174" y="124240"/>
                  <a:pt x="297692" y="125431"/>
                  <a:pt x="303989" y="125431"/>
                </a:cubicBezTo>
                <a:cubicBezTo>
                  <a:pt x="307903" y="125431"/>
                  <a:pt x="312498" y="124694"/>
                  <a:pt x="317774" y="123219"/>
                </a:cubicBezTo>
                <a:cubicBezTo>
                  <a:pt x="324468" y="121347"/>
                  <a:pt x="328780" y="118893"/>
                  <a:pt x="330709" y="115858"/>
                </a:cubicBezTo>
                <a:cubicBezTo>
                  <a:pt x="332638" y="112823"/>
                  <a:pt x="334708" y="111305"/>
                  <a:pt x="336921" y="111305"/>
                </a:cubicBezTo>
                <a:cubicBezTo>
                  <a:pt x="338906" y="111305"/>
                  <a:pt x="340679" y="112060"/>
                  <a:pt x="342239" y="113568"/>
                </a:cubicBezTo>
                <a:cubicBezTo>
                  <a:pt x="343799" y="115075"/>
                  <a:pt x="344579" y="116824"/>
                  <a:pt x="344579" y="118815"/>
                </a:cubicBezTo>
                <a:cubicBezTo>
                  <a:pt x="344579" y="125130"/>
                  <a:pt x="339502" y="130564"/>
                  <a:pt x="329347" y="135116"/>
                </a:cubicBezTo>
                <a:cubicBezTo>
                  <a:pt x="320667" y="138984"/>
                  <a:pt x="312215" y="140919"/>
                  <a:pt x="303989" y="140919"/>
                </a:cubicBezTo>
                <a:moveTo>
                  <a:pt x="301691" y="63311"/>
                </a:moveTo>
                <a:cubicBezTo>
                  <a:pt x="294770" y="63311"/>
                  <a:pt x="289012" y="65992"/>
                  <a:pt x="284417" y="71353"/>
                </a:cubicBezTo>
                <a:cubicBezTo>
                  <a:pt x="279821" y="76714"/>
                  <a:pt x="276389" y="84784"/>
                  <a:pt x="274120" y="95563"/>
                </a:cubicBezTo>
                <a:lnTo>
                  <a:pt x="300244" y="83139"/>
                </a:lnTo>
                <a:cubicBezTo>
                  <a:pt x="310513" y="78146"/>
                  <a:pt x="317831" y="73806"/>
                  <a:pt x="322199" y="70119"/>
                </a:cubicBezTo>
                <a:cubicBezTo>
                  <a:pt x="317320" y="65580"/>
                  <a:pt x="310484" y="63311"/>
                  <a:pt x="301691" y="63311"/>
                </a:cubicBezTo>
                <a:close/>
                <a:moveTo>
                  <a:pt x="398651" y="142450"/>
                </a:moveTo>
                <a:cubicBezTo>
                  <a:pt x="387022" y="142450"/>
                  <a:pt x="377321" y="138927"/>
                  <a:pt x="369549" y="131880"/>
                </a:cubicBezTo>
                <a:cubicBezTo>
                  <a:pt x="361379" y="124492"/>
                  <a:pt x="357295" y="114745"/>
                  <a:pt x="357295" y="102639"/>
                </a:cubicBezTo>
                <a:cubicBezTo>
                  <a:pt x="357295" y="91103"/>
                  <a:pt x="361124" y="79198"/>
                  <a:pt x="368783" y="66923"/>
                </a:cubicBezTo>
                <a:cubicBezTo>
                  <a:pt x="377292" y="53282"/>
                  <a:pt x="386880" y="46462"/>
                  <a:pt x="397545" y="46462"/>
                </a:cubicBezTo>
                <a:cubicBezTo>
                  <a:pt x="403105" y="46462"/>
                  <a:pt x="409317" y="47772"/>
                  <a:pt x="416181" y="50390"/>
                </a:cubicBezTo>
                <a:cubicBezTo>
                  <a:pt x="424861" y="53750"/>
                  <a:pt x="429201" y="57848"/>
                  <a:pt x="429201" y="62686"/>
                </a:cubicBezTo>
                <a:cubicBezTo>
                  <a:pt x="429201" y="64849"/>
                  <a:pt x="428492" y="66771"/>
                  <a:pt x="427073" y="68452"/>
                </a:cubicBezTo>
                <a:cubicBezTo>
                  <a:pt x="425655" y="70130"/>
                  <a:pt x="423896" y="70970"/>
                  <a:pt x="421797" y="70970"/>
                </a:cubicBezTo>
                <a:cubicBezTo>
                  <a:pt x="420152" y="70970"/>
                  <a:pt x="418720" y="70469"/>
                  <a:pt x="417500" y="69467"/>
                </a:cubicBezTo>
                <a:cubicBezTo>
                  <a:pt x="416280" y="68464"/>
                  <a:pt x="415103" y="67475"/>
                  <a:pt x="413969" y="66500"/>
                </a:cubicBezTo>
                <a:cubicBezTo>
                  <a:pt x="410621" y="63807"/>
                  <a:pt x="405147" y="62460"/>
                  <a:pt x="397545" y="62460"/>
                </a:cubicBezTo>
                <a:cubicBezTo>
                  <a:pt x="391759" y="62460"/>
                  <a:pt x="386029" y="67637"/>
                  <a:pt x="380356" y="77990"/>
                </a:cubicBezTo>
                <a:cubicBezTo>
                  <a:pt x="375193" y="87489"/>
                  <a:pt x="372612" y="95708"/>
                  <a:pt x="372612" y="102647"/>
                </a:cubicBezTo>
                <a:cubicBezTo>
                  <a:pt x="372612" y="110155"/>
                  <a:pt x="375165" y="116071"/>
                  <a:pt x="380271" y="120395"/>
                </a:cubicBezTo>
                <a:cubicBezTo>
                  <a:pt x="385036" y="124433"/>
                  <a:pt x="391163" y="126452"/>
                  <a:pt x="398651" y="126452"/>
                </a:cubicBezTo>
                <a:cubicBezTo>
                  <a:pt x="402055" y="126452"/>
                  <a:pt x="405686" y="125545"/>
                  <a:pt x="409544" y="123729"/>
                </a:cubicBezTo>
                <a:lnTo>
                  <a:pt x="419415" y="118453"/>
                </a:lnTo>
                <a:cubicBezTo>
                  <a:pt x="421117" y="117546"/>
                  <a:pt x="422336" y="117092"/>
                  <a:pt x="423074" y="117092"/>
                </a:cubicBezTo>
                <a:cubicBezTo>
                  <a:pt x="425173" y="117092"/>
                  <a:pt x="426988" y="117929"/>
                  <a:pt x="428520" y="119602"/>
                </a:cubicBezTo>
                <a:cubicBezTo>
                  <a:pt x="430052" y="121276"/>
                  <a:pt x="430818" y="123190"/>
                  <a:pt x="430818" y="125346"/>
                </a:cubicBezTo>
                <a:cubicBezTo>
                  <a:pt x="430818" y="129487"/>
                  <a:pt x="426449" y="133487"/>
                  <a:pt x="417713" y="137345"/>
                </a:cubicBezTo>
                <a:cubicBezTo>
                  <a:pt x="410054" y="140748"/>
                  <a:pt x="403700" y="142450"/>
                  <a:pt x="398651" y="142450"/>
                </a:cubicBezTo>
                <a:close/>
                <a:moveTo>
                  <a:pt x="506434" y="64577"/>
                </a:moveTo>
                <a:cubicBezTo>
                  <a:pt x="505243" y="64577"/>
                  <a:pt x="503839" y="64520"/>
                  <a:pt x="502222" y="64407"/>
                </a:cubicBezTo>
                <a:cubicBezTo>
                  <a:pt x="500605" y="64292"/>
                  <a:pt x="499201" y="64234"/>
                  <a:pt x="498009" y="64234"/>
                </a:cubicBezTo>
                <a:cubicBezTo>
                  <a:pt x="496705" y="64234"/>
                  <a:pt x="492847" y="64664"/>
                  <a:pt x="486436" y="65524"/>
                </a:cubicBezTo>
                <a:lnTo>
                  <a:pt x="488053" y="115760"/>
                </a:lnTo>
                <a:lnTo>
                  <a:pt x="488138" y="119501"/>
                </a:lnTo>
                <a:lnTo>
                  <a:pt x="488223" y="123836"/>
                </a:lnTo>
                <a:cubicBezTo>
                  <a:pt x="488450" y="136245"/>
                  <a:pt x="485472" y="142450"/>
                  <a:pt x="479288" y="142450"/>
                </a:cubicBezTo>
                <a:cubicBezTo>
                  <a:pt x="477019" y="142450"/>
                  <a:pt x="475048" y="141714"/>
                  <a:pt x="473374" y="140240"/>
                </a:cubicBezTo>
                <a:cubicBezTo>
                  <a:pt x="471701" y="138767"/>
                  <a:pt x="470864" y="136925"/>
                  <a:pt x="470864" y="134715"/>
                </a:cubicBezTo>
                <a:cubicBezTo>
                  <a:pt x="470864" y="132562"/>
                  <a:pt x="470949" y="129333"/>
                  <a:pt x="471119" y="125027"/>
                </a:cubicBezTo>
                <a:cubicBezTo>
                  <a:pt x="471289" y="120719"/>
                  <a:pt x="471375" y="117488"/>
                  <a:pt x="471375" y="115334"/>
                </a:cubicBezTo>
                <a:lnTo>
                  <a:pt x="469673" y="65694"/>
                </a:lnTo>
                <a:cubicBezTo>
                  <a:pt x="465531" y="65524"/>
                  <a:pt x="459234" y="65039"/>
                  <a:pt x="450781" y="64239"/>
                </a:cubicBezTo>
                <a:cubicBezTo>
                  <a:pt x="445732" y="63555"/>
                  <a:pt x="443208" y="60734"/>
                  <a:pt x="443208" y="55775"/>
                </a:cubicBezTo>
                <a:cubicBezTo>
                  <a:pt x="443208" y="53266"/>
                  <a:pt x="443974" y="51187"/>
                  <a:pt x="445505" y="49536"/>
                </a:cubicBezTo>
                <a:cubicBezTo>
                  <a:pt x="447037" y="47884"/>
                  <a:pt x="448994" y="47058"/>
                  <a:pt x="451377" y="47058"/>
                </a:cubicBezTo>
                <a:lnTo>
                  <a:pt x="469247" y="48505"/>
                </a:lnTo>
                <a:cubicBezTo>
                  <a:pt x="469247" y="45602"/>
                  <a:pt x="469119" y="41720"/>
                  <a:pt x="468864" y="36857"/>
                </a:cubicBezTo>
                <a:cubicBezTo>
                  <a:pt x="468609" y="31992"/>
                  <a:pt x="468481" y="28480"/>
                  <a:pt x="468481" y="26319"/>
                </a:cubicBezTo>
                <a:cubicBezTo>
                  <a:pt x="468481" y="23929"/>
                  <a:pt x="469304" y="21952"/>
                  <a:pt x="470949" y="20388"/>
                </a:cubicBezTo>
                <a:cubicBezTo>
                  <a:pt x="472594" y="18823"/>
                  <a:pt x="474608" y="18040"/>
                  <a:pt x="476991" y="18040"/>
                </a:cubicBezTo>
                <a:cubicBezTo>
                  <a:pt x="482097" y="18040"/>
                  <a:pt x="485075" y="22210"/>
                  <a:pt x="485926" y="30549"/>
                </a:cubicBezTo>
                <a:cubicBezTo>
                  <a:pt x="486096" y="32648"/>
                  <a:pt x="486181" y="35173"/>
                  <a:pt x="486181" y="38123"/>
                </a:cubicBezTo>
                <a:lnTo>
                  <a:pt x="486011" y="43058"/>
                </a:lnTo>
                <a:lnTo>
                  <a:pt x="485926" y="48334"/>
                </a:lnTo>
                <a:cubicBezTo>
                  <a:pt x="492960" y="47427"/>
                  <a:pt x="496988" y="46973"/>
                  <a:pt x="498009" y="46973"/>
                </a:cubicBezTo>
                <a:cubicBezTo>
                  <a:pt x="503909" y="46973"/>
                  <a:pt x="507767" y="47257"/>
                  <a:pt x="509583" y="47824"/>
                </a:cubicBezTo>
                <a:cubicBezTo>
                  <a:pt x="513043" y="48966"/>
                  <a:pt x="514773" y="51657"/>
                  <a:pt x="514773" y="55897"/>
                </a:cubicBezTo>
                <a:cubicBezTo>
                  <a:pt x="514773" y="58418"/>
                  <a:pt x="513993" y="60495"/>
                  <a:pt x="512433" y="62128"/>
                </a:cubicBezTo>
                <a:cubicBezTo>
                  <a:pt x="510873" y="63761"/>
                  <a:pt x="508873" y="64577"/>
                  <a:pt x="506434" y="64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Target">
            <a:extLst xmlns:a="http://schemas.openxmlformats.org/drawingml/2006/main">
              <a:ext uri="{FF2B5EF4-FFF2-40B4-BE49-F238E27FC236}">
                <a16:creationId xmlns:a16="http://schemas.microsoft.com/office/drawing/2014/main" id="{4FA464FD-C330-43BC-9387-B77760A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1917" y="4039787"/>
            <a:ext cx="544394" cy="177084"/>
          </a:xfrm>
          <a:custGeom xmlns:a="http://schemas.openxmlformats.org/drawingml/2006/main">
            <a:pathLst>
              <a:path w="544394" h="177084">
                <a:moveTo>
                  <a:pt x="106029" y="21699"/>
                </a:moveTo>
                <a:cubicBezTo>
                  <a:pt x="101831" y="21699"/>
                  <a:pt x="95364" y="21359"/>
                  <a:pt x="86628" y="20678"/>
                </a:cubicBezTo>
                <a:cubicBezTo>
                  <a:pt x="78118" y="20054"/>
                  <a:pt x="71651" y="19771"/>
                  <a:pt x="67226" y="19827"/>
                </a:cubicBezTo>
                <a:lnTo>
                  <a:pt x="61184" y="19827"/>
                </a:lnTo>
                <a:cubicBezTo>
                  <a:pt x="61354" y="27651"/>
                  <a:pt x="62120" y="40349"/>
                  <a:pt x="63481" y="57921"/>
                </a:cubicBezTo>
                <a:cubicBezTo>
                  <a:pt x="64730" y="74304"/>
                  <a:pt x="65354" y="87030"/>
                  <a:pt x="65354" y="96100"/>
                </a:cubicBezTo>
                <a:cubicBezTo>
                  <a:pt x="65354" y="98084"/>
                  <a:pt x="65552" y="101088"/>
                  <a:pt x="65949" y="105112"/>
                </a:cubicBezTo>
                <a:cubicBezTo>
                  <a:pt x="66346" y="109136"/>
                  <a:pt x="66545" y="112170"/>
                  <a:pt x="66545" y="114212"/>
                </a:cubicBezTo>
                <a:cubicBezTo>
                  <a:pt x="66545" y="118066"/>
                  <a:pt x="65921" y="121382"/>
                  <a:pt x="64673" y="124160"/>
                </a:cubicBezTo>
                <a:cubicBezTo>
                  <a:pt x="63084" y="127901"/>
                  <a:pt x="60617" y="129771"/>
                  <a:pt x="57269" y="129771"/>
                </a:cubicBezTo>
                <a:cubicBezTo>
                  <a:pt x="55000" y="129771"/>
                  <a:pt x="52958" y="128978"/>
                  <a:pt x="51143" y="127391"/>
                </a:cubicBezTo>
                <a:cubicBezTo>
                  <a:pt x="49327" y="125803"/>
                  <a:pt x="48419" y="123761"/>
                  <a:pt x="48419" y="121267"/>
                </a:cubicBezTo>
                <a:cubicBezTo>
                  <a:pt x="48419" y="120418"/>
                  <a:pt x="48561" y="119143"/>
                  <a:pt x="48845" y="117443"/>
                </a:cubicBezTo>
                <a:cubicBezTo>
                  <a:pt x="49129" y="115741"/>
                  <a:pt x="49270" y="114465"/>
                  <a:pt x="49270" y="113616"/>
                </a:cubicBezTo>
                <a:cubicBezTo>
                  <a:pt x="49270" y="110838"/>
                  <a:pt x="49086" y="106672"/>
                  <a:pt x="48717" y="101118"/>
                </a:cubicBezTo>
                <a:cubicBezTo>
                  <a:pt x="48349" y="95562"/>
                  <a:pt x="48164" y="91366"/>
                  <a:pt x="48164" y="88532"/>
                </a:cubicBezTo>
                <a:cubicBezTo>
                  <a:pt x="48164" y="80426"/>
                  <a:pt x="47512" y="69032"/>
                  <a:pt x="46207" y="54350"/>
                </a:cubicBezTo>
                <a:cubicBezTo>
                  <a:pt x="44845" y="38477"/>
                  <a:pt x="44080" y="27084"/>
                  <a:pt x="43909" y="20168"/>
                </a:cubicBezTo>
                <a:lnTo>
                  <a:pt x="36166" y="20253"/>
                </a:lnTo>
                <a:cubicBezTo>
                  <a:pt x="23742" y="20253"/>
                  <a:pt x="13984" y="19341"/>
                  <a:pt x="6893" y="17516"/>
                </a:cubicBezTo>
                <a:cubicBezTo>
                  <a:pt x="2298" y="16320"/>
                  <a:pt x="0" y="13498"/>
                  <a:pt x="0" y="9052"/>
                </a:cubicBezTo>
                <a:cubicBezTo>
                  <a:pt x="0" y="6715"/>
                  <a:pt x="737" y="4663"/>
                  <a:pt x="2212" y="2896"/>
                </a:cubicBezTo>
                <a:cubicBezTo>
                  <a:pt x="3914" y="909"/>
                  <a:pt x="6099" y="0"/>
                  <a:pt x="8765" y="170"/>
                </a:cubicBezTo>
                <a:cubicBezTo>
                  <a:pt x="10750" y="284"/>
                  <a:pt x="15289" y="794"/>
                  <a:pt x="22380" y="1702"/>
                </a:cubicBezTo>
                <a:cubicBezTo>
                  <a:pt x="28053" y="2384"/>
                  <a:pt x="32648" y="2726"/>
                  <a:pt x="36166" y="2726"/>
                </a:cubicBezTo>
                <a:cubicBezTo>
                  <a:pt x="39570" y="2726"/>
                  <a:pt x="44732" y="2655"/>
                  <a:pt x="51653" y="2513"/>
                </a:cubicBezTo>
                <a:cubicBezTo>
                  <a:pt x="58574" y="2369"/>
                  <a:pt x="63737" y="2298"/>
                  <a:pt x="67141" y="2298"/>
                </a:cubicBezTo>
                <a:cubicBezTo>
                  <a:pt x="71509" y="2298"/>
                  <a:pt x="77990" y="2611"/>
                  <a:pt x="86585" y="3239"/>
                </a:cubicBezTo>
                <a:cubicBezTo>
                  <a:pt x="95180" y="3865"/>
                  <a:pt x="101661" y="4178"/>
                  <a:pt x="106029" y="4178"/>
                </a:cubicBezTo>
                <a:cubicBezTo>
                  <a:pt x="108469" y="4178"/>
                  <a:pt x="110511" y="5019"/>
                  <a:pt x="112156" y="6701"/>
                </a:cubicBezTo>
                <a:cubicBezTo>
                  <a:pt x="113801" y="8384"/>
                  <a:pt x="114624" y="10479"/>
                  <a:pt x="114624" y="12988"/>
                </a:cubicBezTo>
                <a:cubicBezTo>
                  <a:pt x="114624" y="15438"/>
                  <a:pt x="113801" y="17502"/>
                  <a:pt x="112156" y="19181"/>
                </a:cubicBezTo>
                <a:cubicBezTo>
                  <a:pt x="110511" y="20860"/>
                  <a:pt x="108469" y="21699"/>
                  <a:pt x="106029" y="21699"/>
                </a:cubicBezTo>
                <a:close/>
                <a:moveTo>
                  <a:pt x="186053" y="134707"/>
                </a:moveTo>
                <a:cubicBezTo>
                  <a:pt x="184976" y="134707"/>
                  <a:pt x="183018" y="133448"/>
                  <a:pt x="180182" y="130930"/>
                </a:cubicBezTo>
                <a:cubicBezTo>
                  <a:pt x="177629" y="128585"/>
                  <a:pt x="175728" y="126497"/>
                  <a:pt x="174480" y="124665"/>
                </a:cubicBezTo>
                <a:cubicBezTo>
                  <a:pt x="169034" y="127644"/>
                  <a:pt x="164241" y="129892"/>
                  <a:pt x="160099" y="131409"/>
                </a:cubicBezTo>
                <a:cubicBezTo>
                  <a:pt x="155958" y="132927"/>
                  <a:pt x="152497" y="133685"/>
                  <a:pt x="149718" y="133685"/>
                </a:cubicBezTo>
                <a:cubicBezTo>
                  <a:pt x="136443" y="133685"/>
                  <a:pt x="126770" y="129941"/>
                  <a:pt x="120700" y="122453"/>
                </a:cubicBezTo>
                <a:cubicBezTo>
                  <a:pt x="114970" y="115418"/>
                  <a:pt x="112105" y="104639"/>
                  <a:pt x="112105" y="90116"/>
                </a:cubicBezTo>
                <a:cubicBezTo>
                  <a:pt x="112105" y="76388"/>
                  <a:pt x="116828" y="64644"/>
                  <a:pt x="126274" y="54887"/>
                </a:cubicBezTo>
                <a:cubicBezTo>
                  <a:pt x="135719" y="45129"/>
                  <a:pt x="146994" y="40250"/>
                  <a:pt x="160099" y="40250"/>
                </a:cubicBezTo>
                <a:cubicBezTo>
                  <a:pt x="165035" y="40250"/>
                  <a:pt x="170566" y="41527"/>
                  <a:pt x="176693" y="44080"/>
                </a:cubicBezTo>
                <a:cubicBezTo>
                  <a:pt x="184408" y="47257"/>
                  <a:pt x="188266" y="51086"/>
                  <a:pt x="188266" y="55568"/>
                </a:cubicBezTo>
                <a:cubicBezTo>
                  <a:pt x="188266" y="57099"/>
                  <a:pt x="187699" y="58461"/>
                  <a:pt x="186564" y="59652"/>
                </a:cubicBezTo>
                <a:cubicBezTo>
                  <a:pt x="185997" y="61808"/>
                  <a:pt x="185557" y="65354"/>
                  <a:pt x="185245" y="70289"/>
                </a:cubicBezTo>
                <a:cubicBezTo>
                  <a:pt x="184933" y="75225"/>
                  <a:pt x="184749" y="81550"/>
                  <a:pt x="184692" y="89265"/>
                </a:cubicBezTo>
                <a:cubicBezTo>
                  <a:pt x="184635" y="96300"/>
                  <a:pt x="185117" y="101860"/>
                  <a:pt x="186139" y="105944"/>
                </a:cubicBezTo>
                <a:cubicBezTo>
                  <a:pt x="186706" y="108440"/>
                  <a:pt x="188493" y="113433"/>
                  <a:pt x="191500" y="120921"/>
                </a:cubicBezTo>
                <a:cubicBezTo>
                  <a:pt x="191897" y="121942"/>
                  <a:pt x="192549" y="123446"/>
                  <a:pt x="193457" y="125431"/>
                </a:cubicBezTo>
                <a:lnTo>
                  <a:pt x="193967" y="126878"/>
                </a:lnTo>
                <a:cubicBezTo>
                  <a:pt x="193967" y="129147"/>
                  <a:pt x="193173" y="131019"/>
                  <a:pt x="191585" y="132494"/>
                </a:cubicBezTo>
                <a:cubicBezTo>
                  <a:pt x="189996" y="133969"/>
                  <a:pt x="188152" y="134707"/>
                  <a:pt x="186053" y="134707"/>
                </a:cubicBezTo>
                <a:moveTo>
                  <a:pt x="168354" y="75597"/>
                </a:moveTo>
                <a:cubicBezTo>
                  <a:pt x="168354" y="73163"/>
                  <a:pt x="168510" y="70518"/>
                  <a:pt x="168822" y="67662"/>
                </a:cubicBezTo>
                <a:cubicBezTo>
                  <a:pt x="169134" y="64804"/>
                  <a:pt x="169602" y="61763"/>
                  <a:pt x="170226" y="58538"/>
                </a:cubicBezTo>
                <a:cubicBezTo>
                  <a:pt x="168127" y="57462"/>
                  <a:pt x="166325" y="56669"/>
                  <a:pt x="164822" y="56161"/>
                </a:cubicBezTo>
                <a:cubicBezTo>
                  <a:pt x="163319" y="55652"/>
                  <a:pt x="162113" y="55397"/>
                  <a:pt x="161205" y="55397"/>
                </a:cubicBezTo>
                <a:cubicBezTo>
                  <a:pt x="152412" y="55397"/>
                  <a:pt x="144825" y="58976"/>
                  <a:pt x="138442" y="66133"/>
                </a:cubicBezTo>
                <a:cubicBezTo>
                  <a:pt x="132060" y="73290"/>
                  <a:pt x="128869" y="81536"/>
                  <a:pt x="128869" y="90872"/>
                </a:cubicBezTo>
                <a:cubicBezTo>
                  <a:pt x="128869" y="100151"/>
                  <a:pt x="130514" y="107110"/>
                  <a:pt x="133805" y="111749"/>
                </a:cubicBezTo>
                <a:cubicBezTo>
                  <a:pt x="137095" y="116389"/>
                  <a:pt x="142031" y="118709"/>
                  <a:pt x="148611" y="118709"/>
                </a:cubicBezTo>
                <a:cubicBezTo>
                  <a:pt x="154057" y="118709"/>
                  <a:pt x="158681" y="117718"/>
                  <a:pt x="162482" y="115738"/>
                </a:cubicBezTo>
                <a:cubicBezTo>
                  <a:pt x="164524" y="114664"/>
                  <a:pt x="167389" y="112514"/>
                  <a:pt x="171077" y="109290"/>
                </a:cubicBezTo>
                <a:cubicBezTo>
                  <a:pt x="169261" y="94295"/>
                  <a:pt x="168354" y="83064"/>
                  <a:pt x="168354" y="75597"/>
                </a:cubicBezTo>
                <a:close/>
                <a:moveTo>
                  <a:pt x="275201" y="66034"/>
                </a:moveTo>
                <a:cubicBezTo>
                  <a:pt x="274804" y="73126"/>
                  <a:pt x="271968" y="76671"/>
                  <a:pt x="266692" y="76671"/>
                </a:cubicBezTo>
                <a:cubicBezTo>
                  <a:pt x="261813" y="76671"/>
                  <a:pt x="259373" y="73875"/>
                  <a:pt x="259373" y="68281"/>
                </a:cubicBezTo>
                <a:cubicBezTo>
                  <a:pt x="259373" y="67207"/>
                  <a:pt x="259288" y="65229"/>
                  <a:pt x="259118" y="62346"/>
                </a:cubicBezTo>
                <a:lnTo>
                  <a:pt x="258863" y="55227"/>
                </a:lnTo>
                <a:cubicBezTo>
                  <a:pt x="249900" y="56307"/>
                  <a:pt x="242723" y="58837"/>
                  <a:pt x="237334" y="62817"/>
                </a:cubicBezTo>
                <a:cubicBezTo>
                  <a:pt x="232285" y="66513"/>
                  <a:pt x="228087" y="72085"/>
                  <a:pt x="224740" y="79533"/>
                </a:cubicBezTo>
                <a:lnTo>
                  <a:pt x="224910" y="126264"/>
                </a:lnTo>
                <a:cubicBezTo>
                  <a:pt x="224910" y="132006"/>
                  <a:pt x="222102" y="134877"/>
                  <a:pt x="216485" y="134877"/>
                </a:cubicBezTo>
                <a:cubicBezTo>
                  <a:pt x="211493" y="134877"/>
                  <a:pt x="208997" y="132007"/>
                  <a:pt x="208997" y="126266"/>
                </a:cubicBezTo>
                <a:lnTo>
                  <a:pt x="208997" y="66420"/>
                </a:lnTo>
                <a:cubicBezTo>
                  <a:pt x="208997" y="64544"/>
                  <a:pt x="209068" y="61732"/>
                  <a:pt x="209210" y="57982"/>
                </a:cubicBezTo>
                <a:cubicBezTo>
                  <a:pt x="209351" y="54231"/>
                  <a:pt x="209422" y="51417"/>
                  <a:pt x="209422" y="49542"/>
                </a:cubicBezTo>
                <a:cubicBezTo>
                  <a:pt x="209422" y="43801"/>
                  <a:pt x="211918" y="40931"/>
                  <a:pt x="216911" y="40931"/>
                </a:cubicBezTo>
                <a:cubicBezTo>
                  <a:pt x="222470" y="40931"/>
                  <a:pt x="225278" y="45640"/>
                  <a:pt x="225335" y="55057"/>
                </a:cubicBezTo>
                <a:cubicBezTo>
                  <a:pt x="236227" y="44505"/>
                  <a:pt x="248311" y="39229"/>
                  <a:pt x="261586" y="39229"/>
                </a:cubicBezTo>
                <a:cubicBezTo>
                  <a:pt x="266181" y="39229"/>
                  <a:pt x="269613" y="40959"/>
                  <a:pt x="271883" y="44420"/>
                </a:cubicBezTo>
                <a:cubicBezTo>
                  <a:pt x="274152" y="47881"/>
                  <a:pt x="275286" y="53100"/>
                  <a:pt x="275286" y="60078"/>
                </a:cubicBezTo>
                <a:cubicBezTo>
                  <a:pt x="275286" y="63028"/>
                  <a:pt x="275258" y="65013"/>
                  <a:pt x="275201" y="66034"/>
                </a:cubicBezTo>
                <a:close/>
                <a:moveTo>
                  <a:pt x="361812" y="92414"/>
                </a:moveTo>
                <a:lnTo>
                  <a:pt x="359855" y="121006"/>
                </a:lnTo>
                <a:cubicBezTo>
                  <a:pt x="359515" y="132352"/>
                  <a:pt x="358352" y="141628"/>
                  <a:pt x="356366" y="148833"/>
                </a:cubicBezTo>
                <a:cubicBezTo>
                  <a:pt x="353813" y="158023"/>
                  <a:pt x="349729" y="164802"/>
                  <a:pt x="344112" y="169170"/>
                </a:cubicBezTo>
                <a:cubicBezTo>
                  <a:pt x="337305" y="174446"/>
                  <a:pt x="327462" y="177084"/>
                  <a:pt x="314584" y="177084"/>
                </a:cubicBezTo>
                <a:cubicBezTo>
                  <a:pt x="307039" y="177084"/>
                  <a:pt x="300714" y="176574"/>
                  <a:pt x="295608" y="175553"/>
                </a:cubicBezTo>
                <a:cubicBezTo>
                  <a:pt x="288460" y="174134"/>
                  <a:pt x="284886" y="171184"/>
                  <a:pt x="284886" y="166703"/>
                </a:cubicBezTo>
                <a:cubicBezTo>
                  <a:pt x="284886" y="161654"/>
                  <a:pt x="287354" y="159129"/>
                  <a:pt x="292289" y="159129"/>
                </a:cubicBezTo>
                <a:cubicBezTo>
                  <a:pt x="294331" y="159129"/>
                  <a:pt x="297735" y="159626"/>
                  <a:pt x="302501" y="160618"/>
                </a:cubicBezTo>
                <a:cubicBezTo>
                  <a:pt x="307266" y="161611"/>
                  <a:pt x="312542" y="162051"/>
                  <a:pt x="318328" y="161937"/>
                </a:cubicBezTo>
                <a:cubicBezTo>
                  <a:pt x="329221" y="161756"/>
                  <a:pt x="336738" y="156170"/>
                  <a:pt x="340879" y="145179"/>
                </a:cubicBezTo>
                <a:cubicBezTo>
                  <a:pt x="343602" y="137850"/>
                  <a:pt x="345049" y="126587"/>
                  <a:pt x="345219" y="111390"/>
                </a:cubicBezTo>
                <a:cubicBezTo>
                  <a:pt x="342155" y="118028"/>
                  <a:pt x="338510" y="123006"/>
                  <a:pt x="334284" y="126325"/>
                </a:cubicBezTo>
                <a:cubicBezTo>
                  <a:pt x="330057" y="129643"/>
                  <a:pt x="325221" y="131303"/>
                  <a:pt x="319775" y="131303"/>
                </a:cubicBezTo>
                <a:cubicBezTo>
                  <a:pt x="309507" y="131303"/>
                  <a:pt x="301153" y="127796"/>
                  <a:pt x="294714" y="120783"/>
                </a:cubicBezTo>
                <a:cubicBezTo>
                  <a:pt x="288275" y="113770"/>
                  <a:pt x="285056" y="104670"/>
                  <a:pt x="285056" y="93483"/>
                </a:cubicBezTo>
                <a:cubicBezTo>
                  <a:pt x="285056" y="78152"/>
                  <a:pt x="289453" y="65801"/>
                  <a:pt x="298246" y="56432"/>
                </a:cubicBezTo>
                <a:cubicBezTo>
                  <a:pt x="307323" y="46779"/>
                  <a:pt x="319690" y="41952"/>
                  <a:pt x="335348" y="41952"/>
                </a:cubicBezTo>
                <a:cubicBezTo>
                  <a:pt x="340624" y="41952"/>
                  <a:pt x="345049" y="42633"/>
                  <a:pt x="348623" y="43995"/>
                </a:cubicBezTo>
                <a:cubicBezTo>
                  <a:pt x="352197" y="45356"/>
                  <a:pt x="354920" y="47398"/>
                  <a:pt x="356792" y="50121"/>
                </a:cubicBezTo>
                <a:cubicBezTo>
                  <a:pt x="362862" y="50292"/>
                  <a:pt x="365897" y="53667"/>
                  <a:pt x="365897" y="60248"/>
                </a:cubicBezTo>
                <a:cubicBezTo>
                  <a:pt x="365897" y="64276"/>
                  <a:pt x="365301" y="69665"/>
                  <a:pt x="364110" y="76416"/>
                </a:cubicBezTo>
                <a:cubicBezTo>
                  <a:pt x="362805" y="84245"/>
                  <a:pt x="362039" y="89577"/>
                  <a:pt x="361812" y="92414"/>
                </a:cubicBezTo>
                <a:moveTo>
                  <a:pt x="334497" y="58971"/>
                </a:moveTo>
                <a:cubicBezTo>
                  <a:pt x="323718" y="58971"/>
                  <a:pt x="315378" y="62317"/>
                  <a:pt x="309478" y="69007"/>
                </a:cubicBezTo>
                <a:cubicBezTo>
                  <a:pt x="304203" y="75033"/>
                  <a:pt x="301565" y="82694"/>
                  <a:pt x="301565" y="91991"/>
                </a:cubicBezTo>
                <a:cubicBezTo>
                  <a:pt x="301565" y="99396"/>
                  <a:pt x="303125" y="104963"/>
                  <a:pt x="306245" y="108691"/>
                </a:cubicBezTo>
                <a:cubicBezTo>
                  <a:pt x="309365" y="112420"/>
                  <a:pt x="314045" y="114284"/>
                  <a:pt x="320286" y="114284"/>
                </a:cubicBezTo>
                <a:cubicBezTo>
                  <a:pt x="326015" y="114284"/>
                  <a:pt x="331575" y="111373"/>
                  <a:pt x="336964" y="105551"/>
                </a:cubicBezTo>
                <a:cubicBezTo>
                  <a:pt x="341843" y="100188"/>
                  <a:pt x="344623" y="94876"/>
                  <a:pt x="345304" y="89616"/>
                </a:cubicBezTo>
                <a:cubicBezTo>
                  <a:pt x="346495" y="84099"/>
                  <a:pt x="347772" y="75442"/>
                  <a:pt x="349133" y="63644"/>
                </a:cubicBezTo>
                <a:cubicBezTo>
                  <a:pt x="346864" y="62061"/>
                  <a:pt x="344510" y="60886"/>
                  <a:pt x="342070" y="60120"/>
                </a:cubicBezTo>
                <a:cubicBezTo>
                  <a:pt x="339631" y="59354"/>
                  <a:pt x="337106" y="58971"/>
                  <a:pt x="334497" y="58971"/>
                </a:cubicBezTo>
                <a:close/>
                <a:moveTo>
                  <a:pt x="423013" y="133005"/>
                </a:moveTo>
                <a:cubicBezTo>
                  <a:pt x="410192" y="133005"/>
                  <a:pt x="399810" y="129797"/>
                  <a:pt x="391868" y="123381"/>
                </a:cubicBezTo>
                <a:cubicBezTo>
                  <a:pt x="383188" y="116282"/>
                  <a:pt x="378848" y="106345"/>
                  <a:pt x="378848" y="93568"/>
                </a:cubicBezTo>
                <a:cubicBezTo>
                  <a:pt x="378848" y="78806"/>
                  <a:pt x="382422" y="66428"/>
                  <a:pt x="389570" y="56434"/>
                </a:cubicBezTo>
                <a:cubicBezTo>
                  <a:pt x="397342" y="45532"/>
                  <a:pt x="407724" y="40080"/>
                  <a:pt x="420715" y="40080"/>
                </a:cubicBezTo>
                <a:cubicBezTo>
                  <a:pt x="430133" y="40080"/>
                  <a:pt x="437820" y="41669"/>
                  <a:pt x="443776" y="44845"/>
                </a:cubicBezTo>
                <a:cubicBezTo>
                  <a:pt x="451094" y="48760"/>
                  <a:pt x="454754" y="54773"/>
                  <a:pt x="454754" y="62886"/>
                </a:cubicBezTo>
                <a:cubicBezTo>
                  <a:pt x="454754" y="68559"/>
                  <a:pt x="451548" y="73721"/>
                  <a:pt x="445138" y="78373"/>
                </a:cubicBezTo>
                <a:cubicBezTo>
                  <a:pt x="442301" y="80416"/>
                  <a:pt x="436288" y="83592"/>
                  <a:pt x="427097" y="87904"/>
                </a:cubicBezTo>
                <a:lnTo>
                  <a:pt x="394591" y="103306"/>
                </a:lnTo>
                <a:cubicBezTo>
                  <a:pt x="397768" y="108015"/>
                  <a:pt x="401725" y="111561"/>
                  <a:pt x="406462" y="113943"/>
                </a:cubicBezTo>
                <a:cubicBezTo>
                  <a:pt x="411199" y="116326"/>
                  <a:pt x="416716" y="117517"/>
                  <a:pt x="423013" y="117517"/>
                </a:cubicBezTo>
                <a:cubicBezTo>
                  <a:pt x="426927" y="117517"/>
                  <a:pt x="431522" y="116780"/>
                  <a:pt x="436798" y="115305"/>
                </a:cubicBezTo>
                <a:cubicBezTo>
                  <a:pt x="443493" y="113433"/>
                  <a:pt x="447804" y="110979"/>
                  <a:pt x="449733" y="107944"/>
                </a:cubicBezTo>
                <a:cubicBezTo>
                  <a:pt x="451662" y="104909"/>
                  <a:pt x="453732" y="103391"/>
                  <a:pt x="455945" y="103391"/>
                </a:cubicBezTo>
                <a:cubicBezTo>
                  <a:pt x="457931" y="103391"/>
                  <a:pt x="459703" y="104146"/>
                  <a:pt x="461263" y="105654"/>
                </a:cubicBezTo>
                <a:cubicBezTo>
                  <a:pt x="462824" y="107161"/>
                  <a:pt x="463604" y="108910"/>
                  <a:pt x="463604" y="110901"/>
                </a:cubicBezTo>
                <a:cubicBezTo>
                  <a:pt x="463604" y="117216"/>
                  <a:pt x="458526" y="122650"/>
                  <a:pt x="448371" y="127202"/>
                </a:cubicBezTo>
                <a:cubicBezTo>
                  <a:pt x="439692" y="131071"/>
                  <a:pt x="431239" y="133005"/>
                  <a:pt x="423013" y="133005"/>
                </a:cubicBezTo>
                <a:moveTo>
                  <a:pt x="420715" y="55397"/>
                </a:moveTo>
                <a:cubicBezTo>
                  <a:pt x="413794" y="55397"/>
                  <a:pt x="408036" y="58078"/>
                  <a:pt x="403441" y="63439"/>
                </a:cubicBezTo>
                <a:cubicBezTo>
                  <a:pt x="398846" y="68800"/>
                  <a:pt x="395413" y="76870"/>
                  <a:pt x="393144" y="87649"/>
                </a:cubicBezTo>
                <a:lnTo>
                  <a:pt x="419269" y="75225"/>
                </a:lnTo>
                <a:cubicBezTo>
                  <a:pt x="429537" y="70232"/>
                  <a:pt x="436855" y="65892"/>
                  <a:pt x="441223" y="62205"/>
                </a:cubicBezTo>
                <a:cubicBezTo>
                  <a:pt x="436345" y="57667"/>
                  <a:pt x="429509" y="55397"/>
                  <a:pt x="420715" y="55397"/>
                </a:cubicBezTo>
                <a:close/>
                <a:moveTo>
                  <a:pt x="536054" y="56663"/>
                </a:moveTo>
                <a:cubicBezTo>
                  <a:pt x="534863" y="56663"/>
                  <a:pt x="533459" y="56606"/>
                  <a:pt x="531842" y="56493"/>
                </a:cubicBezTo>
                <a:cubicBezTo>
                  <a:pt x="530225" y="56378"/>
                  <a:pt x="528821" y="56320"/>
                  <a:pt x="527630" y="56320"/>
                </a:cubicBezTo>
                <a:cubicBezTo>
                  <a:pt x="526325" y="56320"/>
                  <a:pt x="522467" y="56750"/>
                  <a:pt x="516057" y="57610"/>
                </a:cubicBezTo>
                <a:lnTo>
                  <a:pt x="517674" y="107846"/>
                </a:lnTo>
                <a:lnTo>
                  <a:pt x="517759" y="111587"/>
                </a:lnTo>
                <a:lnTo>
                  <a:pt x="517844" y="115922"/>
                </a:lnTo>
                <a:cubicBezTo>
                  <a:pt x="518071" y="128332"/>
                  <a:pt x="515092" y="134536"/>
                  <a:pt x="508909" y="134536"/>
                </a:cubicBezTo>
                <a:cubicBezTo>
                  <a:pt x="506639" y="134536"/>
                  <a:pt x="504668" y="133800"/>
                  <a:pt x="502994" y="132327"/>
                </a:cubicBezTo>
                <a:cubicBezTo>
                  <a:pt x="501321" y="130853"/>
                  <a:pt x="500484" y="129011"/>
                  <a:pt x="500484" y="126801"/>
                </a:cubicBezTo>
                <a:cubicBezTo>
                  <a:pt x="500484" y="124648"/>
                  <a:pt x="500569" y="121419"/>
                  <a:pt x="500739" y="117113"/>
                </a:cubicBezTo>
                <a:cubicBezTo>
                  <a:pt x="500910" y="112805"/>
                  <a:pt x="500995" y="109574"/>
                  <a:pt x="500995" y="107420"/>
                </a:cubicBezTo>
                <a:lnTo>
                  <a:pt x="499293" y="57780"/>
                </a:lnTo>
                <a:cubicBezTo>
                  <a:pt x="495152" y="57610"/>
                  <a:pt x="488854" y="57125"/>
                  <a:pt x="480402" y="56325"/>
                </a:cubicBezTo>
                <a:cubicBezTo>
                  <a:pt x="475353" y="55641"/>
                  <a:pt x="472828" y="52820"/>
                  <a:pt x="472828" y="47861"/>
                </a:cubicBezTo>
                <a:cubicBezTo>
                  <a:pt x="472828" y="45353"/>
                  <a:pt x="473594" y="43273"/>
                  <a:pt x="475126" y="41622"/>
                </a:cubicBezTo>
                <a:cubicBezTo>
                  <a:pt x="476657" y="39970"/>
                  <a:pt x="478615" y="39144"/>
                  <a:pt x="480997" y="39144"/>
                </a:cubicBezTo>
                <a:lnTo>
                  <a:pt x="498867" y="40591"/>
                </a:lnTo>
                <a:cubicBezTo>
                  <a:pt x="498867" y="37689"/>
                  <a:pt x="498740" y="33806"/>
                  <a:pt x="498484" y="28943"/>
                </a:cubicBezTo>
                <a:cubicBezTo>
                  <a:pt x="498229" y="24079"/>
                  <a:pt x="498101" y="20566"/>
                  <a:pt x="498101" y="18405"/>
                </a:cubicBezTo>
                <a:cubicBezTo>
                  <a:pt x="498101" y="16015"/>
                  <a:pt x="498924" y="14038"/>
                  <a:pt x="500569" y="12475"/>
                </a:cubicBezTo>
                <a:cubicBezTo>
                  <a:pt x="502214" y="10909"/>
                  <a:pt x="504228" y="10126"/>
                  <a:pt x="506611" y="10126"/>
                </a:cubicBezTo>
                <a:cubicBezTo>
                  <a:pt x="511717" y="10126"/>
                  <a:pt x="514695" y="14296"/>
                  <a:pt x="515546" y="22635"/>
                </a:cubicBezTo>
                <a:cubicBezTo>
                  <a:pt x="515716" y="24735"/>
                  <a:pt x="515801" y="27259"/>
                  <a:pt x="515801" y="30209"/>
                </a:cubicBezTo>
                <a:lnTo>
                  <a:pt x="515631" y="35145"/>
                </a:lnTo>
                <a:lnTo>
                  <a:pt x="515546" y="40420"/>
                </a:lnTo>
                <a:cubicBezTo>
                  <a:pt x="522581" y="39513"/>
                  <a:pt x="526609" y="39059"/>
                  <a:pt x="527630" y="39059"/>
                </a:cubicBezTo>
                <a:cubicBezTo>
                  <a:pt x="533530" y="39059"/>
                  <a:pt x="537387" y="39343"/>
                  <a:pt x="539203" y="39910"/>
                </a:cubicBezTo>
                <a:cubicBezTo>
                  <a:pt x="542663" y="41052"/>
                  <a:pt x="544394" y="43743"/>
                  <a:pt x="544394" y="47983"/>
                </a:cubicBezTo>
                <a:cubicBezTo>
                  <a:pt x="544394" y="50504"/>
                  <a:pt x="543614" y="52581"/>
                  <a:pt x="542053" y="54214"/>
                </a:cubicBezTo>
                <a:cubicBezTo>
                  <a:pt x="540493" y="55847"/>
                  <a:pt x="538494" y="56663"/>
                  <a:pt x="536054" y="566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Config">
            <a:extLst xmlns:a="http://schemas.openxmlformats.org/drawingml/2006/main">
              <a:ext uri="{FF2B5EF4-FFF2-40B4-BE49-F238E27FC236}">
                <a16:creationId xmlns:a16="http://schemas.microsoft.com/office/drawing/2014/main" id="{230B20E0-7E1D-4AB5-A38B-D051F88E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402" y="4241855"/>
            <a:ext cx="503174" cy="184147"/>
          </a:xfrm>
          <a:custGeom xmlns:a="http://schemas.openxmlformats.org/drawingml/2006/main">
            <a:pathLst>
              <a:path w="503174" h="184147">
                <a:moveTo>
                  <a:pt x="86287" y="40676"/>
                </a:moveTo>
                <a:cubicBezTo>
                  <a:pt x="82656" y="40676"/>
                  <a:pt x="79933" y="38548"/>
                  <a:pt x="78118" y="34294"/>
                </a:cubicBezTo>
                <a:cubicBezTo>
                  <a:pt x="76529" y="30663"/>
                  <a:pt x="75054" y="28450"/>
                  <a:pt x="73693" y="27656"/>
                </a:cubicBezTo>
                <a:cubicBezTo>
                  <a:pt x="72502" y="27032"/>
                  <a:pt x="69552" y="26720"/>
                  <a:pt x="64843" y="26720"/>
                </a:cubicBezTo>
                <a:cubicBezTo>
                  <a:pt x="56617" y="26720"/>
                  <a:pt x="47483" y="33012"/>
                  <a:pt x="37442" y="45595"/>
                </a:cubicBezTo>
                <a:cubicBezTo>
                  <a:pt x="23827" y="62485"/>
                  <a:pt x="17019" y="78496"/>
                  <a:pt x="17019" y="93629"/>
                </a:cubicBezTo>
                <a:cubicBezTo>
                  <a:pt x="17019" y="100940"/>
                  <a:pt x="19373" y="107232"/>
                  <a:pt x="24082" y="112505"/>
                </a:cubicBezTo>
                <a:cubicBezTo>
                  <a:pt x="28904" y="117945"/>
                  <a:pt x="34719" y="120666"/>
                  <a:pt x="41527" y="120666"/>
                </a:cubicBezTo>
                <a:cubicBezTo>
                  <a:pt x="47370" y="120666"/>
                  <a:pt x="53242" y="119155"/>
                  <a:pt x="59142" y="116134"/>
                </a:cubicBezTo>
                <a:cubicBezTo>
                  <a:pt x="62432" y="114425"/>
                  <a:pt x="67481" y="111062"/>
                  <a:pt x="74289" y="106045"/>
                </a:cubicBezTo>
                <a:cubicBezTo>
                  <a:pt x="77522" y="103652"/>
                  <a:pt x="79962" y="102455"/>
                  <a:pt x="81607" y="102455"/>
                </a:cubicBezTo>
                <a:cubicBezTo>
                  <a:pt x="84046" y="102455"/>
                  <a:pt x="86089" y="103382"/>
                  <a:pt x="87734" y="105234"/>
                </a:cubicBezTo>
                <a:cubicBezTo>
                  <a:pt x="89379" y="107087"/>
                  <a:pt x="90202" y="109153"/>
                  <a:pt x="90202" y="111433"/>
                </a:cubicBezTo>
                <a:cubicBezTo>
                  <a:pt x="90202" y="113998"/>
                  <a:pt x="89124" y="116250"/>
                  <a:pt x="86968" y="118187"/>
                </a:cubicBezTo>
                <a:cubicBezTo>
                  <a:pt x="71991" y="131526"/>
                  <a:pt x="56844" y="138196"/>
                  <a:pt x="41527" y="138196"/>
                </a:cubicBezTo>
                <a:cubicBezTo>
                  <a:pt x="29784" y="138196"/>
                  <a:pt x="19856" y="133683"/>
                  <a:pt x="11743" y="124657"/>
                </a:cubicBezTo>
                <a:cubicBezTo>
                  <a:pt x="3914" y="115914"/>
                  <a:pt x="0" y="105582"/>
                  <a:pt x="0" y="93661"/>
                </a:cubicBezTo>
                <a:cubicBezTo>
                  <a:pt x="0" y="74417"/>
                  <a:pt x="8056" y="54690"/>
                  <a:pt x="24167" y="34480"/>
                </a:cubicBezTo>
                <a:cubicBezTo>
                  <a:pt x="37612" y="17620"/>
                  <a:pt x="51171" y="9190"/>
                  <a:pt x="64843" y="9190"/>
                </a:cubicBezTo>
                <a:cubicBezTo>
                  <a:pt x="67623" y="9190"/>
                  <a:pt x="70119" y="9318"/>
                  <a:pt x="72331" y="9573"/>
                </a:cubicBezTo>
                <a:cubicBezTo>
                  <a:pt x="74544" y="9829"/>
                  <a:pt x="76501" y="10240"/>
                  <a:pt x="78203" y="10807"/>
                </a:cubicBezTo>
                <a:cubicBezTo>
                  <a:pt x="80189" y="7914"/>
                  <a:pt x="82770" y="6467"/>
                  <a:pt x="85947" y="6467"/>
                </a:cubicBezTo>
                <a:cubicBezTo>
                  <a:pt x="89861" y="6467"/>
                  <a:pt x="92329" y="9055"/>
                  <a:pt x="93350" y="14230"/>
                </a:cubicBezTo>
                <a:cubicBezTo>
                  <a:pt x="94258" y="18837"/>
                  <a:pt x="94712" y="24496"/>
                  <a:pt x="94712" y="31206"/>
                </a:cubicBezTo>
                <a:cubicBezTo>
                  <a:pt x="94712" y="33537"/>
                  <a:pt x="94088" y="35585"/>
                  <a:pt x="92839" y="37349"/>
                </a:cubicBezTo>
                <a:cubicBezTo>
                  <a:pt x="91308" y="39567"/>
                  <a:pt x="89124" y="40676"/>
                  <a:pt x="86287" y="40676"/>
                </a:cubicBezTo>
                <a:close/>
                <a:moveTo>
                  <a:pt x="140645" y="141259"/>
                </a:moveTo>
                <a:cubicBezTo>
                  <a:pt x="131115" y="141259"/>
                  <a:pt x="122917" y="137735"/>
                  <a:pt x="116053" y="130689"/>
                </a:cubicBezTo>
                <a:cubicBezTo>
                  <a:pt x="108394" y="122846"/>
                  <a:pt x="104366" y="112302"/>
                  <a:pt x="103969" y="99059"/>
                </a:cubicBezTo>
                <a:cubicBezTo>
                  <a:pt x="103629" y="86215"/>
                  <a:pt x="106862" y="74906"/>
                  <a:pt x="113670" y="65130"/>
                </a:cubicBezTo>
                <a:cubicBezTo>
                  <a:pt x="121612" y="53593"/>
                  <a:pt x="132675" y="47824"/>
                  <a:pt x="146857" y="47824"/>
                </a:cubicBezTo>
                <a:cubicBezTo>
                  <a:pt x="158203" y="47824"/>
                  <a:pt x="166798" y="53024"/>
                  <a:pt x="172641" y="63426"/>
                </a:cubicBezTo>
                <a:cubicBezTo>
                  <a:pt x="177293" y="71836"/>
                  <a:pt x="179534" y="81952"/>
                  <a:pt x="179364" y="93773"/>
                </a:cubicBezTo>
                <a:cubicBezTo>
                  <a:pt x="179194" y="106390"/>
                  <a:pt x="175903" y="117161"/>
                  <a:pt x="169493" y="126085"/>
                </a:cubicBezTo>
                <a:cubicBezTo>
                  <a:pt x="162231" y="136201"/>
                  <a:pt x="152616" y="141259"/>
                  <a:pt x="140645" y="141259"/>
                </a:cubicBezTo>
                <a:moveTo>
                  <a:pt x="145751" y="65183"/>
                </a:moveTo>
                <a:cubicBezTo>
                  <a:pt x="137412" y="65127"/>
                  <a:pt x="130916" y="69103"/>
                  <a:pt x="126264" y="77113"/>
                </a:cubicBezTo>
                <a:cubicBezTo>
                  <a:pt x="122577" y="83534"/>
                  <a:pt x="120733" y="90863"/>
                  <a:pt x="120733" y="99099"/>
                </a:cubicBezTo>
                <a:cubicBezTo>
                  <a:pt x="120733" y="107338"/>
                  <a:pt x="122974" y="113758"/>
                  <a:pt x="127456" y="118360"/>
                </a:cubicBezTo>
                <a:cubicBezTo>
                  <a:pt x="131200" y="122167"/>
                  <a:pt x="135596" y="124070"/>
                  <a:pt x="140645" y="124070"/>
                </a:cubicBezTo>
                <a:cubicBezTo>
                  <a:pt x="146545" y="124070"/>
                  <a:pt x="151623" y="121910"/>
                  <a:pt x="155878" y="117592"/>
                </a:cubicBezTo>
                <a:cubicBezTo>
                  <a:pt x="160700" y="112821"/>
                  <a:pt x="163253" y="106373"/>
                  <a:pt x="163536" y="98248"/>
                </a:cubicBezTo>
                <a:cubicBezTo>
                  <a:pt x="164330" y="76262"/>
                  <a:pt x="158402" y="65240"/>
                  <a:pt x="145751" y="65183"/>
                </a:cubicBezTo>
                <a:close/>
                <a:moveTo>
                  <a:pt x="265499" y="142280"/>
                </a:moveTo>
                <a:cubicBezTo>
                  <a:pt x="260620" y="142280"/>
                  <a:pt x="257868" y="139608"/>
                  <a:pt x="257244" y="134265"/>
                </a:cubicBezTo>
                <a:lnTo>
                  <a:pt x="254862" y="115589"/>
                </a:lnTo>
                <a:cubicBezTo>
                  <a:pt x="254067" y="108938"/>
                  <a:pt x="253670" y="102712"/>
                  <a:pt x="253670" y="96913"/>
                </a:cubicBezTo>
                <a:cubicBezTo>
                  <a:pt x="253670" y="95321"/>
                  <a:pt x="253770" y="92621"/>
                  <a:pt x="253968" y="88813"/>
                </a:cubicBezTo>
                <a:cubicBezTo>
                  <a:pt x="254167" y="85004"/>
                  <a:pt x="254266" y="82303"/>
                  <a:pt x="254266" y="80711"/>
                </a:cubicBezTo>
                <a:cubicBezTo>
                  <a:pt x="254266" y="68430"/>
                  <a:pt x="251997" y="62290"/>
                  <a:pt x="247458" y="62290"/>
                </a:cubicBezTo>
                <a:cubicBezTo>
                  <a:pt x="241105" y="62290"/>
                  <a:pt x="235034" y="66067"/>
                  <a:pt x="229248" y="73621"/>
                </a:cubicBezTo>
                <a:cubicBezTo>
                  <a:pt x="224029" y="80493"/>
                  <a:pt x="219944" y="89181"/>
                  <a:pt x="216994" y="99687"/>
                </a:cubicBezTo>
                <a:cubicBezTo>
                  <a:pt x="216881" y="101903"/>
                  <a:pt x="216625" y="104686"/>
                  <a:pt x="216228" y="108037"/>
                </a:cubicBezTo>
                <a:cubicBezTo>
                  <a:pt x="215888" y="110877"/>
                  <a:pt x="215718" y="113631"/>
                  <a:pt x="215718" y="116299"/>
                </a:cubicBezTo>
                <a:cubicBezTo>
                  <a:pt x="215718" y="118003"/>
                  <a:pt x="215888" y="120559"/>
                  <a:pt x="216228" y="123966"/>
                </a:cubicBezTo>
                <a:cubicBezTo>
                  <a:pt x="216569" y="127373"/>
                  <a:pt x="216739" y="129929"/>
                  <a:pt x="216739" y="131633"/>
                </a:cubicBezTo>
                <a:cubicBezTo>
                  <a:pt x="216739" y="134189"/>
                  <a:pt x="215959" y="136262"/>
                  <a:pt x="214399" y="137853"/>
                </a:cubicBezTo>
                <a:cubicBezTo>
                  <a:pt x="212839" y="139443"/>
                  <a:pt x="210839" y="140238"/>
                  <a:pt x="208399" y="140238"/>
                </a:cubicBezTo>
                <a:cubicBezTo>
                  <a:pt x="205903" y="140238"/>
                  <a:pt x="203889" y="139442"/>
                  <a:pt x="202358" y="137850"/>
                </a:cubicBezTo>
                <a:cubicBezTo>
                  <a:pt x="200826" y="136260"/>
                  <a:pt x="200060" y="134185"/>
                  <a:pt x="200060" y="131627"/>
                </a:cubicBezTo>
                <a:cubicBezTo>
                  <a:pt x="200060" y="129924"/>
                  <a:pt x="199876" y="127367"/>
                  <a:pt x="199507" y="123958"/>
                </a:cubicBezTo>
                <a:cubicBezTo>
                  <a:pt x="199138" y="120547"/>
                  <a:pt x="198954" y="117989"/>
                  <a:pt x="198954" y="116283"/>
                </a:cubicBezTo>
                <a:cubicBezTo>
                  <a:pt x="198954" y="110430"/>
                  <a:pt x="199365" y="102317"/>
                  <a:pt x="200188" y="91946"/>
                </a:cubicBezTo>
                <a:cubicBezTo>
                  <a:pt x="201010" y="81575"/>
                  <a:pt x="201422" y="73462"/>
                  <a:pt x="201422" y="67609"/>
                </a:cubicBezTo>
                <a:cubicBezTo>
                  <a:pt x="201422" y="65790"/>
                  <a:pt x="201322" y="63091"/>
                  <a:pt x="201124" y="59511"/>
                </a:cubicBezTo>
                <a:cubicBezTo>
                  <a:pt x="200925" y="55930"/>
                  <a:pt x="200826" y="53231"/>
                  <a:pt x="200826" y="51414"/>
                </a:cubicBezTo>
                <a:cubicBezTo>
                  <a:pt x="200826" y="48969"/>
                  <a:pt x="201634" y="46966"/>
                  <a:pt x="203251" y="45404"/>
                </a:cubicBezTo>
                <a:cubicBezTo>
                  <a:pt x="204868" y="43840"/>
                  <a:pt x="206868" y="43058"/>
                  <a:pt x="209250" y="43058"/>
                </a:cubicBezTo>
                <a:cubicBezTo>
                  <a:pt x="214470" y="43058"/>
                  <a:pt x="217334" y="46761"/>
                  <a:pt x="217845" y="54166"/>
                </a:cubicBezTo>
                <a:lnTo>
                  <a:pt x="218100" y="64162"/>
                </a:lnTo>
                <a:cubicBezTo>
                  <a:pt x="227631" y="51455"/>
                  <a:pt x="237417" y="45101"/>
                  <a:pt x="247458" y="45101"/>
                </a:cubicBezTo>
                <a:cubicBezTo>
                  <a:pt x="256535" y="45101"/>
                  <a:pt x="262861" y="49107"/>
                  <a:pt x="266435" y="57121"/>
                </a:cubicBezTo>
                <a:cubicBezTo>
                  <a:pt x="268874" y="62462"/>
                  <a:pt x="270207" y="70362"/>
                  <a:pt x="270434" y="80820"/>
                </a:cubicBezTo>
                <a:lnTo>
                  <a:pt x="270434" y="89428"/>
                </a:lnTo>
                <a:lnTo>
                  <a:pt x="270349" y="97355"/>
                </a:lnTo>
                <a:cubicBezTo>
                  <a:pt x="270349" y="102072"/>
                  <a:pt x="270959" y="108168"/>
                  <a:pt x="272179" y="115643"/>
                </a:cubicBezTo>
                <a:cubicBezTo>
                  <a:pt x="273398" y="123115"/>
                  <a:pt x="274008" y="129181"/>
                  <a:pt x="274008" y="133840"/>
                </a:cubicBezTo>
                <a:cubicBezTo>
                  <a:pt x="274008" y="136341"/>
                  <a:pt x="273200" y="138373"/>
                  <a:pt x="271583" y="139935"/>
                </a:cubicBezTo>
                <a:cubicBezTo>
                  <a:pt x="269966" y="141498"/>
                  <a:pt x="267938" y="142280"/>
                  <a:pt x="265499" y="142280"/>
                </a:cubicBezTo>
                <a:close/>
                <a:moveTo>
                  <a:pt x="348910" y="16509"/>
                </a:moveTo>
                <a:cubicBezTo>
                  <a:pt x="335181" y="16509"/>
                  <a:pt x="327494" y="25991"/>
                  <a:pt x="325849" y="44957"/>
                </a:cubicBezTo>
                <a:lnTo>
                  <a:pt x="325594" y="50207"/>
                </a:lnTo>
                <a:cubicBezTo>
                  <a:pt x="335238" y="49526"/>
                  <a:pt x="341478" y="49185"/>
                  <a:pt x="344315" y="49185"/>
                </a:cubicBezTo>
                <a:cubicBezTo>
                  <a:pt x="353335" y="49185"/>
                  <a:pt x="357845" y="52035"/>
                  <a:pt x="357845" y="57735"/>
                </a:cubicBezTo>
                <a:cubicBezTo>
                  <a:pt x="357845" y="61897"/>
                  <a:pt x="355633" y="64378"/>
                  <a:pt x="351208" y="65175"/>
                </a:cubicBezTo>
                <a:cubicBezTo>
                  <a:pt x="349279" y="65518"/>
                  <a:pt x="347024" y="65646"/>
                  <a:pt x="344442" y="65561"/>
                </a:cubicBezTo>
                <a:cubicBezTo>
                  <a:pt x="341861" y="65476"/>
                  <a:pt x="335323" y="65861"/>
                  <a:pt x="324828" y="66715"/>
                </a:cubicBezTo>
                <a:lnTo>
                  <a:pt x="324147" y="86136"/>
                </a:lnTo>
                <a:cubicBezTo>
                  <a:pt x="324147" y="89658"/>
                  <a:pt x="324261" y="94940"/>
                  <a:pt x="324488" y="101982"/>
                </a:cubicBezTo>
                <a:cubicBezTo>
                  <a:pt x="324714" y="109024"/>
                  <a:pt x="324828" y="114277"/>
                  <a:pt x="324828" y="117741"/>
                </a:cubicBezTo>
                <a:cubicBezTo>
                  <a:pt x="324828" y="128530"/>
                  <a:pt x="324204" y="136934"/>
                  <a:pt x="322956" y="142953"/>
                </a:cubicBezTo>
                <a:cubicBezTo>
                  <a:pt x="321991" y="147497"/>
                  <a:pt x="319353" y="149769"/>
                  <a:pt x="315042" y="149769"/>
                </a:cubicBezTo>
                <a:cubicBezTo>
                  <a:pt x="312716" y="149769"/>
                  <a:pt x="310730" y="149016"/>
                  <a:pt x="309085" y="147511"/>
                </a:cubicBezTo>
                <a:cubicBezTo>
                  <a:pt x="307440" y="146006"/>
                  <a:pt x="306617" y="144118"/>
                  <a:pt x="306617" y="141847"/>
                </a:cubicBezTo>
                <a:cubicBezTo>
                  <a:pt x="306617" y="141393"/>
                  <a:pt x="306674" y="140825"/>
                  <a:pt x="306788" y="140142"/>
                </a:cubicBezTo>
                <a:cubicBezTo>
                  <a:pt x="307979" y="132760"/>
                  <a:pt x="308575" y="124725"/>
                  <a:pt x="308575" y="116036"/>
                </a:cubicBezTo>
                <a:lnTo>
                  <a:pt x="308319" y="92781"/>
                </a:lnTo>
                <a:lnTo>
                  <a:pt x="308319" y="68077"/>
                </a:lnTo>
                <a:cubicBezTo>
                  <a:pt x="301228" y="68644"/>
                  <a:pt x="296746" y="68928"/>
                  <a:pt x="294874" y="68928"/>
                </a:cubicBezTo>
                <a:cubicBezTo>
                  <a:pt x="289144" y="68928"/>
                  <a:pt x="286280" y="66176"/>
                  <a:pt x="286280" y="60673"/>
                </a:cubicBezTo>
                <a:cubicBezTo>
                  <a:pt x="286280" y="55057"/>
                  <a:pt x="291243" y="52107"/>
                  <a:pt x="301171" y="51823"/>
                </a:cubicBezTo>
                <a:lnTo>
                  <a:pt x="309340" y="51568"/>
                </a:lnTo>
                <a:cubicBezTo>
                  <a:pt x="309511" y="48391"/>
                  <a:pt x="309936" y="44080"/>
                  <a:pt x="310617" y="38633"/>
                </a:cubicBezTo>
                <a:cubicBezTo>
                  <a:pt x="312092" y="26039"/>
                  <a:pt x="315269" y="16764"/>
                  <a:pt x="320148" y="10807"/>
                </a:cubicBezTo>
                <a:cubicBezTo>
                  <a:pt x="326048" y="3602"/>
                  <a:pt x="335266" y="0"/>
                  <a:pt x="347804" y="0"/>
                </a:cubicBezTo>
                <a:cubicBezTo>
                  <a:pt x="355916" y="0"/>
                  <a:pt x="359972" y="2766"/>
                  <a:pt x="359972" y="8297"/>
                </a:cubicBezTo>
                <a:cubicBezTo>
                  <a:pt x="359972" y="13771"/>
                  <a:pt x="356285" y="16509"/>
                  <a:pt x="348910" y="16509"/>
                </a:cubicBezTo>
                <a:close/>
                <a:moveTo>
                  <a:pt x="397382" y="28422"/>
                </a:moveTo>
                <a:cubicBezTo>
                  <a:pt x="394659" y="28422"/>
                  <a:pt x="392304" y="27458"/>
                  <a:pt x="390319" y="25529"/>
                </a:cubicBezTo>
                <a:cubicBezTo>
                  <a:pt x="388333" y="23600"/>
                  <a:pt x="387341" y="21274"/>
                  <a:pt x="387341" y="18551"/>
                </a:cubicBezTo>
                <a:cubicBezTo>
                  <a:pt x="387341" y="15828"/>
                  <a:pt x="388333" y="13502"/>
                  <a:pt x="390319" y="11573"/>
                </a:cubicBezTo>
                <a:cubicBezTo>
                  <a:pt x="392304" y="9644"/>
                  <a:pt x="394659" y="8680"/>
                  <a:pt x="397382" y="8680"/>
                </a:cubicBezTo>
                <a:cubicBezTo>
                  <a:pt x="400105" y="8680"/>
                  <a:pt x="402445" y="9644"/>
                  <a:pt x="404402" y="11573"/>
                </a:cubicBezTo>
                <a:cubicBezTo>
                  <a:pt x="406359" y="13502"/>
                  <a:pt x="407338" y="15828"/>
                  <a:pt x="407338" y="18551"/>
                </a:cubicBezTo>
                <a:cubicBezTo>
                  <a:pt x="407338" y="21274"/>
                  <a:pt x="406359" y="23600"/>
                  <a:pt x="404402" y="25529"/>
                </a:cubicBezTo>
                <a:cubicBezTo>
                  <a:pt x="402445" y="27458"/>
                  <a:pt x="400105" y="28422"/>
                  <a:pt x="397382" y="28422"/>
                </a:cubicBezTo>
                <a:moveTo>
                  <a:pt x="401211" y="97568"/>
                </a:moveTo>
                <a:cubicBezTo>
                  <a:pt x="401211" y="100975"/>
                  <a:pt x="401310" y="106072"/>
                  <a:pt x="401509" y="112858"/>
                </a:cubicBezTo>
                <a:cubicBezTo>
                  <a:pt x="401708" y="119643"/>
                  <a:pt x="401807" y="124739"/>
                  <a:pt x="401807" y="128146"/>
                </a:cubicBezTo>
                <a:cubicBezTo>
                  <a:pt x="401807" y="130644"/>
                  <a:pt x="401041" y="132688"/>
                  <a:pt x="399509" y="134278"/>
                </a:cubicBezTo>
                <a:cubicBezTo>
                  <a:pt x="397977" y="135869"/>
                  <a:pt x="395964" y="136664"/>
                  <a:pt x="393467" y="136664"/>
                </a:cubicBezTo>
                <a:cubicBezTo>
                  <a:pt x="391028" y="136664"/>
                  <a:pt x="389028" y="135869"/>
                  <a:pt x="387468" y="134278"/>
                </a:cubicBezTo>
                <a:cubicBezTo>
                  <a:pt x="385908" y="132688"/>
                  <a:pt x="385128" y="130644"/>
                  <a:pt x="385128" y="128146"/>
                </a:cubicBezTo>
                <a:cubicBezTo>
                  <a:pt x="385128" y="124739"/>
                  <a:pt x="385029" y="119643"/>
                  <a:pt x="384830" y="112858"/>
                </a:cubicBezTo>
                <a:cubicBezTo>
                  <a:pt x="384632" y="106072"/>
                  <a:pt x="384532" y="100975"/>
                  <a:pt x="384532" y="97568"/>
                </a:cubicBezTo>
                <a:cubicBezTo>
                  <a:pt x="384532" y="92230"/>
                  <a:pt x="384816" y="85572"/>
                  <a:pt x="385383" y="77594"/>
                </a:cubicBezTo>
                <a:cubicBezTo>
                  <a:pt x="385951" y="69615"/>
                  <a:pt x="386234" y="62956"/>
                  <a:pt x="386234" y="57618"/>
                </a:cubicBezTo>
                <a:cubicBezTo>
                  <a:pt x="386234" y="55063"/>
                  <a:pt x="387014" y="52991"/>
                  <a:pt x="388574" y="51401"/>
                </a:cubicBezTo>
                <a:cubicBezTo>
                  <a:pt x="390134" y="49810"/>
                  <a:pt x="392134" y="49015"/>
                  <a:pt x="394574" y="49015"/>
                </a:cubicBezTo>
                <a:cubicBezTo>
                  <a:pt x="397013" y="49015"/>
                  <a:pt x="399013" y="49810"/>
                  <a:pt x="400573" y="51401"/>
                </a:cubicBezTo>
                <a:cubicBezTo>
                  <a:pt x="402133" y="52991"/>
                  <a:pt x="402913" y="55063"/>
                  <a:pt x="402913" y="57618"/>
                </a:cubicBezTo>
                <a:cubicBezTo>
                  <a:pt x="402913" y="62956"/>
                  <a:pt x="402629" y="69615"/>
                  <a:pt x="402062" y="77594"/>
                </a:cubicBezTo>
                <a:cubicBezTo>
                  <a:pt x="401495" y="85572"/>
                  <a:pt x="401211" y="92230"/>
                  <a:pt x="401211" y="97568"/>
                </a:cubicBezTo>
                <a:close/>
                <a:moveTo>
                  <a:pt x="499089" y="99477"/>
                </a:moveTo>
                <a:lnTo>
                  <a:pt x="497132" y="128069"/>
                </a:lnTo>
                <a:cubicBezTo>
                  <a:pt x="496792" y="139415"/>
                  <a:pt x="495629" y="148691"/>
                  <a:pt x="493643" y="155895"/>
                </a:cubicBezTo>
                <a:cubicBezTo>
                  <a:pt x="491090" y="165086"/>
                  <a:pt x="487006" y="171865"/>
                  <a:pt x="481389" y="176233"/>
                </a:cubicBezTo>
                <a:cubicBezTo>
                  <a:pt x="474582" y="181509"/>
                  <a:pt x="464739" y="184147"/>
                  <a:pt x="451861" y="184147"/>
                </a:cubicBezTo>
                <a:cubicBezTo>
                  <a:pt x="444316" y="184147"/>
                  <a:pt x="437990" y="183637"/>
                  <a:pt x="432885" y="182616"/>
                </a:cubicBezTo>
                <a:cubicBezTo>
                  <a:pt x="425737" y="181197"/>
                  <a:pt x="422163" y="178247"/>
                  <a:pt x="422163" y="173766"/>
                </a:cubicBezTo>
                <a:cubicBezTo>
                  <a:pt x="422163" y="168717"/>
                  <a:pt x="424630" y="166192"/>
                  <a:pt x="429566" y="166192"/>
                </a:cubicBezTo>
                <a:cubicBezTo>
                  <a:pt x="431608" y="166192"/>
                  <a:pt x="435012" y="166688"/>
                  <a:pt x="439777" y="167681"/>
                </a:cubicBezTo>
                <a:cubicBezTo>
                  <a:pt x="444543" y="168674"/>
                  <a:pt x="449819" y="169114"/>
                  <a:pt x="455605" y="169000"/>
                </a:cubicBezTo>
                <a:cubicBezTo>
                  <a:pt x="466498" y="168819"/>
                  <a:pt x="474014" y="163233"/>
                  <a:pt x="478156" y="152242"/>
                </a:cubicBezTo>
                <a:cubicBezTo>
                  <a:pt x="480879" y="144913"/>
                  <a:pt x="482325" y="133650"/>
                  <a:pt x="482496" y="118453"/>
                </a:cubicBezTo>
                <a:cubicBezTo>
                  <a:pt x="479432" y="125091"/>
                  <a:pt x="475787" y="130069"/>
                  <a:pt x="471561" y="133388"/>
                </a:cubicBezTo>
                <a:cubicBezTo>
                  <a:pt x="467334" y="136706"/>
                  <a:pt x="462498" y="138366"/>
                  <a:pt x="457052" y="138366"/>
                </a:cubicBezTo>
                <a:cubicBezTo>
                  <a:pt x="446784" y="138366"/>
                  <a:pt x="438430" y="134859"/>
                  <a:pt x="431991" y="127846"/>
                </a:cubicBezTo>
                <a:cubicBezTo>
                  <a:pt x="425552" y="120832"/>
                  <a:pt x="422333" y="111733"/>
                  <a:pt x="422333" y="100546"/>
                </a:cubicBezTo>
                <a:cubicBezTo>
                  <a:pt x="422333" y="85215"/>
                  <a:pt x="426729" y="72864"/>
                  <a:pt x="435523" y="63495"/>
                </a:cubicBezTo>
                <a:cubicBezTo>
                  <a:pt x="444600" y="53842"/>
                  <a:pt x="456967" y="49015"/>
                  <a:pt x="472624" y="49015"/>
                </a:cubicBezTo>
                <a:cubicBezTo>
                  <a:pt x="477900" y="49015"/>
                  <a:pt x="482325" y="49696"/>
                  <a:pt x="485899" y="51057"/>
                </a:cubicBezTo>
                <a:cubicBezTo>
                  <a:pt x="489473" y="52419"/>
                  <a:pt x="492196" y="54461"/>
                  <a:pt x="494069" y="57184"/>
                </a:cubicBezTo>
                <a:cubicBezTo>
                  <a:pt x="500139" y="57355"/>
                  <a:pt x="503174" y="60730"/>
                  <a:pt x="503174" y="67311"/>
                </a:cubicBezTo>
                <a:cubicBezTo>
                  <a:pt x="503174" y="71339"/>
                  <a:pt x="502578" y="76728"/>
                  <a:pt x="501387" y="83479"/>
                </a:cubicBezTo>
                <a:cubicBezTo>
                  <a:pt x="500082" y="91308"/>
                  <a:pt x="499316" y="96640"/>
                  <a:pt x="499089" y="99477"/>
                </a:cubicBezTo>
                <a:moveTo>
                  <a:pt x="471773" y="66034"/>
                </a:moveTo>
                <a:cubicBezTo>
                  <a:pt x="460995" y="66034"/>
                  <a:pt x="452655" y="69380"/>
                  <a:pt x="446755" y="76070"/>
                </a:cubicBezTo>
                <a:cubicBezTo>
                  <a:pt x="441479" y="82096"/>
                  <a:pt x="438841" y="89757"/>
                  <a:pt x="438841" y="99054"/>
                </a:cubicBezTo>
                <a:cubicBezTo>
                  <a:pt x="438841" y="106459"/>
                  <a:pt x="440401" y="112026"/>
                  <a:pt x="443522" y="115754"/>
                </a:cubicBezTo>
                <a:cubicBezTo>
                  <a:pt x="446642" y="119482"/>
                  <a:pt x="451322" y="121347"/>
                  <a:pt x="457562" y="121347"/>
                </a:cubicBezTo>
                <a:cubicBezTo>
                  <a:pt x="463292" y="121347"/>
                  <a:pt x="468852" y="118436"/>
                  <a:pt x="474241" y="112614"/>
                </a:cubicBezTo>
                <a:cubicBezTo>
                  <a:pt x="479120" y="107251"/>
                  <a:pt x="481900" y="101939"/>
                  <a:pt x="482581" y="96679"/>
                </a:cubicBezTo>
                <a:cubicBezTo>
                  <a:pt x="483772" y="91162"/>
                  <a:pt x="485048" y="82505"/>
                  <a:pt x="486410" y="70707"/>
                </a:cubicBezTo>
                <a:cubicBezTo>
                  <a:pt x="484141" y="69123"/>
                  <a:pt x="481786" y="67949"/>
                  <a:pt x="479347" y="67183"/>
                </a:cubicBezTo>
                <a:cubicBezTo>
                  <a:pt x="476908" y="66417"/>
                  <a:pt x="474383" y="66034"/>
                  <a:pt x="471773" y="660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9EB8F-855A-4FC9-960B-D4289D88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886" y="3218955"/>
            <a:ext cx="4062978" cy="2367173"/>
          </a:xfrm>
          <a:custGeom xmlns:a="http://schemas.openxmlformats.org/drawingml/2006/main">
            <a:pathLst>
              <a:path w="4062978" h="2367173">
                <a:moveTo>
                  <a:pt x="0" y="394537"/>
                </a:moveTo>
                <a:cubicBezTo>
                  <a:pt x="0" y="176639"/>
                  <a:pt x="176641" y="0"/>
                  <a:pt x="394537" y="0"/>
                </a:cubicBezTo>
                <a:lnTo>
                  <a:pt x="3668441" y="0"/>
                </a:lnTo>
                <a:cubicBezTo>
                  <a:pt x="3886337" y="0"/>
                  <a:pt x="4062978" y="176639"/>
                  <a:pt x="4062978" y="394537"/>
                </a:cubicBezTo>
                <a:lnTo>
                  <a:pt x="4062978" y="1972636"/>
                </a:lnTo>
                <a:cubicBezTo>
                  <a:pt x="4062978" y="2190533"/>
                  <a:pt x="3886337" y="2367173"/>
                  <a:pt x="3668441" y="2367173"/>
                </a:cubicBezTo>
                <a:lnTo>
                  <a:pt x="394537" y="2367173"/>
                </a:lnTo>
                <a:cubicBezTo>
                  <a:pt x="176641" y="2367173"/>
                  <a:pt x="0" y="2190533"/>
                  <a:pt x="0" y="1972636"/>
                </a:cubicBezTo>
                <a:lnTo>
                  <a:pt x="0" y="394537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272D7-4FB9-483A-934D-9BB69340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179" y="3602576"/>
            <a:ext cx="272448" cy="1601469"/>
          </a:xfrm>
          <a:custGeom xmlns:a="http://schemas.openxmlformats.org/drawingml/2006/main">
            <a:pathLst>
              <a:path w="272448" h="1601469" fill="none">
                <a:moveTo>
                  <a:pt x="0" y="0"/>
                </a:moveTo>
                <a:cubicBezTo>
                  <a:pt x="75234" y="0"/>
                  <a:pt x="136224" y="32802"/>
                  <a:pt x="136224" y="73266"/>
                </a:cubicBezTo>
                <a:lnTo>
                  <a:pt x="136224" y="727469"/>
                </a:lnTo>
                <a:cubicBezTo>
                  <a:pt x="136224" y="767932"/>
                  <a:pt x="197213" y="800735"/>
                  <a:pt x="272448" y="800735"/>
                </a:cubicBezTo>
                <a:cubicBezTo>
                  <a:pt x="197213" y="800735"/>
                  <a:pt x="136224" y="833537"/>
                  <a:pt x="136224" y="874000"/>
                </a:cubicBezTo>
                <a:lnTo>
                  <a:pt x="136224" y="1528203"/>
                </a:lnTo>
                <a:cubicBezTo>
                  <a:pt x="136224" y="1568667"/>
                  <a:pt x="75234" y="1601469"/>
                  <a:pt x="0" y="1601469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855" cap="flat">
            <a:solidFill>
              <a:srgbClr val="E7E6E6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4220B-BB2F-4424-8DA4-2AADFBA1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928" y="3351196"/>
            <a:ext cx="3672894" cy="718053"/>
          </a:xfrm>
          <a:custGeom xmlns:a="http://schemas.openxmlformats.org/drawingml/2006/main">
            <a:pathLst>
              <a:path w="3672894" h="718053">
                <a:moveTo>
                  <a:pt x="0" y="119679"/>
                </a:moveTo>
                <a:cubicBezTo>
                  <a:pt x="0" y="53581"/>
                  <a:pt x="53583" y="0"/>
                  <a:pt x="119679" y="0"/>
                </a:cubicBezTo>
                <a:lnTo>
                  <a:pt x="3553215" y="0"/>
                </a:lnTo>
                <a:cubicBezTo>
                  <a:pt x="3619313" y="0"/>
                  <a:pt x="3672894" y="53581"/>
                  <a:pt x="3672894" y="119679"/>
                </a:cubicBezTo>
                <a:lnTo>
                  <a:pt x="3672894" y="598374"/>
                </a:lnTo>
                <a:cubicBezTo>
                  <a:pt x="3672894" y="664470"/>
                  <a:pt x="3619313" y="718053"/>
                  <a:pt x="3553215" y="718053"/>
                </a:cubicBezTo>
                <a:lnTo>
                  <a:pt x="119679" y="718053"/>
                </a:lnTo>
                <a:cubicBezTo>
                  <a:pt x="53583" y="718053"/>
                  <a:pt x="0" y="664470"/>
                  <a:pt x="0" y="598374"/>
                </a:cubicBezTo>
                <a:lnTo>
                  <a:pt x="0" y="119679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For">
            <a:extLst xmlns:a="http://schemas.openxmlformats.org/drawingml/2006/main">
              <a:ext uri="{FF2B5EF4-FFF2-40B4-BE49-F238E27FC236}">
                <a16:creationId xmlns:a16="http://schemas.microsoft.com/office/drawing/2014/main" id="{D3749025-F806-41E7-B669-D372A98D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182" y="3407542"/>
            <a:ext cx="261548" cy="142961"/>
          </a:xfrm>
          <a:custGeom xmlns:a="http://schemas.openxmlformats.org/drawingml/2006/main">
            <a:pathLst>
              <a:path w="261548" h="142961">
                <a:moveTo>
                  <a:pt x="79394" y="22125"/>
                </a:moveTo>
                <a:cubicBezTo>
                  <a:pt x="78373" y="22125"/>
                  <a:pt x="77295" y="21898"/>
                  <a:pt x="76161" y="21444"/>
                </a:cubicBezTo>
                <a:cubicBezTo>
                  <a:pt x="69126" y="18835"/>
                  <a:pt x="59822" y="17530"/>
                  <a:pt x="48249" y="17530"/>
                </a:cubicBezTo>
                <a:cubicBezTo>
                  <a:pt x="44505" y="17530"/>
                  <a:pt x="40123" y="17806"/>
                  <a:pt x="35102" y="18359"/>
                </a:cubicBezTo>
                <a:cubicBezTo>
                  <a:pt x="30081" y="18913"/>
                  <a:pt x="24451" y="19771"/>
                  <a:pt x="18210" y="20934"/>
                </a:cubicBezTo>
                <a:lnTo>
                  <a:pt x="18040" y="57695"/>
                </a:lnTo>
                <a:cubicBezTo>
                  <a:pt x="28989" y="54745"/>
                  <a:pt x="37215" y="53270"/>
                  <a:pt x="42718" y="53270"/>
                </a:cubicBezTo>
                <a:cubicBezTo>
                  <a:pt x="51455" y="53270"/>
                  <a:pt x="60503" y="53781"/>
                  <a:pt x="69864" y="54802"/>
                </a:cubicBezTo>
                <a:cubicBezTo>
                  <a:pt x="75196" y="55369"/>
                  <a:pt x="77863" y="58262"/>
                  <a:pt x="77863" y="63481"/>
                </a:cubicBezTo>
                <a:cubicBezTo>
                  <a:pt x="77863" y="66034"/>
                  <a:pt x="77040" y="68148"/>
                  <a:pt x="75395" y="69821"/>
                </a:cubicBezTo>
                <a:cubicBezTo>
                  <a:pt x="73750" y="71495"/>
                  <a:pt x="71707" y="72331"/>
                  <a:pt x="69268" y="72331"/>
                </a:cubicBezTo>
                <a:cubicBezTo>
                  <a:pt x="66318" y="72331"/>
                  <a:pt x="61893" y="72076"/>
                  <a:pt x="55993" y="71566"/>
                </a:cubicBezTo>
                <a:cubicBezTo>
                  <a:pt x="50093" y="71055"/>
                  <a:pt x="45668" y="70800"/>
                  <a:pt x="42718" y="70800"/>
                </a:cubicBezTo>
                <a:cubicBezTo>
                  <a:pt x="38860" y="70800"/>
                  <a:pt x="30521" y="72445"/>
                  <a:pt x="17700" y="75735"/>
                </a:cubicBezTo>
                <a:lnTo>
                  <a:pt x="16934" y="134281"/>
                </a:lnTo>
                <a:cubicBezTo>
                  <a:pt x="16934" y="136721"/>
                  <a:pt x="16140" y="138777"/>
                  <a:pt x="14551" y="140451"/>
                </a:cubicBezTo>
                <a:cubicBezTo>
                  <a:pt x="12963" y="142124"/>
                  <a:pt x="10949" y="142961"/>
                  <a:pt x="8510" y="142961"/>
                </a:cubicBezTo>
                <a:cubicBezTo>
                  <a:pt x="6070" y="142961"/>
                  <a:pt x="4042" y="142124"/>
                  <a:pt x="2425" y="140451"/>
                </a:cubicBezTo>
                <a:cubicBezTo>
                  <a:pt x="808" y="138777"/>
                  <a:pt x="0" y="136721"/>
                  <a:pt x="0" y="134281"/>
                </a:cubicBezTo>
                <a:cubicBezTo>
                  <a:pt x="0" y="123105"/>
                  <a:pt x="213" y="106327"/>
                  <a:pt x="638" y="83947"/>
                </a:cubicBezTo>
                <a:cubicBezTo>
                  <a:pt x="1064" y="61567"/>
                  <a:pt x="1276" y="44789"/>
                  <a:pt x="1276" y="33613"/>
                </a:cubicBezTo>
                <a:cubicBezTo>
                  <a:pt x="1276" y="31117"/>
                  <a:pt x="1234" y="27358"/>
                  <a:pt x="1149" y="22338"/>
                </a:cubicBezTo>
                <a:cubicBezTo>
                  <a:pt x="1064" y="17317"/>
                  <a:pt x="1021" y="13559"/>
                  <a:pt x="1021" y="11062"/>
                </a:cubicBezTo>
                <a:cubicBezTo>
                  <a:pt x="1021" y="8566"/>
                  <a:pt x="1801" y="6467"/>
                  <a:pt x="3361" y="4765"/>
                </a:cubicBezTo>
                <a:cubicBezTo>
                  <a:pt x="4921" y="3063"/>
                  <a:pt x="6949" y="2212"/>
                  <a:pt x="9446" y="2212"/>
                </a:cubicBezTo>
                <a:cubicBezTo>
                  <a:pt x="11318" y="2212"/>
                  <a:pt x="12991" y="2723"/>
                  <a:pt x="14466" y="3744"/>
                </a:cubicBezTo>
                <a:cubicBezTo>
                  <a:pt x="21501" y="2487"/>
                  <a:pt x="27826" y="1549"/>
                  <a:pt x="33443" y="931"/>
                </a:cubicBezTo>
                <a:cubicBezTo>
                  <a:pt x="39059" y="310"/>
                  <a:pt x="43995" y="0"/>
                  <a:pt x="48249" y="0"/>
                </a:cubicBezTo>
                <a:cubicBezTo>
                  <a:pt x="54773" y="0"/>
                  <a:pt x="62233" y="940"/>
                  <a:pt x="70629" y="2819"/>
                </a:cubicBezTo>
                <a:cubicBezTo>
                  <a:pt x="82032" y="5439"/>
                  <a:pt x="87734" y="8856"/>
                  <a:pt x="87734" y="13070"/>
                </a:cubicBezTo>
                <a:cubicBezTo>
                  <a:pt x="87734" y="15348"/>
                  <a:pt x="86996" y="17370"/>
                  <a:pt x="85521" y="19136"/>
                </a:cubicBezTo>
                <a:cubicBezTo>
                  <a:pt x="83876" y="21129"/>
                  <a:pt x="81834" y="22125"/>
                  <a:pt x="79394" y="22125"/>
                </a:cubicBezTo>
                <a:close/>
                <a:moveTo>
                  <a:pt x="135762" y="139047"/>
                </a:moveTo>
                <a:cubicBezTo>
                  <a:pt x="126231" y="139047"/>
                  <a:pt x="118034" y="135523"/>
                  <a:pt x="111169" y="128476"/>
                </a:cubicBezTo>
                <a:cubicBezTo>
                  <a:pt x="103511" y="120633"/>
                  <a:pt x="99483" y="110090"/>
                  <a:pt x="99086" y="96847"/>
                </a:cubicBezTo>
                <a:cubicBezTo>
                  <a:pt x="98745" y="84003"/>
                  <a:pt x="101979" y="72693"/>
                  <a:pt x="108786" y="62918"/>
                </a:cubicBezTo>
                <a:cubicBezTo>
                  <a:pt x="116729" y="51380"/>
                  <a:pt x="127791" y="45611"/>
                  <a:pt x="141974" y="45611"/>
                </a:cubicBezTo>
                <a:cubicBezTo>
                  <a:pt x="153320" y="45611"/>
                  <a:pt x="161915" y="50812"/>
                  <a:pt x="167758" y="61213"/>
                </a:cubicBezTo>
                <a:cubicBezTo>
                  <a:pt x="172410" y="69623"/>
                  <a:pt x="174651" y="79739"/>
                  <a:pt x="174480" y="91560"/>
                </a:cubicBezTo>
                <a:cubicBezTo>
                  <a:pt x="174310" y="104178"/>
                  <a:pt x="171020" y="114948"/>
                  <a:pt x="164609" y="123873"/>
                </a:cubicBezTo>
                <a:cubicBezTo>
                  <a:pt x="157348" y="133989"/>
                  <a:pt x="147732" y="139047"/>
                  <a:pt x="135762" y="139047"/>
                </a:cubicBezTo>
                <a:moveTo>
                  <a:pt x="140868" y="62971"/>
                </a:moveTo>
                <a:cubicBezTo>
                  <a:pt x="132528" y="62914"/>
                  <a:pt x="126033" y="66891"/>
                  <a:pt x="121381" y="74900"/>
                </a:cubicBezTo>
                <a:cubicBezTo>
                  <a:pt x="117693" y="81321"/>
                  <a:pt x="115849" y="88650"/>
                  <a:pt x="115849" y="96887"/>
                </a:cubicBezTo>
                <a:cubicBezTo>
                  <a:pt x="115849" y="105125"/>
                  <a:pt x="118090" y="111545"/>
                  <a:pt x="122572" y="116148"/>
                </a:cubicBezTo>
                <a:cubicBezTo>
                  <a:pt x="126316" y="119954"/>
                  <a:pt x="130713" y="121857"/>
                  <a:pt x="135762" y="121857"/>
                </a:cubicBezTo>
                <a:cubicBezTo>
                  <a:pt x="141662" y="121857"/>
                  <a:pt x="146739" y="119698"/>
                  <a:pt x="150994" y="115379"/>
                </a:cubicBezTo>
                <a:cubicBezTo>
                  <a:pt x="155816" y="110609"/>
                  <a:pt x="158369" y="104161"/>
                  <a:pt x="158653" y="96036"/>
                </a:cubicBezTo>
                <a:cubicBezTo>
                  <a:pt x="159447" y="74049"/>
                  <a:pt x="153519" y="63028"/>
                  <a:pt x="140868" y="62971"/>
                </a:cubicBezTo>
                <a:close/>
                <a:moveTo>
                  <a:pt x="261463" y="70885"/>
                </a:moveTo>
                <a:cubicBezTo>
                  <a:pt x="261066" y="77976"/>
                  <a:pt x="258230" y="81522"/>
                  <a:pt x="252954" y="81522"/>
                </a:cubicBezTo>
                <a:cubicBezTo>
                  <a:pt x="248075" y="81522"/>
                  <a:pt x="245635" y="78725"/>
                  <a:pt x="245635" y="73132"/>
                </a:cubicBezTo>
                <a:cubicBezTo>
                  <a:pt x="245635" y="72058"/>
                  <a:pt x="245550" y="70079"/>
                  <a:pt x="245380" y="67196"/>
                </a:cubicBezTo>
                <a:lnTo>
                  <a:pt x="245125" y="60078"/>
                </a:lnTo>
                <a:cubicBezTo>
                  <a:pt x="236161" y="61157"/>
                  <a:pt x="228985" y="63687"/>
                  <a:pt x="223596" y="67667"/>
                </a:cubicBezTo>
                <a:cubicBezTo>
                  <a:pt x="218547" y="71363"/>
                  <a:pt x="214348" y="76935"/>
                  <a:pt x="211001" y="84383"/>
                </a:cubicBezTo>
                <a:lnTo>
                  <a:pt x="211172" y="131114"/>
                </a:lnTo>
                <a:cubicBezTo>
                  <a:pt x="211172" y="136856"/>
                  <a:pt x="208363" y="139727"/>
                  <a:pt x="202747" y="139727"/>
                </a:cubicBezTo>
                <a:cubicBezTo>
                  <a:pt x="197755" y="139727"/>
                  <a:pt x="195259" y="136857"/>
                  <a:pt x="195259" y="131117"/>
                </a:cubicBezTo>
                <a:lnTo>
                  <a:pt x="195259" y="71270"/>
                </a:lnTo>
                <a:cubicBezTo>
                  <a:pt x="195259" y="69395"/>
                  <a:pt x="195330" y="66582"/>
                  <a:pt x="195471" y="62833"/>
                </a:cubicBezTo>
                <a:cubicBezTo>
                  <a:pt x="195613" y="59081"/>
                  <a:pt x="195684" y="56268"/>
                  <a:pt x="195684" y="54392"/>
                </a:cubicBezTo>
                <a:cubicBezTo>
                  <a:pt x="195684" y="48652"/>
                  <a:pt x="198180" y="45782"/>
                  <a:pt x="203173" y="45782"/>
                </a:cubicBezTo>
                <a:cubicBezTo>
                  <a:pt x="208732" y="45782"/>
                  <a:pt x="211540" y="50490"/>
                  <a:pt x="211597" y="59907"/>
                </a:cubicBezTo>
                <a:cubicBezTo>
                  <a:pt x="222489" y="49356"/>
                  <a:pt x="234573" y="44080"/>
                  <a:pt x="247848" y="44080"/>
                </a:cubicBezTo>
                <a:cubicBezTo>
                  <a:pt x="252443" y="44080"/>
                  <a:pt x="255875" y="45810"/>
                  <a:pt x="258144" y="49270"/>
                </a:cubicBezTo>
                <a:cubicBezTo>
                  <a:pt x="260414" y="52731"/>
                  <a:pt x="261548" y="57950"/>
                  <a:pt x="261548" y="64928"/>
                </a:cubicBezTo>
                <a:cubicBezTo>
                  <a:pt x="261548" y="67878"/>
                  <a:pt x="261520" y="69864"/>
                  <a:pt x="261463" y="708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ProceduralMemory">
            <a:extLst xmlns:a="http://schemas.openxmlformats.org/drawingml/2006/main">
              <a:ext uri="{FF2B5EF4-FFF2-40B4-BE49-F238E27FC236}">
                <a16:creationId xmlns:a16="http://schemas.microsoft.com/office/drawing/2014/main" id="{8EFF0216-2E4A-4E1B-95C7-3A4A364D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124" y="3390829"/>
            <a:ext cx="1768309" cy="200976"/>
          </a:xfrm>
          <a:custGeom xmlns:a="http://schemas.openxmlformats.org/drawingml/2006/main">
            <a:pathLst>
              <a:path w="1768309" h="200976">
                <a:moveTo>
                  <a:pt x="29298" y="93789"/>
                </a:moveTo>
                <a:cubicBezTo>
                  <a:pt x="27551" y="93789"/>
                  <a:pt x="23745" y="93391"/>
                  <a:pt x="17879" y="92596"/>
                </a:cubicBezTo>
                <a:cubicBezTo>
                  <a:pt x="17379" y="101847"/>
                  <a:pt x="17130" y="118055"/>
                  <a:pt x="17130" y="141220"/>
                </a:cubicBezTo>
                <a:cubicBezTo>
                  <a:pt x="17130" y="143671"/>
                  <a:pt x="16319" y="145739"/>
                  <a:pt x="14696" y="147426"/>
                </a:cubicBezTo>
                <a:cubicBezTo>
                  <a:pt x="13074" y="149110"/>
                  <a:pt x="11045" y="149952"/>
                  <a:pt x="8612" y="149952"/>
                </a:cubicBezTo>
                <a:cubicBezTo>
                  <a:pt x="6116" y="149952"/>
                  <a:pt x="4056" y="149111"/>
                  <a:pt x="2434" y="147428"/>
                </a:cubicBezTo>
                <a:cubicBezTo>
                  <a:pt x="811" y="145744"/>
                  <a:pt x="0" y="143677"/>
                  <a:pt x="0" y="141228"/>
                </a:cubicBezTo>
                <a:lnTo>
                  <a:pt x="0" y="114231"/>
                </a:lnTo>
                <a:cubicBezTo>
                  <a:pt x="0" y="105231"/>
                  <a:pt x="562" y="92560"/>
                  <a:pt x="1685" y="76215"/>
                </a:cubicBezTo>
                <a:cubicBezTo>
                  <a:pt x="2933" y="58522"/>
                  <a:pt x="3619" y="45851"/>
                  <a:pt x="3744" y="38199"/>
                </a:cubicBezTo>
                <a:lnTo>
                  <a:pt x="3744" y="25526"/>
                </a:lnTo>
                <a:cubicBezTo>
                  <a:pt x="3744" y="19466"/>
                  <a:pt x="4119" y="15058"/>
                  <a:pt x="4867" y="12303"/>
                </a:cubicBezTo>
                <a:cubicBezTo>
                  <a:pt x="6303" y="6915"/>
                  <a:pt x="9361" y="4588"/>
                  <a:pt x="14041" y="5323"/>
                </a:cubicBezTo>
                <a:cubicBezTo>
                  <a:pt x="16038" y="4711"/>
                  <a:pt x="18877" y="4252"/>
                  <a:pt x="22559" y="3946"/>
                </a:cubicBezTo>
                <a:cubicBezTo>
                  <a:pt x="26241" y="3640"/>
                  <a:pt x="30765" y="3487"/>
                  <a:pt x="36132" y="3487"/>
                </a:cubicBezTo>
                <a:cubicBezTo>
                  <a:pt x="47552" y="3487"/>
                  <a:pt x="58254" y="7311"/>
                  <a:pt x="68238" y="14958"/>
                </a:cubicBezTo>
                <a:cubicBezTo>
                  <a:pt x="79221" y="23401"/>
                  <a:pt x="84713" y="33557"/>
                  <a:pt x="84713" y="45426"/>
                </a:cubicBezTo>
                <a:cubicBezTo>
                  <a:pt x="84713" y="60599"/>
                  <a:pt x="78847" y="72682"/>
                  <a:pt x="67115" y="81675"/>
                </a:cubicBezTo>
                <a:cubicBezTo>
                  <a:pt x="56631" y="89751"/>
                  <a:pt x="44026" y="93789"/>
                  <a:pt x="29298" y="93789"/>
                </a:cubicBezTo>
                <a:moveTo>
                  <a:pt x="33979" y="20924"/>
                </a:moveTo>
                <a:cubicBezTo>
                  <a:pt x="31233" y="20924"/>
                  <a:pt x="28784" y="20985"/>
                  <a:pt x="26631" y="21107"/>
                </a:cubicBezTo>
                <a:cubicBezTo>
                  <a:pt x="24478" y="21229"/>
                  <a:pt x="22652" y="21413"/>
                  <a:pt x="21155" y="21658"/>
                </a:cubicBezTo>
                <a:lnTo>
                  <a:pt x="20968" y="38515"/>
                </a:lnTo>
                <a:lnTo>
                  <a:pt x="19002" y="74979"/>
                </a:lnTo>
                <a:lnTo>
                  <a:pt x="29298" y="76169"/>
                </a:lnTo>
                <a:cubicBezTo>
                  <a:pt x="39782" y="76169"/>
                  <a:pt x="48612" y="73574"/>
                  <a:pt x="55789" y="68383"/>
                </a:cubicBezTo>
                <a:cubicBezTo>
                  <a:pt x="63652" y="62701"/>
                  <a:pt x="67583" y="55035"/>
                  <a:pt x="67583" y="45386"/>
                </a:cubicBezTo>
                <a:cubicBezTo>
                  <a:pt x="67583" y="38545"/>
                  <a:pt x="63839" y="32651"/>
                  <a:pt x="56350" y="27703"/>
                </a:cubicBezTo>
                <a:cubicBezTo>
                  <a:pt x="49424" y="23183"/>
                  <a:pt x="41966" y="20924"/>
                  <a:pt x="33979" y="20924"/>
                </a:cubicBezTo>
                <a:close/>
                <a:moveTo>
                  <a:pt x="181050" y="79748"/>
                </a:moveTo>
                <a:cubicBezTo>
                  <a:pt x="180613" y="87396"/>
                  <a:pt x="177493" y="91219"/>
                  <a:pt x="171690" y="91219"/>
                </a:cubicBezTo>
                <a:cubicBezTo>
                  <a:pt x="166323" y="91219"/>
                  <a:pt x="163639" y="88203"/>
                  <a:pt x="163639" y="82171"/>
                </a:cubicBezTo>
                <a:cubicBezTo>
                  <a:pt x="163639" y="81013"/>
                  <a:pt x="163546" y="78879"/>
                  <a:pt x="163359" y="75770"/>
                </a:cubicBezTo>
                <a:lnTo>
                  <a:pt x="163078" y="68093"/>
                </a:lnTo>
                <a:cubicBezTo>
                  <a:pt x="153218" y="69258"/>
                  <a:pt x="145324" y="71986"/>
                  <a:pt x="139396" y="76278"/>
                </a:cubicBezTo>
                <a:cubicBezTo>
                  <a:pt x="133842" y="80264"/>
                  <a:pt x="129224" y="86273"/>
                  <a:pt x="125542" y="94305"/>
                </a:cubicBezTo>
                <a:lnTo>
                  <a:pt x="125729" y="144701"/>
                </a:lnTo>
                <a:cubicBezTo>
                  <a:pt x="125729" y="150894"/>
                  <a:pt x="122640" y="153990"/>
                  <a:pt x="116462" y="153990"/>
                </a:cubicBezTo>
                <a:cubicBezTo>
                  <a:pt x="110971" y="153990"/>
                  <a:pt x="108225" y="150895"/>
                  <a:pt x="108225" y="144704"/>
                </a:cubicBezTo>
                <a:lnTo>
                  <a:pt x="108225" y="80164"/>
                </a:lnTo>
                <a:cubicBezTo>
                  <a:pt x="108225" y="78141"/>
                  <a:pt x="108303" y="75108"/>
                  <a:pt x="108459" y="71064"/>
                </a:cubicBezTo>
                <a:cubicBezTo>
                  <a:pt x="108615" y="67019"/>
                  <a:pt x="108693" y="63985"/>
                  <a:pt x="108693" y="61962"/>
                </a:cubicBezTo>
                <a:cubicBezTo>
                  <a:pt x="108693" y="55771"/>
                  <a:pt x="111439" y="52676"/>
                  <a:pt x="116930" y="52676"/>
                </a:cubicBezTo>
                <a:cubicBezTo>
                  <a:pt x="123046" y="52676"/>
                  <a:pt x="126135" y="57754"/>
                  <a:pt x="126197" y="67910"/>
                </a:cubicBezTo>
                <a:cubicBezTo>
                  <a:pt x="138179" y="56530"/>
                  <a:pt x="151471" y="50841"/>
                  <a:pt x="166073" y="50841"/>
                </a:cubicBezTo>
                <a:cubicBezTo>
                  <a:pt x="171128" y="50841"/>
                  <a:pt x="174903" y="52707"/>
                  <a:pt x="177399" y="56439"/>
                </a:cubicBezTo>
                <a:cubicBezTo>
                  <a:pt x="179896" y="60171"/>
                  <a:pt x="181144" y="65799"/>
                  <a:pt x="181144" y="73324"/>
                </a:cubicBezTo>
                <a:cubicBezTo>
                  <a:pt x="181144" y="76506"/>
                  <a:pt x="181112" y="78647"/>
                  <a:pt x="181050" y="79748"/>
                </a:cubicBezTo>
                <a:close/>
                <a:moveTo>
                  <a:pt x="239083" y="153256"/>
                </a:moveTo>
                <a:cubicBezTo>
                  <a:pt x="228599" y="153256"/>
                  <a:pt x="219582" y="149456"/>
                  <a:pt x="212031" y="141856"/>
                </a:cubicBezTo>
                <a:cubicBezTo>
                  <a:pt x="203607" y="133398"/>
                  <a:pt x="199176" y="122028"/>
                  <a:pt x="198739" y="107747"/>
                </a:cubicBezTo>
                <a:cubicBezTo>
                  <a:pt x="198365" y="93895"/>
                  <a:pt x="201922" y="81698"/>
                  <a:pt x="209410" y="71156"/>
                </a:cubicBezTo>
                <a:cubicBezTo>
                  <a:pt x="218147" y="58714"/>
                  <a:pt x="230315" y="52492"/>
                  <a:pt x="245916" y="52492"/>
                </a:cubicBezTo>
                <a:cubicBezTo>
                  <a:pt x="258397" y="52492"/>
                  <a:pt x="267851" y="58101"/>
                  <a:pt x="274279" y="69318"/>
                </a:cubicBezTo>
                <a:cubicBezTo>
                  <a:pt x="279396" y="78388"/>
                  <a:pt x="281861" y="89297"/>
                  <a:pt x="281674" y="102045"/>
                </a:cubicBezTo>
                <a:cubicBezTo>
                  <a:pt x="281486" y="115652"/>
                  <a:pt x="277867" y="127268"/>
                  <a:pt x="270815" y="136892"/>
                </a:cubicBezTo>
                <a:cubicBezTo>
                  <a:pt x="262828" y="147801"/>
                  <a:pt x="252250" y="153256"/>
                  <a:pt x="239083" y="153256"/>
                </a:cubicBezTo>
                <a:moveTo>
                  <a:pt x="244699" y="71213"/>
                </a:moveTo>
                <a:cubicBezTo>
                  <a:pt x="235526" y="71152"/>
                  <a:pt x="228381" y="75441"/>
                  <a:pt x="223264" y="84079"/>
                </a:cubicBezTo>
                <a:cubicBezTo>
                  <a:pt x="219208" y="91003"/>
                  <a:pt x="217179" y="98907"/>
                  <a:pt x="217179" y="107790"/>
                </a:cubicBezTo>
                <a:cubicBezTo>
                  <a:pt x="217179" y="116674"/>
                  <a:pt x="219644" y="123598"/>
                  <a:pt x="224574" y="128561"/>
                </a:cubicBezTo>
                <a:cubicBezTo>
                  <a:pt x="228693" y="132666"/>
                  <a:pt x="233529" y="134718"/>
                  <a:pt x="239083" y="134718"/>
                </a:cubicBezTo>
                <a:cubicBezTo>
                  <a:pt x="245573" y="134718"/>
                  <a:pt x="251158" y="132390"/>
                  <a:pt x="255838" y="127732"/>
                </a:cubicBezTo>
                <a:cubicBezTo>
                  <a:pt x="261143" y="122587"/>
                  <a:pt x="263951" y="115634"/>
                  <a:pt x="264263" y="106872"/>
                </a:cubicBezTo>
                <a:cubicBezTo>
                  <a:pt x="265137" y="83161"/>
                  <a:pt x="258615" y="71275"/>
                  <a:pt x="244699" y="71213"/>
                </a:cubicBezTo>
                <a:close/>
                <a:moveTo>
                  <a:pt x="350865" y="153623"/>
                </a:moveTo>
                <a:cubicBezTo>
                  <a:pt x="338072" y="153623"/>
                  <a:pt x="327401" y="149823"/>
                  <a:pt x="318852" y="142223"/>
                </a:cubicBezTo>
                <a:cubicBezTo>
                  <a:pt x="309866" y="134257"/>
                  <a:pt x="305373" y="123745"/>
                  <a:pt x="305373" y="110689"/>
                </a:cubicBezTo>
                <a:cubicBezTo>
                  <a:pt x="305373" y="98248"/>
                  <a:pt x="309585" y="85409"/>
                  <a:pt x="318009" y="72171"/>
                </a:cubicBezTo>
                <a:cubicBezTo>
                  <a:pt x="327370" y="57461"/>
                  <a:pt x="337916" y="50106"/>
                  <a:pt x="349648" y="50106"/>
                </a:cubicBezTo>
                <a:cubicBezTo>
                  <a:pt x="355764" y="50106"/>
                  <a:pt x="362597" y="51518"/>
                  <a:pt x="370148" y="54342"/>
                </a:cubicBezTo>
                <a:cubicBezTo>
                  <a:pt x="379695" y="57965"/>
                  <a:pt x="384469" y="62385"/>
                  <a:pt x="384469" y="67603"/>
                </a:cubicBezTo>
                <a:cubicBezTo>
                  <a:pt x="384469" y="69935"/>
                  <a:pt x="383689" y="72008"/>
                  <a:pt x="382129" y="73820"/>
                </a:cubicBezTo>
                <a:cubicBezTo>
                  <a:pt x="380569" y="75631"/>
                  <a:pt x="378635" y="76536"/>
                  <a:pt x="376326" y="76536"/>
                </a:cubicBezTo>
                <a:cubicBezTo>
                  <a:pt x="374516" y="76536"/>
                  <a:pt x="372940" y="75996"/>
                  <a:pt x="371599" y="74916"/>
                </a:cubicBezTo>
                <a:cubicBezTo>
                  <a:pt x="370257" y="73834"/>
                  <a:pt x="368962" y="72767"/>
                  <a:pt x="367714" y="71715"/>
                </a:cubicBezTo>
                <a:cubicBezTo>
                  <a:pt x="364032" y="68811"/>
                  <a:pt x="358010" y="67359"/>
                  <a:pt x="349648" y="67359"/>
                </a:cubicBezTo>
                <a:cubicBezTo>
                  <a:pt x="343283" y="67359"/>
                  <a:pt x="336980" y="72942"/>
                  <a:pt x="330740" y="84107"/>
                </a:cubicBezTo>
                <a:cubicBezTo>
                  <a:pt x="325061" y="94351"/>
                  <a:pt x="322222" y="103214"/>
                  <a:pt x="322222" y="110698"/>
                </a:cubicBezTo>
                <a:cubicBezTo>
                  <a:pt x="322222" y="118794"/>
                  <a:pt x="325030" y="125174"/>
                  <a:pt x="330646" y="129837"/>
                </a:cubicBezTo>
                <a:cubicBezTo>
                  <a:pt x="335888" y="134193"/>
                  <a:pt x="342628" y="136370"/>
                  <a:pt x="350865" y="136370"/>
                </a:cubicBezTo>
                <a:cubicBezTo>
                  <a:pt x="354609" y="136370"/>
                  <a:pt x="358603" y="135391"/>
                  <a:pt x="362846" y="133434"/>
                </a:cubicBezTo>
                <a:lnTo>
                  <a:pt x="373705" y="127744"/>
                </a:lnTo>
                <a:cubicBezTo>
                  <a:pt x="375577" y="126765"/>
                  <a:pt x="376918" y="126275"/>
                  <a:pt x="377730" y="126275"/>
                </a:cubicBezTo>
                <a:cubicBezTo>
                  <a:pt x="380039" y="126275"/>
                  <a:pt x="382036" y="127178"/>
                  <a:pt x="383720" y="128983"/>
                </a:cubicBezTo>
                <a:cubicBezTo>
                  <a:pt x="385405" y="130788"/>
                  <a:pt x="386248" y="132852"/>
                  <a:pt x="386248" y="135177"/>
                </a:cubicBezTo>
                <a:cubicBezTo>
                  <a:pt x="386248" y="139643"/>
                  <a:pt x="381443" y="143956"/>
                  <a:pt x="371833" y="148117"/>
                </a:cubicBezTo>
                <a:cubicBezTo>
                  <a:pt x="363408" y="151788"/>
                  <a:pt x="356419" y="153623"/>
                  <a:pt x="350865" y="153623"/>
                </a:cubicBezTo>
                <a:close/>
                <a:moveTo>
                  <a:pt x="454735" y="151971"/>
                </a:moveTo>
                <a:cubicBezTo>
                  <a:pt x="440632" y="151971"/>
                  <a:pt x="429212" y="148512"/>
                  <a:pt x="420475" y="141592"/>
                </a:cubicBezTo>
                <a:cubicBezTo>
                  <a:pt x="410928" y="133937"/>
                  <a:pt x="406154" y="123220"/>
                  <a:pt x="406154" y="109441"/>
                </a:cubicBezTo>
                <a:cubicBezTo>
                  <a:pt x="406154" y="93521"/>
                  <a:pt x="410085" y="80173"/>
                  <a:pt x="417948" y="69395"/>
                </a:cubicBezTo>
                <a:cubicBezTo>
                  <a:pt x="426497" y="57637"/>
                  <a:pt x="437917" y="51758"/>
                  <a:pt x="452208" y="51758"/>
                </a:cubicBezTo>
                <a:cubicBezTo>
                  <a:pt x="462567" y="51758"/>
                  <a:pt x="471022" y="53471"/>
                  <a:pt x="477575" y="56897"/>
                </a:cubicBezTo>
                <a:cubicBezTo>
                  <a:pt x="485625" y="61119"/>
                  <a:pt x="489650" y="67604"/>
                  <a:pt x="489650" y="76353"/>
                </a:cubicBezTo>
                <a:cubicBezTo>
                  <a:pt x="489650" y="82471"/>
                  <a:pt x="486124" y="88038"/>
                  <a:pt x="479072" y="93055"/>
                </a:cubicBezTo>
                <a:cubicBezTo>
                  <a:pt x="475952" y="95257"/>
                  <a:pt x="469337" y="98683"/>
                  <a:pt x="459228" y="103333"/>
                </a:cubicBezTo>
                <a:lnTo>
                  <a:pt x="423471" y="119943"/>
                </a:lnTo>
                <a:cubicBezTo>
                  <a:pt x="426965" y="125021"/>
                  <a:pt x="431318" y="128845"/>
                  <a:pt x="436529" y="131415"/>
                </a:cubicBezTo>
                <a:cubicBezTo>
                  <a:pt x="441739" y="133984"/>
                  <a:pt x="447808" y="135269"/>
                  <a:pt x="454735" y="135269"/>
                </a:cubicBezTo>
                <a:cubicBezTo>
                  <a:pt x="459041" y="135269"/>
                  <a:pt x="464095" y="134474"/>
                  <a:pt x="469899" y="132883"/>
                </a:cubicBezTo>
                <a:cubicBezTo>
                  <a:pt x="477263" y="130864"/>
                  <a:pt x="482005" y="128218"/>
                  <a:pt x="484127" y="124945"/>
                </a:cubicBezTo>
                <a:cubicBezTo>
                  <a:pt x="486249" y="121672"/>
                  <a:pt x="488526" y="120035"/>
                  <a:pt x="490960" y="120035"/>
                </a:cubicBezTo>
                <a:cubicBezTo>
                  <a:pt x="493144" y="120035"/>
                  <a:pt x="495094" y="120849"/>
                  <a:pt x="496811" y="122476"/>
                </a:cubicBezTo>
                <a:cubicBezTo>
                  <a:pt x="498527" y="124101"/>
                  <a:pt x="499385" y="125987"/>
                  <a:pt x="499385" y="128134"/>
                </a:cubicBezTo>
                <a:cubicBezTo>
                  <a:pt x="499385" y="134944"/>
                  <a:pt x="493800" y="140804"/>
                  <a:pt x="482629" y="145714"/>
                </a:cubicBezTo>
                <a:cubicBezTo>
                  <a:pt x="473082" y="149885"/>
                  <a:pt x="463783" y="151971"/>
                  <a:pt x="454735" y="151971"/>
                </a:cubicBezTo>
                <a:moveTo>
                  <a:pt x="452208" y="68277"/>
                </a:moveTo>
                <a:cubicBezTo>
                  <a:pt x="444594" y="68277"/>
                  <a:pt x="438260" y="71168"/>
                  <a:pt x="433206" y="76949"/>
                </a:cubicBezTo>
                <a:cubicBezTo>
                  <a:pt x="428151" y="82731"/>
                  <a:pt x="424376" y="91433"/>
                  <a:pt x="421879" y="103058"/>
                </a:cubicBezTo>
                <a:lnTo>
                  <a:pt x="450616" y="89659"/>
                </a:lnTo>
                <a:cubicBezTo>
                  <a:pt x="461911" y="84275"/>
                  <a:pt x="469961" y="79595"/>
                  <a:pt x="474766" y="75618"/>
                </a:cubicBezTo>
                <a:cubicBezTo>
                  <a:pt x="469400" y="70724"/>
                  <a:pt x="461880" y="68277"/>
                  <a:pt x="452208" y="68277"/>
                </a:cubicBezTo>
                <a:close/>
                <a:moveTo>
                  <a:pt x="606215" y="66677"/>
                </a:moveTo>
                <a:cubicBezTo>
                  <a:pt x="605467" y="75664"/>
                  <a:pt x="605092" y="84652"/>
                  <a:pt x="605092" y="93640"/>
                </a:cubicBezTo>
                <a:cubicBezTo>
                  <a:pt x="605092" y="114001"/>
                  <a:pt x="606059" y="129378"/>
                  <a:pt x="607994" y="139771"/>
                </a:cubicBezTo>
                <a:cubicBezTo>
                  <a:pt x="608119" y="140628"/>
                  <a:pt x="608181" y="141331"/>
                  <a:pt x="608181" y="141882"/>
                </a:cubicBezTo>
                <a:cubicBezTo>
                  <a:pt x="608181" y="144327"/>
                  <a:pt x="607307" y="146344"/>
                  <a:pt x="605560" y="147933"/>
                </a:cubicBezTo>
                <a:cubicBezTo>
                  <a:pt x="603813" y="149524"/>
                  <a:pt x="601785" y="150319"/>
                  <a:pt x="599476" y="150319"/>
                </a:cubicBezTo>
                <a:cubicBezTo>
                  <a:pt x="595607" y="150319"/>
                  <a:pt x="592767" y="147566"/>
                  <a:pt x="590958" y="142060"/>
                </a:cubicBezTo>
                <a:cubicBezTo>
                  <a:pt x="586465" y="145302"/>
                  <a:pt x="581800" y="147765"/>
                  <a:pt x="576964" y="149447"/>
                </a:cubicBezTo>
                <a:cubicBezTo>
                  <a:pt x="572127" y="151130"/>
                  <a:pt x="567088" y="151971"/>
                  <a:pt x="561846" y="151971"/>
                </a:cubicBezTo>
                <a:cubicBezTo>
                  <a:pt x="548929" y="151971"/>
                  <a:pt x="538227" y="147746"/>
                  <a:pt x="529740" y="139295"/>
                </a:cubicBezTo>
                <a:cubicBezTo>
                  <a:pt x="521003" y="130661"/>
                  <a:pt x="516635" y="119577"/>
                  <a:pt x="516635" y="106043"/>
                </a:cubicBezTo>
                <a:cubicBezTo>
                  <a:pt x="516635" y="89693"/>
                  <a:pt x="521050" y="76589"/>
                  <a:pt x="529880" y="66731"/>
                </a:cubicBezTo>
                <a:cubicBezTo>
                  <a:pt x="538710" y="56872"/>
                  <a:pt x="550177" y="51942"/>
                  <a:pt x="564280" y="51942"/>
                </a:cubicBezTo>
                <a:cubicBezTo>
                  <a:pt x="571519" y="51942"/>
                  <a:pt x="577104" y="53043"/>
                  <a:pt x="581036" y="55246"/>
                </a:cubicBezTo>
                <a:lnTo>
                  <a:pt x="589834" y="61578"/>
                </a:lnTo>
                <a:cubicBezTo>
                  <a:pt x="590708" y="35855"/>
                  <a:pt x="591738" y="18537"/>
                  <a:pt x="592923" y="9622"/>
                </a:cubicBezTo>
                <a:cubicBezTo>
                  <a:pt x="593735" y="4186"/>
                  <a:pt x="596574" y="1468"/>
                  <a:pt x="601442" y="1468"/>
                </a:cubicBezTo>
                <a:cubicBezTo>
                  <a:pt x="607120" y="1468"/>
                  <a:pt x="609960" y="4434"/>
                  <a:pt x="609960" y="10364"/>
                </a:cubicBezTo>
                <a:cubicBezTo>
                  <a:pt x="609960" y="18863"/>
                  <a:pt x="608712" y="37633"/>
                  <a:pt x="606215" y="66677"/>
                </a:cubicBezTo>
                <a:moveTo>
                  <a:pt x="564655" y="69011"/>
                </a:moveTo>
                <a:cubicBezTo>
                  <a:pt x="554171" y="69011"/>
                  <a:pt x="546308" y="72055"/>
                  <a:pt x="541066" y="78142"/>
                </a:cubicBezTo>
                <a:cubicBezTo>
                  <a:pt x="535824" y="84230"/>
                  <a:pt x="533203" y="93391"/>
                  <a:pt x="533203" y="105627"/>
                </a:cubicBezTo>
                <a:cubicBezTo>
                  <a:pt x="533203" y="113519"/>
                  <a:pt x="536058" y="120310"/>
                  <a:pt x="541768" y="126000"/>
                </a:cubicBezTo>
                <a:cubicBezTo>
                  <a:pt x="547478" y="131690"/>
                  <a:pt x="554171" y="134535"/>
                  <a:pt x="561846" y="134535"/>
                </a:cubicBezTo>
                <a:cubicBezTo>
                  <a:pt x="567088" y="134535"/>
                  <a:pt x="571519" y="133586"/>
                  <a:pt x="575138" y="131690"/>
                </a:cubicBezTo>
                <a:cubicBezTo>
                  <a:pt x="577260" y="130589"/>
                  <a:pt x="580724" y="128050"/>
                  <a:pt x="585529" y="124073"/>
                </a:cubicBezTo>
                <a:cubicBezTo>
                  <a:pt x="586465" y="123278"/>
                  <a:pt x="587370" y="122329"/>
                  <a:pt x="588243" y="121228"/>
                </a:cubicBezTo>
                <a:lnTo>
                  <a:pt x="587962" y="105352"/>
                </a:lnTo>
                <a:lnTo>
                  <a:pt x="588056" y="94707"/>
                </a:lnTo>
                <a:lnTo>
                  <a:pt x="588243" y="83878"/>
                </a:lnTo>
                <a:cubicBezTo>
                  <a:pt x="585872" y="78922"/>
                  <a:pt x="582720" y="75205"/>
                  <a:pt x="578789" y="72728"/>
                </a:cubicBezTo>
                <a:cubicBezTo>
                  <a:pt x="574858" y="70250"/>
                  <a:pt x="570146" y="69011"/>
                  <a:pt x="564655" y="69011"/>
                </a:cubicBezTo>
                <a:close/>
                <a:moveTo>
                  <a:pt x="711888" y="94156"/>
                </a:moveTo>
                <a:cubicBezTo>
                  <a:pt x="711888" y="98561"/>
                  <a:pt x="711919" y="105168"/>
                  <a:pt x="711982" y="113978"/>
                </a:cubicBezTo>
                <a:cubicBezTo>
                  <a:pt x="712044" y="122788"/>
                  <a:pt x="712075" y="129396"/>
                  <a:pt x="712075" y="133801"/>
                </a:cubicBezTo>
                <a:cubicBezTo>
                  <a:pt x="712075" y="135147"/>
                  <a:pt x="712185" y="137196"/>
                  <a:pt x="712403" y="139949"/>
                </a:cubicBezTo>
                <a:cubicBezTo>
                  <a:pt x="712621" y="142702"/>
                  <a:pt x="712731" y="144752"/>
                  <a:pt x="712731" y="146098"/>
                </a:cubicBezTo>
                <a:cubicBezTo>
                  <a:pt x="712731" y="148729"/>
                  <a:pt x="711826" y="150885"/>
                  <a:pt x="710016" y="152568"/>
                </a:cubicBezTo>
                <a:cubicBezTo>
                  <a:pt x="708206" y="154250"/>
                  <a:pt x="705991" y="155091"/>
                  <a:pt x="703370" y="155091"/>
                </a:cubicBezTo>
                <a:cubicBezTo>
                  <a:pt x="698565" y="155091"/>
                  <a:pt x="695507" y="152185"/>
                  <a:pt x="694197" y="146373"/>
                </a:cubicBezTo>
                <a:cubicBezTo>
                  <a:pt x="686396" y="150350"/>
                  <a:pt x="677410" y="152338"/>
                  <a:pt x="667238" y="152338"/>
                </a:cubicBezTo>
                <a:cubicBezTo>
                  <a:pt x="659064" y="152338"/>
                  <a:pt x="652293" y="150564"/>
                  <a:pt x="646926" y="147015"/>
                </a:cubicBezTo>
                <a:cubicBezTo>
                  <a:pt x="640998" y="143100"/>
                  <a:pt x="637472" y="137380"/>
                  <a:pt x="636349" y="129855"/>
                </a:cubicBezTo>
                <a:cubicBezTo>
                  <a:pt x="633915" y="113642"/>
                  <a:pt x="632698" y="99203"/>
                  <a:pt x="632698" y="86539"/>
                </a:cubicBezTo>
                <a:cubicBezTo>
                  <a:pt x="632698" y="78157"/>
                  <a:pt x="633634" y="68613"/>
                  <a:pt x="635506" y="57907"/>
                </a:cubicBezTo>
                <a:cubicBezTo>
                  <a:pt x="636380" y="52584"/>
                  <a:pt x="639344" y="49923"/>
                  <a:pt x="644399" y="49923"/>
                </a:cubicBezTo>
                <a:cubicBezTo>
                  <a:pt x="647082" y="49923"/>
                  <a:pt x="649329" y="50763"/>
                  <a:pt x="651138" y="52444"/>
                </a:cubicBezTo>
                <a:cubicBezTo>
                  <a:pt x="652948" y="54124"/>
                  <a:pt x="653853" y="56279"/>
                  <a:pt x="653853" y="58908"/>
                </a:cubicBezTo>
                <a:cubicBezTo>
                  <a:pt x="653853" y="61718"/>
                  <a:pt x="653400" y="66210"/>
                  <a:pt x="652496" y="72384"/>
                </a:cubicBezTo>
                <a:cubicBezTo>
                  <a:pt x="651591" y="78555"/>
                  <a:pt x="651138" y="83260"/>
                  <a:pt x="651138" y="86499"/>
                </a:cubicBezTo>
                <a:cubicBezTo>
                  <a:pt x="651138" y="96705"/>
                  <a:pt x="651481" y="105444"/>
                  <a:pt x="652168" y="112716"/>
                </a:cubicBezTo>
                <a:cubicBezTo>
                  <a:pt x="652854" y="119989"/>
                  <a:pt x="653884" y="125825"/>
                  <a:pt x="655257" y="130224"/>
                </a:cubicBezTo>
                <a:cubicBezTo>
                  <a:pt x="657316" y="131326"/>
                  <a:pt x="659344" y="132167"/>
                  <a:pt x="661341" y="132748"/>
                </a:cubicBezTo>
                <a:cubicBezTo>
                  <a:pt x="663338" y="133327"/>
                  <a:pt x="665304" y="133617"/>
                  <a:pt x="667238" y="133617"/>
                </a:cubicBezTo>
                <a:cubicBezTo>
                  <a:pt x="675600" y="133617"/>
                  <a:pt x="684431" y="132304"/>
                  <a:pt x="693729" y="129677"/>
                </a:cubicBezTo>
                <a:lnTo>
                  <a:pt x="693635" y="111067"/>
                </a:lnTo>
                <a:lnTo>
                  <a:pt x="693448" y="93284"/>
                </a:lnTo>
                <a:cubicBezTo>
                  <a:pt x="693448" y="80083"/>
                  <a:pt x="694041" y="68624"/>
                  <a:pt x="695226" y="58908"/>
                </a:cubicBezTo>
                <a:cubicBezTo>
                  <a:pt x="695913" y="53285"/>
                  <a:pt x="698939" y="50473"/>
                  <a:pt x="704306" y="50473"/>
                </a:cubicBezTo>
                <a:cubicBezTo>
                  <a:pt x="706989" y="50473"/>
                  <a:pt x="709236" y="51330"/>
                  <a:pt x="711046" y="53043"/>
                </a:cubicBezTo>
                <a:cubicBezTo>
                  <a:pt x="712855" y="54756"/>
                  <a:pt x="713698" y="56897"/>
                  <a:pt x="713573" y="59467"/>
                </a:cubicBezTo>
                <a:lnTo>
                  <a:pt x="711888" y="94156"/>
                </a:lnTo>
                <a:close/>
                <a:moveTo>
                  <a:pt x="812906" y="79748"/>
                </a:moveTo>
                <a:cubicBezTo>
                  <a:pt x="812469" y="87396"/>
                  <a:pt x="809349" y="91219"/>
                  <a:pt x="803545" y="91219"/>
                </a:cubicBezTo>
                <a:cubicBezTo>
                  <a:pt x="798178" y="91219"/>
                  <a:pt x="795495" y="88203"/>
                  <a:pt x="795495" y="82171"/>
                </a:cubicBezTo>
                <a:cubicBezTo>
                  <a:pt x="795495" y="81013"/>
                  <a:pt x="795401" y="78879"/>
                  <a:pt x="795214" y="75770"/>
                </a:cubicBezTo>
                <a:lnTo>
                  <a:pt x="794933" y="68093"/>
                </a:lnTo>
                <a:cubicBezTo>
                  <a:pt x="785074" y="69258"/>
                  <a:pt x="777180" y="71986"/>
                  <a:pt x="771251" y="76278"/>
                </a:cubicBezTo>
                <a:cubicBezTo>
                  <a:pt x="765697" y="80264"/>
                  <a:pt x="761079" y="86273"/>
                  <a:pt x="757398" y="94305"/>
                </a:cubicBezTo>
                <a:lnTo>
                  <a:pt x="757585" y="144701"/>
                </a:lnTo>
                <a:cubicBezTo>
                  <a:pt x="757585" y="150894"/>
                  <a:pt x="754496" y="153990"/>
                  <a:pt x="748318" y="153990"/>
                </a:cubicBezTo>
                <a:cubicBezTo>
                  <a:pt x="742826" y="153990"/>
                  <a:pt x="740081" y="150895"/>
                  <a:pt x="740081" y="144704"/>
                </a:cubicBezTo>
                <a:lnTo>
                  <a:pt x="740081" y="80164"/>
                </a:lnTo>
                <a:cubicBezTo>
                  <a:pt x="740081" y="78141"/>
                  <a:pt x="740159" y="75108"/>
                  <a:pt x="740315" y="71064"/>
                </a:cubicBezTo>
                <a:cubicBezTo>
                  <a:pt x="740471" y="67019"/>
                  <a:pt x="740549" y="63985"/>
                  <a:pt x="740549" y="61962"/>
                </a:cubicBezTo>
                <a:cubicBezTo>
                  <a:pt x="740549" y="55771"/>
                  <a:pt x="743294" y="52676"/>
                  <a:pt x="748786" y="52676"/>
                </a:cubicBezTo>
                <a:cubicBezTo>
                  <a:pt x="754902" y="52676"/>
                  <a:pt x="757990" y="57754"/>
                  <a:pt x="758053" y="67910"/>
                </a:cubicBezTo>
                <a:cubicBezTo>
                  <a:pt x="770034" y="56530"/>
                  <a:pt x="783326" y="50841"/>
                  <a:pt x="797929" y="50841"/>
                </a:cubicBezTo>
                <a:cubicBezTo>
                  <a:pt x="802983" y="50841"/>
                  <a:pt x="806759" y="52707"/>
                  <a:pt x="809255" y="56439"/>
                </a:cubicBezTo>
                <a:cubicBezTo>
                  <a:pt x="811751" y="60171"/>
                  <a:pt x="812999" y="65799"/>
                  <a:pt x="812999" y="73324"/>
                </a:cubicBezTo>
                <a:cubicBezTo>
                  <a:pt x="812999" y="76506"/>
                  <a:pt x="812968" y="78647"/>
                  <a:pt x="812906" y="79748"/>
                </a:cubicBezTo>
                <a:close/>
                <a:moveTo>
                  <a:pt x="908943" y="153806"/>
                </a:moveTo>
                <a:cubicBezTo>
                  <a:pt x="907757" y="153806"/>
                  <a:pt x="905604" y="152449"/>
                  <a:pt x="902484" y="149734"/>
                </a:cubicBezTo>
                <a:cubicBezTo>
                  <a:pt x="899676" y="147205"/>
                  <a:pt x="897585" y="144953"/>
                  <a:pt x="896212" y="142978"/>
                </a:cubicBezTo>
                <a:cubicBezTo>
                  <a:pt x="890222" y="146190"/>
                  <a:pt x="884949" y="148614"/>
                  <a:pt x="880393" y="150250"/>
                </a:cubicBezTo>
                <a:cubicBezTo>
                  <a:pt x="875838" y="151887"/>
                  <a:pt x="872031" y="152705"/>
                  <a:pt x="868973" y="152705"/>
                </a:cubicBezTo>
                <a:cubicBezTo>
                  <a:pt x="854371" y="152705"/>
                  <a:pt x="843731" y="148667"/>
                  <a:pt x="837054" y="140592"/>
                </a:cubicBezTo>
                <a:cubicBezTo>
                  <a:pt x="830751" y="133005"/>
                  <a:pt x="827600" y="121381"/>
                  <a:pt x="827600" y="105719"/>
                </a:cubicBezTo>
                <a:cubicBezTo>
                  <a:pt x="827600" y="90913"/>
                  <a:pt x="832795" y="78249"/>
                  <a:pt x="843185" y="67726"/>
                </a:cubicBezTo>
                <a:cubicBezTo>
                  <a:pt x="853575" y="57203"/>
                  <a:pt x="865978" y="51942"/>
                  <a:pt x="880393" y="51942"/>
                </a:cubicBezTo>
                <a:cubicBezTo>
                  <a:pt x="885822" y="51942"/>
                  <a:pt x="891907" y="53318"/>
                  <a:pt x="898646" y="56071"/>
                </a:cubicBezTo>
                <a:cubicBezTo>
                  <a:pt x="907133" y="59498"/>
                  <a:pt x="911376" y="63627"/>
                  <a:pt x="911376" y="68460"/>
                </a:cubicBezTo>
                <a:cubicBezTo>
                  <a:pt x="911376" y="70112"/>
                  <a:pt x="910752" y="71581"/>
                  <a:pt x="909504" y="72865"/>
                </a:cubicBezTo>
                <a:cubicBezTo>
                  <a:pt x="908880" y="75190"/>
                  <a:pt x="908397" y="79014"/>
                  <a:pt x="908053" y="84337"/>
                </a:cubicBezTo>
                <a:cubicBezTo>
                  <a:pt x="907710" y="89659"/>
                  <a:pt x="907507" y="96481"/>
                  <a:pt x="907445" y="104801"/>
                </a:cubicBezTo>
                <a:cubicBezTo>
                  <a:pt x="907383" y="112388"/>
                  <a:pt x="907913" y="118383"/>
                  <a:pt x="909036" y="122788"/>
                </a:cubicBezTo>
                <a:cubicBezTo>
                  <a:pt x="909660" y="125480"/>
                  <a:pt x="911626" y="130864"/>
                  <a:pt x="914933" y="138940"/>
                </a:cubicBezTo>
                <a:cubicBezTo>
                  <a:pt x="915370" y="140041"/>
                  <a:pt x="916088" y="141662"/>
                  <a:pt x="917086" y="143804"/>
                </a:cubicBezTo>
                <a:lnTo>
                  <a:pt x="917648" y="145364"/>
                </a:lnTo>
                <a:cubicBezTo>
                  <a:pt x="917648" y="147811"/>
                  <a:pt x="916774" y="149830"/>
                  <a:pt x="915027" y="151420"/>
                </a:cubicBezTo>
                <a:cubicBezTo>
                  <a:pt x="913280" y="153011"/>
                  <a:pt x="911252" y="153806"/>
                  <a:pt x="908943" y="153806"/>
                </a:cubicBezTo>
                <a:moveTo>
                  <a:pt x="889473" y="90061"/>
                </a:moveTo>
                <a:cubicBezTo>
                  <a:pt x="889473" y="87436"/>
                  <a:pt x="889644" y="84583"/>
                  <a:pt x="889988" y="81503"/>
                </a:cubicBezTo>
                <a:cubicBezTo>
                  <a:pt x="890331" y="78421"/>
                  <a:pt x="890846" y="75141"/>
                  <a:pt x="891532" y="71664"/>
                </a:cubicBezTo>
                <a:cubicBezTo>
                  <a:pt x="889223" y="70503"/>
                  <a:pt x="887242" y="69649"/>
                  <a:pt x="885588" y="69100"/>
                </a:cubicBezTo>
                <a:cubicBezTo>
                  <a:pt x="883934" y="68551"/>
                  <a:pt x="882608" y="68277"/>
                  <a:pt x="881610" y="68277"/>
                </a:cubicBezTo>
                <a:cubicBezTo>
                  <a:pt x="871937" y="68277"/>
                  <a:pt x="863591" y="72136"/>
                  <a:pt x="856570" y="79854"/>
                </a:cubicBezTo>
                <a:cubicBezTo>
                  <a:pt x="849550" y="87572"/>
                  <a:pt x="846040" y="96466"/>
                  <a:pt x="846040" y="106533"/>
                </a:cubicBezTo>
                <a:cubicBezTo>
                  <a:pt x="846040" y="116540"/>
                  <a:pt x="847850" y="124045"/>
                  <a:pt x="851469" y="129049"/>
                </a:cubicBezTo>
                <a:cubicBezTo>
                  <a:pt x="855088" y="134052"/>
                  <a:pt x="860518" y="136554"/>
                  <a:pt x="867756" y="136554"/>
                </a:cubicBezTo>
                <a:cubicBezTo>
                  <a:pt x="873747" y="136554"/>
                  <a:pt x="878833" y="135486"/>
                  <a:pt x="883014" y="133350"/>
                </a:cubicBezTo>
                <a:cubicBezTo>
                  <a:pt x="885261" y="132192"/>
                  <a:pt x="888412" y="129874"/>
                  <a:pt x="892468" y="126396"/>
                </a:cubicBezTo>
                <a:cubicBezTo>
                  <a:pt x="890471" y="110225"/>
                  <a:pt x="889473" y="98114"/>
                  <a:pt x="889473" y="90061"/>
                </a:cubicBezTo>
                <a:close/>
                <a:moveTo>
                  <a:pt x="962078" y="75618"/>
                </a:moveTo>
                <a:lnTo>
                  <a:pt x="960674" y="121283"/>
                </a:lnTo>
                <a:cubicBezTo>
                  <a:pt x="960674" y="126122"/>
                  <a:pt x="960424" y="133227"/>
                  <a:pt x="959925" y="142599"/>
                </a:cubicBezTo>
                <a:cubicBezTo>
                  <a:pt x="959301" y="148725"/>
                  <a:pt x="956243" y="151788"/>
                  <a:pt x="950752" y="151788"/>
                </a:cubicBezTo>
                <a:cubicBezTo>
                  <a:pt x="944636" y="151788"/>
                  <a:pt x="941578" y="148664"/>
                  <a:pt x="941578" y="142416"/>
                </a:cubicBezTo>
                <a:cubicBezTo>
                  <a:pt x="941578" y="135003"/>
                  <a:pt x="941922" y="123870"/>
                  <a:pt x="942608" y="109017"/>
                </a:cubicBezTo>
                <a:cubicBezTo>
                  <a:pt x="943295" y="94164"/>
                  <a:pt x="943638" y="83031"/>
                  <a:pt x="943638" y="75618"/>
                </a:cubicBezTo>
                <a:cubicBezTo>
                  <a:pt x="943638" y="65941"/>
                  <a:pt x="943794" y="54869"/>
                  <a:pt x="944106" y="42403"/>
                </a:cubicBezTo>
                <a:cubicBezTo>
                  <a:pt x="944418" y="29938"/>
                  <a:pt x="944574" y="18866"/>
                  <a:pt x="944574" y="9188"/>
                </a:cubicBezTo>
                <a:cubicBezTo>
                  <a:pt x="944574" y="3063"/>
                  <a:pt x="947632" y="0"/>
                  <a:pt x="953747" y="0"/>
                </a:cubicBezTo>
                <a:cubicBezTo>
                  <a:pt x="959925" y="0"/>
                  <a:pt x="963014" y="3063"/>
                  <a:pt x="963014" y="9188"/>
                </a:cubicBezTo>
                <a:cubicBezTo>
                  <a:pt x="963014" y="18866"/>
                  <a:pt x="962858" y="29938"/>
                  <a:pt x="962546" y="42403"/>
                </a:cubicBezTo>
                <a:cubicBezTo>
                  <a:pt x="962234" y="54869"/>
                  <a:pt x="962078" y="65941"/>
                  <a:pt x="962078" y="75618"/>
                </a:cubicBezTo>
                <a:close/>
                <a:moveTo>
                  <a:pt x="1190697" y="155275"/>
                </a:moveTo>
                <a:cubicBezTo>
                  <a:pt x="1187327" y="155275"/>
                  <a:pt x="1184550" y="153562"/>
                  <a:pt x="1182366" y="150136"/>
                </a:cubicBezTo>
                <a:cubicBezTo>
                  <a:pt x="1180494" y="147199"/>
                  <a:pt x="1178809" y="142305"/>
                  <a:pt x="1177312" y="135452"/>
                </a:cubicBezTo>
                <a:lnTo>
                  <a:pt x="1173942" y="119668"/>
                </a:lnTo>
                <a:cubicBezTo>
                  <a:pt x="1171383" y="109879"/>
                  <a:pt x="1167327" y="88283"/>
                  <a:pt x="1161773" y="54878"/>
                </a:cubicBezTo>
                <a:lnTo>
                  <a:pt x="1143052" y="110216"/>
                </a:lnTo>
                <a:lnTo>
                  <a:pt x="1137529" y="127652"/>
                </a:lnTo>
                <a:cubicBezTo>
                  <a:pt x="1135283" y="134565"/>
                  <a:pt x="1132943" y="140225"/>
                  <a:pt x="1130509" y="144629"/>
                </a:cubicBezTo>
                <a:cubicBezTo>
                  <a:pt x="1127888" y="149279"/>
                  <a:pt x="1124362" y="151604"/>
                  <a:pt x="1119932" y="151604"/>
                </a:cubicBezTo>
                <a:cubicBezTo>
                  <a:pt x="1116250" y="151604"/>
                  <a:pt x="1113348" y="149646"/>
                  <a:pt x="1111226" y="145731"/>
                </a:cubicBezTo>
                <a:cubicBezTo>
                  <a:pt x="1109853" y="143161"/>
                  <a:pt x="1108605" y="139888"/>
                  <a:pt x="1107482" y="135911"/>
                </a:cubicBezTo>
                <a:lnTo>
                  <a:pt x="1104767" y="125725"/>
                </a:lnTo>
                <a:cubicBezTo>
                  <a:pt x="1098465" y="104128"/>
                  <a:pt x="1092911" y="81002"/>
                  <a:pt x="1088106" y="56347"/>
                </a:cubicBezTo>
                <a:lnTo>
                  <a:pt x="1084736" y="72774"/>
                </a:lnTo>
                <a:lnTo>
                  <a:pt x="1072661" y="121228"/>
                </a:lnTo>
                <a:cubicBezTo>
                  <a:pt x="1072162" y="126918"/>
                  <a:pt x="1070601" y="135330"/>
                  <a:pt x="1067981" y="146465"/>
                </a:cubicBezTo>
                <a:cubicBezTo>
                  <a:pt x="1066108" y="151237"/>
                  <a:pt x="1063019" y="153623"/>
                  <a:pt x="1058714" y="153623"/>
                </a:cubicBezTo>
                <a:cubicBezTo>
                  <a:pt x="1055656" y="153623"/>
                  <a:pt x="1053222" y="152552"/>
                  <a:pt x="1051412" y="150411"/>
                </a:cubicBezTo>
                <a:cubicBezTo>
                  <a:pt x="1049852" y="148576"/>
                  <a:pt x="1049072" y="146312"/>
                  <a:pt x="1049072" y="143620"/>
                </a:cubicBezTo>
                <a:cubicBezTo>
                  <a:pt x="1049072" y="133403"/>
                  <a:pt x="1051225" y="120861"/>
                  <a:pt x="1055531" y="105994"/>
                </a:cubicBezTo>
                <a:lnTo>
                  <a:pt x="1065828" y="69011"/>
                </a:lnTo>
                <a:lnTo>
                  <a:pt x="1071257" y="40103"/>
                </a:lnTo>
                <a:cubicBezTo>
                  <a:pt x="1074002" y="26583"/>
                  <a:pt x="1076904" y="17742"/>
                  <a:pt x="1079962" y="13582"/>
                </a:cubicBezTo>
                <a:cubicBezTo>
                  <a:pt x="1082458" y="10034"/>
                  <a:pt x="1085547" y="8259"/>
                  <a:pt x="1089229" y="8259"/>
                </a:cubicBezTo>
                <a:cubicBezTo>
                  <a:pt x="1093285" y="8259"/>
                  <a:pt x="1096312" y="10523"/>
                  <a:pt x="1098309" y="15050"/>
                </a:cubicBezTo>
                <a:cubicBezTo>
                  <a:pt x="1100742" y="20495"/>
                  <a:pt x="1103363" y="31599"/>
                  <a:pt x="1106172" y="48363"/>
                </a:cubicBezTo>
                <a:cubicBezTo>
                  <a:pt x="1109479" y="68491"/>
                  <a:pt x="1114627" y="90271"/>
                  <a:pt x="1121616" y="113703"/>
                </a:cubicBezTo>
                <a:cubicBezTo>
                  <a:pt x="1130852" y="90149"/>
                  <a:pt x="1138840" y="65616"/>
                  <a:pt x="1145579" y="40103"/>
                </a:cubicBezTo>
                <a:lnTo>
                  <a:pt x="1148388" y="26705"/>
                </a:lnTo>
                <a:cubicBezTo>
                  <a:pt x="1149511" y="21321"/>
                  <a:pt x="1150977" y="16977"/>
                  <a:pt x="1152787" y="13674"/>
                </a:cubicBezTo>
                <a:cubicBezTo>
                  <a:pt x="1155221" y="9208"/>
                  <a:pt x="1158559" y="6975"/>
                  <a:pt x="1162803" y="6975"/>
                </a:cubicBezTo>
                <a:cubicBezTo>
                  <a:pt x="1168169" y="6975"/>
                  <a:pt x="1172257" y="12022"/>
                  <a:pt x="1175065" y="22117"/>
                </a:cubicBezTo>
                <a:cubicBezTo>
                  <a:pt x="1176064" y="25604"/>
                  <a:pt x="1177280" y="32823"/>
                  <a:pt x="1178716" y="43774"/>
                </a:cubicBezTo>
                <a:cubicBezTo>
                  <a:pt x="1182397" y="71428"/>
                  <a:pt x="1186984" y="95043"/>
                  <a:pt x="1192476" y="114621"/>
                </a:cubicBezTo>
                <a:lnTo>
                  <a:pt x="1197062" y="130405"/>
                </a:lnTo>
                <a:cubicBezTo>
                  <a:pt x="1199434" y="138848"/>
                  <a:pt x="1200619" y="144048"/>
                  <a:pt x="1200619" y="146006"/>
                </a:cubicBezTo>
                <a:cubicBezTo>
                  <a:pt x="1200619" y="148637"/>
                  <a:pt x="1199605" y="150839"/>
                  <a:pt x="1197577" y="152613"/>
                </a:cubicBezTo>
                <a:cubicBezTo>
                  <a:pt x="1195549" y="154388"/>
                  <a:pt x="1193256" y="155275"/>
                  <a:pt x="1190697" y="155275"/>
                </a:cubicBezTo>
                <a:close/>
                <a:moveTo>
                  <a:pt x="1267367" y="151971"/>
                </a:moveTo>
                <a:cubicBezTo>
                  <a:pt x="1253264" y="151971"/>
                  <a:pt x="1241844" y="148512"/>
                  <a:pt x="1233108" y="141592"/>
                </a:cubicBezTo>
                <a:cubicBezTo>
                  <a:pt x="1223560" y="133937"/>
                  <a:pt x="1218786" y="123220"/>
                  <a:pt x="1218786" y="109441"/>
                </a:cubicBezTo>
                <a:cubicBezTo>
                  <a:pt x="1218786" y="93521"/>
                  <a:pt x="1222717" y="80173"/>
                  <a:pt x="1230580" y="69395"/>
                </a:cubicBezTo>
                <a:cubicBezTo>
                  <a:pt x="1239129" y="57637"/>
                  <a:pt x="1250549" y="51758"/>
                  <a:pt x="1264840" y="51758"/>
                </a:cubicBezTo>
                <a:cubicBezTo>
                  <a:pt x="1275199" y="51758"/>
                  <a:pt x="1283654" y="53471"/>
                  <a:pt x="1290207" y="56897"/>
                </a:cubicBezTo>
                <a:cubicBezTo>
                  <a:pt x="1298257" y="61119"/>
                  <a:pt x="1302282" y="67604"/>
                  <a:pt x="1302282" y="76353"/>
                </a:cubicBezTo>
                <a:cubicBezTo>
                  <a:pt x="1302282" y="82471"/>
                  <a:pt x="1298756" y="88038"/>
                  <a:pt x="1291704" y="93055"/>
                </a:cubicBezTo>
                <a:cubicBezTo>
                  <a:pt x="1288584" y="95257"/>
                  <a:pt x="1281970" y="98683"/>
                  <a:pt x="1271860" y="103333"/>
                </a:cubicBezTo>
                <a:lnTo>
                  <a:pt x="1236103" y="119943"/>
                </a:lnTo>
                <a:cubicBezTo>
                  <a:pt x="1239597" y="125021"/>
                  <a:pt x="1243950" y="128845"/>
                  <a:pt x="1249161" y="131415"/>
                </a:cubicBezTo>
                <a:cubicBezTo>
                  <a:pt x="1254372" y="133984"/>
                  <a:pt x="1260440" y="135269"/>
                  <a:pt x="1267367" y="135269"/>
                </a:cubicBezTo>
                <a:cubicBezTo>
                  <a:pt x="1271673" y="135269"/>
                  <a:pt x="1276728" y="134474"/>
                  <a:pt x="1282531" y="132883"/>
                </a:cubicBezTo>
                <a:cubicBezTo>
                  <a:pt x="1289895" y="130864"/>
                  <a:pt x="1294637" y="128218"/>
                  <a:pt x="1296759" y="124945"/>
                </a:cubicBezTo>
                <a:cubicBezTo>
                  <a:pt x="1298881" y="121672"/>
                  <a:pt x="1301159" y="120035"/>
                  <a:pt x="1303592" y="120035"/>
                </a:cubicBezTo>
                <a:cubicBezTo>
                  <a:pt x="1305776" y="120035"/>
                  <a:pt x="1307727" y="120849"/>
                  <a:pt x="1309443" y="122476"/>
                </a:cubicBezTo>
                <a:cubicBezTo>
                  <a:pt x="1311159" y="124101"/>
                  <a:pt x="1312017" y="125987"/>
                  <a:pt x="1312017" y="128134"/>
                </a:cubicBezTo>
                <a:cubicBezTo>
                  <a:pt x="1312017" y="134944"/>
                  <a:pt x="1306432" y="140804"/>
                  <a:pt x="1295261" y="145714"/>
                </a:cubicBezTo>
                <a:cubicBezTo>
                  <a:pt x="1285714" y="149885"/>
                  <a:pt x="1276416" y="151971"/>
                  <a:pt x="1267367" y="151971"/>
                </a:cubicBezTo>
                <a:moveTo>
                  <a:pt x="1264840" y="68277"/>
                </a:moveTo>
                <a:cubicBezTo>
                  <a:pt x="1257227" y="68277"/>
                  <a:pt x="1250893" y="71168"/>
                  <a:pt x="1245838" y="76949"/>
                </a:cubicBezTo>
                <a:cubicBezTo>
                  <a:pt x="1240783" y="82731"/>
                  <a:pt x="1237008" y="91433"/>
                  <a:pt x="1234512" y="103058"/>
                </a:cubicBezTo>
                <a:lnTo>
                  <a:pt x="1263248" y="89659"/>
                </a:lnTo>
                <a:cubicBezTo>
                  <a:pt x="1274543" y="84275"/>
                  <a:pt x="1282594" y="79595"/>
                  <a:pt x="1287399" y="75618"/>
                </a:cubicBezTo>
                <a:cubicBezTo>
                  <a:pt x="1282032" y="70724"/>
                  <a:pt x="1274512" y="68277"/>
                  <a:pt x="1264840" y="68277"/>
                </a:cubicBezTo>
                <a:close/>
                <a:moveTo>
                  <a:pt x="1451516" y="155458"/>
                </a:moveTo>
                <a:cubicBezTo>
                  <a:pt x="1446399" y="155458"/>
                  <a:pt x="1443403" y="152791"/>
                  <a:pt x="1442530" y="147457"/>
                </a:cubicBezTo>
                <a:cubicBezTo>
                  <a:pt x="1441406" y="140712"/>
                  <a:pt x="1440283" y="131209"/>
                  <a:pt x="1439160" y="118948"/>
                </a:cubicBezTo>
                <a:lnTo>
                  <a:pt x="1435977" y="90436"/>
                </a:lnTo>
                <a:cubicBezTo>
                  <a:pt x="1435353" y="86207"/>
                  <a:pt x="1434292" y="82069"/>
                  <a:pt x="1432795" y="78022"/>
                </a:cubicBezTo>
                <a:cubicBezTo>
                  <a:pt x="1430673" y="72504"/>
                  <a:pt x="1428364" y="69745"/>
                  <a:pt x="1425868" y="69745"/>
                </a:cubicBezTo>
                <a:cubicBezTo>
                  <a:pt x="1423559" y="69745"/>
                  <a:pt x="1419253" y="71674"/>
                  <a:pt x="1412950" y="75532"/>
                </a:cubicBezTo>
                <a:cubicBezTo>
                  <a:pt x="1406960" y="79085"/>
                  <a:pt x="1403028" y="81932"/>
                  <a:pt x="1401156" y="84076"/>
                </a:cubicBezTo>
                <a:cubicBezTo>
                  <a:pt x="1401094" y="89832"/>
                  <a:pt x="1401250" y="95589"/>
                  <a:pt x="1401624" y="101346"/>
                </a:cubicBezTo>
                <a:lnTo>
                  <a:pt x="1404432" y="125874"/>
                </a:lnTo>
                <a:cubicBezTo>
                  <a:pt x="1405618" y="135550"/>
                  <a:pt x="1406211" y="143543"/>
                  <a:pt x="1406211" y="149852"/>
                </a:cubicBezTo>
                <a:cubicBezTo>
                  <a:pt x="1406211" y="152546"/>
                  <a:pt x="1405353" y="154765"/>
                  <a:pt x="1403637" y="156511"/>
                </a:cubicBezTo>
                <a:cubicBezTo>
                  <a:pt x="1401921" y="158256"/>
                  <a:pt x="1399721" y="159129"/>
                  <a:pt x="1397037" y="159129"/>
                </a:cubicBezTo>
                <a:cubicBezTo>
                  <a:pt x="1394354" y="159129"/>
                  <a:pt x="1392154" y="158256"/>
                  <a:pt x="1390438" y="156511"/>
                </a:cubicBezTo>
                <a:cubicBezTo>
                  <a:pt x="1388722" y="154765"/>
                  <a:pt x="1387864" y="152546"/>
                  <a:pt x="1387864" y="149852"/>
                </a:cubicBezTo>
                <a:cubicBezTo>
                  <a:pt x="1387864" y="142441"/>
                  <a:pt x="1387100" y="131494"/>
                  <a:pt x="1385571" y="117010"/>
                </a:cubicBezTo>
                <a:cubicBezTo>
                  <a:pt x="1384042" y="102525"/>
                  <a:pt x="1383278" y="91578"/>
                  <a:pt x="1383278" y="84167"/>
                </a:cubicBezTo>
                <a:cubicBezTo>
                  <a:pt x="1383278" y="77677"/>
                  <a:pt x="1382341" y="72624"/>
                  <a:pt x="1380469" y="69011"/>
                </a:cubicBezTo>
                <a:cubicBezTo>
                  <a:pt x="1376101" y="70973"/>
                  <a:pt x="1371670" y="74161"/>
                  <a:pt x="1367177" y="78575"/>
                </a:cubicBezTo>
                <a:lnTo>
                  <a:pt x="1356132" y="90717"/>
                </a:lnTo>
                <a:cubicBezTo>
                  <a:pt x="1355133" y="92188"/>
                  <a:pt x="1353542" y="94119"/>
                  <a:pt x="1351358" y="96510"/>
                </a:cubicBezTo>
                <a:cubicBezTo>
                  <a:pt x="1351358" y="100189"/>
                  <a:pt x="1351015" y="105616"/>
                  <a:pt x="1350328" y="112791"/>
                </a:cubicBezTo>
                <a:cubicBezTo>
                  <a:pt x="1349642" y="119964"/>
                  <a:pt x="1349299" y="125268"/>
                  <a:pt x="1349299" y="128702"/>
                </a:cubicBezTo>
                <a:cubicBezTo>
                  <a:pt x="1349299" y="130541"/>
                  <a:pt x="1349595" y="133116"/>
                  <a:pt x="1350188" y="136428"/>
                </a:cubicBezTo>
                <a:cubicBezTo>
                  <a:pt x="1350781" y="139737"/>
                  <a:pt x="1351077" y="142128"/>
                  <a:pt x="1351077" y="143600"/>
                </a:cubicBezTo>
                <a:cubicBezTo>
                  <a:pt x="1351077" y="146114"/>
                  <a:pt x="1350126" y="148230"/>
                  <a:pt x="1348222" y="149946"/>
                </a:cubicBezTo>
                <a:cubicBezTo>
                  <a:pt x="1346319" y="151663"/>
                  <a:pt x="1344088" y="152522"/>
                  <a:pt x="1341530" y="152522"/>
                </a:cubicBezTo>
                <a:cubicBezTo>
                  <a:pt x="1334478" y="152522"/>
                  <a:pt x="1330952" y="144653"/>
                  <a:pt x="1330952" y="128917"/>
                </a:cubicBezTo>
                <a:cubicBezTo>
                  <a:pt x="1330952" y="125242"/>
                  <a:pt x="1331295" y="119762"/>
                  <a:pt x="1331982" y="112476"/>
                </a:cubicBezTo>
                <a:cubicBezTo>
                  <a:pt x="1332668" y="105189"/>
                  <a:pt x="1333011" y="99709"/>
                  <a:pt x="1333011" y="96034"/>
                </a:cubicBezTo>
                <a:cubicBezTo>
                  <a:pt x="1333011" y="92790"/>
                  <a:pt x="1332715" y="87922"/>
                  <a:pt x="1332122" y="81432"/>
                </a:cubicBezTo>
                <a:cubicBezTo>
                  <a:pt x="1331529" y="74941"/>
                  <a:pt x="1331233" y="70042"/>
                  <a:pt x="1331233" y="66734"/>
                </a:cubicBezTo>
                <a:cubicBezTo>
                  <a:pt x="1331233" y="52835"/>
                  <a:pt x="1334415" y="45885"/>
                  <a:pt x="1340781" y="45885"/>
                </a:cubicBezTo>
                <a:cubicBezTo>
                  <a:pt x="1343214" y="45885"/>
                  <a:pt x="1345445" y="46910"/>
                  <a:pt x="1347473" y="48959"/>
                </a:cubicBezTo>
                <a:cubicBezTo>
                  <a:pt x="1349502" y="51009"/>
                  <a:pt x="1350516" y="53257"/>
                  <a:pt x="1350516" y="55704"/>
                </a:cubicBezTo>
                <a:cubicBezTo>
                  <a:pt x="1350516" y="56867"/>
                  <a:pt x="1350360" y="58672"/>
                  <a:pt x="1350048" y="61119"/>
                </a:cubicBezTo>
                <a:cubicBezTo>
                  <a:pt x="1349736" y="63566"/>
                  <a:pt x="1349580" y="65432"/>
                  <a:pt x="1349580" y="66717"/>
                </a:cubicBezTo>
                <a:lnTo>
                  <a:pt x="1349767" y="76353"/>
                </a:lnTo>
                <a:cubicBezTo>
                  <a:pt x="1353012" y="69806"/>
                  <a:pt x="1357786" y="63887"/>
                  <a:pt x="1364088" y="58595"/>
                </a:cubicBezTo>
                <a:cubicBezTo>
                  <a:pt x="1370391" y="53303"/>
                  <a:pt x="1375758" y="50657"/>
                  <a:pt x="1380189" y="50657"/>
                </a:cubicBezTo>
                <a:cubicBezTo>
                  <a:pt x="1389986" y="50657"/>
                  <a:pt x="1396725" y="55429"/>
                  <a:pt x="1400407" y="64973"/>
                </a:cubicBezTo>
                <a:cubicBezTo>
                  <a:pt x="1403839" y="60507"/>
                  <a:pt x="1407927" y="57157"/>
                  <a:pt x="1412670" y="54924"/>
                </a:cubicBezTo>
                <a:cubicBezTo>
                  <a:pt x="1417412" y="52691"/>
                  <a:pt x="1422841" y="51575"/>
                  <a:pt x="1428957" y="51575"/>
                </a:cubicBezTo>
                <a:cubicBezTo>
                  <a:pt x="1439378" y="51575"/>
                  <a:pt x="1446492" y="57090"/>
                  <a:pt x="1450299" y="68122"/>
                </a:cubicBezTo>
                <a:cubicBezTo>
                  <a:pt x="1451048" y="70328"/>
                  <a:pt x="1452327" y="78939"/>
                  <a:pt x="1454137" y="93955"/>
                </a:cubicBezTo>
                <a:cubicBezTo>
                  <a:pt x="1455884" y="104497"/>
                  <a:pt x="1458131" y="122057"/>
                  <a:pt x="1460876" y="146634"/>
                </a:cubicBezTo>
                <a:cubicBezTo>
                  <a:pt x="1461064" y="149085"/>
                  <a:pt x="1460221" y="151168"/>
                  <a:pt x="1458349" y="152883"/>
                </a:cubicBezTo>
                <a:cubicBezTo>
                  <a:pt x="1456477" y="154600"/>
                  <a:pt x="1454199" y="155458"/>
                  <a:pt x="1451516" y="155458"/>
                </a:cubicBezTo>
                <a:close/>
                <a:moveTo>
                  <a:pt x="1520239" y="153256"/>
                </a:moveTo>
                <a:cubicBezTo>
                  <a:pt x="1509756" y="153256"/>
                  <a:pt x="1500738" y="149456"/>
                  <a:pt x="1493188" y="141856"/>
                </a:cubicBezTo>
                <a:cubicBezTo>
                  <a:pt x="1484763" y="133398"/>
                  <a:pt x="1480332" y="122028"/>
                  <a:pt x="1479896" y="107747"/>
                </a:cubicBezTo>
                <a:cubicBezTo>
                  <a:pt x="1479521" y="93895"/>
                  <a:pt x="1483078" y="81698"/>
                  <a:pt x="1490567" y="71156"/>
                </a:cubicBezTo>
                <a:cubicBezTo>
                  <a:pt x="1499303" y="58714"/>
                  <a:pt x="1511472" y="52492"/>
                  <a:pt x="1527073" y="52492"/>
                </a:cubicBezTo>
                <a:cubicBezTo>
                  <a:pt x="1539553" y="52492"/>
                  <a:pt x="1549008" y="58101"/>
                  <a:pt x="1555435" y="69318"/>
                </a:cubicBezTo>
                <a:cubicBezTo>
                  <a:pt x="1560552" y="78388"/>
                  <a:pt x="1563017" y="89297"/>
                  <a:pt x="1562830" y="102045"/>
                </a:cubicBezTo>
                <a:cubicBezTo>
                  <a:pt x="1562643" y="115652"/>
                  <a:pt x="1559023" y="127268"/>
                  <a:pt x="1551972" y="136892"/>
                </a:cubicBezTo>
                <a:cubicBezTo>
                  <a:pt x="1543984" y="147801"/>
                  <a:pt x="1533407" y="153256"/>
                  <a:pt x="1520239" y="153256"/>
                </a:cubicBezTo>
                <a:moveTo>
                  <a:pt x="1525856" y="71213"/>
                </a:moveTo>
                <a:cubicBezTo>
                  <a:pt x="1516682" y="71152"/>
                  <a:pt x="1509537" y="75441"/>
                  <a:pt x="1504420" y="84079"/>
                </a:cubicBezTo>
                <a:cubicBezTo>
                  <a:pt x="1500364" y="91003"/>
                  <a:pt x="1498336" y="98907"/>
                  <a:pt x="1498336" y="107790"/>
                </a:cubicBezTo>
                <a:cubicBezTo>
                  <a:pt x="1498336" y="116674"/>
                  <a:pt x="1500801" y="123598"/>
                  <a:pt x="1505731" y="128561"/>
                </a:cubicBezTo>
                <a:cubicBezTo>
                  <a:pt x="1509849" y="132666"/>
                  <a:pt x="1514686" y="134718"/>
                  <a:pt x="1520239" y="134718"/>
                </a:cubicBezTo>
                <a:cubicBezTo>
                  <a:pt x="1526729" y="134718"/>
                  <a:pt x="1532315" y="132390"/>
                  <a:pt x="1536995" y="127732"/>
                </a:cubicBezTo>
                <a:cubicBezTo>
                  <a:pt x="1542299" y="122587"/>
                  <a:pt x="1545107" y="115634"/>
                  <a:pt x="1545419" y="106872"/>
                </a:cubicBezTo>
                <a:cubicBezTo>
                  <a:pt x="1546293" y="83161"/>
                  <a:pt x="1539772" y="71275"/>
                  <a:pt x="1525856" y="71213"/>
                </a:cubicBezTo>
                <a:close/>
                <a:moveTo>
                  <a:pt x="1662537" y="79748"/>
                </a:moveTo>
                <a:cubicBezTo>
                  <a:pt x="1662100" y="87396"/>
                  <a:pt x="1658980" y="91219"/>
                  <a:pt x="1653177" y="91219"/>
                </a:cubicBezTo>
                <a:cubicBezTo>
                  <a:pt x="1647810" y="91219"/>
                  <a:pt x="1645127" y="88203"/>
                  <a:pt x="1645127" y="82171"/>
                </a:cubicBezTo>
                <a:cubicBezTo>
                  <a:pt x="1645127" y="81013"/>
                  <a:pt x="1645033" y="78879"/>
                  <a:pt x="1644846" y="75770"/>
                </a:cubicBezTo>
                <a:lnTo>
                  <a:pt x="1644565" y="68093"/>
                </a:lnTo>
                <a:cubicBezTo>
                  <a:pt x="1634705" y="69258"/>
                  <a:pt x="1626811" y="71986"/>
                  <a:pt x="1620883" y="76278"/>
                </a:cubicBezTo>
                <a:cubicBezTo>
                  <a:pt x="1615329" y="80264"/>
                  <a:pt x="1610711" y="86273"/>
                  <a:pt x="1607029" y="94305"/>
                </a:cubicBezTo>
                <a:lnTo>
                  <a:pt x="1607216" y="144701"/>
                </a:lnTo>
                <a:cubicBezTo>
                  <a:pt x="1607216" y="150894"/>
                  <a:pt x="1604127" y="153990"/>
                  <a:pt x="1597950" y="153990"/>
                </a:cubicBezTo>
                <a:cubicBezTo>
                  <a:pt x="1592458" y="153990"/>
                  <a:pt x="1589712" y="150895"/>
                  <a:pt x="1589712" y="144704"/>
                </a:cubicBezTo>
                <a:lnTo>
                  <a:pt x="1589712" y="80164"/>
                </a:lnTo>
                <a:cubicBezTo>
                  <a:pt x="1589712" y="78141"/>
                  <a:pt x="1589790" y="75108"/>
                  <a:pt x="1589946" y="71064"/>
                </a:cubicBezTo>
                <a:cubicBezTo>
                  <a:pt x="1590102" y="67019"/>
                  <a:pt x="1590180" y="63985"/>
                  <a:pt x="1590180" y="61962"/>
                </a:cubicBezTo>
                <a:cubicBezTo>
                  <a:pt x="1590180" y="55771"/>
                  <a:pt x="1592926" y="52676"/>
                  <a:pt x="1598418" y="52676"/>
                </a:cubicBezTo>
                <a:cubicBezTo>
                  <a:pt x="1604533" y="52676"/>
                  <a:pt x="1607622" y="57754"/>
                  <a:pt x="1607685" y="67910"/>
                </a:cubicBezTo>
                <a:cubicBezTo>
                  <a:pt x="1619666" y="56530"/>
                  <a:pt x="1632958" y="50841"/>
                  <a:pt x="1647560" y="50841"/>
                </a:cubicBezTo>
                <a:cubicBezTo>
                  <a:pt x="1652615" y="50841"/>
                  <a:pt x="1656390" y="52707"/>
                  <a:pt x="1658887" y="56439"/>
                </a:cubicBezTo>
                <a:cubicBezTo>
                  <a:pt x="1661383" y="60171"/>
                  <a:pt x="1662631" y="65799"/>
                  <a:pt x="1662631" y="73324"/>
                </a:cubicBezTo>
                <a:cubicBezTo>
                  <a:pt x="1662631" y="76506"/>
                  <a:pt x="1662600" y="78647"/>
                  <a:pt x="1662537" y="79748"/>
                </a:cubicBezTo>
                <a:close/>
                <a:moveTo>
                  <a:pt x="1767092" y="65876"/>
                </a:moveTo>
                <a:lnTo>
                  <a:pt x="1734705" y="134529"/>
                </a:lnTo>
                <a:cubicBezTo>
                  <a:pt x="1726717" y="151233"/>
                  <a:pt x="1720601" y="165214"/>
                  <a:pt x="1716358" y="176471"/>
                </a:cubicBezTo>
                <a:lnTo>
                  <a:pt x="1710180" y="194277"/>
                </a:lnTo>
                <a:cubicBezTo>
                  <a:pt x="1708558" y="198743"/>
                  <a:pt x="1705749" y="200976"/>
                  <a:pt x="1701756" y="200976"/>
                </a:cubicBezTo>
                <a:cubicBezTo>
                  <a:pt x="1699135" y="200976"/>
                  <a:pt x="1696872" y="200130"/>
                  <a:pt x="1694969" y="198438"/>
                </a:cubicBezTo>
                <a:cubicBezTo>
                  <a:pt x="1693066" y="196748"/>
                  <a:pt x="1692114" y="194642"/>
                  <a:pt x="1692114" y="192120"/>
                </a:cubicBezTo>
                <a:cubicBezTo>
                  <a:pt x="1692114" y="185972"/>
                  <a:pt x="1698854" y="168280"/>
                  <a:pt x="1712333" y="139046"/>
                </a:cubicBezTo>
                <a:lnTo>
                  <a:pt x="1678822" y="75730"/>
                </a:lnTo>
                <a:lnTo>
                  <a:pt x="1674610" y="69020"/>
                </a:lnTo>
                <a:cubicBezTo>
                  <a:pt x="1672925" y="66202"/>
                  <a:pt x="1672083" y="63843"/>
                  <a:pt x="1672083" y="61945"/>
                </a:cubicBezTo>
                <a:cubicBezTo>
                  <a:pt x="1672083" y="59436"/>
                  <a:pt x="1673066" y="57234"/>
                  <a:pt x="1675031" y="55337"/>
                </a:cubicBezTo>
                <a:cubicBezTo>
                  <a:pt x="1676997" y="53441"/>
                  <a:pt x="1679197" y="52492"/>
                  <a:pt x="1681630" y="52492"/>
                </a:cubicBezTo>
                <a:cubicBezTo>
                  <a:pt x="1684501" y="52492"/>
                  <a:pt x="1686716" y="53563"/>
                  <a:pt x="1688276" y="55704"/>
                </a:cubicBezTo>
                <a:cubicBezTo>
                  <a:pt x="1698885" y="70164"/>
                  <a:pt x="1710274" y="90750"/>
                  <a:pt x="1722442" y="117463"/>
                </a:cubicBezTo>
                <a:lnTo>
                  <a:pt x="1736296" y="85705"/>
                </a:lnTo>
                <a:cubicBezTo>
                  <a:pt x="1741288" y="74748"/>
                  <a:pt x="1746093" y="65329"/>
                  <a:pt x="1750711" y="57448"/>
                </a:cubicBezTo>
                <a:cubicBezTo>
                  <a:pt x="1752708" y="54022"/>
                  <a:pt x="1755329" y="52309"/>
                  <a:pt x="1758574" y="52309"/>
                </a:cubicBezTo>
                <a:cubicBezTo>
                  <a:pt x="1761133" y="52309"/>
                  <a:pt x="1763395" y="53195"/>
                  <a:pt x="1765360" y="54967"/>
                </a:cubicBezTo>
                <a:cubicBezTo>
                  <a:pt x="1767326" y="56740"/>
                  <a:pt x="1768309" y="58848"/>
                  <a:pt x="1768309" y="61294"/>
                </a:cubicBezTo>
                <a:cubicBezTo>
                  <a:pt x="1768309" y="62638"/>
                  <a:pt x="1767903" y="64165"/>
                  <a:pt x="1767092" y="65876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ProceduralMemory">
            <a:extLst xmlns:a="http://schemas.openxmlformats.org/drawingml/2006/main">
              <a:ext uri="{FF2B5EF4-FFF2-40B4-BE49-F238E27FC236}">
                <a16:creationId xmlns:a16="http://schemas.microsoft.com/office/drawing/2014/main" id="{801FB3C5-0DE8-4B95-9FB0-0161274D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124" y="3390829"/>
            <a:ext cx="1768309" cy="200976"/>
          </a:xfrm>
          <a:custGeom xmlns:a="http://schemas.openxmlformats.org/drawingml/2006/main">
            <a:pathLst>
              <a:path w="1768309" h="200976" fill="none">
                <a:moveTo>
                  <a:pt x="29298" y="93789"/>
                </a:moveTo>
                <a:cubicBezTo>
                  <a:pt x="27551" y="93789"/>
                  <a:pt x="23745" y="93391"/>
                  <a:pt x="17879" y="92596"/>
                </a:cubicBezTo>
                <a:cubicBezTo>
                  <a:pt x="17379" y="101847"/>
                  <a:pt x="17130" y="118055"/>
                  <a:pt x="17130" y="141220"/>
                </a:cubicBezTo>
                <a:cubicBezTo>
                  <a:pt x="17130" y="143671"/>
                  <a:pt x="16319" y="145739"/>
                  <a:pt x="14696" y="147426"/>
                </a:cubicBezTo>
                <a:cubicBezTo>
                  <a:pt x="13074" y="149110"/>
                  <a:pt x="11045" y="149952"/>
                  <a:pt x="8612" y="149952"/>
                </a:cubicBezTo>
                <a:cubicBezTo>
                  <a:pt x="6116" y="149952"/>
                  <a:pt x="4056" y="149111"/>
                  <a:pt x="2434" y="147428"/>
                </a:cubicBezTo>
                <a:cubicBezTo>
                  <a:pt x="811" y="145744"/>
                  <a:pt x="0" y="143677"/>
                  <a:pt x="0" y="141228"/>
                </a:cubicBezTo>
                <a:lnTo>
                  <a:pt x="0" y="114231"/>
                </a:lnTo>
                <a:cubicBezTo>
                  <a:pt x="0" y="105231"/>
                  <a:pt x="562" y="92560"/>
                  <a:pt x="1685" y="76215"/>
                </a:cubicBezTo>
                <a:cubicBezTo>
                  <a:pt x="2933" y="58522"/>
                  <a:pt x="3619" y="45851"/>
                  <a:pt x="3744" y="38199"/>
                </a:cubicBezTo>
                <a:lnTo>
                  <a:pt x="3744" y="25526"/>
                </a:lnTo>
                <a:cubicBezTo>
                  <a:pt x="3744" y="19466"/>
                  <a:pt x="4119" y="15058"/>
                  <a:pt x="4867" y="12303"/>
                </a:cubicBezTo>
                <a:cubicBezTo>
                  <a:pt x="6303" y="6915"/>
                  <a:pt x="9361" y="4588"/>
                  <a:pt x="14041" y="5323"/>
                </a:cubicBezTo>
                <a:cubicBezTo>
                  <a:pt x="16038" y="4711"/>
                  <a:pt x="18877" y="4252"/>
                  <a:pt x="22559" y="3946"/>
                </a:cubicBezTo>
                <a:cubicBezTo>
                  <a:pt x="26241" y="3640"/>
                  <a:pt x="30765" y="3487"/>
                  <a:pt x="36132" y="3487"/>
                </a:cubicBezTo>
                <a:cubicBezTo>
                  <a:pt x="47552" y="3487"/>
                  <a:pt x="58254" y="7311"/>
                  <a:pt x="68238" y="14958"/>
                </a:cubicBezTo>
                <a:cubicBezTo>
                  <a:pt x="79221" y="23401"/>
                  <a:pt x="84713" y="33557"/>
                  <a:pt x="84713" y="45426"/>
                </a:cubicBezTo>
                <a:cubicBezTo>
                  <a:pt x="84713" y="60599"/>
                  <a:pt x="78847" y="72682"/>
                  <a:pt x="67115" y="81675"/>
                </a:cubicBezTo>
                <a:cubicBezTo>
                  <a:pt x="56631" y="89751"/>
                  <a:pt x="44026" y="93789"/>
                  <a:pt x="29298" y="93789"/>
                </a:cubicBezTo>
                <a:moveTo>
                  <a:pt x="33979" y="20924"/>
                </a:moveTo>
                <a:cubicBezTo>
                  <a:pt x="31233" y="20924"/>
                  <a:pt x="28784" y="20985"/>
                  <a:pt x="26631" y="21107"/>
                </a:cubicBezTo>
                <a:cubicBezTo>
                  <a:pt x="24478" y="21229"/>
                  <a:pt x="22652" y="21413"/>
                  <a:pt x="21155" y="21658"/>
                </a:cubicBezTo>
                <a:lnTo>
                  <a:pt x="20968" y="38515"/>
                </a:lnTo>
                <a:lnTo>
                  <a:pt x="19002" y="74979"/>
                </a:lnTo>
                <a:lnTo>
                  <a:pt x="29298" y="76169"/>
                </a:lnTo>
                <a:cubicBezTo>
                  <a:pt x="39782" y="76169"/>
                  <a:pt x="48612" y="73574"/>
                  <a:pt x="55789" y="68383"/>
                </a:cubicBezTo>
                <a:cubicBezTo>
                  <a:pt x="63652" y="62701"/>
                  <a:pt x="67583" y="55035"/>
                  <a:pt x="67583" y="45386"/>
                </a:cubicBezTo>
                <a:cubicBezTo>
                  <a:pt x="67583" y="38545"/>
                  <a:pt x="63839" y="32651"/>
                  <a:pt x="56350" y="27703"/>
                </a:cubicBezTo>
                <a:cubicBezTo>
                  <a:pt x="49424" y="23183"/>
                  <a:pt x="41966" y="20924"/>
                  <a:pt x="33979" y="20924"/>
                </a:cubicBezTo>
                <a:close/>
                <a:moveTo>
                  <a:pt x="181050" y="79748"/>
                </a:moveTo>
                <a:cubicBezTo>
                  <a:pt x="180613" y="87396"/>
                  <a:pt x="177493" y="91219"/>
                  <a:pt x="171690" y="91219"/>
                </a:cubicBezTo>
                <a:cubicBezTo>
                  <a:pt x="166323" y="91219"/>
                  <a:pt x="163639" y="88203"/>
                  <a:pt x="163639" y="82171"/>
                </a:cubicBezTo>
                <a:cubicBezTo>
                  <a:pt x="163639" y="81013"/>
                  <a:pt x="163546" y="78879"/>
                  <a:pt x="163359" y="75770"/>
                </a:cubicBezTo>
                <a:lnTo>
                  <a:pt x="163078" y="68093"/>
                </a:lnTo>
                <a:cubicBezTo>
                  <a:pt x="153218" y="69258"/>
                  <a:pt x="145324" y="71986"/>
                  <a:pt x="139396" y="76278"/>
                </a:cubicBezTo>
                <a:cubicBezTo>
                  <a:pt x="133842" y="80264"/>
                  <a:pt x="129224" y="86273"/>
                  <a:pt x="125542" y="94305"/>
                </a:cubicBezTo>
                <a:lnTo>
                  <a:pt x="125729" y="144701"/>
                </a:lnTo>
                <a:cubicBezTo>
                  <a:pt x="125729" y="150894"/>
                  <a:pt x="122640" y="153990"/>
                  <a:pt x="116462" y="153990"/>
                </a:cubicBezTo>
                <a:cubicBezTo>
                  <a:pt x="110971" y="153990"/>
                  <a:pt x="108225" y="150895"/>
                  <a:pt x="108225" y="144704"/>
                </a:cubicBezTo>
                <a:lnTo>
                  <a:pt x="108225" y="80164"/>
                </a:lnTo>
                <a:cubicBezTo>
                  <a:pt x="108225" y="78141"/>
                  <a:pt x="108303" y="75108"/>
                  <a:pt x="108459" y="71064"/>
                </a:cubicBezTo>
                <a:cubicBezTo>
                  <a:pt x="108615" y="67019"/>
                  <a:pt x="108693" y="63985"/>
                  <a:pt x="108693" y="61962"/>
                </a:cubicBezTo>
                <a:cubicBezTo>
                  <a:pt x="108693" y="55771"/>
                  <a:pt x="111439" y="52676"/>
                  <a:pt x="116930" y="52676"/>
                </a:cubicBezTo>
                <a:cubicBezTo>
                  <a:pt x="123046" y="52676"/>
                  <a:pt x="126135" y="57754"/>
                  <a:pt x="126197" y="67910"/>
                </a:cubicBezTo>
                <a:cubicBezTo>
                  <a:pt x="138179" y="56530"/>
                  <a:pt x="151471" y="50841"/>
                  <a:pt x="166073" y="50841"/>
                </a:cubicBezTo>
                <a:cubicBezTo>
                  <a:pt x="171128" y="50841"/>
                  <a:pt x="174903" y="52707"/>
                  <a:pt x="177399" y="56439"/>
                </a:cubicBezTo>
                <a:cubicBezTo>
                  <a:pt x="179896" y="60171"/>
                  <a:pt x="181144" y="65799"/>
                  <a:pt x="181144" y="73324"/>
                </a:cubicBezTo>
                <a:cubicBezTo>
                  <a:pt x="181144" y="76506"/>
                  <a:pt x="181112" y="78647"/>
                  <a:pt x="181050" y="79748"/>
                </a:cubicBezTo>
                <a:close/>
                <a:moveTo>
                  <a:pt x="239083" y="153256"/>
                </a:moveTo>
                <a:cubicBezTo>
                  <a:pt x="228599" y="153256"/>
                  <a:pt x="219582" y="149456"/>
                  <a:pt x="212031" y="141856"/>
                </a:cubicBezTo>
                <a:cubicBezTo>
                  <a:pt x="203607" y="133398"/>
                  <a:pt x="199176" y="122028"/>
                  <a:pt x="198739" y="107747"/>
                </a:cubicBezTo>
                <a:cubicBezTo>
                  <a:pt x="198365" y="93895"/>
                  <a:pt x="201922" y="81698"/>
                  <a:pt x="209410" y="71156"/>
                </a:cubicBezTo>
                <a:cubicBezTo>
                  <a:pt x="218147" y="58714"/>
                  <a:pt x="230315" y="52492"/>
                  <a:pt x="245916" y="52492"/>
                </a:cubicBezTo>
                <a:cubicBezTo>
                  <a:pt x="258397" y="52492"/>
                  <a:pt x="267851" y="58101"/>
                  <a:pt x="274279" y="69318"/>
                </a:cubicBezTo>
                <a:cubicBezTo>
                  <a:pt x="279396" y="78388"/>
                  <a:pt x="281861" y="89297"/>
                  <a:pt x="281674" y="102045"/>
                </a:cubicBezTo>
                <a:cubicBezTo>
                  <a:pt x="281486" y="115652"/>
                  <a:pt x="277867" y="127268"/>
                  <a:pt x="270815" y="136892"/>
                </a:cubicBezTo>
                <a:cubicBezTo>
                  <a:pt x="262828" y="147801"/>
                  <a:pt x="252250" y="153256"/>
                  <a:pt x="239083" y="153256"/>
                </a:cubicBezTo>
                <a:moveTo>
                  <a:pt x="244699" y="71213"/>
                </a:moveTo>
                <a:cubicBezTo>
                  <a:pt x="235526" y="71152"/>
                  <a:pt x="228381" y="75441"/>
                  <a:pt x="223264" y="84079"/>
                </a:cubicBezTo>
                <a:cubicBezTo>
                  <a:pt x="219208" y="91003"/>
                  <a:pt x="217179" y="98907"/>
                  <a:pt x="217179" y="107790"/>
                </a:cubicBezTo>
                <a:cubicBezTo>
                  <a:pt x="217179" y="116674"/>
                  <a:pt x="219644" y="123598"/>
                  <a:pt x="224574" y="128561"/>
                </a:cubicBezTo>
                <a:cubicBezTo>
                  <a:pt x="228693" y="132666"/>
                  <a:pt x="233529" y="134718"/>
                  <a:pt x="239083" y="134718"/>
                </a:cubicBezTo>
                <a:cubicBezTo>
                  <a:pt x="245573" y="134718"/>
                  <a:pt x="251158" y="132390"/>
                  <a:pt x="255838" y="127732"/>
                </a:cubicBezTo>
                <a:cubicBezTo>
                  <a:pt x="261143" y="122587"/>
                  <a:pt x="263951" y="115634"/>
                  <a:pt x="264263" y="106872"/>
                </a:cubicBezTo>
                <a:cubicBezTo>
                  <a:pt x="265137" y="83161"/>
                  <a:pt x="258615" y="71275"/>
                  <a:pt x="244699" y="71213"/>
                </a:cubicBezTo>
                <a:close/>
                <a:moveTo>
                  <a:pt x="350865" y="153623"/>
                </a:moveTo>
                <a:cubicBezTo>
                  <a:pt x="338072" y="153623"/>
                  <a:pt x="327401" y="149823"/>
                  <a:pt x="318852" y="142223"/>
                </a:cubicBezTo>
                <a:cubicBezTo>
                  <a:pt x="309866" y="134257"/>
                  <a:pt x="305373" y="123745"/>
                  <a:pt x="305373" y="110689"/>
                </a:cubicBezTo>
                <a:cubicBezTo>
                  <a:pt x="305373" y="98248"/>
                  <a:pt x="309585" y="85409"/>
                  <a:pt x="318009" y="72171"/>
                </a:cubicBezTo>
                <a:cubicBezTo>
                  <a:pt x="327370" y="57461"/>
                  <a:pt x="337916" y="50106"/>
                  <a:pt x="349648" y="50106"/>
                </a:cubicBezTo>
                <a:cubicBezTo>
                  <a:pt x="355764" y="50106"/>
                  <a:pt x="362597" y="51518"/>
                  <a:pt x="370148" y="54342"/>
                </a:cubicBezTo>
                <a:cubicBezTo>
                  <a:pt x="379695" y="57965"/>
                  <a:pt x="384469" y="62385"/>
                  <a:pt x="384469" y="67603"/>
                </a:cubicBezTo>
                <a:cubicBezTo>
                  <a:pt x="384469" y="69935"/>
                  <a:pt x="383689" y="72008"/>
                  <a:pt x="382129" y="73820"/>
                </a:cubicBezTo>
                <a:cubicBezTo>
                  <a:pt x="380569" y="75631"/>
                  <a:pt x="378635" y="76536"/>
                  <a:pt x="376326" y="76536"/>
                </a:cubicBezTo>
                <a:cubicBezTo>
                  <a:pt x="374516" y="76536"/>
                  <a:pt x="372940" y="75996"/>
                  <a:pt x="371599" y="74916"/>
                </a:cubicBezTo>
                <a:cubicBezTo>
                  <a:pt x="370257" y="73834"/>
                  <a:pt x="368962" y="72767"/>
                  <a:pt x="367714" y="71715"/>
                </a:cubicBezTo>
                <a:cubicBezTo>
                  <a:pt x="364032" y="68811"/>
                  <a:pt x="358010" y="67359"/>
                  <a:pt x="349648" y="67359"/>
                </a:cubicBezTo>
                <a:cubicBezTo>
                  <a:pt x="343283" y="67359"/>
                  <a:pt x="336980" y="72942"/>
                  <a:pt x="330740" y="84107"/>
                </a:cubicBezTo>
                <a:cubicBezTo>
                  <a:pt x="325061" y="94351"/>
                  <a:pt x="322222" y="103214"/>
                  <a:pt x="322222" y="110698"/>
                </a:cubicBezTo>
                <a:cubicBezTo>
                  <a:pt x="322222" y="118794"/>
                  <a:pt x="325030" y="125174"/>
                  <a:pt x="330646" y="129837"/>
                </a:cubicBezTo>
                <a:cubicBezTo>
                  <a:pt x="335888" y="134193"/>
                  <a:pt x="342628" y="136370"/>
                  <a:pt x="350865" y="136370"/>
                </a:cubicBezTo>
                <a:cubicBezTo>
                  <a:pt x="354609" y="136370"/>
                  <a:pt x="358603" y="135391"/>
                  <a:pt x="362846" y="133434"/>
                </a:cubicBezTo>
                <a:lnTo>
                  <a:pt x="373705" y="127744"/>
                </a:lnTo>
                <a:cubicBezTo>
                  <a:pt x="375577" y="126765"/>
                  <a:pt x="376918" y="126275"/>
                  <a:pt x="377730" y="126275"/>
                </a:cubicBezTo>
                <a:cubicBezTo>
                  <a:pt x="380039" y="126275"/>
                  <a:pt x="382036" y="127178"/>
                  <a:pt x="383720" y="128983"/>
                </a:cubicBezTo>
                <a:cubicBezTo>
                  <a:pt x="385405" y="130788"/>
                  <a:pt x="386248" y="132852"/>
                  <a:pt x="386248" y="135177"/>
                </a:cubicBezTo>
                <a:cubicBezTo>
                  <a:pt x="386248" y="139643"/>
                  <a:pt x="381443" y="143956"/>
                  <a:pt x="371833" y="148117"/>
                </a:cubicBezTo>
                <a:cubicBezTo>
                  <a:pt x="363408" y="151788"/>
                  <a:pt x="356419" y="153623"/>
                  <a:pt x="350865" y="153623"/>
                </a:cubicBezTo>
                <a:close/>
                <a:moveTo>
                  <a:pt x="454735" y="151971"/>
                </a:moveTo>
                <a:cubicBezTo>
                  <a:pt x="440632" y="151971"/>
                  <a:pt x="429212" y="148512"/>
                  <a:pt x="420475" y="141592"/>
                </a:cubicBezTo>
                <a:cubicBezTo>
                  <a:pt x="410928" y="133937"/>
                  <a:pt x="406154" y="123220"/>
                  <a:pt x="406154" y="109441"/>
                </a:cubicBezTo>
                <a:cubicBezTo>
                  <a:pt x="406154" y="93521"/>
                  <a:pt x="410085" y="80173"/>
                  <a:pt x="417948" y="69395"/>
                </a:cubicBezTo>
                <a:cubicBezTo>
                  <a:pt x="426497" y="57637"/>
                  <a:pt x="437917" y="51758"/>
                  <a:pt x="452208" y="51758"/>
                </a:cubicBezTo>
                <a:cubicBezTo>
                  <a:pt x="462567" y="51758"/>
                  <a:pt x="471022" y="53471"/>
                  <a:pt x="477575" y="56897"/>
                </a:cubicBezTo>
                <a:cubicBezTo>
                  <a:pt x="485625" y="61119"/>
                  <a:pt x="489650" y="67604"/>
                  <a:pt x="489650" y="76353"/>
                </a:cubicBezTo>
                <a:cubicBezTo>
                  <a:pt x="489650" y="82471"/>
                  <a:pt x="486124" y="88038"/>
                  <a:pt x="479072" y="93055"/>
                </a:cubicBezTo>
                <a:cubicBezTo>
                  <a:pt x="475952" y="95257"/>
                  <a:pt x="469337" y="98683"/>
                  <a:pt x="459228" y="103333"/>
                </a:cubicBezTo>
                <a:lnTo>
                  <a:pt x="423471" y="119943"/>
                </a:lnTo>
                <a:cubicBezTo>
                  <a:pt x="426965" y="125021"/>
                  <a:pt x="431318" y="128845"/>
                  <a:pt x="436529" y="131415"/>
                </a:cubicBezTo>
                <a:cubicBezTo>
                  <a:pt x="441739" y="133984"/>
                  <a:pt x="447808" y="135269"/>
                  <a:pt x="454735" y="135269"/>
                </a:cubicBezTo>
                <a:cubicBezTo>
                  <a:pt x="459041" y="135269"/>
                  <a:pt x="464095" y="134474"/>
                  <a:pt x="469899" y="132883"/>
                </a:cubicBezTo>
                <a:cubicBezTo>
                  <a:pt x="477263" y="130864"/>
                  <a:pt x="482005" y="128218"/>
                  <a:pt x="484127" y="124945"/>
                </a:cubicBezTo>
                <a:cubicBezTo>
                  <a:pt x="486249" y="121672"/>
                  <a:pt x="488526" y="120035"/>
                  <a:pt x="490960" y="120035"/>
                </a:cubicBezTo>
                <a:cubicBezTo>
                  <a:pt x="493144" y="120035"/>
                  <a:pt x="495094" y="120849"/>
                  <a:pt x="496811" y="122476"/>
                </a:cubicBezTo>
                <a:cubicBezTo>
                  <a:pt x="498527" y="124101"/>
                  <a:pt x="499385" y="125987"/>
                  <a:pt x="499385" y="128134"/>
                </a:cubicBezTo>
                <a:cubicBezTo>
                  <a:pt x="499385" y="134944"/>
                  <a:pt x="493800" y="140804"/>
                  <a:pt x="482629" y="145714"/>
                </a:cubicBezTo>
                <a:cubicBezTo>
                  <a:pt x="473082" y="149885"/>
                  <a:pt x="463783" y="151971"/>
                  <a:pt x="454735" y="151971"/>
                </a:cubicBezTo>
                <a:moveTo>
                  <a:pt x="452208" y="68277"/>
                </a:moveTo>
                <a:cubicBezTo>
                  <a:pt x="444594" y="68277"/>
                  <a:pt x="438260" y="71168"/>
                  <a:pt x="433206" y="76949"/>
                </a:cubicBezTo>
                <a:cubicBezTo>
                  <a:pt x="428151" y="82731"/>
                  <a:pt x="424376" y="91433"/>
                  <a:pt x="421879" y="103058"/>
                </a:cubicBezTo>
                <a:lnTo>
                  <a:pt x="450616" y="89659"/>
                </a:lnTo>
                <a:cubicBezTo>
                  <a:pt x="461911" y="84275"/>
                  <a:pt x="469961" y="79595"/>
                  <a:pt x="474766" y="75618"/>
                </a:cubicBezTo>
                <a:cubicBezTo>
                  <a:pt x="469400" y="70724"/>
                  <a:pt x="461880" y="68277"/>
                  <a:pt x="452208" y="68277"/>
                </a:cubicBezTo>
                <a:close/>
                <a:moveTo>
                  <a:pt x="606215" y="66677"/>
                </a:moveTo>
                <a:cubicBezTo>
                  <a:pt x="605467" y="75664"/>
                  <a:pt x="605092" y="84652"/>
                  <a:pt x="605092" y="93640"/>
                </a:cubicBezTo>
                <a:cubicBezTo>
                  <a:pt x="605092" y="114001"/>
                  <a:pt x="606059" y="129378"/>
                  <a:pt x="607994" y="139771"/>
                </a:cubicBezTo>
                <a:cubicBezTo>
                  <a:pt x="608119" y="140628"/>
                  <a:pt x="608181" y="141331"/>
                  <a:pt x="608181" y="141882"/>
                </a:cubicBezTo>
                <a:cubicBezTo>
                  <a:pt x="608181" y="144327"/>
                  <a:pt x="607307" y="146344"/>
                  <a:pt x="605560" y="147933"/>
                </a:cubicBezTo>
                <a:cubicBezTo>
                  <a:pt x="603813" y="149524"/>
                  <a:pt x="601785" y="150319"/>
                  <a:pt x="599476" y="150319"/>
                </a:cubicBezTo>
                <a:cubicBezTo>
                  <a:pt x="595607" y="150319"/>
                  <a:pt x="592767" y="147566"/>
                  <a:pt x="590958" y="142060"/>
                </a:cubicBezTo>
                <a:cubicBezTo>
                  <a:pt x="586465" y="145302"/>
                  <a:pt x="581800" y="147765"/>
                  <a:pt x="576964" y="149447"/>
                </a:cubicBezTo>
                <a:cubicBezTo>
                  <a:pt x="572127" y="151130"/>
                  <a:pt x="567088" y="151971"/>
                  <a:pt x="561846" y="151971"/>
                </a:cubicBezTo>
                <a:cubicBezTo>
                  <a:pt x="548929" y="151971"/>
                  <a:pt x="538227" y="147746"/>
                  <a:pt x="529740" y="139295"/>
                </a:cubicBezTo>
                <a:cubicBezTo>
                  <a:pt x="521003" y="130661"/>
                  <a:pt x="516635" y="119577"/>
                  <a:pt x="516635" y="106043"/>
                </a:cubicBezTo>
                <a:cubicBezTo>
                  <a:pt x="516635" y="89693"/>
                  <a:pt x="521050" y="76589"/>
                  <a:pt x="529880" y="66731"/>
                </a:cubicBezTo>
                <a:cubicBezTo>
                  <a:pt x="538710" y="56872"/>
                  <a:pt x="550177" y="51942"/>
                  <a:pt x="564280" y="51942"/>
                </a:cubicBezTo>
                <a:cubicBezTo>
                  <a:pt x="571519" y="51942"/>
                  <a:pt x="577104" y="53043"/>
                  <a:pt x="581036" y="55246"/>
                </a:cubicBezTo>
                <a:lnTo>
                  <a:pt x="589834" y="61578"/>
                </a:lnTo>
                <a:cubicBezTo>
                  <a:pt x="590708" y="35855"/>
                  <a:pt x="591738" y="18537"/>
                  <a:pt x="592923" y="9622"/>
                </a:cubicBezTo>
                <a:cubicBezTo>
                  <a:pt x="593735" y="4186"/>
                  <a:pt x="596574" y="1468"/>
                  <a:pt x="601442" y="1468"/>
                </a:cubicBezTo>
                <a:cubicBezTo>
                  <a:pt x="607120" y="1468"/>
                  <a:pt x="609960" y="4434"/>
                  <a:pt x="609960" y="10364"/>
                </a:cubicBezTo>
                <a:cubicBezTo>
                  <a:pt x="609960" y="18863"/>
                  <a:pt x="608712" y="37633"/>
                  <a:pt x="606215" y="66677"/>
                </a:cubicBezTo>
                <a:moveTo>
                  <a:pt x="564655" y="69011"/>
                </a:moveTo>
                <a:cubicBezTo>
                  <a:pt x="554171" y="69011"/>
                  <a:pt x="546308" y="72055"/>
                  <a:pt x="541066" y="78142"/>
                </a:cubicBezTo>
                <a:cubicBezTo>
                  <a:pt x="535824" y="84230"/>
                  <a:pt x="533203" y="93391"/>
                  <a:pt x="533203" y="105627"/>
                </a:cubicBezTo>
                <a:cubicBezTo>
                  <a:pt x="533203" y="113519"/>
                  <a:pt x="536058" y="120310"/>
                  <a:pt x="541768" y="126000"/>
                </a:cubicBezTo>
                <a:cubicBezTo>
                  <a:pt x="547478" y="131690"/>
                  <a:pt x="554171" y="134535"/>
                  <a:pt x="561846" y="134535"/>
                </a:cubicBezTo>
                <a:cubicBezTo>
                  <a:pt x="567088" y="134535"/>
                  <a:pt x="571519" y="133586"/>
                  <a:pt x="575138" y="131690"/>
                </a:cubicBezTo>
                <a:cubicBezTo>
                  <a:pt x="577260" y="130589"/>
                  <a:pt x="580724" y="128050"/>
                  <a:pt x="585529" y="124073"/>
                </a:cubicBezTo>
                <a:cubicBezTo>
                  <a:pt x="586465" y="123278"/>
                  <a:pt x="587370" y="122329"/>
                  <a:pt x="588243" y="121228"/>
                </a:cubicBezTo>
                <a:lnTo>
                  <a:pt x="587962" y="105352"/>
                </a:lnTo>
                <a:lnTo>
                  <a:pt x="588056" y="94707"/>
                </a:lnTo>
                <a:lnTo>
                  <a:pt x="588243" y="83878"/>
                </a:lnTo>
                <a:cubicBezTo>
                  <a:pt x="585872" y="78922"/>
                  <a:pt x="582720" y="75205"/>
                  <a:pt x="578789" y="72728"/>
                </a:cubicBezTo>
                <a:cubicBezTo>
                  <a:pt x="574858" y="70250"/>
                  <a:pt x="570146" y="69011"/>
                  <a:pt x="564655" y="69011"/>
                </a:cubicBezTo>
                <a:close/>
                <a:moveTo>
                  <a:pt x="711888" y="94156"/>
                </a:moveTo>
                <a:cubicBezTo>
                  <a:pt x="711888" y="98561"/>
                  <a:pt x="711919" y="105168"/>
                  <a:pt x="711982" y="113978"/>
                </a:cubicBezTo>
                <a:cubicBezTo>
                  <a:pt x="712044" y="122788"/>
                  <a:pt x="712075" y="129396"/>
                  <a:pt x="712075" y="133801"/>
                </a:cubicBezTo>
                <a:cubicBezTo>
                  <a:pt x="712075" y="135147"/>
                  <a:pt x="712185" y="137196"/>
                  <a:pt x="712403" y="139949"/>
                </a:cubicBezTo>
                <a:cubicBezTo>
                  <a:pt x="712621" y="142702"/>
                  <a:pt x="712731" y="144752"/>
                  <a:pt x="712731" y="146098"/>
                </a:cubicBezTo>
                <a:cubicBezTo>
                  <a:pt x="712731" y="148729"/>
                  <a:pt x="711826" y="150885"/>
                  <a:pt x="710016" y="152568"/>
                </a:cubicBezTo>
                <a:cubicBezTo>
                  <a:pt x="708206" y="154250"/>
                  <a:pt x="705991" y="155091"/>
                  <a:pt x="703370" y="155091"/>
                </a:cubicBezTo>
                <a:cubicBezTo>
                  <a:pt x="698565" y="155091"/>
                  <a:pt x="695507" y="152185"/>
                  <a:pt x="694197" y="146373"/>
                </a:cubicBezTo>
                <a:cubicBezTo>
                  <a:pt x="686396" y="150350"/>
                  <a:pt x="677410" y="152338"/>
                  <a:pt x="667238" y="152338"/>
                </a:cubicBezTo>
                <a:cubicBezTo>
                  <a:pt x="659064" y="152338"/>
                  <a:pt x="652293" y="150564"/>
                  <a:pt x="646926" y="147015"/>
                </a:cubicBezTo>
                <a:cubicBezTo>
                  <a:pt x="640998" y="143100"/>
                  <a:pt x="637472" y="137380"/>
                  <a:pt x="636349" y="129855"/>
                </a:cubicBezTo>
                <a:cubicBezTo>
                  <a:pt x="633915" y="113642"/>
                  <a:pt x="632698" y="99203"/>
                  <a:pt x="632698" y="86539"/>
                </a:cubicBezTo>
                <a:cubicBezTo>
                  <a:pt x="632698" y="78157"/>
                  <a:pt x="633634" y="68613"/>
                  <a:pt x="635506" y="57907"/>
                </a:cubicBezTo>
                <a:cubicBezTo>
                  <a:pt x="636380" y="52584"/>
                  <a:pt x="639344" y="49923"/>
                  <a:pt x="644399" y="49923"/>
                </a:cubicBezTo>
                <a:cubicBezTo>
                  <a:pt x="647082" y="49923"/>
                  <a:pt x="649329" y="50763"/>
                  <a:pt x="651138" y="52444"/>
                </a:cubicBezTo>
                <a:cubicBezTo>
                  <a:pt x="652948" y="54124"/>
                  <a:pt x="653853" y="56279"/>
                  <a:pt x="653853" y="58908"/>
                </a:cubicBezTo>
                <a:cubicBezTo>
                  <a:pt x="653853" y="61718"/>
                  <a:pt x="653400" y="66210"/>
                  <a:pt x="652496" y="72384"/>
                </a:cubicBezTo>
                <a:cubicBezTo>
                  <a:pt x="651591" y="78555"/>
                  <a:pt x="651138" y="83260"/>
                  <a:pt x="651138" y="86499"/>
                </a:cubicBezTo>
                <a:cubicBezTo>
                  <a:pt x="651138" y="96705"/>
                  <a:pt x="651481" y="105444"/>
                  <a:pt x="652168" y="112716"/>
                </a:cubicBezTo>
                <a:cubicBezTo>
                  <a:pt x="652854" y="119989"/>
                  <a:pt x="653884" y="125825"/>
                  <a:pt x="655257" y="130224"/>
                </a:cubicBezTo>
                <a:cubicBezTo>
                  <a:pt x="657316" y="131326"/>
                  <a:pt x="659344" y="132167"/>
                  <a:pt x="661341" y="132748"/>
                </a:cubicBezTo>
                <a:cubicBezTo>
                  <a:pt x="663338" y="133327"/>
                  <a:pt x="665304" y="133617"/>
                  <a:pt x="667238" y="133617"/>
                </a:cubicBezTo>
                <a:cubicBezTo>
                  <a:pt x="675600" y="133617"/>
                  <a:pt x="684431" y="132304"/>
                  <a:pt x="693729" y="129677"/>
                </a:cubicBezTo>
                <a:lnTo>
                  <a:pt x="693635" y="111067"/>
                </a:lnTo>
                <a:lnTo>
                  <a:pt x="693448" y="93284"/>
                </a:lnTo>
                <a:cubicBezTo>
                  <a:pt x="693448" y="80083"/>
                  <a:pt x="694041" y="68624"/>
                  <a:pt x="695226" y="58908"/>
                </a:cubicBezTo>
                <a:cubicBezTo>
                  <a:pt x="695913" y="53285"/>
                  <a:pt x="698939" y="50473"/>
                  <a:pt x="704306" y="50473"/>
                </a:cubicBezTo>
                <a:cubicBezTo>
                  <a:pt x="706989" y="50473"/>
                  <a:pt x="709236" y="51330"/>
                  <a:pt x="711046" y="53043"/>
                </a:cubicBezTo>
                <a:cubicBezTo>
                  <a:pt x="712855" y="54756"/>
                  <a:pt x="713698" y="56897"/>
                  <a:pt x="713573" y="59467"/>
                </a:cubicBezTo>
                <a:lnTo>
                  <a:pt x="711888" y="94156"/>
                </a:lnTo>
                <a:close/>
                <a:moveTo>
                  <a:pt x="812906" y="79748"/>
                </a:moveTo>
                <a:cubicBezTo>
                  <a:pt x="812469" y="87396"/>
                  <a:pt x="809349" y="91219"/>
                  <a:pt x="803545" y="91219"/>
                </a:cubicBezTo>
                <a:cubicBezTo>
                  <a:pt x="798178" y="91219"/>
                  <a:pt x="795495" y="88203"/>
                  <a:pt x="795495" y="82171"/>
                </a:cubicBezTo>
                <a:cubicBezTo>
                  <a:pt x="795495" y="81013"/>
                  <a:pt x="795401" y="78879"/>
                  <a:pt x="795214" y="75770"/>
                </a:cubicBezTo>
                <a:lnTo>
                  <a:pt x="794933" y="68093"/>
                </a:lnTo>
                <a:cubicBezTo>
                  <a:pt x="785074" y="69258"/>
                  <a:pt x="777180" y="71986"/>
                  <a:pt x="771251" y="76278"/>
                </a:cubicBezTo>
                <a:cubicBezTo>
                  <a:pt x="765697" y="80264"/>
                  <a:pt x="761079" y="86273"/>
                  <a:pt x="757398" y="94305"/>
                </a:cubicBezTo>
                <a:lnTo>
                  <a:pt x="757585" y="144701"/>
                </a:lnTo>
                <a:cubicBezTo>
                  <a:pt x="757585" y="150894"/>
                  <a:pt x="754496" y="153990"/>
                  <a:pt x="748318" y="153990"/>
                </a:cubicBezTo>
                <a:cubicBezTo>
                  <a:pt x="742826" y="153990"/>
                  <a:pt x="740081" y="150895"/>
                  <a:pt x="740081" y="144704"/>
                </a:cubicBezTo>
                <a:lnTo>
                  <a:pt x="740081" y="80164"/>
                </a:lnTo>
                <a:cubicBezTo>
                  <a:pt x="740081" y="78141"/>
                  <a:pt x="740159" y="75108"/>
                  <a:pt x="740315" y="71064"/>
                </a:cubicBezTo>
                <a:cubicBezTo>
                  <a:pt x="740471" y="67019"/>
                  <a:pt x="740549" y="63985"/>
                  <a:pt x="740549" y="61962"/>
                </a:cubicBezTo>
                <a:cubicBezTo>
                  <a:pt x="740549" y="55771"/>
                  <a:pt x="743294" y="52676"/>
                  <a:pt x="748786" y="52676"/>
                </a:cubicBezTo>
                <a:cubicBezTo>
                  <a:pt x="754902" y="52676"/>
                  <a:pt x="757990" y="57754"/>
                  <a:pt x="758053" y="67910"/>
                </a:cubicBezTo>
                <a:cubicBezTo>
                  <a:pt x="770034" y="56530"/>
                  <a:pt x="783326" y="50841"/>
                  <a:pt x="797929" y="50841"/>
                </a:cubicBezTo>
                <a:cubicBezTo>
                  <a:pt x="802983" y="50841"/>
                  <a:pt x="806759" y="52707"/>
                  <a:pt x="809255" y="56439"/>
                </a:cubicBezTo>
                <a:cubicBezTo>
                  <a:pt x="811751" y="60171"/>
                  <a:pt x="812999" y="65799"/>
                  <a:pt x="812999" y="73324"/>
                </a:cubicBezTo>
                <a:cubicBezTo>
                  <a:pt x="812999" y="76506"/>
                  <a:pt x="812968" y="78647"/>
                  <a:pt x="812906" y="79748"/>
                </a:cubicBezTo>
                <a:close/>
                <a:moveTo>
                  <a:pt x="908943" y="153806"/>
                </a:moveTo>
                <a:cubicBezTo>
                  <a:pt x="907757" y="153806"/>
                  <a:pt x="905604" y="152449"/>
                  <a:pt x="902484" y="149734"/>
                </a:cubicBezTo>
                <a:cubicBezTo>
                  <a:pt x="899676" y="147205"/>
                  <a:pt x="897585" y="144953"/>
                  <a:pt x="896212" y="142978"/>
                </a:cubicBezTo>
                <a:cubicBezTo>
                  <a:pt x="890222" y="146190"/>
                  <a:pt x="884949" y="148614"/>
                  <a:pt x="880393" y="150250"/>
                </a:cubicBezTo>
                <a:cubicBezTo>
                  <a:pt x="875838" y="151887"/>
                  <a:pt x="872031" y="152705"/>
                  <a:pt x="868973" y="152705"/>
                </a:cubicBezTo>
                <a:cubicBezTo>
                  <a:pt x="854371" y="152705"/>
                  <a:pt x="843731" y="148667"/>
                  <a:pt x="837054" y="140592"/>
                </a:cubicBezTo>
                <a:cubicBezTo>
                  <a:pt x="830751" y="133005"/>
                  <a:pt x="827600" y="121381"/>
                  <a:pt x="827600" y="105719"/>
                </a:cubicBezTo>
                <a:cubicBezTo>
                  <a:pt x="827600" y="90913"/>
                  <a:pt x="832795" y="78249"/>
                  <a:pt x="843185" y="67726"/>
                </a:cubicBezTo>
                <a:cubicBezTo>
                  <a:pt x="853575" y="57203"/>
                  <a:pt x="865978" y="51942"/>
                  <a:pt x="880393" y="51942"/>
                </a:cubicBezTo>
                <a:cubicBezTo>
                  <a:pt x="885822" y="51942"/>
                  <a:pt x="891907" y="53318"/>
                  <a:pt x="898646" y="56071"/>
                </a:cubicBezTo>
                <a:cubicBezTo>
                  <a:pt x="907133" y="59498"/>
                  <a:pt x="911376" y="63627"/>
                  <a:pt x="911376" y="68460"/>
                </a:cubicBezTo>
                <a:cubicBezTo>
                  <a:pt x="911376" y="70112"/>
                  <a:pt x="910752" y="71581"/>
                  <a:pt x="909504" y="72865"/>
                </a:cubicBezTo>
                <a:cubicBezTo>
                  <a:pt x="908880" y="75190"/>
                  <a:pt x="908397" y="79014"/>
                  <a:pt x="908053" y="84337"/>
                </a:cubicBezTo>
                <a:cubicBezTo>
                  <a:pt x="907710" y="89659"/>
                  <a:pt x="907507" y="96481"/>
                  <a:pt x="907445" y="104801"/>
                </a:cubicBezTo>
                <a:cubicBezTo>
                  <a:pt x="907383" y="112388"/>
                  <a:pt x="907913" y="118383"/>
                  <a:pt x="909036" y="122788"/>
                </a:cubicBezTo>
                <a:cubicBezTo>
                  <a:pt x="909660" y="125480"/>
                  <a:pt x="911626" y="130864"/>
                  <a:pt x="914933" y="138940"/>
                </a:cubicBezTo>
                <a:cubicBezTo>
                  <a:pt x="915370" y="140041"/>
                  <a:pt x="916088" y="141662"/>
                  <a:pt x="917086" y="143804"/>
                </a:cubicBezTo>
                <a:lnTo>
                  <a:pt x="917648" y="145364"/>
                </a:lnTo>
                <a:cubicBezTo>
                  <a:pt x="917648" y="147811"/>
                  <a:pt x="916774" y="149830"/>
                  <a:pt x="915027" y="151420"/>
                </a:cubicBezTo>
                <a:cubicBezTo>
                  <a:pt x="913280" y="153011"/>
                  <a:pt x="911252" y="153806"/>
                  <a:pt x="908943" y="153806"/>
                </a:cubicBezTo>
                <a:moveTo>
                  <a:pt x="889473" y="90061"/>
                </a:moveTo>
                <a:cubicBezTo>
                  <a:pt x="889473" y="87436"/>
                  <a:pt x="889644" y="84583"/>
                  <a:pt x="889988" y="81503"/>
                </a:cubicBezTo>
                <a:cubicBezTo>
                  <a:pt x="890331" y="78421"/>
                  <a:pt x="890846" y="75141"/>
                  <a:pt x="891532" y="71664"/>
                </a:cubicBezTo>
                <a:cubicBezTo>
                  <a:pt x="889223" y="70503"/>
                  <a:pt x="887242" y="69649"/>
                  <a:pt x="885588" y="69100"/>
                </a:cubicBezTo>
                <a:cubicBezTo>
                  <a:pt x="883934" y="68551"/>
                  <a:pt x="882608" y="68277"/>
                  <a:pt x="881610" y="68277"/>
                </a:cubicBezTo>
                <a:cubicBezTo>
                  <a:pt x="871937" y="68277"/>
                  <a:pt x="863591" y="72136"/>
                  <a:pt x="856570" y="79854"/>
                </a:cubicBezTo>
                <a:cubicBezTo>
                  <a:pt x="849550" y="87572"/>
                  <a:pt x="846040" y="96466"/>
                  <a:pt x="846040" y="106533"/>
                </a:cubicBezTo>
                <a:cubicBezTo>
                  <a:pt x="846040" y="116540"/>
                  <a:pt x="847850" y="124045"/>
                  <a:pt x="851469" y="129049"/>
                </a:cubicBezTo>
                <a:cubicBezTo>
                  <a:pt x="855088" y="134052"/>
                  <a:pt x="860518" y="136554"/>
                  <a:pt x="867756" y="136554"/>
                </a:cubicBezTo>
                <a:cubicBezTo>
                  <a:pt x="873747" y="136554"/>
                  <a:pt x="878833" y="135486"/>
                  <a:pt x="883014" y="133350"/>
                </a:cubicBezTo>
                <a:cubicBezTo>
                  <a:pt x="885261" y="132192"/>
                  <a:pt x="888412" y="129874"/>
                  <a:pt x="892468" y="126396"/>
                </a:cubicBezTo>
                <a:cubicBezTo>
                  <a:pt x="890471" y="110225"/>
                  <a:pt x="889473" y="98114"/>
                  <a:pt x="889473" y="90061"/>
                </a:cubicBezTo>
                <a:close/>
                <a:moveTo>
                  <a:pt x="962078" y="75618"/>
                </a:moveTo>
                <a:lnTo>
                  <a:pt x="960674" y="121283"/>
                </a:lnTo>
                <a:cubicBezTo>
                  <a:pt x="960674" y="126122"/>
                  <a:pt x="960424" y="133227"/>
                  <a:pt x="959925" y="142599"/>
                </a:cubicBezTo>
                <a:cubicBezTo>
                  <a:pt x="959301" y="148725"/>
                  <a:pt x="956243" y="151788"/>
                  <a:pt x="950752" y="151788"/>
                </a:cubicBezTo>
                <a:cubicBezTo>
                  <a:pt x="944636" y="151788"/>
                  <a:pt x="941578" y="148664"/>
                  <a:pt x="941578" y="142416"/>
                </a:cubicBezTo>
                <a:cubicBezTo>
                  <a:pt x="941578" y="135003"/>
                  <a:pt x="941922" y="123870"/>
                  <a:pt x="942608" y="109017"/>
                </a:cubicBezTo>
                <a:cubicBezTo>
                  <a:pt x="943295" y="94164"/>
                  <a:pt x="943638" y="83031"/>
                  <a:pt x="943638" y="75618"/>
                </a:cubicBezTo>
                <a:cubicBezTo>
                  <a:pt x="943638" y="65941"/>
                  <a:pt x="943794" y="54869"/>
                  <a:pt x="944106" y="42403"/>
                </a:cubicBezTo>
                <a:cubicBezTo>
                  <a:pt x="944418" y="29938"/>
                  <a:pt x="944574" y="18866"/>
                  <a:pt x="944574" y="9188"/>
                </a:cubicBezTo>
                <a:cubicBezTo>
                  <a:pt x="944574" y="3063"/>
                  <a:pt x="947632" y="0"/>
                  <a:pt x="953747" y="0"/>
                </a:cubicBezTo>
                <a:cubicBezTo>
                  <a:pt x="959925" y="0"/>
                  <a:pt x="963014" y="3063"/>
                  <a:pt x="963014" y="9188"/>
                </a:cubicBezTo>
                <a:cubicBezTo>
                  <a:pt x="963014" y="18866"/>
                  <a:pt x="962858" y="29938"/>
                  <a:pt x="962546" y="42403"/>
                </a:cubicBezTo>
                <a:cubicBezTo>
                  <a:pt x="962234" y="54869"/>
                  <a:pt x="962078" y="65941"/>
                  <a:pt x="962078" y="75618"/>
                </a:cubicBezTo>
                <a:close/>
                <a:moveTo>
                  <a:pt x="1190697" y="155275"/>
                </a:moveTo>
                <a:cubicBezTo>
                  <a:pt x="1187327" y="155275"/>
                  <a:pt x="1184550" y="153562"/>
                  <a:pt x="1182366" y="150136"/>
                </a:cubicBezTo>
                <a:cubicBezTo>
                  <a:pt x="1180494" y="147199"/>
                  <a:pt x="1178809" y="142305"/>
                  <a:pt x="1177312" y="135452"/>
                </a:cubicBezTo>
                <a:lnTo>
                  <a:pt x="1173942" y="119668"/>
                </a:lnTo>
                <a:cubicBezTo>
                  <a:pt x="1171383" y="109879"/>
                  <a:pt x="1167327" y="88283"/>
                  <a:pt x="1161773" y="54878"/>
                </a:cubicBezTo>
                <a:lnTo>
                  <a:pt x="1143052" y="110216"/>
                </a:lnTo>
                <a:lnTo>
                  <a:pt x="1137529" y="127652"/>
                </a:lnTo>
                <a:cubicBezTo>
                  <a:pt x="1135283" y="134565"/>
                  <a:pt x="1132943" y="140225"/>
                  <a:pt x="1130509" y="144629"/>
                </a:cubicBezTo>
                <a:cubicBezTo>
                  <a:pt x="1127888" y="149279"/>
                  <a:pt x="1124362" y="151604"/>
                  <a:pt x="1119932" y="151604"/>
                </a:cubicBezTo>
                <a:cubicBezTo>
                  <a:pt x="1116250" y="151604"/>
                  <a:pt x="1113348" y="149646"/>
                  <a:pt x="1111226" y="145731"/>
                </a:cubicBezTo>
                <a:cubicBezTo>
                  <a:pt x="1109853" y="143161"/>
                  <a:pt x="1108605" y="139888"/>
                  <a:pt x="1107482" y="135911"/>
                </a:cubicBezTo>
                <a:lnTo>
                  <a:pt x="1104767" y="125725"/>
                </a:lnTo>
                <a:cubicBezTo>
                  <a:pt x="1098465" y="104128"/>
                  <a:pt x="1092911" y="81002"/>
                  <a:pt x="1088106" y="56347"/>
                </a:cubicBezTo>
                <a:lnTo>
                  <a:pt x="1084736" y="72774"/>
                </a:lnTo>
                <a:lnTo>
                  <a:pt x="1072661" y="121228"/>
                </a:lnTo>
                <a:cubicBezTo>
                  <a:pt x="1072162" y="126918"/>
                  <a:pt x="1070601" y="135330"/>
                  <a:pt x="1067981" y="146465"/>
                </a:cubicBezTo>
                <a:cubicBezTo>
                  <a:pt x="1066108" y="151237"/>
                  <a:pt x="1063019" y="153623"/>
                  <a:pt x="1058714" y="153623"/>
                </a:cubicBezTo>
                <a:cubicBezTo>
                  <a:pt x="1055656" y="153623"/>
                  <a:pt x="1053222" y="152552"/>
                  <a:pt x="1051412" y="150411"/>
                </a:cubicBezTo>
                <a:cubicBezTo>
                  <a:pt x="1049852" y="148576"/>
                  <a:pt x="1049072" y="146312"/>
                  <a:pt x="1049072" y="143620"/>
                </a:cubicBezTo>
                <a:cubicBezTo>
                  <a:pt x="1049072" y="133403"/>
                  <a:pt x="1051225" y="120861"/>
                  <a:pt x="1055531" y="105994"/>
                </a:cubicBezTo>
                <a:lnTo>
                  <a:pt x="1065828" y="69011"/>
                </a:lnTo>
                <a:lnTo>
                  <a:pt x="1071257" y="40103"/>
                </a:lnTo>
                <a:cubicBezTo>
                  <a:pt x="1074002" y="26583"/>
                  <a:pt x="1076904" y="17742"/>
                  <a:pt x="1079962" y="13582"/>
                </a:cubicBezTo>
                <a:cubicBezTo>
                  <a:pt x="1082458" y="10034"/>
                  <a:pt x="1085547" y="8259"/>
                  <a:pt x="1089229" y="8259"/>
                </a:cubicBezTo>
                <a:cubicBezTo>
                  <a:pt x="1093285" y="8259"/>
                  <a:pt x="1096312" y="10523"/>
                  <a:pt x="1098309" y="15050"/>
                </a:cubicBezTo>
                <a:cubicBezTo>
                  <a:pt x="1100742" y="20495"/>
                  <a:pt x="1103363" y="31599"/>
                  <a:pt x="1106172" y="48363"/>
                </a:cubicBezTo>
                <a:cubicBezTo>
                  <a:pt x="1109479" y="68491"/>
                  <a:pt x="1114627" y="90271"/>
                  <a:pt x="1121616" y="113703"/>
                </a:cubicBezTo>
                <a:cubicBezTo>
                  <a:pt x="1130852" y="90149"/>
                  <a:pt x="1138840" y="65616"/>
                  <a:pt x="1145579" y="40103"/>
                </a:cubicBezTo>
                <a:lnTo>
                  <a:pt x="1148388" y="26705"/>
                </a:lnTo>
                <a:cubicBezTo>
                  <a:pt x="1149511" y="21321"/>
                  <a:pt x="1150977" y="16977"/>
                  <a:pt x="1152787" y="13674"/>
                </a:cubicBezTo>
                <a:cubicBezTo>
                  <a:pt x="1155221" y="9208"/>
                  <a:pt x="1158559" y="6975"/>
                  <a:pt x="1162803" y="6975"/>
                </a:cubicBezTo>
                <a:cubicBezTo>
                  <a:pt x="1168169" y="6975"/>
                  <a:pt x="1172257" y="12022"/>
                  <a:pt x="1175065" y="22117"/>
                </a:cubicBezTo>
                <a:cubicBezTo>
                  <a:pt x="1176064" y="25604"/>
                  <a:pt x="1177280" y="32823"/>
                  <a:pt x="1178716" y="43774"/>
                </a:cubicBezTo>
                <a:cubicBezTo>
                  <a:pt x="1182397" y="71428"/>
                  <a:pt x="1186984" y="95043"/>
                  <a:pt x="1192476" y="114621"/>
                </a:cubicBezTo>
                <a:lnTo>
                  <a:pt x="1197062" y="130405"/>
                </a:lnTo>
                <a:cubicBezTo>
                  <a:pt x="1199434" y="138848"/>
                  <a:pt x="1200619" y="144048"/>
                  <a:pt x="1200619" y="146006"/>
                </a:cubicBezTo>
                <a:cubicBezTo>
                  <a:pt x="1200619" y="148637"/>
                  <a:pt x="1199605" y="150839"/>
                  <a:pt x="1197577" y="152613"/>
                </a:cubicBezTo>
                <a:cubicBezTo>
                  <a:pt x="1195549" y="154388"/>
                  <a:pt x="1193256" y="155275"/>
                  <a:pt x="1190697" y="155275"/>
                </a:cubicBezTo>
                <a:close/>
                <a:moveTo>
                  <a:pt x="1267367" y="151971"/>
                </a:moveTo>
                <a:cubicBezTo>
                  <a:pt x="1253264" y="151971"/>
                  <a:pt x="1241844" y="148512"/>
                  <a:pt x="1233108" y="141592"/>
                </a:cubicBezTo>
                <a:cubicBezTo>
                  <a:pt x="1223560" y="133937"/>
                  <a:pt x="1218786" y="123220"/>
                  <a:pt x="1218786" y="109441"/>
                </a:cubicBezTo>
                <a:cubicBezTo>
                  <a:pt x="1218786" y="93521"/>
                  <a:pt x="1222717" y="80173"/>
                  <a:pt x="1230580" y="69395"/>
                </a:cubicBezTo>
                <a:cubicBezTo>
                  <a:pt x="1239129" y="57637"/>
                  <a:pt x="1250549" y="51758"/>
                  <a:pt x="1264840" y="51758"/>
                </a:cubicBezTo>
                <a:cubicBezTo>
                  <a:pt x="1275199" y="51758"/>
                  <a:pt x="1283654" y="53471"/>
                  <a:pt x="1290207" y="56897"/>
                </a:cubicBezTo>
                <a:cubicBezTo>
                  <a:pt x="1298257" y="61119"/>
                  <a:pt x="1302282" y="67604"/>
                  <a:pt x="1302282" y="76353"/>
                </a:cubicBezTo>
                <a:cubicBezTo>
                  <a:pt x="1302282" y="82471"/>
                  <a:pt x="1298756" y="88038"/>
                  <a:pt x="1291704" y="93055"/>
                </a:cubicBezTo>
                <a:cubicBezTo>
                  <a:pt x="1288584" y="95257"/>
                  <a:pt x="1281970" y="98683"/>
                  <a:pt x="1271860" y="103333"/>
                </a:cubicBezTo>
                <a:lnTo>
                  <a:pt x="1236103" y="119943"/>
                </a:lnTo>
                <a:cubicBezTo>
                  <a:pt x="1239597" y="125021"/>
                  <a:pt x="1243950" y="128845"/>
                  <a:pt x="1249161" y="131415"/>
                </a:cubicBezTo>
                <a:cubicBezTo>
                  <a:pt x="1254372" y="133984"/>
                  <a:pt x="1260440" y="135269"/>
                  <a:pt x="1267367" y="135269"/>
                </a:cubicBezTo>
                <a:cubicBezTo>
                  <a:pt x="1271673" y="135269"/>
                  <a:pt x="1276728" y="134474"/>
                  <a:pt x="1282531" y="132883"/>
                </a:cubicBezTo>
                <a:cubicBezTo>
                  <a:pt x="1289895" y="130864"/>
                  <a:pt x="1294637" y="128218"/>
                  <a:pt x="1296759" y="124945"/>
                </a:cubicBezTo>
                <a:cubicBezTo>
                  <a:pt x="1298881" y="121672"/>
                  <a:pt x="1301159" y="120035"/>
                  <a:pt x="1303592" y="120035"/>
                </a:cubicBezTo>
                <a:cubicBezTo>
                  <a:pt x="1305776" y="120035"/>
                  <a:pt x="1307727" y="120849"/>
                  <a:pt x="1309443" y="122476"/>
                </a:cubicBezTo>
                <a:cubicBezTo>
                  <a:pt x="1311159" y="124101"/>
                  <a:pt x="1312017" y="125987"/>
                  <a:pt x="1312017" y="128134"/>
                </a:cubicBezTo>
                <a:cubicBezTo>
                  <a:pt x="1312017" y="134944"/>
                  <a:pt x="1306432" y="140804"/>
                  <a:pt x="1295261" y="145714"/>
                </a:cubicBezTo>
                <a:cubicBezTo>
                  <a:pt x="1285714" y="149885"/>
                  <a:pt x="1276416" y="151971"/>
                  <a:pt x="1267367" y="151971"/>
                </a:cubicBezTo>
                <a:moveTo>
                  <a:pt x="1264840" y="68277"/>
                </a:moveTo>
                <a:cubicBezTo>
                  <a:pt x="1257227" y="68277"/>
                  <a:pt x="1250893" y="71168"/>
                  <a:pt x="1245838" y="76949"/>
                </a:cubicBezTo>
                <a:cubicBezTo>
                  <a:pt x="1240783" y="82731"/>
                  <a:pt x="1237008" y="91433"/>
                  <a:pt x="1234512" y="103058"/>
                </a:cubicBezTo>
                <a:lnTo>
                  <a:pt x="1263248" y="89659"/>
                </a:lnTo>
                <a:cubicBezTo>
                  <a:pt x="1274543" y="84275"/>
                  <a:pt x="1282594" y="79595"/>
                  <a:pt x="1287399" y="75618"/>
                </a:cubicBezTo>
                <a:cubicBezTo>
                  <a:pt x="1282032" y="70724"/>
                  <a:pt x="1274512" y="68277"/>
                  <a:pt x="1264840" y="68277"/>
                </a:cubicBezTo>
                <a:close/>
                <a:moveTo>
                  <a:pt x="1451516" y="155458"/>
                </a:moveTo>
                <a:cubicBezTo>
                  <a:pt x="1446399" y="155458"/>
                  <a:pt x="1443403" y="152791"/>
                  <a:pt x="1442530" y="147457"/>
                </a:cubicBezTo>
                <a:cubicBezTo>
                  <a:pt x="1441406" y="140712"/>
                  <a:pt x="1440283" y="131209"/>
                  <a:pt x="1439160" y="118948"/>
                </a:cubicBezTo>
                <a:lnTo>
                  <a:pt x="1435977" y="90436"/>
                </a:lnTo>
                <a:cubicBezTo>
                  <a:pt x="1435353" y="86207"/>
                  <a:pt x="1434292" y="82069"/>
                  <a:pt x="1432795" y="78022"/>
                </a:cubicBezTo>
                <a:cubicBezTo>
                  <a:pt x="1430673" y="72504"/>
                  <a:pt x="1428364" y="69745"/>
                  <a:pt x="1425868" y="69745"/>
                </a:cubicBezTo>
                <a:cubicBezTo>
                  <a:pt x="1423559" y="69745"/>
                  <a:pt x="1419253" y="71674"/>
                  <a:pt x="1412950" y="75532"/>
                </a:cubicBezTo>
                <a:cubicBezTo>
                  <a:pt x="1406960" y="79085"/>
                  <a:pt x="1403028" y="81932"/>
                  <a:pt x="1401156" y="84076"/>
                </a:cubicBezTo>
                <a:cubicBezTo>
                  <a:pt x="1401094" y="89832"/>
                  <a:pt x="1401250" y="95589"/>
                  <a:pt x="1401624" y="101346"/>
                </a:cubicBezTo>
                <a:lnTo>
                  <a:pt x="1404432" y="125874"/>
                </a:lnTo>
                <a:cubicBezTo>
                  <a:pt x="1405618" y="135550"/>
                  <a:pt x="1406211" y="143543"/>
                  <a:pt x="1406211" y="149852"/>
                </a:cubicBezTo>
                <a:cubicBezTo>
                  <a:pt x="1406211" y="152546"/>
                  <a:pt x="1405353" y="154765"/>
                  <a:pt x="1403637" y="156511"/>
                </a:cubicBezTo>
                <a:cubicBezTo>
                  <a:pt x="1401921" y="158256"/>
                  <a:pt x="1399721" y="159129"/>
                  <a:pt x="1397037" y="159129"/>
                </a:cubicBezTo>
                <a:cubicBezTo>
                  <a:pt x="1394354" y="159129"/>
                  <a:pt x="1392154" y="158256"/>
                  <a:pt x="1390438" y="156511"/>
                </a:cubicBezTo>
                <a:cubicBezTo>
                  <a:pt x="1388722" y="154765"/>
                  <a:pt x="1387864" y="152546"/>
                  <a:pt x="1387864" y="149852"/>
                </a:cubicBezTo>
                <a:cubicBezTo>
                  <a:pt x="1387864" y="142441"/>
                  <a:pt x="1387100" y="131494"/>
                  <a:pt x="1385571" y="117010"/>
                </a:cubicBezTo>
                <a:cubicBezTo>
                  <a:pt x="1384042" y="102525"/>
                  <a:pt x="1383278" y="91578"/>
                  <a:pt x="1383278" y="84167"/>
                </a:cubicBezTo>
                <a:cubicBezTo>
                  <a:pt x="1383278" y="77677"/>
                  <a:pt x="1382341" y="72624"/>
                  <a:pt x="1380469" y="69011"/>
                </a:cubicBezTo>
                <a:cubicBezTo>
                  <a:pt x="1376101" y="70973"/>
                  <a:pt x="1371670" y="74161"/>
                  <a:pt x="1367177" y="78575"/>
                </a:cubicBezTo>
                <a:lnTo>
                  <a:pt x="1356132" y="90717"/>
                </a:lnTo>
                <a:cubicBezTo>
                  <a:pt x="1355133" y="92188"/>
                  <a:pt x="1353542" y="94119"/>
                  <a:pt x="1351358" y="96510"/>
                </a:cubicBezTo>
                <a:cubicBezTo>
                  <a:pt x="1351358" y="100189"/>
                  <a:pt x="1351015" y="105616"/>
                  <a:pt x="1350328" y="112791"/>
                </a:cubicBezTo>
                <a:cubicBezTo>
                  <a:pt x="1349642" y="119964"/>
                  <a:pt x="1349299" y="125268"/>
                  <a:pt x="1349299" y="128702"/>
                </a:cubicBezTo>
                <a:cubicBezTo>
                  <a:pt x="1349299" y="130541"/>
                  <a:pt x="1349595" y="133116"/>
                  <a:pt x="1350188" y="136428"/>
                </a:cubicBezTo>
                <a:cubicBezTo>
                  <a:pt x="1350781" y="139737"/>
                  <a:pt x="1351077" y="142128"/>
                  <a:pt x="1351077" y="143600"/>
                </a:cubicBezTo>
                <a:cubicBezTo>
                  <a:pt x="1351077" y="146114"/>
                  <a:pt x="1350126" y="148230"/>
                  <a:pt x="1348222" y="149946"/>
                </a:cubicBezTo>
                <a:cubicBezTo>
                  <a:pt x="1346319" y="151663"/>
                  <a:pt x="1344088" y="152522"/>
                  <a:pt x="1341530" y="152522"/>
                </a:cubicBezTo>
                <a:cubicBezTo>
                  <a:pt x="1334478" y="152522"/>
                  <a:pt x="1330952" y="144653"/>
                  <a:pt x="1330952" y="128917"/>
                </a:cubicBezTo>
                <a:cubicBezTo>
                  <a:pt x="1330952" y="125242"/>
                  <a:pt x="1331295" y="119762"/>
                  <a:pt x="1331982" y="112476"/>
                </a:cubicBezTo>
                <a:cubicBezTo>
                  <a:pt x="1332668" y="105189"/>
                  <a:pt x="1333011" y="99709"/>
                  <a:pt x="1333011" y="96034"/>
                </a:cubicBezTo>
                <a:cubicBezTo>
                  <a:pt x="1333011" y="92790"/>
                  <a:pt x="1332715" y="87922"/>
                  <a:pt x="1332122" y="81432"/>
                </a:cubicBezTo>
                <a:cubicBezTo>
                  <a:pt x="1331529" y="74941"/>
                  <a:pt x="1331233" y="70042"/>
                  <a:pt x="1331233" y="66734"/>
                </a:cubicBezTo>
                <a:cubicBezTo>
                  <a:pt x="1331233" y="52835"/>
                  <a:pt x="1334415" y="45885"/>
                  <a:pt x="1340781" y="45885"/>
                </a:cubicBezTo>
                <a:cubicBezTo>
                  <a:pt x="1343214" y="45885"/>
                  <a:pt x="1345445" y="46910"/>
                  <a:pt x="1347473" y="48959"/>
                </a:cubicBezTo>
                <a:cubicBezTo>
                  <a:pt x="1349502" y="51009"/>
                  <a:pt x="1350516" y="53257"/>
                  <a:pt x="1350516" y="55704"/>
                </a:cubicBezTo>
                <a:cubicBezTo>
                  <a:pt x="1350516" y="56867"/>
                  <a:pt x="1350360" y="58672"/>
                  <a:pt x="1350048" y="61119"/>
                </a:cubicBezTo>
                <a:cubicBezTo>
                  <a:pt x="1349736" y="63566"/>
                  <a:pt x="1349580" y="65432"/>
                  <a:pt x="1349580" y="66717"/>
                </a:cubicBezTo>
                <a:lnTo>
                  <a:pt x="1349767" y="76353"/>
                </a:lnTo>
                <a:cubicBezTo>
                  <a:pt x="1353012" y="69806"/>
                  <a:pt x="1357786" y="63887"/>
                  <a:pt x="1364088" y="58595"/>
                </a:cubicBezTo>
                <a:cubicBezTo>
                  <a:pt x="1370391" y="53303"/>
                  <a:pt x="1375758" y="50657"/>
                  <a:pt x="1380189" y="50657"/>
                </a:cubicBezTo>
                <a:cubicBezTo>
                  <a:pt x="1389986" y="50657"/>
                  <a:pt x="1396725" y="55429"/>
                  <a:pt x="1400407" y="64973"/>
                </a:cubicBezTo>
                <a:cubicBezTo>
                  <a:pt x="1403839" y="60507"/>
                  <a:pt x="1407927" y="57157"/>
                  <a:pt x="1412670" y="54924"/>
                </a:cubicBezTo>
                <a:cubicBezTo>
                  <a:pt x="1417412" y="52691"/>
                  <a:pt x="1422841" y="51575"/>
                  <a:pt x="1428957" y="51575"/>
                </a:cubicBezTo>
                <a:cubicBezTo>
                  <a:pt x="1439378" y="51575"/>
                  <a:pt x="1446492" y="57090"/>
                  <a:pt x="1450299" y="68122"/>
                </a:cubicBezTo>
                <a:cubicBezTo>
                  <a:pt x="1451048" y="70328"/>
                  <a:pt x="1452327" y="78939"/>
                  <a:pt x="1454137" y="93955"/>
                </a:cubicBezTo>
                <a:cubicBezTo>
                  <a:pt x="1455884" y="104497"/>
                  <a:pt x="1458131" y="122057"/>
                  <a:pt x="1460876" y="146634"/>
                </a:cubicBezTo>
                <a:cubicBezTo>
                  <a:pt x="1461064" y="149085"/>
                  <a:pt x="1460221" y="151168"/>
                  <a:pt x="1458349" y="152883"/>
                </a:cubicBezTo>
                <a:cubicBezTo>
                  <a:pt x="1456477" y="154600"/>
                  <a:pt x="1454199" y="155458"/>
                  <a:pt x="1451516" y="155458"/>
                </a:cubicBezTo>
                <a:close/>
                <a:moveTo>
                  <a:pt x="1520239" y="153256"/>
                </a:moveTo>
                <a:cubicBezTo>
                  <a:pt x="1509756" y="153256"/>
                  <a:pt x="1500738" y="149456"/>
                  <a:pt x="1493188" y="141856"/>
                </a:cubicBezTo>
                <a:cubicBezTo>
                  <a:pt x="1484763" y="133398"/>
                  <a:pt x="1480332" y="122028"/>
                  <a:pt x="1479896" y="107747"/>
                </a:cubicBezTo>
                <a:cubicBezTo>
                  <a:pt x="1479521" y="93895"/>
                  <a:pt x="1483078" y="81698"/>
                  <a:pt x="1490567" y="71156"/>
                </a:cubicBezTo>
                <a:cubicBezTo>
                  <a:pt x="1499303" y="58714"/>
                  <a:pt x="1511472" y="52492"/>
                  <a:pt x="1527073" y="52492"/>
                </a:cubicBezTo>
                <a:cubicBezTo>
                  <a:pt x="1539553" y="52492"/>
                  <a:pt x="1549008" y="58101"/>
                  <a:pt x="1555435" y="69318"/>
                </a:cubicBezTo>
                <a:cubicBezTo>
                  <a:pt x="1560552" y="78388"/>
                  <a:pt x="1563017" y="89297"/>
                  <a:pt x="1562830" y="102045"/>
                </a:cubicBezTo>
                <a:cubicBezTo>
                  <a:pt x="1562643" y="115652"/>
                  <a:pt x="1559023" y="127268"/>
                  <a:pt x="1551972" y="136892"/>
                </a:cubicBezTo>
                <a:cubicBezTo>
                  <a:pt x="1543984" y="147801"/>
                  <a:pt x="1533407" y="153256"/>
                  <a:pt x="1520239" y="153256"/>
                </a:cubicBezTo>
                <a:moveTo>
                  <a:pt x="1525856" y="71213"/>
                </a:moveTo>
                <a:cubicBezTo>
                  <a:pt x="1516682" y="71152"/>
                  <a:pt x="1509537" y="75441"/>
                  <a:pt x="1504420" y="84079"/>
                </a:cubicBezTo>
                <a:cubicBezTo>
                  <a:pt x="1500364" y="91003"/>
                  <a:pt x="1498336" y="98907"/>
                  <a:pt x="1498336" y="107790"/>
                </a:cubicBezTo>
                <a:cubicBezTo>
                  <a:pt x="1498336" y="116674"/>
                  <a:pt x="1500801" y="123598"/>
                  <a:pt x="1505731" y="128561"/>
                </a:cubicBezTo>
                <a:cubicBezTo>
                  <a:pt x="1509849" y="132666"/>
                  <a:pt x="1514686" y="134718"/>
                  <a:pt x="1520239" y="134718"/>
                </a:cubicBezTo>
                <a:cubicBezTo>
                  <a:pt x="1526729" y="134718"/>
                  <a:pt x="1532315" y="132390"/>
                  <a:pt x="1536995" y="127732"/>
                </a:cubicBezTo>
                <a:cubicBezTo>
                  <a:pt x="1542299" y="122587"/>
                  <a:pt x="1545107" y="115634"/>
                  <a:pt x="1545419" y="106872"/>
                </a:cubicBezTo>
                <a:cubicBezTo>
                  <a:pt x="1546293" y="83161"/>
                  <a:pt x="1539772" y="71275"/>
                  <a:pt x="1525856" y="71213"/>
                </a:cubicBezTo>
                <a:close/>
                <a:moveTo>
                  <a:pt x="1662537" y="79748"/>
                </a:moveTo>
                <a:cubicBezTo>
                  <a:pt x="1662100" y="87396"/>
                  <a:pt x="1658980" y="91219"/>
                  <a:pt x="1653177" y="91219"/>
                </a:cubicBezTo>
                <a:cubicBezTo>
                  <a:pt x="1647810" y="91219"/>
                  <a:pt x="1645127" y="88203"/>
                  <a:pt x="1645127" y="82171"/>
                </a:cubicBezTo>
                <a:cubicBezTo>
                  <a:pt x="1645127" y="81013"/>
                  <a:pt x="1645033" y="78879"/>
                  <a:pt x="1644846" y="75770"/>
                </a:cubicBezTo>
                <a:lnTo>
                  <a:pt x="1644565" y="68093"/>
                </a:lnTo>
                <a:cubicBezTo>
                  <a:pt x="1634705" y="69258"/>
                  <a:pt x="1626811" y="71986"/>
                  <a:pt x="1620883" y="76278"/>
                </a:cubicBezTo>
                <a:cubicBezTo>
                  <a:pt x="1615329" y="80264"/>
                  <a:pt x="1610711" y="86273"/>
                  <a:pt x="1607029" y="94305"/>
                </a:cubicBezTo>
                <a:lnTo>
                  <a:pt x="1607216" y="144701"/>
                </a:lnTo>
                <a:cubicBezTo>
                  <a:pt x="1607216" y="150894"/>
                  <a:pt x="1604127" y="153990"/>
                  <a:pt x="1597950" y="153990"/>
                </a:cubicBezTo>
                <a:cubicBezTo>
                  <a:pt x="1592458" y="153990"/>
                  <a:pt x="1589712" y="150895"/>
                  <a:pt x="1589712" y="144704"/>
                </a:cubicBezTo>
                <a:lnTo>
                  <a:pt x="1589712" y="80164"/>
                </a:lnTo>
                <a:cubicBezTo>
                  <a:pt x="1589712" y="78141"/>
                  <a:pt x="1589790" y="75108"/>
                  <a:pt x="1589946" y="71064"/>
                </a:cubicBezTo>
                <a:cubicBezTo>
                  <a:pt x="1590102" y="67019"/>
                  <a:pt x="1590180" y="63985"/>
                  <a:pt x="1590180" y="61962"/>
                </a:cubicBezTo>
                <a:cubicBezTo>
                  <a:pt x="1590180" y="55771"/>
                  <a:pt x="1592926" y="52676"/>
                  <a:pt x="1598418" y="52676"/>
                </a:cubicBezTo>
                <a:cubicBezTo>
                  <a:pt x="1604533" y="52676"/>
                  <a:pt x="1607622" y="57754"/>
                  <a:pt x="1607685" y="67910"/>
                </a:cubicBezTo>
                <a:cubicBezTo>
                  <a:pt x="1619666" y="56530"/>
                  <a:pt x="1632958" y="50841"/>
                  <a:pt x="1647560" y="50841"/>
                </a:cubicBezTo>
                <a:cubicBezTo>
                  <a:pt x="1652615" y="50841"/>
                  <a:pt x="1656390" y="52707"/>
                  <a:pt x="1658887" y="56439"/>
                </a:cubicBezTo>
                <a:cubicBezTo>
                  <a:pt x="1661383" y="60171"/>
                  <a:pt x="1662631" y="65799"/>
                  <a:pt x="1662631" y="73324"/>
                </a:cubicBezTo>
                <a:cubicBezTo>
                  <a:pt x="1662631" y="76506"/>
                  <a:pt x="1662600" y="78647"/>
                  <a:pt x="1662537" y="79748"/>
                </a:cubicBezTo>
                <a:close/>
                <a:moveTo>
                  <a:pt x="1767092" y="65876"/>
                </a:moveTo>
                <a:lnTo>
                  <a:pt x="1734705" y="134529"/>
                </a:lnTo>
                <a:cubicBezTo>
                  <a:pt x="1726717" y="151233"/>
                  <a:pt x="1720601" y="165214"/>
                  <a:pt x="1716358" y="176471"/>
                </a:cubicBezTo>
                <a:lnTo>
                  <a:pt x="1710180" y="194277"/>
                </a:lnTo>
                <a:cubicBezTo>
                  <a:pt x="1708558" y="198743"/>
                  <a:pt x="1705749" y="200976"/>
                  <a:pt x="1701756" y="200976"/>
                </a:cubicBezTo>
                <a:cubicBezTo>
                  <a:pt x="1699135" y="200976"/>
                  <a:pt x="1696872" y="200130"/>
                  <a:pt x="1694969" y="198438"/>
                </a:cubicBezTo>
                <a:cubicBezTo>
                  <a:pt x="1693066" y="196748"/>
                  <a:pt x="1692114" y="194642"/>
                  <a:pt x="1692114" y="192120"/>
                </a:cubicBezTo>
                <a:cubicBezTo>
                  <a:pt x="1692114" y="185972"/>
                  <a:pt x="1698854" y="168280"/>
                  <a:pt x="1712333" y="139046"/>
                </a:cubicBezTo>
                <a:lnTo>
                  <a:pt x="1678822" y="75730"/>
                </a:lnTo>
                <a:lnTo>
                  <a:pt x="1674610" y="69020"/>
                </a:lnTo>
                <a:cubicBezTo>
                  <a:pt x="1672925" y="66202"/>
                  <a:pt x="1672083" y="63843"/>
                  <a:pt x="1672083" y="61945"/>
                </a:cubicBezTo>
                <a:cubicBezTo>
                  <a:pt x="1672083" y="59436"/>
                  <a:pt x="1673066" y="57234"/>
                  <a:pt x="1675031" y="55337"/>
                </a:cubicBezTo>
                <a:cubicBezTo>
                  <a:pt x="1676997" y="53441"/>
                  <a:pt x="1679197" y="52492"/>
                  <a:pt x="1681630" y="52492"/>
                </a:cubicBezTo>
                <a:cubicBezTo>
                  <a:pt x="1684501" y="52492"/>
                  <a:pt x="1686716" y="53563"/>
                  <a:pt x="1688276" y="55704"/>
                </a:cubicBezTo>
                <a:cubicBezTo>
                  <a:pt x="1698885" y="70164"/>
                  <a:pt x="1710274" y="90750"/>
                  <a:pt x="1722442" y="117463"/>
                </a:cubicBezTo>
                <a:lnTo>
                  <a:pt x="1736296" y="85705"/>
                </a:lnTo>
                <a:cubicBezTo>
                  <a:pt x="1741288" y="74748"/>
                  <a:pt x="1746093" y="65329"/>
                  <a:pt x="1750711" y="57448"/>
                </a:cubicBezTo>
                <a:cubicBezTo>
                  <a:pt x="1752708" y="54022"/>
                  <a:pt x="1755329" y="52309"/>
                  <a:pt x="1758574" y="52309"/>
                </a:cubicBezTo>
                <a:cubicBezTo>
                  <a:pt x="1761133" y="52309"/>
                  <a:pt x="1763395" y="53195"/>
                  <a:pt x="1765360" y="54967"/>
                </a:cubicBezTo>
                <a:cubicBezTo>
                  <a:pt x="1767326" y="56740"/>
                  <a:pt x="1768309" y="58848"/>
                  <a:pt x="1768309" y="61294"/>
                </a:cubicBezTo>
                <a:cubicBezTo>
                  <a:pt x="1768309" y="62638"/>
                  <a:pt x="1767903" y="64165"/>
                  <a:pt x="1767092" y="6587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75" name="Text ,weapplya">
            <a:extLst xmlns:a="http://schemas.openxmlformats.org/drawingml/2006/main">
              <a:ext uri="{FF2B5EF4-FFF2-40B4-BE49-F238E27FC236}">
                <a16:creationId xmlns:a16="http://schemas.microsoft.com/office/drawing/2014/main" id="{5CF55E4F-FE21-4B17-B9D9-94E1012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944" y="3404478"/>
            <a:ext cx="906227" cy="186530"/>
          </a:xfrm>
          <a:custGeom xmlns:a="http://schemas.openxmlformats.org/drawingml/2006/main">
            <a:pathLst>
              <a:path w="906227" h="186530">
                <a:moveTo>
                  <a:pt x="7403" y="166277"/>
                </a:moveTo>
                <a:cubicBezTo>
                  <a:pt x="5418" y="166277"/>
                  <a:pt x="3687" y="165511"/>
                  <a:pt x="2212" y="163980"/>
                </a:cubicBezTo>
                <a:cubicBezTo>
                  <a:pt x="737" y="162448"/>
                  <a:pt x="0" y="160689"/>
                  <a:pt x="0" y="158704"/>
                </a:cubicBezTo>
                <a:cubicBezTo>
                  <a:pt x="0" y="157058"/>
                  <a:pt x="1759" y="152180"/>
                  <a:pt x="5276" y="144067"/>
                </a:cubicBezTo>
                <a:cubicBezTo>
                  <a:pt x="8339" y="137033"/>
                  <a:pt x="10694" y="132012"/>
                  <a:pt x="12339" y="129005"/>
                </a:cubicBezTo>
                <a:cubicBezTo>
                  <a:pt x="13814" y="126282"/>
                  <a:pt x="15771" y="124921"/>
                  <a:pt x="18210" y="124921"/>
                </a:cubicBezTo>
                <a:cubicBezTo>
                  <a:pt x="20253" y="124921"/>
                  <a:pt x="21997" y="125701"/>
                  <a:pt x="23444" y="127261"/>
                </a:cubicBezTo>
                <a:cubicBezTo>
                  <a:pt x="24891" y="128821"/>
                  <a:pt x="25614" y="130594"/>
                  <a:pt x="25614" y="132579"/>
                </a:cubicBezTo>
                <a:cubicBezTo>
                  <a:pt x="25614" y="133941"/>
                  <a:pt x="21586" y="143642"/>
                  <a:pt x="13530" y="161682"/>
                </a:cubicBezTo>
                <a:cubicBezTo>
                  <a:pt x="12225" y="164745"/>
                  <a:pt x="10183" y="166277"/>
                  <a:pt x="7403" y="166277"/>
                </a:cubicBezTo>
                <a:close/>
                <a:moveTo>
                  <a:pt x="197048" y="60780"/>
                </a:moveTo>
                <a:cubicBezTo>
                  <a:pt x="192623" y="79307"/>
                  <a:pt x="186836" y="100251"/>
                  <a:pt x="179688" y="123610"/>
                </a:cubicBezTo>
                <a:cubicBezTo>
                  <a:pt x="178100" y="128772"/>
                  <a:pt x="175462" y="134076"/>
                  <a:pt x="171774" y="139523"/>
                </a:cubicBezTo>
                <a:cubicBezTo>
                  <a:pt x="169789" y="142529"/>
                  <a:pt x="167094" y="144004"/>
                  <a:pt x="163690" y="143947"/>
                </a:cubicBezTo>
                <a:cubicBezTo>
                  <a:pt x="157506" y="143834"/>
                  <a:pt x="152684" y="136145"/>
                  <a:pt x="149224" y="120881"/>
                </a:cubicBezTo>
                <a:cubicBezTo>
                  <a:pt x="148089" y="115994"/>
                  <a:pt x="146926" y="109344"/>
                  <a:pt x="145735" y="100932"/>
                </a:cubicBezTo>
                <a:lnTo>
                  <a:pt x="142927" y="81921"/>
                </a:lnTo>
                <a:lnTo>
                  <a:pt x="135949" y="98203"/>
                </a:lnTo>
                <a:lnTo>
                  <a:pt x="123014" y="133412"/>
                </a:lnTo>
                <a:cubicBezTo>
                  <a:pt x="122277" y="135571"/>
                  <a:pt x="121199" y="137219"/>
                  <a:pt x="119781" y="138355"/>
                </a:cubicBezTo>
                <a:cubicBezTo>
                  <a:pt x="118079" y="141653"/>
                  <a:pt x="115356" y="143358"/>
                  <a:pt x="111611" y="143471"/>
                </a:cubicBezTo>
                <a:cubicBezTo>
                  <a:pt x="107300" y="143642"/>
                  <a:pt x="103130" y="135174"/>
                  <a:pt x="99102" y="118068"/>
                </a:cubicBezTo>
                <a:cubicBezTo>
                  <a:pt x="97060" y="109259"/>
                  <a:pt x="95018" y="97324"/>
                  <a:pt x="92975" y="82264"/>
                </a:cubicBezTo>
                <a:lnTo>
                  <a:pt x="90933" y="69475"/>
                </a:lnTo>
                <a:cubicBezTo>
                  <a:pt x="90196" y="64361"/>
                  <a:pt x="89827" y="60070"/>
                  <a:pt x="89827" y="56602"/>
                </a:cubicBezTo>
                <a:cubicBezTo>
                  <a:pt x="89827" y="54216"/>
                  <a:pt x="90664" y="52242"/>
                  <a:pt x="92337" y="50680"/>
                </a:cubicBezTo>
                <a:cubicBezTo>
                  <a:pt x="94011" y="49116"/>
                  <a:pt x="96039" y="48334"/>
                  <a:pt x="98422" y="48334"/>
                </a:cubicBezTo>
                <a:cubicBezTo>
                  <a:pt x="102733" y="48334"/>
                  <a:pt x="105399" y="50693"/>
                  <a:pt x="106421" y="55411"/>
                </a:cubicBezTo>
                <a:cubicBezTo>
                  <a:pt x="107158" y="58763"/>
                  <a:pt x="107754" y="62911"/>
                  <a:pt x="108208" y="67856"/>
                </a:cubicBezTo>
                <a:lnTo>
                  <a:pt x="109484" y="80389"/>
                </a:lnTo>
                <a:lnTo>
                  <a:pt x="114505" y="118663"/>
                </a:lnTo>
                <a:cubicBezTo>
                  <a:pt x="120802" y="101158"/>
                  <a:pt x="127326" y="80983"/>
                  <a:pt x="134077" y="58136"/>
                </a:cubicBezTo>
                <a:cubicBezTo>
                  <a:pt x="135949" y="51829"/>
                  <a:pt x="139211" y="48675"/>
                  <a:pt x="143863" y="48675"/>
                </a:cubicBezTo>
                <a:cubicBezTo>
                  <a:pt x="148344" y="48675"/>
                  <a:pt x="151379" y="52198"/>
                  <a:pt x="152968" y="59245"/>
                </a:cubicBezTo>
                <a:cubicBezTo>
                  <a:pt x="154443" y="65895"/>
                  <a:pt x="156287" y="76125"/>
                  <a:pt x="158499" y="89936"/>
                </a:cubicBezTo>
                <a:cubicBezTo>
                  <a:pt x="160768" y="104257"/>
                  <a:pt x="162782" y="115424"/>
                  <a:pt x="164541" y="123437"/>
                </a:cubicBezTo>
                <a:lnTo>
                  <a:pt x="170753" y="100248"/>
                </a:lnTo>
                <a:lnTo>
                  <a:pt x="181730" y="53789"/>
                </a:lnTo>
                <a:cubicBezTo>
                  <a:pt x="182581" y="50379"/>
                  <a:pt x="185021" y="48675"/>
                  <a:pt x="189049" y="48675"/>
                </a:cubicBezTo>
                <a:cubicBezTo>
                  <a:pt x="191431" y="48675"/>
                  <a:pt x="193502" y="49479"/>
                  <a:pt x="195261" y="51087"/>
                </a:cubicBezTo>
                <a:cubicBezTo>
                  <a:pt x="197019" y="52695"/>
                  <a:pt x="197898" y="54628"/>
                  <a:pt x="197898" y="56887"/>
                </a:cubicBezTo>
                <a:cubicBezTo>
                  <a:pt x="197898" y="57168"/>
                  <a:pt x="197615" y="58466"/>
                  <a:pt x="197048" y="60780"/>
                </a:cubicBezTo>
                <a:close/>
                <a:moveTo>
                  <a:pt x="254830" y="140919"/>
                </a:moveTo>
                <a:cubicBezTo>
                  <a:pt x="242009" y="140919"/>
                  <a:pt x="231627" y="137711"/>
                  <a:pt x="223685" y="131295"/>
                </a:cubicBezTo>
                <a:cubicBezTo>
                  <a:pt x="215005" y="124196"/>
                  <a:pt x="210665" y="114259"/>
                  <a:pt x="210665" y="101482"/>
                </a:cubicBezTo>
                <a:cubicBezTo>
                  <a:pt x="210665" y="86720"/>
                  <a:pt x="214239" y="74342"/>
                  <a:pt x="221387" y="64348"/>
                </a:cubicBezTo>
                <a:cubicBezTo>
                  <a:pt x="229159" y="53445"/>
                  <a:pt x="239541" y="47994"/>
                  <a:pt x="252532" y="47994"/>
                </a:cubicBezTo>
                <a:cubicBezTo>
                  <a:pt x="261949" y="47994"/>
                  <a:pt x="269636" y="49582"/>
                  <a:pt x="275593" y="52759"/>
                </a:cubicBezTo>
                <a:cubicBezTo>
                  <a:pt x="282911" y="56674"/>
                  <a:pt x="286570" y="62687"/>
                  <a:pt x="286570" y="70800"/>
                </a:cubicBezTo>
                <a:cubicBezTo>
                  <a:pt x="286570" y="76473"/>
                  <a:pt x="283365" y="81635"/>
                  <a:pt x="276955" y="86287"/>
                </a:cubicBezTo>
                <a:cubicBezTo>
                  <a:pt x="274118" y="88329"/>
                  <a:pt x="268105" y="91506"/>
                  <a:pt x="258914" y="95818"/>
                </a:cubicBezTo>
                <a:lnTo>
                  <a:pt x="226408" y="111220"/>
                </a:lnTo>
                <a:cubicBezTo>
                  <a:pt x="229585" y="115929"/>
                  <a:pt x="233542" y="119474"/>
                  <a:pt x="238279" y="121857"/>
                </a:cubicBezTo>
                <a:cubicBezTo>
                  <a:pt x="243016" y="124240"/>
                  <a:pt x="248533" y="125431"/>
                  <a:pt x="254830" y="125431"/>
                </a:cubicBezTo>
                <a:cubicBezTo>
                  <a:pt x="258744" y="125431"/>
                  <a:pt x="263339" y="124694"/>
                  <a:pt x="268615" y="123219"/>
                </a:cubicBezTo>
                <a:cubicBezTo>
                  <a:pt x="275309" y="121347"/>
                  <a:pt x="279621" y="118893"/>
                  <a:pt x="281550" y="115858"/>
                </a:cubicBezTo>
                <a:cubicBezTo>
                  <a:pt x="283479" y="112823"/>
                  <a:pt x="285549" y="111305"/>
                  <a:pt x="287762" y="111305"/>
                </a:cubicBezTo>
                <a:cubicBezTo>
                  <a:pt x="289747" y="111305"/>
                  <a:pt x="291520" y="112060"/>
                  <a:pt x="293080" y="113568"/>
                </a:cubicBezTo>
                <a:cubicBezTo>
                  <a:pt x="294640" y="115075"/>
                  <a:pt x="295420" y="116824"/>
                  <a:pt x="295420" y="118815"/>
                </a:cubicBezTo>
                <a:cubicBezTo>
                  <a:pt x="295420" y="125130"/>
                  <a:pt x="290343" y="130564"/>
                  <a:pt x="280188" y="135116"/>
                </a:cubicBezTo>
                <a:cubicBezTo>
                  <a:pt x="271509" y="138984"/>
                  <a:pt x="263056" y="140919"/>
                  <a:pt x="254830" y="140919"/>
                </a:cubicBezTo>
                <a:moveTo>
                  <a:pt x="252532" y="63311"/>
                </a:moveTo>
                <a:cubicBezTo>
                  <a:pt x="245611" y="63311"/>
                  <a:pt x="239853" y="65992"/>
                  <a:pt x="235258" y="71353"/>
                </a:cubicBezTo>
                <a:cubicBezTo>
                  <a:pt x="230663" y="76714"/>
                  <a:pt x="227230" y="84784"/>
                  <a:pt x="224961" y="95563"/>
                </a:cubicBezTo>
                <a:lnTo>
                  <a:pt x="251086" y="83139"/>
                </a:lnTo>
                <a:cubicBezTo>
                  <a:pt x="261354" y="78146"/>
                  <a:pt x="268672" y="73806"/>
                  <a:pt x="273040" y="70119"/>
                </a:cubicBezTo>
                <a:cubicBezTo>
                  <a:pt x="268161" y="65580"/>
                  <a:pt x="261325" y="63311"/>
                  <a:pt x="252532" y="63311"/>
                </a:cubicBezTo>
                <a:close/>
                <a:moveTo>
                  <a:pt x="429684" y="142621"/>
                </a:moveTo>
                <a:cubicBezTo>
                  <a:pt x="428606" y="142621"/>
                  <a:pt x="426649" y="141362"/>
                  <a:pt x="423813" y="138844"/>
                </a:cubicBezTo>
                <a:cubicBezTo>
                  <a:pt x="421260" y="136499"/>
                  <a:pt x="419359" y="134411"/>
                  <a:pt x="418111" y="132579"/>
                </a:cubicBezTo>
                <a:cubicBezTo>
                  <a:pt x="412665" y="135558"/>
                  <a:pt x="407871" y="137806"/>
                  <a:pt x="403730" y="139323"/>
                </a:cubicBezTo>
                <a:cubicBezTo>
                  <a:pt x="399589" y="140841"/>
                  <a:pt x="396128" y="141599"/>
                  <a:pt x="393348" y="141599"/>
                </a:cubicBezTo>
                <a:cubicBezTo>
                  <a:pt x="380073" y="141599"/>
                  <a:pt x="370401" y="137855"/>
                  <a:pt x="364331" y="130367"/>
                </a:cubicBezTo>
                <a:cubicBezTo>
                  <a:pt x="358601" y="123332"/>
                  <a:pt x="355736" y="112553"/>
                  <a:pt x="355736" y="98030"/>
                </a:cubicBezTo>
                <a:cubicBezTo>
                  <a:pt x="355736" y="84302"/>
                  <a:pt x="360459" y="72558"/>
                  <a:pt x="369905" y="62801"/>
                </a:cubicBezTo>
                <a:cubicBezTo>
                  <a:pt x="379350" y="53043"/>
                  <a:pt x="390625" y="48164"/>
                  <a:pt x="403730" y="48164"/>
                </a:cubicBezTo>
                <a:cubicBezTo>
                  <a:pt x="408666" y="48164"/>
                  <a:pt x="414197" y="49441"/>
                  <a:pt x="420324" y="51994"/>
                </a:cubicBezTo>
                <a:cubicBezTo>
                  <a:pt x="428039" y="55170"/>
                  <a:pt x="431897" y="59000"/>
                  <a:pt x="431897" y="63481"/>
                </a:cubicBezTo>
                <a:cubicBezTo>
                  <a:pt x="431897" y="65013"/>
                  <a:pt x="431330" y="66375"/>
                  <a:pt x="430195" y="67566"/>
                </a:cubicBezTo>
                <a:cubicBezTo>
                  <a:pt x="429628" y="69722"/>
                  <a:pt x="429188" y="73267"/>
                  <a:pt x="428876" y="78203"/>
                </a:cubicBezTo>
                <a:cubicBezTo>
                  <a:pt x="428564" y="83139"/>
                  <a:pt x="428380" y="89464"/>
                  <a:pt x="428323" y="97179"/>
                </a:cubicBezTo>
                <a:cubicBezTo>
                  <a:pt x="428266" y="104214"/>
                  <a:pt x="428748" y="109774"/>
                  <a:pt x="429769" y="113858"/>
                </a:cubicBezTo>
                <a:cubicBezTo>
                  <a:pt x="430337" y="116354"/>
                  <a:pt x="432124" y="121347"/>
                  <a:pt x="435130" y="128835"/>
                </a:cubicBezTo>
                <a:cubicBezTo>
                  <a:pt x="435528" y="129856"/>
                  <a:pt x="436180" y="131360"/>
                  <a:pt x="437088" y="133345"/>
                </a:cubicBezTo>
                <a:lnTo>
                  <a:pt x="437598" y="134792"/>
                </a:lnTo>
                <a:cubicBezTo>
                  <a:pt x="437598" y="137061"/>
                  <a:pt x="436804" y="138933"/>
                  <a:pt x="435216" y="140408"/>
                </a:cubicBezTo>
                <a:cubicBezTo>
                  <a:pt x="433627" y="141883"/>
                  <a:pt x="431783" y="142621"/>
                  <a:pt x="429684" y="142621"/>
                </a:cubicBezTo>
                <a:moveTo>
                  <a:pt x="411984" y="83511"/>
                </a:moveTo>
                <a:cubicBezTo>
                  <a:pt x="411984" y="81077"/>
                  <a:pt x="412140" y="78432"/>
                  <a:pt x="412452" y="75576"/>
                </a:cubicBezTo>
                <a:cubicBezTo>
                  <a:pt x="412764" y="72718"/>
                  <a:pt x="413232" y="69677"/>
                  <a:pt x="413857" y="66452"/>
                </a:cubicBezTo>
                <a:cubicBezTo>
                  <a:pt x="411757" y="65376"/>
                  <a:pt x="409956" y="64583"/>
                  <a:pt x="408453" y="64074"/>
                </a:cubicBezTo>
                <a:cubicBezTo>
                  <a:pt x="406950" y="63566"/>
                  <a:pt x="405744" y="63311"/>
                  <a:pt x="404836" y="63311"/>
                </a:cubicBezTo>
                <a:cubicBezTo>
                  <a:pt x="396043" y="63311"/>
                  <a:pt x="388455" y="66890"/>
                  <a:pt x="382073" y="74047"/>
                </a:cubicBezTo>
                <a:cubicBezTo>
                  <a:pt x="375691" y="81204"/>
                  <a:pt x="372500" y="89450"/>
                  <a:pt x="372500" y="98786"/>
                </a:cubicBezTo>
                <a:cubicBezTo>
                  <a:pt x="372500" y="108065"/>
                  <a:pt x="374145" y="115024"/>
                  <a:pt x="377436" y="119663"/>
                </a:cubicBezTo>
                <a:cubicBezTo>
                  <a:pt x="380726" y="124303"/>
                  <a:pt x="385661" y="126623"/>
                  <a:pt x="392242" y="126623"/>
                </a:cubicBezTo>
                <a:cubicBezTo>
                  <a:pt x="397688" y="126623"/>
                  <a:pt x="402312" y="125632"/>
                  <a:pt x="406113" y="123652"/>
                </a:cubicBezTo>
                <a:cubicBezTo>
                  <a:pt x="408155" y="122578"/>
                  <a:pt x="411020" y="120428"/>
                  <a:pt x="414707" y="117203"/>
                </a:cubicBezTo>
                <a:cubicBezTo>
                  <a:pt x="412892" y="102209"/>
                  <a:pt x="411984" y="90978"/>
                  <a:pt x="411984" y="83511"/>
                </a:cubicBezTo>
                <a:close/>
                <a:moveTo>
                  <a:pt x="488794" y="140068"/>
                </a:moveTo>
                <a:cubicBezTo>
                  <a:pt x="483121" y="140068"/>
                  <a:pt x="476881" y="139160"/>
                  <a:pt x="470073" y="137345"/>
                </a:cubicBezTo>
                <a:lnTo>
                  <a:pt x="469903" y="178020"/>
                </a:lnTo>
                <a:cubicBezTo>
                  <a:pt x="469903" y="180517"/>
                  <a:pt x="469123" y="182559"/>
                  <a:pt x="467563" y="184147"/>
                </a:cubicBezTo>
                <a:cubicBezTo>
                  <a:pt x="466002" y="185736"/>
                  <a:pt x="464003" y="186530"/>
                  <a:pt x="461563" y="186530"/>
                </a:cubicBezTo>
                <a:cubicBezTo>
                  <a:pt x="459124" y="186530"/>
                  <a:pt x="457124" y="185735"/>
                  <a:pt x="455564" y="184145"/>
                </a:cubicBezTo>
                <a:cubicBezTo>
                  <a:pt x="454004" y="182554"/>
                  <a:pt x="453224" y="180509"/>
                  <a:pt x="453224" y="178010"/>
                </a:cubicBezTo>
                <a:lnTo>
                  <a:pt x="453479" y="143932"/>
                </a:lnTo>
                <a:lnTo>
                  <a:pt x="453479" y="109938"/>
                </a:lnTo>
                <a:cubicBezTo>
                  <a:pt x="453309" y="97498"/>
                  <a:pt x="452884" y="86167"/>
                  <a:pt x="452203" y="75945"/>
                </a:cubicBezTo>
                <a:lnTo>
                  <a:pt x="450926" y="58650"/>
                </a:lnTo>
                <a:cubicBezTo>
                  <a:pt x="450926" y="54616"/>
                  <a:pt x="451664" y="51208"/>
                  <a:pt x="453139" y="48425"/>
                </a:cubicBezTo>
                <a:cubicBezTo>
                  <a:pt x="454841" y="45074"/>
                  <a:pt x="457309" y="43399"/>
                  <a:pt x="460542" y="43399"/>
                </a:cubicBezTo>
                <a:cubicBezTo>
                  <a:pt x="462755" y="43399"/>
                  <a:pt x="464613" y="44190"/>
                  <a:pt x="466116" y="45774"/>
                </a:cubicBezTo>
                <a:cubicBezTo>
                  <a:pt x="467619" y="47357"/>
                  <a:pt x="468371" y="49288"/>
                  <a:pt x="468371" y="51568"/>
                </a:cubicBezTo>
                <a:cubicBezTo>
                  <a:pt x="468371" y="52079"/>
                  <a:pt x="468286" y="53015"/>
                  <a:pt x="468116" y="54376"/>
                </a:cubicBezTo>
                <a:cubicBezTo>
                  <a:pt x="467832" y="56135"/>
                  <a:pt x="467633" y="57752"/>
                  <a:pt x="467520" y="59227"/>
                </a:cubicBezTo>
                <a:cubicBezTo>
                  <a:pt x="472399" y="55880"/>
                  <a:pt x="477107" y="53369"/>
                  <a:pt x="481646" y="51696"/>
                </a:cubicBezTo>
                <a:cubicBezTo>
                  <a:pt x="486184" y="50022"/>
                  <a:pt x="490524" y="49185"/>
                  <a:pt x="494666" y="49185"/>
                </a:cubicBezTo>
                <a:cubicBezTo>
                  <a:pt x="506295" y="49185"/>
                  <a:pt x="514805" y="54352"/>
                  <a:pt x="520194" y="64686"/>
                </a:cubicBezTo>
                <a:cubicBezTo>
                  <a:pt x="524449" y="72864"/>
                  <a:pt x="526576" y="83682"/>
                  <a:pt x="526576" y="97139"/>
                </a:cubicBezTo>
                <a:cubicBezTo>
                  <a:pt x="526576" y="109404"/>
                  <a:pt x="523286" y="119512"/>
                  <a:pt x="516705" y="127463"/>
                </a:cubicBezTo>
                <a:cubicBezTo>
                  <a:pt x="509728" y="135866"/>
                  <a:pt x="500424" y="140068"/>
                  <a:pt x="488794" y="140068"/>
                </a:cubicBezTo>
                <a:moveTo>
                  <a:pt x="494666" y="66205"/>
                </a:moveTo>
                <a:cubicBezTo>
                  <a:pt x="489446" y="66205"/>
                  <a:pt x="484738" y="67367"/>
                  <a:pt x="480540" y="69693"/>
                </a:cubicBezTo>
                <a:cubicBezTo>
                  <a:pt x="477533" y="71339"/>
                  <a:pt x="473732" y="74345"/>
                  <a:pt x="469137" y="78714"/>
                </a:cubicBezTo>
                <a:cubicBezTo>
                  <a:pt x="469874" y="91591"/>
                  <a:pt x="470243" y="105122"/>
                  <a:pt x="470243" y="119304"/>
                </a:cubicBezTo>
                <a:cubicBezTo>
                  <a:pt x="476427" y="121687"/>
                  <a:pt x="482610" y="122878"/>
                  <a:pt x="488794" y="122878"/>
                </a:cubicBezTo>
                <a:cubicBezTo>
                  <a:pt x="495885" y="122878"/>
                  <a:pt x="501303" y="120240"/>
                  <a:pt x="505047" y="114964"/>
                </a:cubicBezTo>
                <a:cubicBezTo>
                  <a:pt x="508281" y="110369"/>
                  <a:pt x="509898" y="104413"/>
                  <a:pt x="509898" y="97094"/>
                </a:cubicBezTo>
                <a:cubicBezTo>
                  <a:pt x="509898" y="86769"/>
                  <a:pt x="508635" y="79040"/>
                  <a:pt x="506111" y="73906"/>
                </a:cubicBezTo>
                <a:cubicBezTo>
                  <a:pt x="503586" y="68772"/>
                  <a:pt x="499771" y="66205"/>
                  <a:pt x="494666" y="66205"/>
                </a:cubicBezTo>
                <a:close/>
                <a:moveTo>
                  <a:pt x="582555" y="140068"/>
                </a:moveTo>
                <a:cubicBezTo>
                  <a:pt x="576882" y="140068"/>
                  <a:pt x="570641" y="139160"/>
                  <a:pt x="563834" y="137345"/>
                </a:cubicBezTo>
                <a:lnTo>
                  <a:pt x="563664" y="178020"/>
                </a:lnTo>
                <a:cubicBezTo>
                  <a:pt x="563664" y="180517"/>
                  <a:pt x="562884" y="182559"/>
                  <a:pt x="561323" y="184147"/>
                </a:cubicBezTo>
                <a:cubicBezTo>
                  <a:pt x="559763" y="185736"/>
                  <a:pt x="557764" y="186530"/>
                  <a:pt x="555324" y="186530"/>
                </a:cubicBezTo>
                <a:cubicBezTo>
                  <a:pt x="552885" y="186530"/>
                  <a:pt x="550885" y="185735"/>
                  <a:pt x="549325" y="184145"/>
                </a:cubicBezTo>
                <a:cubicBezTo>
                  <a:pt x="547765" y="182554"/>
                  <a:pt x="546985" y="180509"/>
                  <a:pt x="546985" y="178010"/>
                </a:cubicBezTo>
                <a:lnTo>
                  <a:pt x="547240" y="143932"/>
                </a:lnTo>
                <a:lnTo>
                  <a:pt x="547240" y="109938"/>
                </a:lnTo>
                <a:cubicBezTo>
                  <a:pt x="547070" y="97498"/>
                  <a:pt x="546644" y="86167"/>
                  <a:pt x="545964" y="75945"/>
                </a:cubicBezTo>
                <a:lnTo>
                  <a:pt x="544687" y="58650"/>
                </a:lnTo>
                <a:cubicBezTo>
                  <a:pt x="544687" y="54616"/>
                  <a:pt x="545425" y="51208"/>
                  <a:pt x="546900" y="48425"/>
                </a:cubicBezTo>
                <a:cubicBezTo>
                  <a:pt x="548602" y="45074"/>
                  <a:pt x="551069" y="43399"/>
                  <a:pt x="554303" y="43399"/>
                </a:cubicBezTo>
                <a:cubicBezTo>
                  <a:pt x="556516" y="43399"/>
                  <a:pt x="558373" y="44190"/>
                  <a:pt x="559877" y="45774"/>
                </a:cubicBezTo>
                <a:cubicBezTo>
                  <a:pt x="561380" y="47357"/>
                  <a:pt x="562132" y="49288"/>
                  <a:pt x="562132" y="51568"/>
                </a:cubicBezTo>
                <a:cubicBezTo>
                  <a:pt x="562132" y="52079"/>
                  <a:pt x="562047" y="53015"/>
                  <a:pt x="561877" y="54376"/>
                </a:cubicBezTo>
                <a:cubicBezTo>
                  <a:pt x="561593" y="56135"/>
                  <a:pt x="561394" y="57752"/>
                  <a:pt x="561281" y="59227"/>
                </a:cubicBezTo>
                <a:cubicBezTo>
                  <a:pt x="566160" y="55880"/>
                  <a:pt x="570868" y="53369"/>
                  <a:pt x="575407" y="51696"/>
                </a:cubicBezTo>
                <a:cubicBezTo>
                  <a:pt x="579945" y="50022"/>
                  <a:pt x="584285" y="49185"/>
                  <a:pt x="588426" y="49185"/>
                </a:cubicBezTo>
                <a:cubicBezTo>
                  <a:pt x="600056" y="49185"/>
                  <a:pt x="608566" y="54352"/>
                  <a:pt x="613955" y="64686"/>
                </a:cubicBezTo>
                <a:cubicBezTo>
                  <a:pt x="618210" y="72864"/>
                  <a:pt x="620337" y="83682"/>
                  <a:pt x="620337" y="97139"/>
                </a:cubicBezTo>
                <a:cubicBezTo>
                  <a:pt x="620337" y="109404"/>
                  <a:pt x="617047" y="119512"/>
                  <a:pt x="610466" y="127463"/>
                </a:cubicBezTo>
                <a:cubicBezTo>
                  <a:pt x="603488" y="135866"/>
                  <a:pt x="594185" y="140068"/>
                  <a:pt x="582555" y="140068"/>
                </a:cubicBezTo>
                <a:moveTo>
                  <a:pt x="588426" y="66205"/>
                </a:moveTo>
                <a:cubicBezTo>
                  <a:pt x="583207" y="66205"/>
                  <a:pt x="578499" y="67367"/>
                  <a:pt x="574301" y="69693"/>
                </a:cubicBezTo>
                <a:cubicBezTo>
                  <a:pt x="571294" y="71339"/>
                  <a:pt x="567493" y="74345"/>
                  <a:pt x="562898" y="78714"/>
                </a:cubicBezTo>
                <a:cubicBezTo>
                  <a:pt x="563635" y="91591"/>
                  <a:pt x="564004" y="105122"/>
                  <a:pt x="564004" y="119304"/>
                </a:cubicBezTo>
                <a:cubicBezTo>
                  <a:pt x="570188" y="121687"/>
                  <a:pt x="576371" y="122878"/>
                  <a:pt x="582555" y="122878"/>
                </a:cubicBezTo>
                <a:cubicBezTo>
                  <a:pt x="589646" y="122878"/>
                  <a:pt x="595064" y="120240"/>
                  <a:pt x="598808" y="114964"/>
                </a:cubicBezTo>
                <a:cubicBezTo>
                  <a:pt x="602042" y="110369"/>
                  <a:pt x="603659" y="104413"/>
                  <a:pt x="603659" y="97094"/>
                </a:cubicBezTo>
                <a:cubicBezTo>
                  <a:pt x="603659" y="86769"/>
                  <a:pt x="602396" y="79040"/>
                  <a:pt x="599872" y="73906"/>
                </a:cubicBezTo>
                <a:cubicBezTo>
                  <a:pt x="597347" y="68772"/>
                  <a:pt x="593532" y="66205"/>
                  <a:pt x="588426" y="66205"/>
                </a:cubicBezTo>
                <a:close/>
                <a:moveTo>
                  <a:pt x="661765" y="70119"/>
                </a:moveTo>
                <a:lnTo>
                  <a:pt x="660488" y="112462"/>
                </a:lnTo>
                <a:cubicBezTo>
                  <a:pt x="660488" y="116949"/>
                  <a:pt x="660261" y="123538"/>
                  <a:pt x="659807" y="132228"/>
                </a:cubicBezTo>
                <a:cubicBezTo>
                  <a:pt x="659240" y="137908"/>
                  <a:pt x="656460" y="140748"/>
                  <a:pt x="651468" y="140748"/>
                </a:cubicBezTo>
                <a:cubicBezTo>
                  <a:pt x="645908" y="140748"/>
                  <a:pt x="643129" y="137852"/>
                  <a:pt x="643129" y="132058"/>
                </a:cubicBezTo>
                <a:cubicBezTo>
                  <a:pt x="643129" y="125185"/>
                  <a:pt x="643441" y="114862"/>
                  <a:pt x="644065" y="101088"/>
                </a:cubicBezTo>
                <a:cubicBezTo>
                  <a:pt x="644689" y="87315"/>
                  <a:pt x="645001" y="76992"/>
                  <a:pt x="645001" y="70119"/>
                </a:cubicBezTo>
                <a:cubicBezTo>
                  <a:pt x="645001" y="61145"/>
                  <a:pt x="645143" y="50878"/>
                  <a:pt x="645426" y="39320"/>
                </a:cubicBezTo>
                <a:cubicBezTo>
                  <a:pt x="645710" y="27761"/>
                  <a:pt x="645852" y="17494"/>
                  <a:pt x="645852" y="8520"/>
                </a:cubicBezTo>
                <a:cubicBezTo>
                  <a:pt x="645852" y="2840"/>
                  <a:pt x="648631" y="0"/>
                  <a:pt x="654191" y="0"/>
                </a:cubicBezTo>
                <a:cubicBezTo>
                  <a:pt x="659807" y="0"/>
                  <a:pt x="662616" y="2840"/>
                  <a:pt x="662616" y="8520"/>
                </a:cubicBezTo>
                <a:cubicBezTo>
                  <a:pt x="662616" y="17494"/>
                  <a:pt x="662474" y="27761"/>
                  <a:pt x="662190" y="39320"/>
                </a:cubicBezTo>
                <a:cubicBezTo>
                  <a:pt x="661906" y="50878"/>
                  <a:pt x="661765" y="61145"/>
                  <a:pt x="661765" y="70119"/>
                </a:cubicBezTo>
                <a:close/>
                <a:moveTo>
                  <a:pt x="762279" y="61085"/>
                </a:moveTo>
                <a:lnTo>
                  <a:pt x="732836" y="124745"/>
                </a:lnTo>
                <a:cubicBezTo>
                  <a:pt x="725575" y="140234"/>
                  <a:pt x="720015" y="153198"/>
                  <a:pt x="716157" y="163637"/>
                </a:cubicBezTo>
                <a:lnTo>
                  <a:pt x="710541" y="180148"/>
                </a:lnTo>
                <a:cubicBezTo>
                  <a:pt x="709066" y="184289"/>
                  <a:pt x="706513" y="186360"/>
                  <a:pt x="702882" y="186360"/>
                </a:cubicBezTo>
                <a:cubicBezTo>
                  <a:pt x="700500" y="186360"/>
                  <a:pt x="698443" y="185575"/>
                  <a:pt x="696713" y="184006"/>
                </a:cubicBezTo>
                <a:cubicBezTo>
                  <a:pt x="694983" y="182439"/>
                  <a:pt x="694117" y="180486"/>
                  <a:pt x="694117" y="178148"/>
                </a:cubicBezTo>
                <a:cubicBezTo>
                  <a:pt x="694117" y="172447"/>
                  <a:pt x="700244" y="156042"/>
                  <a:pt x="712498" y="128933"/>
                </a:cubicBezTo>
                <a:lnTo>
                  <a:pt x="682034" y="70223"/>
                </a:lnTo>
                <a:lnTo>
                  <a:pt x="678205" y="64000"/>
                </a:lnTo>
                <a:cubicBezTo>
                  <a:pt x="676673" y="61387"/>
                  <a:pt x="675907" y="59200"/>
                  <a:pt x="675907" y="57440"/>
                </a:cubicBezTo>
                <a:cubicBezTo>
                  <a:pt x="675907" y="55114"/>
                  <a:pt x="676800" y="53071"/>
                  <a:pt x="678588" y="51313"/>
                </a:cubicBezTo>
                <a:cubicBezTo>
                  <a:pt x="680375" y="49554"/>
                  <a:pt x="682374" y="48675"/>
                  <a:pt x="684587" y="48675"/>
                </a:cubicBezTo>
                <a:cubicBezTo>
                  <a:pt x="687196" y="48675"/>
                  <a:pt x="689210" y="49668"/>
                  <a:pt x="690629" y="51653"/>
                </a:cubicBezTo>
                <a:cubicBezTo>
                  <a:pt x="700273" y="65061"/>
                  <a:pt x="710626" y="84150"/>
                  <a:pt x="721689" y="108920"/>
                </a:cubicBezTo>
                <a:lnTo>
                  <a:pt x="734283" y="79471"/>
                </a:lnTo>
                <a:cubicBezTo>
                  <a:pt x="738821" y="69311"/>
                  <a:pt x="743189" y="60578"/>
                  <a:pt x="747387" y="53270"/>
                </a:cubicBezTo>
                <a:cubicBezTo>
                  <a:pt x="749203" y="50093"/>
                  <a:pt x="751586" y="48505"/>
                  <a:pt x="754535" y="48505"/>
                </a:cubicBezTo>
                <a:cubicBezTo>
                  <a:pt x="756861" y="48505"/>
                  <a:pt x="758918" y="49326"/>
                  <a:pt x="760705" y="50970"/>
                </a:cubicBezTo>
                <a:cubicBezTo>
                  <a:pt x="762492" y="52613"/>
                  <a:pt x="763385" y="54569"/>
                  <a:pt x="763385" y="56836"/>
                </a:cubicBezTo>
                <a:cubicBezTo>
                  <a:pt x="763385" y="58082"/>
                  <a:pt x="763017" y="59499"/>
                  <a:pt x="762279" y="61085"/>
                </a:cubicBezTo>
                <a:close/>
                <a:moveTo>
                  <a:pt x="898313" y="142621"/>
                </a:moveTo>
                <a:cubicBezTo>
                  <a:pt x="897235" y="142621"/>
                  <a:pt x="895278" y="141362"/>
                  <a:pt x="892442" y="138844"/>
                </a:cubicBezTo>
                <a:cubicBezTo>
                  <a:pt x="889889" y="136499"/>
                  <a:pt x="887988" y="134411"/>
                  <a:pt x="886740" y="132579"/>
                </a:cubicBezTo>
                <a:cubicBezTo>
                  <a:pt x="881294" y="135558"/>
                  <a:pt x="876500" y="137806"/>
                  <a:pt x="872359" y="139323"/>
                </a:cubicBezTo>
                <a:cubicBezTo>
                  <a:pt x="868218" y="140841"/>
                  <a:pt x="864757" y="141599"/>
                  <a:pt x="861977" y="141599"/>
                </a:cubicBezTo>
                <a:cubicBezTo>
                  <a:pt x="848702" y="141599"/>
                  <a:pt x="839030" y="137855"/>
                  <a:pt x="832960" y="130367"/>
                </a:cubicBezTo>
                <a:cubicBezTo>
                  <a:pt x="827230" y="123332"/>
                  <a:pt x="824365" y="112553"/>
                  <a:pt x="824365" y="98030"/>
                </a:cubicBezTo>
                <a:cubicBezTo>
                  <a:pt x="824365" y="84302"/>
                  <a:pt x="829088" y="72558"/>
                  <a:pt x="838533" y="62801"/>
                </a:cubicBezTo>
                <a:cubicBezTo>
                  <a:pt x="847979" y="53043"/>
                  <a:pt x="859254" y="48164"/>
                  <a:pt x="872359" y="48164"/>
                </a:cubicBezTo>
                <a:cubicBezTo>
                  <a:pt x="877295" y="48164"/>
                  <a:pt x="882826" y="49441"/>
                  <a:pt x="888953" y="51994"/>
                </a:cubicBezTo>
                <a:cubicBezTo>
                  <a:pt x="896668" y="55170"/>
                  <a:pt x="900526" y="59000"/>
                  <a:pt x="900526" y="63481"/>
                </a:cubicBezTo>
                <a:cubicBezTo>
                  <a:pt x="900526" y="65013"/>
                  <a:pt x="899958" y="66375"/>
                  <a:pt x="898824" y="67566"/>
                </a:cubicBezTo>
                <a:cubicBezTo>
                  <a:pt x="898256" y="69722"/>
                  <a:pt x="897817" y="73267"/>
                  <a:pt x="897505" y="78203"/>
                </a:cubicBezTo>
                <a:cubicBezTo>
                  <a:pt x="897193" y="83139"/>
                  <a:pt x="897008" y="89464"/>
                  <a:pt x="896952" y="97179"/>
                </a:cubicBezTo>
                <a:cubicBezTo>
                  <a:pt x="896895" y="104214"/>
                  <a:pt x="897377" y="109774"/>
                  <a:pt x="898398" y="113858"/>
                </a:cubicBezTo>
                <a:cubicBezTo>
                  <a:pt x="898966" y="116354"/>
                  <a:pt x="900753" y="121347"/>
                  <a:pt x="903759" y="128835"/>
                </a:cubicBezTo>
                <a:cubicBezTo>
                  <a:pt x="904156" y="129856"/>
                  <a:pt x="904809" y="131360"/>
                  <a:pt x="905717" y="133345"/>
                </a:cubicBezTo>
                <a:lnTo>
                  <a:pt x="906227" y="134792"/>
                </a:lnTo>
                <a:cubicBezTo>
                  <a:pt x="906227" y="137061"/>
                  <a:pt x="905433" y="138933"/>
                  <a:pt x="903844" y="140408"/>
                </a:cubicBezTo>
                <a:cubicBezTo>
                  <a:pt x="902256" y="141883"/>
                  <a:pt x="900412" y="142621"/>
                  <a:pt x="898313" y="142621"/>
                </a:cubicBezTo>
                <a:moveTo>
                  <a:pt x="880613" y="83511"/>
                </a:moveTo>
                <a:cubicBezTo>
                  <a:pt x="880613" y="81077"/>
                  <a:pt x="880769" y="78432"/>
                  <a:pt x="881081" y="75576"/>
                </a:cubicBezTo>
                <a:cubicBezTo>
                  <a:pt x="881393" y="72718"/>
                  <a:pt x="881861" y="69677"/>
                  <a:pt x="882485" y="66452"/>
                </a:cubicBezTo>
                <a:cubicBezTo>
                  <a:pt x="880386" y="65376"/>
                  <a:pt x="878585" y="64583"/>
                  <a:pt x="877082" y="64074"/>
                </a:cubicBezTo>
                <a:cubicBezTo>
                  <a:pt x="875578" y="63566"/>
                  <a:pt x="874373" y="63311"/>
                  <a:pt x="873465" y="63311"/>
                </a:cubicBezTo>
                <a:cubicBezTo>
                  <a:pt x="864672" y="63311"/>
                  <a:pt x="857084" y="66890"/>
                  <a:pt x="850702" y="74047"/>
                </a:cubicBezTo>
                <a:cubicBezTo>
                  <a:pt x="844320" y="81204"/>
                  <a:pt x="841129" y="89450"/>
                  <a:pt x="841129" y="98786"/>
                </a:cubicBezTo>
                <a:cubicBezTo>
                  <a:pt x="841129" y="108065"/>
                  <a:pt x="842774" y="115024"/>
                  <a:pt x="846064" y="119663"/>
                </a:cubicBezTo>
                <a:cubicBezTo>
                  <a:pt x="849355" y="124303"/>
                  <a:pt x="854290" y="126623"/>
                  <a:pt x="860871" y="126623"/>
                </a:cubicBezTo>
                <a:cubicBezTo>
                  <a:pt x="866317" y="126623"/>
                  <a:pt x="870941" y="125632"/>
                  <a:pt x="874742" y="123652"/>
                </a:cubicBezTo>
                <a:cubicBezTo>
                  <a:pt x="876784" y="122578"/>
                  <a:pt x="879649" y="120428"/>
                  <a:pt x="883336" y="117203"/>
                </a:cubicBezTo>
                <a:cubicBezTo>
                  <a:pt x="881521" y="102209"/>
                  <a:pt x="880613" y="90978"/>
                  <a:pt x="880613" y="835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hybrid">
            <a:extLst xmlns:a="http://schemas.openxmlformats.org/drawingml/2006/main">
              <a:ext uri="{FF2B5EF4-FFF2-40B4-BE49-F238E27FC236}">
                <a16:creationId xmlns:a16="http://schemas.microsoft.com/office/drawing/2014/main" id="{DEFCE226-4601-4008-A1D0-0E8E52D4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033" y="3634156"/>
            <a:ext cx="579484" cy="200242"/>
          </a:xfrm>
          <a:custGeom xmlns:a="http://schemas.openxmlformats.org/drawingml/2006/main">
            <a:pathLst>
              <a:path w="579484" h="200242">
                <a:moveTo>
                  <a:pt x="77786" y="152705"/>
                </a:moveTo>
                <a:cubicBezTo>
                  <a:pt x="73355" y="152705"/>
                  <a:pt x="70454" y="150383"/>
                  <a:pt x="69081" y="145739"/>
                </a:cubicBezTo>
                <a:cubicBezTo>
                  <a:pt x="67645" y="140728"/>
                  <a:pt x="66335" y="133608"/>
                  <a:pt x="65149" y="124380"/>
                </a:cubicBezTo>
                <a:cubicBezTo>
                  <a:pt x="64026" y="115518"/>
                  <a:pt x="63464" y="108247"/>
                  <a:pt x="63464" y="102564"/>
                </a:cubicBezTo>
                <a:cubicBezTo>
                  <a:pt x="63464" y="100976"/>
                  <a:pt x="63542" y="98562"/>
                  <a:pt x="63698" y="95323"/>
                </a:cubicBezTo>
                <a:cubicBezTo>
                  <a:pt x="63854" y="92083"/>
                  <a:pt x="63932" y="89668"/>
                  <a:pt x="63932" y="88079"/>
                </a:cubicBezTo>
                <a:cubicBezTo>
                  <a:pt x="63932" y="76591"/>
                  <a:pt x="60999" y="70846"/>
                  <a:pt x="55134" y="70846"/>
                </a:cubicBezTo>
                <a:cubicBezTo>
                  <a:pt x="47208" y="70846"/>
                  <a:pt x="40126" y="74364"/>
                  <a:pt x="33885" y="81400"/>
                </a:cubicBezTo>
                <a:cubicBezTo>
                  <a:pt x="30703" y="85010"/>
                  <a:pt x="26334" y="91892"/>
                  <a:pt x="20780" y="102048"/>
                </a:cubicBezTo>
                <a:cubicBezTo>
                  <a:pt x="20780" y="125312"/>
                  <a:pt x="19782" y="139081"/>
                  <a:pt x="17785" y="143356"/>
                </a:cubicBezTo>
                <a:cubicBezTo>
                  <a:pt x="16038" y="147142"/>
                  <a:pt x="13323" y="149034"/>
                  <a:pt x="9641" y="149034"/>
                </a:cubicBezTo>
                <a:cubicBezTo>
                  <a:pt x="7083" y="149034"/>
                  <a:pt x="4836" y="148178"/>
                  <a:pt x="2902" y="146465"/>
                </a:cubicBezTo>
                <a:cubicBezTo>
                  <a:pt x="967" y="144752"/>
                  <a:pt x="0" y="142672"/>
                  <a:pt x="0" y="140225"/>
                </a:cubicBezTo>
                <a:cubicBezTo>
                  <a:pt x="0" y="139368"/>
                  <a:pt x="281" y="138022"/>
                  <a:pt x="842" y="136187"/>
                </a:cubicBezTo>
                <a:cubicBezTo>
                  <a:pt x="1342" y="134657"/>
                  <a:pt x="1685" y="130191"/>
                  <a:pt x="1872" y="122788"/>
                </a:cubicBezTo>
                <a:lnTo>
                  <a:pt x="2153" y="109206"/>
                </a:lnTo>
                <a:lnTo>
                  <a:pt x="2434" y="41755"/>
                </a:lnTo>
                <a:cubicBezTo>
                  <a:pt x="2871" y="34169"/>
                  <a:pt x="3089" y="29060"/>
                  <a:pt x="3089" y="26430"/>
                </a:cubicBezTo>
                <a:cubicBezTo>
                  <a:pt x="3089" y="23310"/>
                  <a:pt x="2793" y="20358"/>
                  <a:pt x="2200" y="17574"/>
                </a:cubicBezTo>
                <a:cubicBezTo>
                  <a:pt x="1607" y="14790"/>
                  <a:pt x="1310" y="11900"/>
                  <a:pt x="1310" y="8902"/>
                </a:cubicBezTo>
                <a:cubicBezTo>
                  <a:pt x="1310" y="6332"/>
                  <a:pt x="2215" y="4206"/>
                  <a:pt x="4025" y="2524"/>
                </a:cubicBezTo>
                <a:cubicBezTo>
                  <a:pt x="5835" y="841"/>
                  <a:pt x="8050" y="0"/>
                  <a:pt x="10671" y="0"/>
                </a:cubicBezTo>
                <a:cubicBezTo>
                  <a:pt x="15788" y="0"/>
                  <a:pt x="18783" y="2692"/>
                  <a:pt x="19657" y="8076"/>
                </a:cubicBezTo>
                <a:cubicBezTo>
                  <a:pt x="20656" y="14010"/>
                  <a:pt x="21155" y="19363"/>
                  <a:pt x="21155" y="24136"/>
                </a:cubicBezTo>
                <a:cubicBezTo>
                  <a:pt x="21155" y="30559"/>
                  <a:pt x="20936" y="37259"/>
                  <a:pt x="20500" y="44233"/>
                </a:cubicBezTo>
                <a:cubicBezTo>
                  <a:pt x="20125" y="50902"/>
                  <a:pt x="19969" y="57601"/>
                  <a:pt x="20032" y="64331"/>
                </a:cubicBezTo>
                <a:lnTo>
                  <a:pt x="20125" y="72407"/>
                </a:lnTo>
                <a:cubicBezTo>
                  <a:pt x="25242" y="65677"/>
                  <a:pt x="30718" y="60645"/>
                  <a:pt x="36553" y="57310"/>
                </a:cubicBezTo>
                <a:cubicBezTo>
                  <a:pt x="42388" y="53976"/>
                  <a:pt x="48581" y="52309"/>
                  <a:pt x="55134" y="52309"/>
                </a:cubicBezTo>
                <a:cubicBezTo>
                  <a:pt x="65493" y="52309"/>
                  <a:pt x="72607" y="55613"/>
                  <a:pt x="76476" y="62220"/>
                </a:cubicBezTo>
                <a:cubicBezTo>
                  <a:pt x="79221" y="66870"/>
                  <a:pt x="80781" y="74701"/>
                  <a:pt x="81156" y="85713"/>
                </a:cubicBezTo>
                <a:lnTo>
                  <a:pt x="81905" y="103241"/>
                </a:lnTo>
                <a:lnTo>
                  <a:pt x="83777" y="122329"/>
                </a:lnTo>
                <a:cubicBezTo>
                  <a:pt x="84650" y="129487"/>
                  <a:pt x="85711" y="135789"/>
                  <a:pt x="86959" y="141234"/>
                </a:cubicBezTo>
                <a:cubicBezTo>
                  <a:pt x="87209" y="142274"/>
                  <a:pt x="87334" y="143161"/>
                  <a:pt x="87334" y="143895"/>
                </a:cubicBezTo>
                <a:cubicBezTo>
                  <a:pt x="87334" y="146404"/>
                  <a:pt x="86398" y="148499"/>
                  <a:pt x="84526" y="150182"/>
                </a:cubicBezTo>
                <a:cubicBezTo>
                  <a:pt x="82654" y="151864"/>
                  <a:pt x="80407" y="152705"/>
                  <a:pt x="77786" y="152705"/>
                </a:cubicBezTo>
                <a:close/>
                <a:moveTo>
                  <a:pt x="196526" y="65142"/>
                </a:moveTo>
                <a:lnTo>
                  <a:pt x="164138" y="133795"/>
                </a:lnTo>
                <a:cubicBezTo>
                  <a:pt x="156150" y="150499"/>
                  <a:pt x="150035" y="164480"/>
                  <a:pt x="145791" y="175737"/>
                </a:cubicBezTo>
                <a:lnTo>
                  <a:pt x="139613" y="193543"/>
                </a:lnTo>
                <a:cubicBezTo>
                  <a:pt x="137991" y="198009"/>
                  <a:pt x="135183" y="200242"/>
                  <a:pt x="131189" y="200242"/>
                </a:cubicBezTo>
                <a:cubicBezTo>
                  <a:pt x="128568" y="200242"/>
                  <a:pt x="126306" y="199396"/>
                  <a:pt x="124403" y="197704"/>
                </a:cubicBezTo>
                <a:cubicBezTo>
                  <a:pt x="122499" y="196014"/>
                  <a:pt x="121548" y="193908"/>
                  <a:pt x="121548" y="191386"/>
                </a:cubicBezTo>
                <a:cubicBezTo>
                  <a:pt x="121548" y="185238"/>
                  <a:pt x="128287" y="167546"/>
                  <a:pt x="141766" y="138312"/>
                </a:cubicBezTo>
                <a:lnTo>
                  <a:pt x="108256" y="74996"/>
                </a:lnTo>
                <a:lnTo>
                  <a:pt x="104043" y="68285"/>
                </a:lnTo>
                <a:cubicBezTo>
                  <a:pt x="102359" y="65467"/>
                  <a:pt x="101516" y="63109"/>
                  <a:pt x="101516" y="61211"/>
                </a:cubicBezTo>
                <a:cubicBezTo>
                  <a:pt x="101516" y="58702"/>
                  <a:pt x="102499" y="56500"/>
                  <a:pt x="104465" y="54603"/>
                </a:cubicBezTo>
                <a:cubicBezTo>
                  <a:pt x="106430" y="52707"/>
                  <a:pt x="108630" y="51758"/>
                  <a:pt x="111064" y="51758"/>
                </a:cubicBezTo>
                <a:cubicBezTo>
                  <a:pt x="113934" y="51758"/>
                  <a:pt x="116150" y="52829"/>
                  <a:pt x="117710" y="54970"/>
                </a:cubicBezTo>
                <a:cubicBezTo>
                  <a:pt x="128318" y="69430"/>
                  <a:pt x="139707" y="90016"/>
                  <a:pt x="151876" y="116729"/>
                </a:cubicBezTo>
                <a:lnTo>
                  <a:pt x="165729" y="84970"/>
                </a:lnTo>
                <a:cubicBezTo>
                  <a:pt x="170722" y="74013"/>
                  <a:pt x="175527" y="64595"/>
                  <a:pt x="180145" y="56714"/>
                </a:cubicBezTo>
                <a:cubicBezTo>
                  <a:pt x="182142" y="53288"/>
                  <a:pt x="184762" y="51575"/>
                  <a:pt x="188007" y="51575"/>
                </a:cubicBezTo>
                <a:cubicBezTo>
                  <a:pt x="190566" y="51575"/>
                  <a:pt x="192828" y="52461"/>
                  <a:pt x="194794" y="54233"/>
                </a:cubicBezTo>
                <a:cubicBezTo>
                  <a:pt x="196760" y="56005"/>
                  <a:pt x="197742" y="58114"/>
                  <a:pt x="197742" y="60560"/>
                </a:cubicBezTo>
                <a:cubicBezTo>
                  <a:pt x="197742" y="61904"/>
                  <a:pt x="197337" y="63431"/>
                  <a:pt x="196526" y="65142"/>
                </a:cubicBezTo>
                <a:close/>
                <a:moveTo>
                  <a:pt x="263151" y="150870"/>
                </a:moveTo>
                <a:cubicBezTo>
                  <a:pt x="253604" y="150870"/>
                  <a:pt x="244929" y="149034"/>
                  <a:pt x="237129" y="145364"/>
                </a:cubicBezTo>
                <a:cubicBezTo>
                  <a:pt x="235132" y="148300"/>
                  <a:pt x="232698" y="149769"/>
                  <a:pt x="229828" y="149769"/>
                </a:cubicBezTo>
                <a:cubicBezTo>
                  <a:pt x="227456" y="149769"/>
                  <a:pt x="225444" y="148957"/>
                  <a:pt x="223790" y="147334"/>
                </a:cubicBezTo>
                <a:cubicBezTo>
                  <a:pt x="222137" y="145713"/>
                  <a:pt x="221310" y="143677"/>
                  <a:pt x="221310" y="141228"/>
                </a:cubicBezTo>
                <a:cubicBezTo>
                  <a:pt x="221310" y="139638"/>
                  <a:pt x="221388" y="137281"/>
                  <a:pt x="221544" y="134159"/>
                </a:cubicBezTo>
                <a:cubicBezTo>
                  <a:pt x="221700" y="131037"/>
                  <a:pt x="221778" y="128680"/>
                  <a:pt x="221778" y="127087"/>
                </a:cubicBezTo>
                <a:cubicBezTo>
                  <a:pt x="221778" y="120598"/>
                  <a:pt x="221606" y="110880"/>
                  <a:pt x="221263" y="97933"/>
                </a:cubicBezTo>
                <a:cubicBezTo>
                  <a:pt x="220920" y="84986"/>
                  <a:pt x="220748" y="75267"/>
                  <a:pt x="220748" y="68776"/>
                </a:cubicBezTo>
                <a:cubicBezTo>
                  <a:pt x="220748" y="64308"/>
                  <a:pt x="220779" y="55845"/>
                  <a:pt x="220842" y="43387"/>
                </a:cubicBezTo>
                <a:cubicBezTo>
                  <a:pt x="220904" y="30929"/>
                  <a:pt x="220935" y="22435"/>
                  <a:pt x="220935" y="17904"/>
                </a:cubicBezTo>
                <a:cubicBezTo>
                  <a:pt x="220935" y="14231"/>
                  <a:pt x="221715" y="10925"/>
                  <a:pt x="223275" y="7987"/>
                </a:cubicBezTo>
                <a:cubicBezTo>
                  <a:pt x="225335" y="4253"/>
                  <a:pt x="228174" y="2386"/>
                  <a:pt x="231793" y="2386"/>
                </a:cubicBezTo>
                <a:cubicBezTo>
                  <a:pt x="236474" y="2386"/>
                  <a:pt x="238814" y="5052"/>
                  <a:pt x="238814" y="10384"/>
                </a:cubicBezTo>
                <a:cubicBezTo>
                  <a:pt x="238814" y="11243"/>
                  <a:pt x="238658" y="12500"/>
                  <a:pt x="238346" y="14156"/>
                </a:cubicBezTo>
                <a:cubicBezTo>
                  <a:pt x="238034" y="15809"/>
                  <a:pt x="237878" y="17065"/>
                  <a:pt x="237878" y="17924"/>
                </a:cubicBezTo>
                <a:lnTo>
                  <a:pt x="237597" y="38062"/>
                </a:lnTo>
                <a:lnTo>
                  <a:pt x="237410" y="61486"/>
                </a:lnTo>
                <a:cubicBezTo>
                  <a:pt x="242839" y="57876"/>
                  <a:pt x="248003" y="55169"/>
                  <a:pt x="252901" y="53364"/>
                </a:cubicBezTo>
                <a:cubicBezTo>
                  <a:pt x="257800" y="51559"/>
                  <a:pt x="262402" y="50657"/>
                  <a:pt x="266708" y="50657"/>
                </a:cubicBezTo>
                <a:cubicBezTo>
                  <a:pt x="280125" y="50657"/>
                  <a:pt x="291014" y="55704"/>
                  <a:pt x="299377" y="65799"/>
                </a:cubicBezTo>
                <a:cubicBezTo>
                  <a:pt x="307239" y="75282"/>
                  <a:pt x="311171" y="86937"/>
                  <a:pt x="311171" y="100763"/>
                </a:cubicBezTo>
                <a:cubicBezTo>
                  <a:pt x="311171" y="114712"/>
                  <a:pt x="306584" y="126551"/>
                  <a:pt x="297411" y="136278"/>
                </a:cubicBezTo>
                <a:cubicBezTo>
                  <a:pt x="288238" y="146006"/>
                  <a:pt x="276818" y="150870"/>
                  <a:pt x="263151" y="150870"/>
                </a:cubicBezTo>
                <a:moveTo>
                  <a:pt x="266708" y="68093"/>
                </a:moveTo>
                <a:cubicBezTo>
                  <a:pt x="261591" y="68093"/>
                  <a:pt x="256349" y="69499"/>
                  <a:pt x="250983" y="72309"/>
                </a:cubicBezTo>
                <a:cubicBezTo>
                  <a:pt x="248362" y="73714"/>
                  <a:pt x="243869" y="76738"/>
                  <a:pt x="237503" y="81380"/>
                </a:cubicBezTo>
                <a:lnTo>
                  <a:pt x="237316" y="97236"/>
                </a:lnTo>
                <a:lnTo>
                  <a:pt x="237410" y="111532"/>
                </a:lnTo>
                <a:lnTo>
                  <a:pt x="237503" y="126559"/>
                </a:lnTo>
                <a:cubicBezTo>
                  <a:pt x="240499" y="127903"/>
                  <a:pt x="244711" y="129615"/>
                  <a:pt x="250140" y="131693"/>
                </a:cubicBezTo>
                <a:cubicBezTo>
                  <a:pt x="254009" y="132853"/>
                  <a:pt x="258346" y="133434"/>
                  <a:pt x="263151" y="133434"/>
                </a:cubicBezTo>
                <a:cubicBezTo>
                  <a:pt x="272200" y="133434"/>
                  <a:pt x="279626" y="130318"/>
                  <a:pt x="285429" y="124087"/>
                </a:cubicBezTo>
                <a:cubicBezTo>
                  <a:pt x="291233" y="117855"/>
                  <a:pt x="294135" y="110095"/>
                  <a:pt x="294135" y="100809"/>
                </a:cubicBezTo>
                <a:cubicBezTo>
                  <a:pt x="294135" y="91707"/>
                  <a:pt x="291795" y="84100"/>
                  <a:pt x="287114" y="77990"/>
                </a:cubicBezTo>
                <a:cubicBezTo>
                  <a:pt x="282060" y="71392"/>
                  <a:pt x="275258" y="68093"/>
                  <a:pt x="266708" y="68093"/>
                </a:cubicBezTo>
                <a:close/>
                <a:moveTo>
                  <a:pt x="409835" y="79014"/>
                </a:moveTo>
                <a:cubicBezTo>
                  <a:pt x="409398" y="86661"/>
                  <a:pt x="406278" y="90485"/>
                  <a:pt x="400474" y="90485"/>
                </a:cubicBezTo>
                <a:cubicBezTo>
                  <a:pt x="395107" y="90485"/>
                  <a:pt x="392424" y="87469"/>
                  <a:pt x="392424" y="81437"/>
                </a:cubicBezTo>
                <a:cubicBezTo>
                  <a:pt x="392424" y="80279"/>
                  <a:pt x="392330" y="78145"/>
                  <a:pt x="392143" y="75036"/>
                </a:cubicBezTo>
                <a:lnTo>
                  <a:pt x="391862" y="67359"/>
                </a:lnTo>
                <a:cubicBezTo>
                  <a:pt x="382003" y="68523"/>
                  <a:pt x="374109" y="71252"/>
                  <a:pt x="368180" y="75544"/>
                </a:cubicBezTo>
                <a:cubicBezTo>
                  <a:pt x="362626" y="79530"/>
                  <a:pt x="358009" y="85539"/>
                  <a:pt x="354327" y="93571"/>
                </a:cubicBezTo>
                <a:lnTo>
                  <a:pt x="354514" y="143967"/>
                </a:lnTo>
                <a:cubicBezTo>
                  <a:pt x="354514" y="150160"/>
                  <a:pt x="351425" y="153256"/>
                  <a:pt x="345247" y="153256"/>
                </a:cubicBezTo>
                <a:cubicBezTo>
                  <a:pt x="339755" y="153256"/>
                  <a:pt x="337010" y="150161"/>
                  <a:pt x="337010" y="143970"/>
                </a:cubicBezTo>
                <a:lnTo>
                  <a:pt x="337010" y="79430"/>
                </a:lnTo>
                <a:cubicBezTo>
                  <a:pt x="337010" y="77407"/>
                  <a:pt x="337088" y="74374"/>
                  <a:pt x="337244" y="70330"/>
                </a:cubicBezTo>
                <a:cubicBezTo>
                  <a:pt x="337400" y="66285"/>
                  <a:pt x="337478" y="63251"/>
                  <a:pt x="337478" y="61228"/>
                </a:cubicBezTo>
                <a:cubicBezTo>
                  <a:pt x="337478" y="55037"/>
                  <a:pt x="340223" y="51942"/>
                  <a:pt x="345715" y="51942"/>
                </a:cubicBezTo>
                <a:cubicBezTo>
                  <a:pt x="351831" y="51942"/>
                  <a:pt x="354920" y="57020"/>
                  <a:pt x="354982" y="67176"/>
                </a:cubicBezTo>
                <a:cubicBezTo>
                  <a:pt x="366963" y="55796"/>
                  <a:pt x="380255" y="50106"/>
                  <a:pt x="394858" y="50106"/>
                </a:cubicBezTo>
                <a:cubicBezTo>
                  <a:pt x="399913" y="50106"/>
                  <a:pt x="403688" y="51972"/>
                  <a:pt x="406184" y="55704"/>
                </a:cubicBezTo>
                <a:cubicBezTo>
                  <a:pt x="408680" y="59436"/>
                  <a:pt x="409928" y="65065"/>
                  <a:pt x="409928" y="72590"/>
                </a:cubicBezTo>
                <a:cubicBezTo>
                  <a:pt x="409928" y="75771"/>
                  <a:pt x="409897" y="77913"/>
                  <a:pt x="409835" y="79014"/>
                </a:cubicBezTo>
                <a:close/>
                <a:moveTo>
                  <a:pt x="450797" y="30835"/>
                </a:moveTo>
                <a:cubicBezTo>
                  <a:pt x="447802" y="30835"/>
                  <a:pt x="445212" y="29795"/>
                  <a:pt x="443028" y="27715"/>
                </a:cubicBezTo>
                <a:cubicBezTo>
                  <a:pt x="440844" y="25634"/>
                  <a:pt x="439752" y="23126"/>
                  <a:pt x="439752" y="20189"/>
                </a:cubicBezTo>
                <a:cubicBezTo>
                  <a:pt x="439752" y="17253"/>
                  <a:pt x="440844" y="14744"/>
                  <a:pt x="443028" y="12664"/>
                </a:cubicBezTo>
                <a:cubicBezTo>
                  <a:pt x="445212" y="10584"/>
                  <a:pt x="447802" y="9544"/>
                  <a:pt x="450797" y="9544"/>
                </a:cubicBezTo>
                <a:cubicBezTo>
                  <a:pt x="453793" y="9544"/>
                  <a:pt x="456367" y="10584"/>
                  <a:pt x="458520" y="12664"/>
                </a:cubicBezTo>
                <a:cubicBezTo>
                  <a:pt x="460673" y="14744"/>
                  <a:pt x="461749" y="17253"/>
                  <a:pt x="461749" y="20189"/>
                </a:cubicBezTo>
                <a:cubicBezTo>
                  <a:pt x="461749" y="23126"/>
                  <a:pt x="460673" y="25634"/>
                  <a:pt x="458520" y="27715"/>
                </a:cubicBezTo>
                <a:cubicBezTo>
                  <a:pt x="456367" y="29795"/>
                  <a:pt x="453793" y="30835"/>
                  <a:pt x="450797" y="30835"/>
                </a:cubicBezTo>
                <a:moveTo>
                  <a:pt x="455010" y="105404"/>
                </a:moveTo>
                <a:cubicBezTo>
                  <a:pt x="455010" y="109078"/>
                  <a:pt x="455119" y="114575"/>
                  <a:pt x="455337" y="121893"/>
                </a:cubicBezTo>
                <a:cubicBezTo>
                  <a:pt x="455556" y="129210"/>
                  <a:pt x="455665" y="134706"/>
                  <a:pt x="455665" y="138381"/>
                </a:cubicBezTo>
                <a:cubicBezTo>
                  <a:pt x="455665" y="141074"/>
                  <a:pt x="454822" y="143279"/>
                  <a:pt x="453138" y="144994"/>
                </a:cubicBezTo>
                <a:cubicBezTo>
                  <a:pt x="451453" y="146709"/>
                  <a:pt x="449237" y="147566"/>
                  <a:pt x="446492" y="147566"/>
                </a:cubicBezTo>
                <a:cubicBezTo>
                  <a:pt x="443808" y="147566"/>
                  <a:pt x="441609" y="146709"/>
                  <a:pt x="439892" y="144994"/>
                </a:cubicBezTo>
                <a:cubicBezTo>
                  <a:pt x="438176" y="143279"/>
                  <a:pt x="437318" y="141074"/>
                  <a:pt x="437318" y="138381"/>
                </a:cubicBezTo>
                <a:cubicBezTo>
                  <a:pt x="437318" y="134706"/>
                  <a:pt x="437209" y="129210"/>
                  <a:pt x="436991" y="121893"/>
                </a:cubicBezTo>
                <a:cubicBezTo>
                  <a:pt x="436772" y="114575"/>
                  <a:pt x="436663" y="109078"/>
                  <a:pt x="436663" y="105404"/>
                </a:cubicBezTo>
                <a:cubicBezTo>
                  <a:pt x="436663" y="99647"/>
                  <a:pt x="436975" y="92467"/>
                  <a:pt x="437599" y="83863"/>
                </a:cubicBezTo>
                <a:cubicBezTo>
                  <a:pt x="438223" y="75258"/>
                  <a:pt x="438535" y="68077"/>
                  <a:pt x="438535" y="62320"/>
                </a:cubicBezTo>
                <a:cubicBezTo>
                  <a:pt x="438535" y="59565"/>
                  <a:pt x="439393" y="57330"/>
                  <a:pt x="441109" y="55615"/>
                </a:cubicBezTo>
                <a:cubicBezTo>
                  <a:pt x="442825" y="53901"/>
                  <a:pt x="445025" y="53043"/>
                  <a:pt x="447708" y="53043"/>
                </a:cubicBezTo>
                <a:cubicBezTo>
                  <a:pt x="450392" y="53043"/>
                  <a:pt x="452592" y="53901"/>
                  <a:pt x="454308" y="55615"/>
                </a:cubicBezTo>
                <a:cubicBezTo>
                  <a:pt x="456024" y="57330"/>
                  <a:pt x="456882" y="59565"/>
                  <a:pt x="456882" y="62320"/>
                </a:cubicBezTo>
                <a:cubicBezTo>
                  <a:pt x="456882" y="68077"/>
                  <a:pt x="456570" y="75258"/>
                  <a:pt x="455946" y="83863"/>
                </a:cubicBezTo>
                <a:cubicBezTo>
                  <a:pt x="455322" y="92467"/>
                  <a:pt x="455010" y="99647"/>
                  <a:pt x="455010" y="105404"/>
                </a:cubicBezTo>
                <a:close/>
                <a:moveTo>
                  <a:pt x="575740" y="65942"/>
                </a:moveTo>
                <a:cubicBezTo>
                  <a:pt x="574991" y="74930"/>
                  <a:pt x="574617" y="83918"/>
                  <a:pt x="574617" y="92906"/>
                </a:cubicBezTo>
                <a:cubicBezTo>
                  <a:pt x="574617" y="113267"/>
                  <a:pt x="575584" y="128644"/>
                  <a:pt x="577518" y="139037"/>
                </a:cubicBezTo>
                <a:cubicBezTo>
                  <a:pt x="577643" y="139894"/>
                  <a:pt x="577706" y="140597"/>
                  <a:pt x="577706" y="141148"/>
                </a:cubicBezTo>
                <a:cubicBezTo>
                  <a:pt x="577706" y="143593"/>
                  <a:pt x="576832" y="145610"/>
                  <a:pt x="575085" y="147199"/>
                </a:cubicBezTo>
                <a:cubicBezTo>
                  <a:pt x="573337" y="148790"/>
                  <a:pt x="571309" y="149585"/>
                  <a:pt x="569000" y="149585"/>
                </a:cubicBezTo>
                <a:cubicBezTo>
                  <a:pt x="565131" y="149585"/>
                  <a:pt x="562292" y="146832"/>
                  <a:pt x="560482" y="141326"/>
                </a:cubicBezTo>
                <a:cubicBezTo>
                  <a:pt x="555989" y="144568"/>
                  <a:pt x="551324" y="147031"/>
                  <a:pt x="546488" y="148713"/>
                </a:cubicBezTo>
                <a:cubicBezTo>
                  <a:pt x="541652" y="150396"/>
                  <a:pt x="536613" y="151237"/>
                  <a:pt x="531371" y="151237"/>
                </a:cubicBezTo>
                <a:cubicBezTo>
                  <a:pt x="518453" y="151237"/>
                  <a:pt x="507751" y="147012"/>
                  <a:pt x="499264" y="138561"/>
                </a:cubicBezTo>
                <a:cubicBezTo>
                  <a:pt x="490528" y="129927"/>
                  <a:pt x="486160" y="118843"/>
                  <a:pt x="486160" y="105309"/>
                </a:cubicBezTo>
                <a:cubicBezTo>
                  <a:pt x="486160" y="88959"/>
                  <a:pt x="490575" y="75855"/>
                  <a:pt x="499405" y="65997"/>
                </a:cubicBezTo>
                <a:cubicBezTo>
                  <a:pt x="508235" y="56137"/>
                  <a:pt x="519701" y="51208"/>
                  <a:pt x="533805" y="51208"/>
                </a:cubicBezTo>
                <a:cubicBezTo>
                  <a:pt x="541043" y="51208"/>
                  <a:pt x="546629" y="52309"/>
                  <a:pt x="550560" y="54511"/>
                </a:cubicBezTo>
                <a:lnTo>
                  <a:pt x="559359" y="60843"/>
                </a:lnTo>
                <a:cubicBezTo>
                  <a:pt x="560233" y="35121"/>
                  <a:pt x="561262" y="17802"/>
                  <a:pt x="562448" y="8887"/>
                </a:cubicBezTo>
                <a:cubicBezTo>
                  <a:pt x="563259" y="3452"/>
                  <a:pt x="566099" y="734"/>
                  <a:pt x="570966" y="734"/>
                </a:cubicBezTo>
                <a:cubicBezTo>
                  <a:pt x="576645" y="734"/>
                  <a:pt x="579484" y="3699"/>
                  <a:pt x="579484" y="9630"/>
                </a:cubicBezTo>
                <a:cubicBezTo>
                  <a:pt x="579484" y="18128"/>
                  <a:pt x="578236" y="36899"/>
                  <a:pt x="575740" y="65942"/>
                </a:cubicBezTo>
                <a:moveTo>
                  <a:pt x="534179" y="68277"/>
                </a:moveTo>
                <a:cubicBezTo>
                  <a:pt x="523695" y="68277"/>
                  <a:pt x="515832" y="71321"/>
                  <a:pt x="510591" y="77408"/>
                </a:cubicBezTo>
                <a:cubicBezTo>
                  <a:pt x="505349" y="83495"/>
                  <a:pt x="502728" y="92657"/>
                  <a:pt x="502728" y="104893"/>
                </a:cubicBezTo>
                <a:cubicBezTo>
                  <a:pt x="502728" y="112785"/>
                  <a:pt x="505583" y="119576"/>
                  <a:pt x="511293" y="125266"/>
                </a:cubicBezTo>
                <a:cubicBezTo>
                  <a:pt x="517003" y="130956"/>
                  <a:pt x="523695" y="133801"/>
                  <a:pt x="531371" y="133801"/>
                </a:cubicBezTo>
                <a:cubicBezTo>
                  <a:pt x="536613" y="133801"/>
                  <a:pt x="541043" y="132852"/>
                  <a:pt x="544663" y="130956"/>
                </a:cubicBezTo>
                <a:cubicBezTo>
                  <a:pt x="546785" y="129855"/>
                  <a:pt x="550248" y="127316"/>
                  <a:pt x="555053" y="123339"/>
                </a:cubicBezTo>
                <a:cubicBezTo>
                  <a:pt x="555989" y="122544"/>
                  <a:pt x="556894" y="121595"/>
                  <a:pt x="557768" y="120494"/>
                </a:cubicBezTo>
                <a:lnTo>
                  <a:pt x="557487" y="104618"/>
                </a:lnTo>
                <a:lnTo>
                  <a:pt x="557580" y="93972"/>
                </a:lnTo>
                <a:lnTo>
                  <a:pt x="557768" y="83144"/>
                </a:lnTo>
                <a:cubicBezTo>
                  <a:pt x="555396" y="78188"/>
                  <a:pt x="552245" y="74471"/>
                  <a:pt x="548314" y="71994"/>
                </a:cubicBezTo>
                <a:cubicBezTo>
                  <a:pt x="544382" y="69516"/>
                  <a:pt x="539671" y="68277"/>
                  <a:pt x="534179" y="68277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hybrid">
            <a:extLst xmlns:a="http://schemas.openxmlformats.org/drawingml/2006/main">
              <a:ext uri="{FF2B5EF4-FFF2-40B4-BE49-F238E27FC236}">
                <a16:creationId xmlns:a16="http://schemas.microsoft.com/office/drawing/2014/main" id="{A26A1540-C44D-4BF4-9A76-9F4DBDDE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033" y="3634156"/>
            <a:ext cx="579484" cy="200242"/>
          </a:xfrm>
          <a:custGeom xmlns:a="http://schemas.openxmlformats.org/drawingml/2006/main">
            <a:pathLst>
              <a:path w="579484" h="200242" fill="none">
                <a:moveTo>
                  <a:pt x="77786" y="152705"/>
                </a:moveTo>
                <a:cubicBezTo>
                  <a:pt x="73355" y="152705"/>
                  <a:pt x="70454" y="150383"/>
                  <a:pt x="69081" y="145739"/>
                </a:cubicBezTo>
                <a:cubicBezTo>
                  <a:pt x="67645" y="140728"/>
                  <a:pt x="66335" y="133608"/>
                  <a:pt x="65149" y="124380"/>
                </a:cubicBezTo>
                <a:cubicBezTo>
                  <a:pt x="64026" y="115518"/>
                  <a:pt x="63464" y="108247"/>
                  <a:pt x="63464" y="102564"/>
                </a:cubicBezTo>
                <a:cubicBezTo>
                  <a:pt x="63464" y="100976"/>
                  <a:pt x="63542" y="98562"/>
                  <a:pt x="63698" y="95323"/>
                </a:cubicBezTo>
                <a:cubicBezTo>
                  <a:pt x="63854" y="92083"/>
                  <a:pt x="63932" y="89668"/>
                  <a:pt x="63932" y="88079"/>
                </a:cubicBezTo>
                <a:cubicBezTo>
                  <a:pt x="63932" y="76591"/>
                  <a:pt x="60999" y="70846"/>
                  <a:pt x="55134" y="70846"/>
                </a:cubicBezTo>
                <a:cubicBezTo>
                  <a:pt x="47208" y="70846"/>
                  <a:pt x="40126" y="74364"/>
                  <a:pt x="33885" y="81400"/>
                </a:cubicBezTo>
                <a:cubicBezTo>
                  <a:pt x="30703" y="85010"/>
                  <a:pt x="26334" y="91892"/>
                  <a:pt x="20780" y="102048"/>
                </a:cubicBezTo>
                <a:cubicBezTo>
                  <a:pt x="20780" y="125312"/>
                  <a:pt x="19782" y="139081"/>
                  <a:pt x="17785" y="143356"/>
                </a:cubicBezTo>
                <a:cubicBezTo>
                  <a:pt x="16038" y="147142"/>
                  <a:pt x="13323" y="149034"/>
                  <a:pt x="9641" y="149034"/>
                </a:cubicBezTo>
                <a:cubicBezTo>
                  <a:pt x="7083" y="149034"/>
                  <a:pt x="4836" y="148178"/>
                  <a:pt x="2902" y="146465"/>
                </a:cubicBezTo>
                <a:cubicBezTo>
                  <a:pt x="967" y="144752"/>
                  <a:pt x="0" y="142672"/>
                  <a:pt x="0" y="140225"/>
                </a:cubicBezTo>
                <a:cubicBezTo>
                  <a:pt x="0" y="139368"/>
                  <a:pt x="281" y="138022"/>
                  <a:pt x="842" y="136187"/>
                </a:cubicBezTo>
                <a:cubicBezTo>
                  <a:pt x="1342" y="134657"/>
                  <a:pt x="1685" y="130191"/>
                  <a:pt x="1872" y="122788"/>
                </a:cubicBezTo>
                <a:lnTo>
                  <a:pt x="2153" y="109206"/>
                </a:lnTo>
                <a:lnTo>
                  <a:pt x="2434" y="41755"/>
                </a:lnTo>
                <a:cubicBezTo>
                  <a:pt x="2871" y="34169"/>
                  <a:pt x="3089" y="29060"/>
                  <a:pt x="3089" y="26430"/>
                </a:cubicBezTo>
                <a:cubicBezTo>
                  <a:pt x="3089" y="23310"/>
                  <a:pt x="2793" y="20358"/>
                  <a:pt x="2200" y="17574"/>
                </a:cubicBezTo>
                <a:cubicBezTo>
                  <a:pt x="1607" y="14790"/>
                  <a:pt x="1310" y="11900"/>
                  <a:pt x="1310" y="8902"/>
                </a:cubicBezTo>
                <a:cubicBezTo>
                  <a:pt x="1310" y="6332"/>
                  <a:pt x="2215" y="4206"/>
                  <a:pt x="4025" y="2524"/>
                </a:cubicBezTo>
                <a:cubicBezTo>
                  <a:pt x="5835" y="841"/>
                  <a:pt x="8050" y="0"/>
                  <a:pt x="10671" y="0"/>
                </a:cubicBezTo>
                <a:cubicBezTo>
                  <a:pt x="15788" y="0"/>
                  <a:pt x="18783" y="2692"/>
                  <a:pt x="19657" y="8076"/>
                </a:cubicBezTo>
                <a:cubicBezTo>
                  <a:pt x="20656" y="14010"/>
                  <a:pt x="21155" y="19363"/>
                  <a:pt x="21155" y="24136"/>
                </a:cubicBezTo>
                <a:cubicBezTo>
                  <a:pt x="21155" y="30559"/>
                  <a:pt x="20936" y="37259"/>
                  <a:pt x="20500" y="44233"/>
                </a:cubicBezTo>
                <a:cubicBezTo>
                  <a:pt x="20125" y="50902"/>
                  <a:pt x="19969" y="57601"/>
                  <a:pt x="20032" y="64331"/>
                </a:cubicBezTo>
                <a:lnTo>
                  <a:pt x="20125" y="72407"/>
                </a:lnTo>
                <a:cubicBezTo>
                  <a:pt x="25242" y="65677"/>
                  <a:pt x="30718" y="60645"/>
                  <a:pt x="36553" y="57310"/>
                </a:cubicBezTo>
                <a:cubicBezTo>
                  <a:pt x="42388" y="53976"/>
                  <a:pt x="48581" y="52309"/>
                  <a:pt x="55134" y="52309"/>
                </a:cubicBezTo>
                <a:cubicBezTo>
                  <a:pt x="65493" y="52309"/>
                  <a:pt x="72607" y="55613"/>
                  <a:pt x="76476" y="62220"/>
                </a:cubicBezTo>
                <a:cubicBezTo>
                  <a:pt x="79221" y="66870"/>
                  <a:pt x="80781" y="74701"/>
                  <a:pt x="81156" y="85713"/>
                </a:cubicBezTo>
                <a:lnTo>
                  <a:pt x="81905" y="103241"/>
                </a:lnTo>
                <a:lnTo>
                  <a:pt x="83777" y="122329"/>
                </a:lnTo>
                <a:cubicBezTo>
                  <a:pt x="84650" y="129487"/>
                  <a:pt x="85711" y="135789"/>
                  <a:pt x="86959" y="141234"/>
                </a:cubicBezTo>
                <a:cubicBezTo>
                  <a:pt x="87209" y="142274"/>
                  <a:pt x="87334" y="143161"/>
                  <a:pt x="87334" y="143895"/>
                </a:cubicBezTo>
                <a:cubicBezTo>
                  <a:pt x="87334" y="146404"/>
                  <a:pt x="86398" y="148499"/>
                  <a:pt x="84526" y="150182"/>
                </a:cubicBezTo>
                <a:cubicBezTo>
                  <a:pt x="82654" y="151864"/>
                  <a:pt x="80407" y="152705"/>
                  <a:pt x="77786" y="152705"/>
                </a:cubicBezTo>
                <a:close/>
                <a:moveTo>
                  <a:pt x="196526" y="65142"/>
                </a:moveTo>
                <a:lnTo>
                  <a:pt x="164138" y="133795"/>
                </a:lnTo>
                <a:cubicBezTo>
                  <a:pt x="156150" y="150499"/>
                  <a:pt x="150035" y="164480"/>
                  <a:pt x="145791" y="175737"/>
                </a:cubicBezTo>
                <a:lnTo>
                  <a:pt x="139613" y="193543"/>
                </a:lnTo>
                <a:cubicBezTo>
                  <a:pt x="137991" y="198009"/>
                  <a:pt x="135183" y="200242"/>
                  <a:pt x="131189" y="200242"/>
                </a:cubicBezTo>
                <a:cubicBezTo>
                  <a:pt x="128568" y="200242"/>
                  <a:pt x="126306" y="199396"/>
                  <a:pt x="124403" y="197704"/>
                </a:cubicBezTo>
                <a:cubicBezTo>
                  <a:pt x="122499" y="196014"/>
                  <a:pt x="121548" y="193908"/>
                  <a:pt x="121548" y="191386"/>
                </a:cubicBezTo>
                <a:cubicBezTo>
                  <a:pt x="121548" y="185238"/>
                  <a:pt x="128287" y="167546"/>
                  <a:pt x="141766" y="138312"/>
                </a:cubicBezTo>
                <a:lnTo>
                  <a:pt x="108256" y="74996"/>
                </a:lnTo>
                <a:lnTo>
                  <a:pt x="104043" y="68285"/>
                </a:lnTo>
                <a:cubicBezTo>
                  <a:pt x="102359" y="65467"/>
                  <a:pt x="101516" y="63109"/>
                  <a:pt x="101516" y="61211"/>
                </a:cubicBezTo>
                <a:cubicBezTo>
                  <a:pt x="101516" y="58702"/>
                  <a:pt x="102499" y="56500"/>
                  <a:pt x="104465" y="54603"/>
                </a:cubicBezTo>
                <a:cubicBezTo>
                  <a:pt x="106430" y="52707"/>
                  <a:pt x="108630" y="51758"/>
                  <a:pt x="111064" y="51758"/>
                </a:cubicBezTo>
                <a:cubicBezTo>
                  <a:pt x="113934" y="51758"/>
                  <a:pt x="116150" y="52829"/>
                  <a:pt x="117710" y="54970"/>
                </a:cubicBezTo>
                <a:cubicBezTo>
                  <a:pt x="128318" y="69430"/>
                  <a:pt x="139707" y="90016"/>
                  <a:pt x="151876" y="116729"/>
                </a:cubicBezTo>
                <a:lnTo>
                  <a:pt x="165729" y="84970"/>
                </a:lnTo>
                <a:cubicBezTo>
                  <a:pt x="170722" y="74013"/>
                  <a:pt x="175527" y="64595"/>
                  <a:pt x="180145" y="56714"/>
                </a:cubicBezTo>
                <a:cubicBezTo>
                  <a:pt x="182142" y="53288"/>
                  <a:pt x="184762" y="51575"/>
                  <a:pt x="188007" y="51575"/>
                </a:cubicBezTo>
                <a:cubicBezTo>
                  <a:pt x="190566" y="51575"/>
                  <a:pt x="192828" y="52461"/>
                  <a:pt x="194794" y="54233"/>
                </a:cubicBezTo>
                <a:cubicBezTo>
                  <a:pt x="196760" y="56005"/>
                  <a:pt x="197742" y="58114"/>
                  <a:pt x="197742" y="60560"/>
                </a:cubicBezTo>
                <a:cubicBezTo>
                  <a:pt x="197742" y="61904"/>
                  <a:pt x="197337" y="63431"/>
                  <a:pt x="196526" y="65142"/>
                </a:cubicBezTo>
                <a:close/>
                <a:moveTo>
                  <a:pt x="263151" y="150870"/>
                </a:moveTo>
                <a:cubicBezTo>
                  <a:pt x="253604" y="150870"/>
                  <a:pt x="244929" y="149034"/>
                  <a:pt x="237129" y="145364"/>
                </a:cubicBezTo>
                <a:cubicBezTo>
                  <a:pt x="235132" y="148300"/>
                  <a:pt x="232698" y="149769"/>
                  <a:pt x="229828" y="149769"/>
                </a:cubicBezTo>
                <a:cubicBezTo>
                  <a:pt x="227456" y="149769"/>
                  <a:pt x="225444" y="148957"/>
                  <a:pt x="223790" y="147334"/>
                </a:cubicBezTo>
                <a:cubicBezTo>
                  <a:pt x="222137" y="145713"/>
                  <a:pt x="221310" y="143677"/>
                  <a:pt x="221310" y="141228"/>
                </a:cubicBezTo>
                <a:cubicBezTo>
                  <a:pt x="221310" y="139638"/>
                  <a:pt x="221388" y="137281"/>
                  <a:pt x="221544" y="134159"/>
                </a:cubicBezTo>
                <a:cubicBezTo>
                  <a:pt x="221700" y="131037"/>
                  <a:pt x="221778" y="128680"/>
                  <a:pt x="221778" y="127087"/>
                </a:cubicBezTo>
                <a:cubicBezTo>
                  <a:pt x="221778" y="120598"/>
                  <a:pt x="221606" y="110880"/>
                  <a:pt x="221263" y="97933"/>
                </a:cubicBezTo>
                <a:cubicBezTo>
                  <a:pt x="220920" y="84986"/>
                  <a:pt x="220748" y="75267"/>
                  <a:pt x="220748" y="68776"/>
                </a:cubicBezTo>
                <a:cubicBezTo>
                  <a:pt x="220748" y="64308"/>
                  <a:pt x="220779" y="55845"/>
                  <a:pt x="220842" y="43387"/>
                </a:cubicBezTo>
                <a:cubicBezTo>
                  <a:pt x="220904" y="30929"/>
                  <a:pt x="220935" y="22435"/>
                  <a:pt x="220935" y="17904"/>
                </a:cubicBezTo>
                <a:cubicBezTo>
                  <a:pt x="220935" y="14231"/>
                  <a:pt x="221715" y="10925"/>
                  <a:pt x="223275" y="7987"/>
                </a:cubicBezTo>
                <a:cubicBezTo>
                  <a:pt x="225335" y="4253"/>
                  <a:pt x="228174" y="2386"/>
                  <a:pt x="231793" y="2386"/>
                </a:cubicBezTo>
                <a:cubicBezTo>
                  <a:pt x="236474" y="2386"/>
                  <a:pt x="238814" y="5052"/>
                  <a:pt x="238814" y="10384"/>
                </a:cubicBezTo>
                <a:cubicBezTo>
                  <a:pt x="238814" y="11243"/>
                  <a:pt x="238658" y="12500"/>
                  <a:pt x="238346" y="14156"/>
                </a:cubicBezTo>
                <a:cubicBezTo>
                  <a:pt x="238034" y="15809"/>
                  <a:pt x="237878" y="17065"/>
                  <a:pt x="237878" y="17924"/>
                </a:cubicBezTo>
                <a:lnTo>
                  <a:pt x="237597" y="38062"/>
                </a:lnTo>
                <a:lnTo>
                  <a:pt x="237410" y="61486"/>
                </a:lnTo>
                <a:cubicBezTo>
                  <a:pt x="242839" y="57876"/>
                  <a:pt x="248003" y="55169"/>
                  <a:pt x="252901" y="53364"/>
                </a:cubicBezTo>
                <a:cubicBezTo>
                  <a:pt x="257800" y="51559"/>
                  <a:pt x="262402" y="50657"/>
                  <a:pt x="266708" y="50657"/>
                </a:cubicBezTo>
                <a:cubicBezTo>
                  <a:pt x="280125" y="50657"/>
                  <a:pt x="291014" y="55704"/>
                  <a:pt x="299377" y="65799"/>
                </a:cubicBezTo>
                <a:cubicBezTo>
                  <a:pt x="307239" y="75282"/>
                  <a:pt x="311171" y="86937"/>
                  <a:pt x="311171" y="100763"/>
                </a:cubicBezTo>
                <a:cubicBezTo>
                  <a:pt x="311171" y="114712"/>
                  <a:pt x="306584" y="126551"/>
                  <a:pt x="297411" y="136278"/>
                </a:cubicBezTo>
                <a:cubicBezTo>
                  <a:pt x="288238" y="146006"/>
                  <a:pt x="276818" y="150870"/>
                  <a:pt x="263151" y="150870"/>
                </a:cubicBezTo>
                <a:moveTo>
                  <a:pt x="266708" y="68093"/>
                </a:moveTo>
                <a:cubicBezTo>
                  <a:pt x="261591" y="68093"/>
                  <a:pt x="256349" y="69499"/>
                  <a:pt x="250983" y="72309"/>
                </a:cubicBezTo>
                <a:cubicBezTo>
                  <a:pt x="248362" y="73714"/>
                  <a:pt x="243869" y="76738"/>
                  <a:pt x="237503" y="81380"/>
                </a:cubicBezTo>
                <a:lnTo>
                  <a:pt x="237316" y="97236"/>
                </a:lnTo>
                <a:lnTo>
                  <a:pt x="237410" y="111532"/>
                </a:lnTo>
                <a:lnTo>
                  <a:pt x="237503" y="126559"/>
                </a:lnTo>
                <a:cubicBezTo>
                  <a:pt x="240499" y="127903"/>
                  <a:pt x="244711" y="129615"/>
                  <a:pt x="250140" y="131693"/>
                </a:cubicBezTo>
                <a:cubicBezTo>
                  <a:pt x="254009" y="132853"/>
                  <a:pt x="258346" y="133434"/>
                  <a:pt x="263151" y="133434"/>
                </a:cubicBezTo>
                <a:cubicBezTo>
                  <a:pt x="272200" y="133434"/>
                  <a:pt x="279626" y="130318"/>
                  <a:pt x="285429" y="124087"/>
                </a:cubicBezTo>
                <a:cubicBezTo>
                  <a:pt x="291233" y="117855"/>
                  <a:pt x="294135" y="110095"/>
                  <a:pt x="294135" y="100809"/>
                </a:cubicBezTo>
                <a:cubicBezTo>
                  <a:pt x="294135" y="91707"/>
                  <a:pt x="291795" y="84100"/>
                  <a:pt x="287114" y="77990"/>
                </a:cubicBezTo>
                <a:cubicBezTo>
                  <a:pt x="282060" y="71392"/>
                  <a:pt x="275258" y="68093"/>
                  <a:pt x="266708" y="68093"/>
                </a:cubicBezTo>
                <a:close/>
                <a:moveTo>
                  <a:pt x="409835" y="79014"/>
                </a:moveTo>
                <a:cubicBezTo>
                  <a:pt x="409398" y="86661"/>
                  <a:pt x="406278" y="90485"/>
                  <a:pt x="400474" y="90485"/>
                </a:cubicBezTo>
                <a:cubicBezTo>
                  <a:pt x="395107" y="90485"/>
                  <a:pt x="392424" y="87469"/>
                  <a:pt x="392424" y="81437"/>
                </a:cubicBezTo>
                <a:cubicBezTo>
                  <a:pt x="392424" y="80279"/>
                  <a:pt x="392330" y="78145"/>
                  <a:pt x="392143" y="75036"/>
                </a:cubicBezTo>
                <a:lnTo>
                  <a:pt x="391862" y="67359"/>
                </a:lnTo>
                <a:cubicBezTo>
                  <a:pt x="382003" y="68523"/>
                  <a:pt x="374109" y="71252"/>
                  <a:pt x="368180" y="75544"/>
                </a:cubicBezTo>
                <a:cubicBezTo>
                  <a:pt x="362626" y="79530"/>
                  <a:pt x="358009" y="85539"/>
                  <a:pt x="354327" y="93571"/>
                </a:cubicBezTo>
                <a:lnTo>
                  <a:pt x="354514" y="143967"/>
                </a:lnTo>
                <a:cubicBezTo>
                  <a:pt x="354514" y="150160"/>
                  <a:pt x="351425" y="153256"/>
                  <a:pt x="345247" y="153256"/>
                </a:cubicBezTo>
                <a:cubicBezTo>
                  <a:pt x="339755" y="153256"/>
                  <a:pt x="337010" y="150161"/>
                  <a:pt x="337010" y="143970"/>
                </a:cubicBezTo>
                <a:lnTo>
                  <a:pt x="337010" y="79430"/>
                </a:lnTo>
                <a:cubicBezTo>
                  <a:pt x="337010" y="77407"/>
                  <a:pt x="337088" y="74374"/>
                  <a:pt x="337244" y="70330"/>
                </a:cubicBezTo>
                <a:cubicBezTo>
                  <a:pt x="337400" y="66285"/>
                  <a:pt x="337478" y="63251"/>
                  <a:pt x="337478" y="61228"/>
                </a:cubicBezTo>
                <a:cubicBezTo>
                  <a:pt x="337478" y="55037"/>
                  <a:pt x="340223" y="51942"/>
                  <a:pt x="345715" y="51942"/>
                </a:cubicBezTo>
                <a:cubicBezTo>
                  <a:pt x="351831" y="51942"/>
                  <a:pt x="354920" y="57020"/>
                  <a:pt x="354982" y="67176"/>
                </a:cubicBezTo>
                <a:cubicBezTo>
                  <a:pt x="366963" y="55796"/>
                  <a:pt x="380255" y="50106"/>
                  <a:pt x="394858" y="50106"/>
                </a:cubicBezTo>
                <a:cubicBezTo>
                  <a:pt x="399913" y="50106"/>
                  <a:pt x="403688" y="51972"/>
                  <a:pt x="406184" y="55704"/>
                </a:cubicBezTo>
                <a:cubicBezTo>
                  <a:pt x="408680" y="59436"/>
                  <a:pt x="409928" y="65065"/>
                  <a:pt x="409928" y="72590"/>
                </a:cubicBezTo>
                <a:cubicBezTo>
                  <a:pt x="409928" y="75771"/>
                  <a:pt x="409897" y="77913"/>
                  <a:pt x="409835" y="79014"/>
                </a:cubicBezTo>
                <a:close/>
                <a:moveTo>
                  <a:pt x="450797" y="30835"/>
                </a:moveTo>
                <a:cubicBezTo>
                  <a:pt x="447802" y="30835"/>
                  <a:pt x="445212" y="29795"/>
                  <a:pt x="443028" y="27715"/>
                </a:cubicBezTo>
                <a:cubicBezTo>
                  <a:pt x="440844" y="25634"/>
                  <a:pt x="439752" y="23126"/>
                  <a:pt x="439752" y="20189"/>
                </a:cubicBezTo>
                <a:cubicBezTo>
                  <a:pt x="439752" y="17253"/>
                  <a:pt x="440844" y="14744"/>
                  <a:pt x="443028" y="12664"/>
                </a:cubicBezTo>
                <a:cubicBezTo>
                  <a:pt x="445212" y="10584"/>
                  <a:pt x="447802" y="9544"/>
                  <a:pt x="450797" y="9544"/>
                </a:cubicBezTo>
                <a:cubicBezTo>
                  <a:pt x="453793" y="9544"/>
                  <a:pt x="456367" y="10584"/>
                  <a:pt x="458520" y="12664"/>
                </a:cubicBezTo>
                <a:cubicBezTo>
                  <a:pt x="460673" y="14744"/>
                  <a:pt x="461749" y="17253"/>
                  <a:pt x="461749" y="20189"/>
                </a:cubicBezTo>
                <a:cubicBezTo>
                  <a:pt x="461749" y="23126"/>
                  <a:pt x="460673" y="25634"/>
                  <a:pt x="458520" y="27715"/>
                </a:cubicBezTo>
                <a:cubicBezTo>
                  <a:pt x="456367" y="29795"/>
                  <a:pt x="453793" y="30835"/>
                  <a:pt x="450797" y="30835"/>
                </a:cubicBezTo>
                <a:moveTo>
                  <a:pt x="455010" y="105404"/>
                </a:moveTo>
                <a:cubicBezTo>
                  <a:pt x="455010" y="109078"/>
                  <a:pt x="455119" y="114575"/>
                  <a:pt x="455337" y="121893"/>
                </a:cubicBezTo>
                <a:cubicBezTo>
                  <a:pt x="455556" y="129210"/>
                  <a:pt x="455665" y="134706"/>
                  <a:pt x="455665" y="138381"/>
                </a:cubicBezTo>
                <a:cubicBezTo>
                  <a:pt x="455665" y="141074"/>
                  <a:pt x="454822" y="143279"/>
                  <a:pt x="453138" y="144994"/>
                </a:cubicBezTo>
                <a:cubicBezTo>
                  <a:pt x="451453" y="146709"/>
                  <a:pt x="449237" y="147566"/>
                  <a:pt x="446492" y="147566"/>
                </a:cubicBezTo>
                <a:cubicBezTo>
                  <a:pt x="443808" y="147566"/>
                  <a:pt x="441609" y="146709"/>
                  <a:pt x="439892" y="144994"/>
                </a:cubicBezTo>
                <a:cubicBezTo>
                  <a:pt x="438176" y="143279"/>
                  <a:pt x="437318" y="141074"/>
                  <a:pt x="437318" y="138381"/>
                </a:cubicBezTo>
                <a:cubicBezTo>
                  <a:pt x="437318" y="134706"/>
                  <a:pt x="437209" y="129210"/>
                  <a:pt x="436991" y="121893"/>
                </a:cubicBezTo>
                <a:cubicBezTo>
                  <a:pt x="436772" y="114575"/>
                  <a:pt x="436663" y="109078"/>
                  <a:pt x="436663" y="105404"/>
                </a:cubicBezTo>
                <a:cubicBezTo>
                  <a:pt x="436663" y="99647"/>
                  <a:pt x="436975" y="92467"/>
                  <a:pt x="437599" y="83863"/>
                </a:cubicBezTo>
                <a:cubicBezTo>
                  <a:pt x="438223" y="75258"/>
                  <a:pt x="438535" y="68077"/>
                  <a:pt x="438535" y="62320"/>
                </a:cubicBezTo>
                <a:cubicBezTo>
                  <a:pt x="438535" y="59565"/>
                  <a:pt x="439393" y="57330"/>
                  <a:pt x="441109" y="55615"/>
                </a:cubicBezTo>
                <a:cubicBezTo>
                  <a:pt x="442825" y="53901"/>
                  <a:pt x="445025" y="53043"/>
                  <a:pt x="447708" y="53043"/>
                </a:cubicBezTo>
                <a:cubicBezTo>
                  <a:pt x="450392" y="53043"/>
                  <a:pt x="452592" y="53901"/>
                  <a:pt x="454308" y="55615"/>
                </a:cubicBezTo>
                <a:cubicBezTo>
                  <a:pt x="456024" y="57330"/>
                  <a:pt x="456882" y="59565"/>
                  <a:pt x="456882" y="62320"/>
                </a:cubicBezTo>
                <a:cubicBezTo>
                  <a:pt x="456882" y="68077"/>
                  <a:pt x="456570" y="75258"/>
                  <a:pt x="455946" y="83863"/>
                </a:cubicBezTo>
                <a:cubicBezTo>
                  <a:pt x="455322" y="92467"/>
                  <a:pt x="455010" y="99647"/>
                  <a:pt x="455010" y="105404"/>
                </a:cubicBezTo>
                <a:close/>
                <a:moveTo>
                  <a:pt x="575740" y="65942"/>
                </a:moveTo>
                <a:cubicBezTo>
                  <a:pt x="574991" y="74930"/>
                  <a:pt x="574617" y="83918"/>
                  <a:pt x="574617" y="92906"/>
                </a:cubicBezTo>
                <a:cubicBezTo>
                  <a:pt x="574617" y="113267"/>
                  <a:pt x="575584" y="128644"/>
                  <a:pt x="577518" y="139037"/>
                </a:cubicBezTo>
                <a:cubicBezTo>
                  <a:pt x="577643" y="139894"/>
                  <a:pt x="577706" y="140597"/>
                  <a:pt x="577706" y="141148"/>
                </a:cubicBezTo>
                <a:cubicBezTo>
                  <a:pt x="577706" y="143593"/>
                  <a:pt x="576832" y="145610"/>
                  <a:pt x="575085" y="147199"/>
                </a:cubicBezTo>
                <a:cubicBezTo>
                  <a:pt x="573337" y="148790"/>
                  <a:pt x="571309" y="149585"/>
                  <a:pt x="569000" y="149585"/>
                </a:cubicBezTo>
                <a:cubicBezTo>
                  <a:pt x="565131" y="149585"/>
                  <a:pt x="562292" y="146832"/>
                  <a:pt x="560482" y="141326"/>
                </a:cubicBezTo>
                <a:cubicBezTo>
                  <a:pt x="555989" y="144568"/>
                  <a:pt x="551324" y="147031"/>
                  <a:pt x="546488" y="148713"/>
                </a:cubicBezTo>
                <a:cubicBezTo>
                  <a:pt x="541652" y="150396"/>
                  <a:pt x="536613" y="151237"/>
                  <a:pt x="531371" y="151237"/>
                </a:cubicBezTo>
                <a:cubicBezTo>
                  <a:pt x="518453" y="151237"/>
                  <a:pt x="507751" y="147012"/>
                  <a:pt x="499264" y="138561"/>
                </a:cubicBezTo>
                <a:cubicBezTo>
                  <a:pt x="490528" y="129927"/>
                  <a:pt x="486160" y="118843"/>
                  <a:pt x="486160" y="105309"/>
                </a:cubicBezTo>
                <a:cubicBezTo>
                  <a:pt x="486160" y="88959"/>
                  <a:pt x="490575" y="75855"/>
                  <a:pt x="499405" y="65997"/>
                </a:cubicBezTo>
                <a:cubicBezTo>
                  <a:pt x="508235" y="56137"/>
                  <a:pt x="519701" y="51208"/>
                  <a:pt x="533805" y="51208"/>
                </a:cubicBezTo>
                <a:cubicBezTo>
                  <a:pt x="541043" y="51208"/>
                  <a:pt x="546629" y="52309"/>
                  <a:pt x="550560" y="54511"/>
                </a:cubicBezTo>
                <a:lnTo>
                  <a:pt x="559359" y="60843"/>
                </a:lnTo>
                <a:cubicBezTo>
                  <a:pt x="560233" y="35121"/>
                  <a:pt x="561262" y="17802"/>
                  <a:pt x="562448" y="8887"/>
                </a:cubicBezTo>
                <a:cubicBezTo>
                  <a:pt x="563259" y="3452"/>
                  <a:pt x="566099" y="734"/>
                  <a:pt x="570966" y="734"/>
                </a:cubicBezTo>
                <a:cubicBezTo>
                  <a:pt x="576645" y="734"/>
                  <a:pt x="579484" y="3699"/>
                  <a:pt x="579484" y="9630"/>
                </a:cubicBezTo>
                <a:cubicBezTo>
                  <a:pt x="579484" y="18128"/>
                  <a:pt x="578236" y="36899"/>
                  <a:pt x="575740" y="65942"/>
                </a:cubicBezTo>
                <a:moveTo>
                  <a:pt x="534179" y="68277"/>
                </a:moveTo>
                <a:cubicBezTo>
                  <a:pt x="523695" y="68277"/>
                  <a:pt x="515832" y="71321"/>
                  <a:pt x="510591" y="77408"/>
                </a:cubicBezTo>
                <a:cubicBezTo>
                  <a:pt x="505349" y="83495"/>
                  <a:pt x="502728" y="92657"/>
                  <a:pt x="502728" y="104893"/>
                </a:cubicBezTo>
                <a:cubicBezTo>
                  <a:pt x="502728" y="112785"/>
                  <a:pt x="505583" y="119576"/>
                  <a:pt x="511293" y="125266"/>
                </a:cubicBezTo>
                <a:cubicBezTo>
                  <a:pt x="517003" y="130956"/>
                  <a:pt x="523695" y="133801"/>
                  <a:pt x="531371" y="133801"/>
                </a:cubicBezTo>
                <a:cubicBezTo>
                  <a:pt x="536613" y="133801"/>
                  <a:pt x="541043" y="132852"/>
                  <a:pt x="544663" y="130956"/>
                </a:cubicBezTo>
                <a:cubicBezTo>
                  <a:pt x="546785" y="129855"/>
                  <a:pt x="550248" y="127316"/>
                  <a:pt x="555053" y="123339"/>
                </a:cubicBezTo>
                <a:cubicBezTo>
                  <a:pt x="555989" y="122544"/>
                  <a:pt x="556894" y="121595"/>
                  <a:pt x="557768" y="120494"/>
                </a:cubicBezTo>
                <a:lnTo>
                  <a:pt x="557487" y="104618"/>
                </a:lnTo>
                <a:lnTo>
                  <a:pt x="557580" y="93972"/>
                </a:lnTo>
                <a:lnTo>
                  <a:pt x="557768" y="83144"/>
                </a:lnTo>
                <a:cubicBezTo>
                  <a:pt x="555396" y="78188"/>
                  <a:pt x="552245" y="74471"/>
                  <a:pt x="548314" y="71994"/>
                </a:cubicBezTo>
                <a:cubicBezTo>
                  <a:pt x="544382" y="69516"/>
                  <a:pt x="539671" y="68277"/>
                  <a:pt x="534179" y="682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78" name="Text evaluationcombining">
            <a:extLst xmlns:a="http://schemas.openxmlformats.org/drawingml/2006/main">
              <a:ext uri="{FF2B5EF4-FFF2-40B4-BE49-F238E27FC236}">
                <a16:creationId xmlns:a16="http://schemas.microsoft.com/office/drawing/2014/main" id="{F03EF4F0-704B-400E-A37D-4C3D1A10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756" y="3647071"/>
            <a:ext cx="1640058" cy="184998"/>
          </a:xfrm>
          <a:custGeom xmlns:a="http://schemas.openxmlformats.org/drawingml/2006/main">
            <a:pathLst>
              <a:path w="1640058" h="184998">
                <a:moveTo>
                  <a:pt x="44165" y="140919"/>
                </a:moveTo>
                <a:cubicBezTo>
                  <a:pt x="31344" y="140919"/>
                  <a:pt x="20962" y="137711"/>
                  <a:pt x="13020" y="131295"/>
                </a:cubicBezTo>
                <a:cubicBezTo>
                  <a:pt x="4340" y="124196"/>
                  <a:pt x="0" y="114259"/>
                  <a:pt x="0" y="101482"/>
                </a:cubicBezTo>
                <a:cubicBezTo>
                  <a:pt x="0" y="86720"/>
                  <a:pt x="3574" y="74342"/>
                  <a:pt x="10722" y="64348"/>
                </a:cubicBezTo>
                <a:cubicBezTo>
                  <a:pt x="18494" y="53445"/>
                  <a:pt x="28876" y="47994"/>
                  <a:pt x="41867" y="47994"/>
                </a:cubicBezTo>
                <a:cubicBezTo>
                  <a:pt x="51284" y="47994"/>
                  <a:pt x="58971" y="49582"/>
                  <a:pt x="64928" y="52759"/>
                </a:cubicBezTo>
                <a:cubicBezTo>
                  <a:pt x="72246" y="56674"/>
                  <a:pt x="75905" y="62687"/>
                  <a:pt x="75905" y="70800"/>
                </a:cubicBezTo>
                <a:cubicBezTo>
                  <a:pt x="75905" y="76473"/>
                  <a:pt x="72700" y="81635"/>
                  <a:pt x="66290" y="86287"/>
                </a:cubicBezTo>
                <a:cubicBezTo>
                  <a:pt x="63453" y="88329"/>
                  <a:pt x="57440" y="91506"/>
                  <a:pt x="48249" y="95818"/>
                </a:cubicBezTo>
                <a:lnTo>
                  <a:pt x="15743" y="111220"/>
                </a:lnTo>
                <a:cubicBezTo>
                  <a:pt x="18920" y="115929"/>
                  <a:pt x="22877" y="119474"/>
                  <a:pt x="27614" y="121857"/>
                </a:cubicBezTo>
                <a:cubicBezTo>
                  <a:pt x="32351" y="124240"/>
                  <a:pt x="37868" y="125431"/>
                  <a:pt x="44165" y="125431"/>
                </a:cubicBezTo>
                <a:cubicBezTo>
                  <a:pt x="48079" y="125431"/>
                  <a:pt x="52674" y="124694"/>
                  <a:pt x="57950" y="123219"/>
                </a:cubicBezTo>
                <a:cubicBezTo>
                  <a:pt x="64644" y="121347"/>
                  <a:pt x="68956" y="118893"/>
                  <a:pt x="70885" y="115858"/>
                </a:cubicBezTo>
                <a:cubicBezTo>
                  <a:pt x="72814" y="112823"/>
                  <a:pt x="74884" y="111305"/>
                  <a:pt x="77097" y="111305"/>
                </a:cubicBezTo>
                <a:cubicBezTo>
                  <a:pt x="79082" y="111305"/>
                  <a:pt x="80855" y="112060"/>
                  <a:pt x="82415" y="113568"/>
                </a:cubicBezTo>
                <a:cubicBezTo>
                  <a:pt x="83975" y="115075"/>
                  <a:pt x="84755" y="116824"/>
                  <a:pt x="84755" y="118815"/>
                </a:cubicBezTo>
                <a:cubicBezTo>
                  <a:pt x="84755" y="125130"/>
                  <a:pt x="79678" y="130564"/>
                  <a:pt x="69523" y="135116"/>
                </a:cubicBezTo>
                <a:cubicBezTo>
                  <a:pt x="60843" y="138984"/>
                  <a:pt x="52391" y="140919"/>
                  <a:pt x="44165" y="140919"/>
                </a:cubicBezTo>
                <a:moveTo>
                  <a:pt x="41867" y="63311"/>
                </a:moveTo>
                <a:cubicBezTo>
                  <a:pt x="34946" y="63311"/>
                  <a:pt x="29188" y="65992"/>
                  <a:pt x="24593" y="71353"/>
                </a:cubicBezTo>
                <a:cubicBezTo>
                  <a:pt x="19998" y="76714"/>
                  <a:pt x="16565" y="84784"/>
                  <a:pt x="14296" y="95563"/>
                </a:cubicBezTo>
                <a:lnTo>
                  <a:pt x="40420" y="83139"/>
                </a:lnTo>
                <a:cubicBezTo>
                  <a:pt x="50689" y="78146"/>
                  <a:pt x="58007" y="73806"/>
                  <a:pt x="62375" y="70119"/>
                </a:cubicBezTo>
                <a:cubicBezTo>
                  <a:pt x="57496" y="65580"/>
                  <a:pt x="50660" y="63311"/>
                  <a:pt x="41867" y="63311"/>
                </a:cubicBezTo>
                <a:close/>
                <a:moveTo>
                  <a:pt x="139506" y="132579"/>
                </a:moveTo>
                <a:cubicBezTo>
                  <a:pt x="139336" y="137798"/>
                  <a:pt x="136755" y="140408"/>
                  <a:pt x="131763" y="140408"/>
                </a:cubicBezTo>
                <a:cubicBezTo>
                  <a:pt x="127621" y="140408"/>
                  <a:pt x="124615" y="137969"/>
                  <a:pt x="122743" y="133090"/>
                </a:cubicBezTo>
                <a:lnTo>
                  <a:pt x="109723" y="98541"/>
                </a:lnTo>
                <a:lnTo>
                  <a:pt x="94576" y="59482"/>
                </a:lnTo>
                <a:cubicBezTo>
                  <a:pt x="94009" y="58007"/>
                  <a:pt x="93725" y="56702"/>
                  <a:pt x="93725" y="55568"/>
                </a:cubicBezTo>
                <a:cubicBezTo>
                  <a:pt x="93725" y="53242"/>
                  <a:pt x="94604" y="51256"/>
                  <a:pt x="96363" y="49611"/>
                </a:cubicBezTo>
                <a:cubicBezTo>
                  <a:pt x="98121" y="47966"/>
                  <a:pt x="100164" y="47143"/>
                  <a:pt x="102490" y="47143"/>
                </a:cubicBezTo>
                <a:cubicBezTo>
                  <a:pt x="105894" y="47143"/>
                  <a:pt x="108333" y="48873"/>
                  <a:pt x="109808" y="52334"/>
                </a:cubicBezTo>
                <a:lnTo>
                  <a:pt x="131422" y="111816"/>
                </a:lnTo>
                <a:cubicBezTo>
                  <a:pt x="135677" y="102739"/>
                  <a:pt x="141038" y="89577"/>
                  <a:pt x="147505" y="72331"/>
                </a:cubicBezTo>
                <a:cubicBezTo>
                  <a:pt x="149037" y="67793"/>
                  <a:pt x="151448" y="61382"/>
                  <a:pt x="154739" y="53100"/>
                </a:cubicBezTo>
                <a:cubicBezTo>
                  <a:pt x="156497" y="49469"/>
                  <a:pt x="158993" y="47654"/>
                  <a:pt x="162227" y="47654"/>
                </a:cubicBezTo>
                <a:cubicBezTo>
                  <a:pt x="164553" y="47654"/>
                  <a:pt x="166595" y="48476"/>
                  <a:pt x="168354" y="50121"/>
                </a:cubicBezTo>
                <a:cubicBezTo>
                  <a:pt x="170113" y="51767"/>
                  <a:pt x="170992" y="53724"/>
                  <a:pt x="170992" y="55993"/>
                </a:cubicBezTo>
                <a:cubicBezTo>
                  <a:pt x="170992" y="58149"/>
                  <a:pt x="166312" y="70289"/>
                  <a:pt x="156951" y="92414"/>
                </a:cubicBezTo>
                <a:lnTo>
                  <a:pt x="139506" y="132579"/>
                </a:lnTo>
                <a:close/>
                <a:moveTo>
                  <a:pt x="251609" y="142621"/>
                </a:moveTo>
                <a:cubicBezTo>
                  <a:pt x="250531" y="142621"/>
                  <a:pt x="248574" y="141362"/>
                  <a:pt x="245738" y="138844"/>
                </a:cubicBezTo>
                <a:cubicBezTo>
                  <a:pt x="243185" y="136499"/>
                  <a:pt x="241284" y="134411"/>
                  <a:pt x="240036" y="132579"/>
                </a:cubicBezTo>
                <a:cubicBezTo>
                  <a:pt x="234590" y="135558"/>
                  <a:pt x="229796" y="137806"/>
                  <a:pt x="225655" y="139323"/>
                </a:cubicBezTo>
                <a:cubicBezTo>
                  <a:pt x="221514" y="140841"/>
                  <a:pt x="218053" y="141599"/>
                  <a:pt x="215273" y="141599"/>
                </a:cubicBezTo>
                <a:cubicBezTo>
                  <a:pt x="201999" y="141599"/>
                  <a:pt x="192326" y="137855"/>
                  <a:pt x="186256" y="130367"/>
                </a:cubicBezTo>
                <a:cubicBezTo>
                  <a:pt x="180526" y="123332"/>
                  <a:pt x="177661" y="112553"/>
                  <a:pt x="177661" y="98030"/>
                </a:cubicBezTo>
                <a:cubicBezTo>
                  <a:pt x="177661" y="84302"/>
                  <a:pt x="182384" y="72558"/>
                  <a:pt x="191830" y="62801"/>
                </a:cubicBezTo>
                <a:cubicBezTo>
                  <a:pt x="201275" y="53043"/>
                  <a:pt x="212550" y="48164"/>
                  <a:pt x="225655" y="48164"/>
                </a:cubicBezTo>
                <a:cubicBezTo>
                  <a:pt x="230591" y="48164"/>
                  <a:pt x="236122" y="49441"/>
                  <a:pt x="242249" y="51994"/>
                </a:cubicBezTo>
                <a:cubicBezTo>
                  <a:pt x="249964" y="55170"/>
                  <a:pt x="253822" y="59000"/>
                  <a:pt x="253822" y="63481"/>
                </a:cubicBezTo>
                <a:cubicBezTo>
                  <a:pt x="253822" y="65013"/>
                  <a:pt x="253255" y="66375"/>
                  <a:pt x="252120" y="67566"/>
                </a:cubicBezTo>
                <a:cubicBezTo>
                  <a:pt x="251553" y="69722"/>
                  <a:pt x="251113" y="73267"/>
                  <a:pt x="250801" y="78203"/>
                </a:cubicBezTo>
                <a:cubicBezTo>
                  <a:pt x="250489" y="83139"/>
                  <a:pt x="250305" y="89464"/>
                  <a:pt x="250248" y="97179"/>
                </a:cubicBezTo>
                <a:cubicBezTo>
                  <a:pt x="250191" y="104214"/>
                  <a:pt x="250673" y="109774"/>
                  <a:pt x="251694" y="113858"/>
                </a:cubicBezTo>
                <a:cubicBezTo>
                  <a:pt x="252262" y="116354"/>
                  <a:pt x="254049" y="121347"/>
                  <a:pt x="257056" y="128835"/>
                </a:cubicBezTo>
                <a:cubicBezTo>
                  <a:pt x="257453" y="129856"/>
                  <a:pt x="258105" y="131360"/>
                  <a:pt x="259013" y="133345"/>
                </a:cubicBezTo>
                <a:lnTo>
                  <a:pt x="259523" y="134792"/>
                </a:lnTo>
                <a:cubicBezTo>
                  <a:pt x="259523" y="137061"/>
                  <a:pt x="258729" y="138933"/>
                  <a:pt x="257141" y="140408"/>
                </a:cubicBezTo>
                <a:cubicBezTo>
                  <a:pt x="255552" y="141883"/>
                  <a:pt x="253708" y="142621"/>
                  <a:pt x="251609" y="142621"/>
                </a:cubicBezTo>
                <a:moveTo>
                  <a:pt x="233909" y="83511"/>
                </a:moveTo>
                <a:cubicBezTo>
                  <a:pt x="233909" y="81077"/>
                  <a:pt x="234065" y="78432"/>
                  <a:pt x="234377" y="75576"/>
                </a:cubicBezTo>
                <a:cubicBezTo>
                  <a:pt x="234689" y="72718"/>
                  <a:pt x="235158" y="69677"/>
                  <a:pt x="235782" y="66452"/>
                </a:cubicBezTo>
                <a:cubicBezTo>
                  <a:pt x="233683" y="65376"/>
                  <a:pt x="231881" y="64583"/>
                  <a:pt x="230378" y="64074"/>
                </a:cubicBezTo>
                <a:cubicBezTo>
                  <a:pt x="228875" y="63566"/>
                  <a:pt x="227669" y="63311"/>
                  <a:pt x="226761" y="63311"/>
                </a:cubicBezTo>
                <a:cubicBezTo>
                  <a:pt x="217968" y="63311"/>
                  <a:pt x="210380" y="66890"/>
                  <a:pt x="203998" y="74047"/>
                </a:cubicBezTo>
                <a:cubicBezTo>
                  <a:pt x="197616" y="81204"/>
                  <a:pt x="194425" y="89450"/>
                  <a:pt x="194425" y="98786"/>
                </a:cubicBezTo>
                <a:cubicBezTo>
                  <a:pt x="194425" y="108065"/>
                  <a:pt x="196070" y="115024"/>
                  <a:pt x="199361" y="119663"/>
                </a:cubicBezTo>
                <a:cubicBezTo>
                  <a:pt x="202651" y="124303"/>
                  <a:pt x="207586" y="126623"/>
                  <a:pt x="214167" y="126623"/>
                </a:cubicBezTo>
                <a:cubicBezTo>
                  <a:pt x="219613" y="126623"/>
                  <a:pt x="224237" y="125632"/>
                  <a:pt x="228038" y="123652"/>
                </a:cubicBezTo>
                <a:cubicBezTo>
                  <a:pt x="230080" y="122578"/>
                  <a:pt x="232945" y="120428"/>
                  <a:pt x="236633" y="117203"/>
                </a:cubicBezTo>
                <a:cubicBezTo>
                  <a:pt x="234817" y="102209"/>
                  <a:pt x="233909" y="90978"/>
                  <a:pt x="233909" y="83511"/>
                </a:cubicBezTo>
                <a:close/>
                <a:moveTo>
                  <a:pt x="295993" y="70119"/>
                </a:moveTo>
                <a:lnTo>
                  <a:pt x="294717" y="112462"/>
                </a:lnTo>
                <a:cubicBezTo>
                  <a:pt x="294717" y="116949"/>
                  <a:pt x="294490" y="123538"/>
                  <a:pt x="294036" y="132228"/>
                </a:cubicBezTo>
                <a:cubicBezTo>
                  <a:pt x="293469" y="137908"/>
                  <a:pt x="290689" y="140748"/>
                  <a:pt x="285697" y="140748"/>
                </a:cubicBezTo>
                <a:cubicBezTo>
                  <a:pt x="280137" y="140748"/>
                  <a:pt x="277357" y="137852"/>
                  <a:pt x="277357" y="132058"/>
                </a:cubicBezTo>
                <a:cubicBezTo>
                  <a:pt x="277357" y="125185"/>
                  <a:pt x="277669" y="114862"/>
                  <a:pt x="278293" y="101088"/>
                </a:cubicBezTo>
                <a:cubicBezTo>
                  <a:pt x="278917" y="87315"/>
                  <a:pt x="279229" y="76992"/>
                  <a:pt x="279229" y="70119"/>
                </a:cubicBezTo>
                <a:cubicBezTo>
                  <a:pt x="279229" y="61145"/>
                  <a:pt x="279371" y="50878"/>
                  <a:pt x="279655" y="39320"/>
                </a:cubicBezTo>
                <a:cubicBezTo>
                  <a:pt x="279939" y="27761"/>
                  <a:pt x="280080" y="17494"/>
                  <a:pt x="280080" y="8520"/>
                </a:cubicBezTo>
                <a:cubicBezTo>
                  <a:pt x="280080" y="2840"/>
                  <a:pt x="282860" y="0"/>
                  <a:pt x="288420" y="0"/>
                </a:cubicBezTo>
                <a:cubicBezTo>
                  <a:pt x="294036" y="0"/>
                  <a:pt x="296844" y="2840"/>
                  <a:pt x="296844" y="8520"/>
                </a:cubicBezTo>
                <a:cubicBezTo>
                  <a:pt x="296844" y="17494"/>
                  <a:pt x="296702" y="27761"/>
                  <a:pt x="296419" y="39320"/>
                </a:cubicBezTo>
                <a:cubicBezTo>
                  <a:pt x="296135" y="50878"/>
                  <a:pt x="295993" y="61145"/>
                  <a:pt x="295993" y="70119"/>
                </a:cubicBezTo>
                <a:close/>
                <a:moveTo>
                  <a:pt x="391743" y="87308"/>
                </a:moveTo>
                <a:cubicBezTo>
                  <a:pt x="391743" y="91393"/>
                  <a:pt x="391772" y="97520"/>
                  <a:pt x="391828" y="105689"/>
                </a:cubicBezTo>
                <a:cubicBezTo>
                  <a:pt x="391885" y="113858"/>
                  <a:pt x="391913" y="119985"/>
                  <a:pt x="391913" y="124070"/>
                </a:cubicBezTo>
                <a:cubicBezTo>
                  <a:pt x="391913" y="125318"/>
                  <a:pt x="392013" y="127218"/>
                  <a:pt x="392211" y="129771"/>
                </a:cubicBezTo>
                <a:cubicBezTo>
                  <a:pt x="392410" y="132324"/>
                  <a:pt x="392509" y="134224"/>
                  <a:pt x="392509" y="135472"/>
                </a:cubicBezTo>
                <a:cubicBezTo>
                  <a:pt x="392509" y="137912"/>
                  <a:pt x="391686" y="139912"/>
                  <a:pt x="390041" y="141472"/>
                </a:cubicBezTo>
                <a:cubicBezTo>
                  <a:pt x="388396" y="143032"/>
                  <a:pt x="386382" y="143812"/>
                  <a:pt x="383999" y="143812"/>
                </a:cubicBezTo>
                <a:cubicBezTo>
                  <a:pt x="379631" y="143812"/>
                  <a:pt x="376851" y="141117"/>
                  <a:pt x="375660" y="135728"/>
                </a:cubicBezTo>
                <a:cubicBezTo>
                  <a:pt x="368569" y="139415"/>
                  <a:pt x="360400" y="141259"/>
                  <a:pt x="351152" y="141259"/>
                </a:cubicBezTo>
                <a:cubicBezTo>
                  <a:pt x="343721" y="141259"/>
                  <a:pt x="337566" y="139614"/>
                  <a:pt x="332687" y="136323"/>
                </a:cubicBezTo>
                <a:cubicBezTo>
                  <a:pt x="327297" y="132693"/>
                  <a:pt x="324092" y="127388"/>
                  <a:pt x="323071" y="120411"/>
                </a:cubicBezTo>
                <a:cubicBezTo>
                  <a:pt x="320858" y="105377"/>
                  <a:pt x="319752" y="91989"/>
                  <a:pt x="319752" y="80245"/>
                </a:cubicBezTo>
                <a:cubicBezTo>
                  <a:pt x="319752" y="72473"/>
                  <a:pt x="320603" y="63623"/>
                  <a:pt x="322305" y="53695"/>
                </a:cubicBezTo>
                <a:cubicBezTo>
                  <a:pt x="323099" y="48760"/>
                  <a:pt x="325794" y="46292"/>
                  <a:pt x="330389" y="46292"/>
                </a:cubicBezTo>
                <a:cubicBezTo>
                  <a:pt x="332829" y="46292"/>
                  <a:pt x="334871" y="47071"/>
                  <a:pt x="336516" y="48630"/>
                </a:cubicBezTo>
                <a:cubicBezTo>
                  <a:pt x="338161" y="50188"/>
                  <a:pt x="338984" y="52186"/>
                  <a:pt x="338984" y="54624"/>
                </a:cubicBezTo>
                <a:cubicBezTo>
                  <a:pt x="338984" y="57230"/>
                  <a:pt x="338572" y="61395"/>
                  <a:pt x="337750" y="67119"/>
                </a:cubicBezTo>
                <a:cubicBezTo>
                  <a:pt x="336927" y="72842"/>
                  <a:pt x="336516" y="77205"/>
                  <a:pt x="336516" y="80208"/>
                </a:cubicBezTo>
                <a:cubicBezTo>
                  <a:pt x="336516" y="89671"/>
                  <a:pt x="336828" y="97775"/>
                  <a:pt x="337452" y="104519"/>
                </a:cubicBezTo>
                <a:cubicBezTo>
                  <a:pt x="338076" y="111263"/>
                  <a:pt x="339012" y="116674"/>
                  <a:pt x="340260" y="120754"/>
                </a:cubicBezTo>
                <a:cubicBezTo>
                  <a:pt x="342132" y="121775"/>
                  <a:pt x="343976" y="122555"/>
                  <a:pt x="345791" y="123094"/>
                </a:cubicBezTo>
                <a:cubicBezTo>
                  <a:pt x="347607" y="123631"/>
                  <a:pt x="349394" y="123899"/>
                  <a:pt x="351152" y="123899"/>
                </a:cubicBezTo>
                <a:cubicBezTo>
                  <a:pt x="358754" y="123899"/>
                  <a:pt x="366782" y="122682"/>
                  <a:pt x="375235" y="120246"/>
                </a:cubicBezTo>
                <a:lnTo>
                  <a:pt x="375149" y="102990"/>
                </a:lnTo>
                <a:lnTo>
                  <a:pt x="374979" y="86500"/>
                </a:lnTo>
                <a:cubicBezTo>
                  <a:pt x="374979" y="74258"/>
                  <a:pt x="375518" y="63633"/>
                  <a:pt x="376596" y="54624"/>
                </a:cubicBezTo>
                <a:cubicBezTo>
                  <a:pt x="377220" y="49410"/>
                  <a:pt x="379972" y="46803"/>
                  <a:pt x="384850" y="46803"/>
                </a:cubicBezTo>
                <a:cubicBezTo>
                  <a:pt x="387290" y="46803"/>
                  <a:pt x="389332" y="47597"/>
                  <a:pt x="390977" y="49185"/>
                </a:cubicBezTo>
                <a:cubicBezTo>
                  <a:pt x="392622" y="50774"/>
                  <a:pt x="393388" y="52759"/>
                  <a:pt x="393275" y="55142"/>
                </a:cubicBezTo>
                <a:lnTo>
                  <a:pt x="391743" y="87308"/>
                </a:lnTo>
                <a:close/>
                <a:moveTo>
                  <a:pt x="480260" y="142621"/>
                </a:moveTo>
                <a:cubicBezTo>
                  <a:pt x="479182" y="142621"/>
                  <a:pt x="477225" y="141362"/>
                  <a:pt x="474388" y="138844"/>
                </a:cubicBezTo>
                <a:cubicBezTo>
                  <a:pt x="471835" y="136499"/>
                  <a:pt x="469935" y="134411"/>
                  <a:pt x="468687" y="132579"/>
                </a:cubicBezTo>
                <a:cubicBezTo>
                  <a:pt x="463241" y="135558"/>
                  <a:pt x="458447" y="137806"/>
                  <a:pt x="454305" y="139323"/>
                </a:cubicBezTo>
                <a:cubicBezTo>
                  <a:pt x="450164" y="140841"/>
                  <a:pt x="446704" y="141599"/>
                  <a:pt x="443924" y="141599"/>
                </a:cubicBezTo>
                <a:cubicBezTo>
                  <a:pt x="430649" y="141599"/>
                  <a:pt x="420976" y="137855"/>
                  <a:pt x="414906" y="130367"/>
                </a:cubicBezTo>
                <a:cubicBezTo>
                  <a:pt x="409176" y="123332"/>
                  <a:pt x="406311" y="112553"/>
                  <a:pt x="406311" y="98030"/>
                </a:cubicBezTo>
                <a:cubicBezTo>
                  <a:pt x="406311" y="84302"/>
                  <a:pt x="411034" y="72558"/>
                  <a:pt x="420480" y="62801"/>
                </a:cubicBezTo>
                <a:cubicBezTo>
                  <a:pt x="429926" y="53043"/>
                  <a:pt x="441201" y="48164"/>
                  <a:pt x="454305" y="48164"/>
                </a:cubicBezTo>
                <a:cubicBezTo>
                  <a:pt x="459241" y="48164"/>
                  <a:pt x="464772" y="49441"/>
                  <a:pt x="470899" y="51994"/>
                </a:cubicBezTo>
                <a:cubicBezTo>
                  <a:pt x="478614" y="55170"/>
                  <a:pt x="482472" y="59000"/>
                  <a:pt x="482472" y="63481"/>
                </a:cubicBezTo>
                <a:cubicBezTo>
                  <a:pt x="482472" y="65013"/>
                  <a:pt x="481905" y="66375"/>
                  <a:pt x="480770" y="67566"/>
                </a:cubicBezTo>
                <a:cubicBezTo>
                  <a:pt x="480203" y="69722"/>
                  <a:pt x="479763" y="73267"/>
                  <a:pt x="479451" y="78203"/>
                </a:cubicBezTo>
                <a:cubicBezTo>
                  <a:pt x="479139" y="83139"/>
                  <a:pt x="478955" y="89464"/>
                  <a:pt x="478898" y="97179"/>
                </a:cubicBezTo>
                <a:cubicBezTo>
                  <a:pt x="478841" y="104214"/>
                  <a:pt x="479324" y="109774"/>
                  <a:pt x="480345" y="113858"/>
                </a:cubicBezTo>
                <a:cubicBezTo>
                  <a:pt x="480912" y="116354"/>
                  <a:pt x="482699" y="121347"/>
                  <a:pt x="485706" y="128835"/>
                </a:cubicBezTo>
                <a:cubicBezTo>
                  <a:pt x="486103" y="129856"/>
                  <a:pt x="486755" y="131360"/>
                  <a:pt x="487663" y="133345"/>
                </a:cubicBezTo>
                <a:lnTo>
                  <a:pt x="488174" y="134792"/>
                </a:lnTo>
                <a:cubicBezTo>
                  <a:pt x="488174" y="137061"/>
                  <a:pt x="487379" y="138933"/>
                  <a:pt x="485791" y="140408"/>
                </a:cubicBezTo>
                <a:cubicBezTo>
                  <a:pt x="484202" y="141883"/>
                  <a:pt x="482359" y="142621"/>
                  <a:pt x="480260" y="142621"/>
                </a:cubicBezTo>
                <a:moveTo>
                  <a:pt x="462560" y="83511"/>
                </a:moveTo>
                <a:cubicBezTo>
                  <a:pt x="462560" y="81077"/>
                  <a:pt x="462716" y="78432"/>
                  <a:pt x="463028" y="75576"/>
                </a:cubicBezTo>
                <a:cubicBezTo>
                  <a:pt x="463340" y="72718"/>
                  <a:pt x="463808" y="69677"/>
                  <a:pt x="464432" y="66452"/>
                </a:cubicBezTo>
                <a:cubicBezTo>
                  <a:pt x="462333" y="65376"/>
                  <a:pt x="460532" y="64583"/>
                  <a:pt x="459028" y="64074"/>
                </a:cubicBezTo>
                <a:cubicBezTo>
                  <a:pt x="457525" y="63566"/>
                  <a:pt x="456319" y="63311"/>
                  <a:pt x="455412" y="63311"/>
                </a:cubicBezTo>
                <a:cubicBezTo>
                  <a:pt x="446618" y="63311"/>
                  <a:pt x="439031" y="66890"/>
                  <a:pt x="432649" y="74047"/>
                </a:cubicBezTo>
                <a:cubicBezTo>
                  <a:pt x="426266" y="81204"/>
                  <a:pt x="423075" y="89450"/>
                  <a:pt x="423075" y="98786"/>
                </a:cubicBezTo>
                <a:cubicBezTo>
                  <a:pt x="423075" y="108065"/>
                  <a:pt x="424720" y="115024"/>
                  <a:pt x="428011" y="119663"/>
                </a:cubicBezTo>
                <a:cubicBezTo>
                  <a:pt x="431301" y="124303"/>
                  <a:pt x="436237" y="126623"/>
                  <a:pt x="442818" y="126623"/>
                </a:cubicBezTo>
                <a:cubicBezTo>
                  <a:pt x="448264" y="126623"/>
                  <a:pt x="452887" y="125632"/>
                  <a:pt x="456688" y="123652"/>
                </a:cubicBezTo>
                <a:cubicBezTo>
                  <a:pt x="458730" y="122578"/>
                  <a:pt x="461595" y="120428"/>
                  <a:pt x="465283" y="117203"/>
                </a:cubicBezTo>
                <a:cubicBezTo>
                  <a:pt x="463467" y="102209"/>
                  <a:pt x="462560" y="90978"/>
                  <a:pt x="462560" y="83511"/>
                </a:cubicBezTo>
                <a:close/>
                <a:moveTo>
                  <a:pt x="559958" y="64577"/>
                </a:moveTo>
                <a:cubicBezTo>
                  <a:pt x="558767" y="64577"/>
                  <a:pt x="557363" y="64520"/>
                  <a:pt x="555746" y="64407"/>
                </a:cubicBezTo>
                <a:cubicBezTo>
                  <a:pt x="554129" y="64292"/>
                  <a:pt x="552725" y="64234"/>
                  <a:pt x="551534" y="64234"/>
                </a:cubicBezTo>
                <a:cubicBezTo>
                  <a:pt x="550229" y="64234"/>
                  <a:pt x="546371" y="64664"/>
                  <a:pt x="539961" y="65524"/>
                </a:cubicBezTo>
                <a:lnTo>
                  <a:pt x="541577" y="115760"/>
                </a:lnTo>
                <a:lnTo>
                  <a:pt x="541662" y="119501"/>
                </a:lnTo>
                <a:lnTo>
                  <a:pt x="541748" y="123836"/>
                </a:lnTo>
                <a:cubicBezTo>
                  <a:pt x="541975" y="136245"/>
                  <a:pt x="538996" y="142450"/>
                  <a:pt x="532813" y="142450"/>
                </a:cubicBezTo>
                <a:cubicBezTo>
                  <a:pt x="530543" y="142450"/>
                  <a:pt x="528572" y="141714"/>
                  <a:pt x="526898" y="140240"/>
                </a:cubicBezTo>
                <a:cubicBezTo>
                  <a:pt x="525225" y="138767"/>
                  <a:pt x="524388" y="136925"/>
                  <a:pt x="524388" y="134715"/>
                </a:cubicBezTo>
                <a:cubicBezTo>
                  <a:pt x="524388" y="132562"/>
                  <a:pt x="524473" y="129333"/>
                  <a:pt x="524643" y="125027"/>
                </a:cubicBezTo>
                <a:cubicBezTo>
                  <a:pt x="524814" y="120719"/>
                  <a:pt x="524899" y="117488"/>
                  <a:pt x="524899" y="115334"/>
                </a:cubicBezTo>
                <a:lnTo>
                  <a:pt x="523197" y="65694"/>
                </a:lnTo>
                <a:cubicBezTo>
                  <a:pt x="519055" y="65524"/>
                  <a:pt x="512758" y="65039"/>
                  <a:pt x="504305" y="64239"/>
                </a:cubicBezTo>
                <a:cubicBezTo>
                  <a:pt x="499256" y="63555"/>
                  <a:pt x="496732" y="60734"/>
                  <a:pt x="496732" y="55775"/>
                </a:cubicBezTo>
                <a:cubicBezTo>
                  <a:pt x="496732" y="53266"/>
                  <a:pt x="497498" y="51187"/>
                  <a:pt x="499030" y="49536"/>
                </a:cubicBezTo>
                <a:cubicBezTo>
                  <a:pt x="500561" y="47884"/>
                  <a:pt x="502518" y="47058"/>
                  <a:pt x="504901" y="47058"/>
                </a:cubicBezTo>
                <a:lnTo>
                  <a:pt x="522771" y="48505"/>
                </a:lnTo>
                <a:cubicBezTo>
                  <a:pt x="522771" y="45602"/>
                  <a:pt x="522644" y="41720"/>
                  <a:pt x="522388" y="36857"/>
                </a:cubicBezTo>
                <a:cubicBezTo>
                  <a:pt x="522133" y="31992"/>
                  <a:pt x="522005" y="28480"/>
                  <a:pt x="522005" y="26319"/>
                </a:cubicBezTo>
                <a:cubicBezTo>
                  <a:pt x="522005" y="23929"/>
                  <a:pt x="522828" y="21952"/>
                  <a:pt x="524473" y="20388"/>
                </a:cubicBezTo>
                <a:cubicBezTo>
                  <a:pt x="526118" y="18823"/>
                  <a:pt x="528132" y="18040"/>
                  <a:pt x="530515" y="18040"/>
                </a:cubicBezTo>
                <a:cubicBezTo>
                  <a:pt x="535621" y="18040"/>
                  <a:pt x="538599" y="22210"/>
                  <a:pt x="539450" y="30549"/>
                </a:cubicBezTo>
                <a:cubicBezTo>
                  <a:pt x="539620" y="32648"/>
                  <a:pt x="539705" y="35173"/>
                  <a:pt x="539705" y="38123"/>
                </a:cubicBezTo>
                <a:lnTo>
                  <a:pt x="539535" y="43058"/>
                </a:lnTo>
                <a:lnTo>
                  <a:pt x="539450" y="48334"/>
                </a:lnTo>
                <a:cubicBezTo>
                  <a:pt x="546485" y="47427"/>
                  <a:pt x="550512" y="46973"/>
                  <a:pt x="551534" y="46973"/>
                </a:cubicBezTo>
                <a:cubicBezTo>
                  <a:pt x="557434" y="46973"/>
                  <a:pt x="561291" y="47257"/>
                  <a:pt x="563107" y="47824"/>
                </a:cubicBezTo>
                <a:cubicBezTo>
                  <a:pt x="566567" y="48966"/>
                  <a:pt x="568297" y="51657"/>
                  <a:pt x="568297" y="55897"/>
                </a:cubicBezTo>
                <a:cubicBezTo>
                  <a:pt x="568297" y="58418"/>
                  <a:pt x="567517" y="60495"/>
                  <a:pt x="565957" y="62128"/>
                </a:cubicBezTo>
                <a:cubicBezTo>
                  <a:pt x="564397" y="63761"/>
                  <a:pt x="562398" y="64577"/>
                  <a:pt x="559958" y="64577"/>
                </a:cubicBezTo>
                <a:close/>
                <a:moveTo>
                  <a:pt x="602064" y="29273"/>
                </a:moveTo>
                <a:cubicBezTo>
                  <a:pt x="599341" y="29273"/>
                  <a:pt x="596986" y="28309"/>
                  <a:pt x="595001" y="26380"/>
                </a:cubicBezTo>
                <a:cubicBezTo>
                  <a:pt x="593015" y="24451"/>
                  <a:pt x="592022" y="22125"/>
                  <a:pt x="592022" y="19402"/>
                </a:cubicBezTo>
                <a:cubicBezTo>
                  <a:pt x="592022" y="16679"/>
                  <a:pt x="593015" y="14353"/>
                  <a:pt x="595001" y="12424"/>
                </a:cubicBezTo>
                <a:cubicBezTo>
                  <a:pt x="596986" y="10495"/>
                  <a:pt x="599341" y="9531"/>
                  <a:pt x="602064" y="9531"/>
                </a:cubicBezTo>
                <a:cubicBezTo>
                  <a:pt x="604787" y="9531"/>
                  <a:pt x="607127" y="10495"/>
                  <a:pt x="609084" y="12424"/>
                </a:cubicBezTo>
                <a:cubicBezTo>
                  <a:pt x="611041" y="14353"/>
                  <a:pt x="612020" y="16679"/>
                  <a:pt x="612020" y="19402"/>
                </a:cubicBezTo>
                <a:cubicBezTo>
                  <a:pt x="612020" y="22125"/>
                  <a:pt x="611041" y="24451"/>
                  <a:pt x="609084" y="26380"/>
                </a:cubicBezTo>
                <a:cubicBezTo>
                  <a:pt x="607127" y="28309"/>
                  <a:pt x="604787" y="29273"/>
                  <a:pt x="602064" y="29273"/>
                </a:cubicBezTo>
                <a:moveTo>
                  <a:pt x="605893" y="98419"/>
                </a:moveTo>
                <a:cubicBezTo>
                  <a:pt x="605893" y="101826"/>
                  <a:pt x="605992" y="106923"/>
                  <a:pt x="606191" y="113709"/>
                </a:cubicBezTo>
                <a:cubicBezTo>
                  <a:pt x="606389" y="120494"/>
                  <a:pt x="606489" y="125590"/>
                  <a:pt x="606489" y="128997"/>
                </a:cubicBezTo>
                <a:cubicBezTo>
                  <a:pt x="606489" y="131495"/>
                  <a:pt x="605723" y="133539"/>
                  <a:pt x="604191" y="135129"/>
                </a:cubicBezTo>
                <a:cubicBezTo>
                  <a:pt x="602659" y="136720"/>
                  <a:pt x="600646" y="137515"/>
                  <a:pt x="598149" y="137515"/>
                </a:cubicBezTo>
                <a:cubicBezTo>
                  <a:pt x="595710" y="137515"/>
                  <a:pt x="593710" y="136720"/>
                  <a:pt x="592150" y="135129"/>
                </a:cubicBezTo>
                <a:cubicBezTo>
                  <a:pt x="590590" y="133539"/>
                  <a:pt x="589810" y="131495"/>
                  <a:pt x="589810" y="128997"/>
                </a:cubicBezTo>
                <a:cubicBezTo>
                  <a:pt x="589810" y="125590"/>
                  <a:pt x="589711" y="120494"/>
                  <a:pt x="589512" y="113709"/>
                </a:cubicBezTo>
                <a:cubicBezTo>
                  <a:pt x="589314" y="106923"/>
                  <a:pt x="589214" y="101826"/>
                  <a:pt x="589214" y="98419"/>
                </a:cubicBezTo>
                <a:cubicBezTo>
                  <a:pt x="589214" y="93081"/>
                  <a:pt x="589498" y="86423"/>
                  <a:pt x="590065" y="78445"/>
                </a:cubicBezTo>
                <a:cubicBezTo>
                  <a:pt x="590633" y="70466"/>
                  <a:pt x="590916" y="63807"/>
                  <a:pt x="590916" y="58469"/>
                </a:cubicBezTo>
                <a:cubicBezTo>
                  <a:pt x="590916" y="55914"/>
                  <a:pt x="591696" y="53842"/>
                  <a:pt x="593256" y="52251"/>
                </a:cubicBezTo>
                <a:cubicBezTo>
                  <a:pt x="594816" y="50661"/>
                  <a:pt x="596816" y="49866"/>
                  <a:pt x="599256" y="49866"/>
                </a:cubicBezTo>
                <a:cubicBezTo>
                  <a:pt x="601695" y="49866"/>
                  <a:pt x="603695" y="50661"/>
                  <a:pt x="605255" y="52251"/>
                </a:cubicBezTo>
                <a:cubicBezTo>
                  <a:pt x="606815" y="53842"/>
                  <a:pt x="607595" y="55914"/>
                  <a:pt x="607595" y="58469"/>
                </a:cubicBezTo>
                <a:cubicBezTo>
                  <a:pt x="607595" y="63807"/>
                  <a:pt x="607311" y="70466"/>
                  <a:pt x="606744" y="78445"/>
                </a:cubicBezTo>
                <a:cubicBezTo>
                  <a:pt x="606177" y="86423"/>
                  <a:pt x="605893" y="93081"/>
                  <a:pt x="605893" y="98419"/>
                </a:cubicBezTo>
                <a:close/>
                <a:moveTo>
                  <a:pt x="665647" y="142110"/>
                </a:moveTo>
                <a:cubicBezTo>
                  <a:pt x="656116" y="142110"/>
                  <a:pt x="647919" y="138586"/>
                  <a:pt x="641054" y="131539"/>
                </a:cubicBezTo>
                <a:cubicBezTo>
                  <a:pt x="633396" y="123696"/>
                  <a:pt x="629368" y="113153"/>
                  <a:pt x="628971" y="99910"/>
                </a:cubicBezTo>
                <a:cubicBezTo>
                  <a:pt x="628630" y="87066"/>
                  <a:pt x="631864" y="75757"/>
                  <a:pt x="638672" y="65981"/>
                </a:cubicBezTo>
                <a:cubicBezTo>
                  <a:pt x="646614" y="54444"/>
                  <a:pt x="657676" y="48675"/>
                  <a:pt x="671859" y="48675"/>
                </a:cubicBezTo>
                <a:cubicBezTo>
                  <a:pt x="683205" y="48675"/>
                  <a:pt x="691800" y="53875"/>
                  <a:pt x="697643" y="64277"/>
                </a:cubicBezTo>
                <a:cubicBezTo>
                  <a:pt x="702295" y="72687"/>
                  <a:pt x="704536" y="82803"/>
                  <a:pt x="704366" y="94624"/>
                </a:cubicBezTo>
                <a:cubicBezTo>
                  <a:pt x="704196" y="107241"/>
                  <a:pt x="700905" y="118012"/>
                  <a:pt x="694495" y="126936"/>
                </a:cubicBezTo>
                <a:cubicBezTo>
                  <a:pt x="687233" y="137052"/>
                  <a:pt x="677617" y="142110"/>
                  <a:pt x="665647" y="142110"/>
                </a:cubicBezTo>
                <a:moveTo>
                  <a:pt x="670753" y="66034"/>
                </a:moveTo>
                <a:cubicBezTo>
                  <a:pt x="662413" y="65978"/>
                  <a:pt x="655918" y="69954"/>
                  <a:pt x="651266" y="77964"/>
                </a:cubicBezTo>
                <a:cubicBezTo>
                  <a:pt x="647578" y="84385"/>
                  <a:pt x="645735" y="91714"/>
                  <a:pt x="645735" y="99950"/>
                </a:cubicBezTo>
                <a:cubicBezTo>
                  <a:pt x="645735" y="108189"/>
                  <a:pt x="647976" y="114609"/>
                  <a:pt x="652457" y="119211"/>
                </a:cubicBezTo>
                <a:cubicBezTo>
                  <a:pt x="656201" y="123017"/>
                  <a:pt x="660598" y="124921"/>
                  <a:pt x="665647" y="124921"/>
                </a:cubicBezTo>
                <a:cubicBezTo>
                  <a:pt x="671547" y="124921"/>
                  <a:pt x="676624" y="122761"/>
                  <a:pt x="680879" y="118443"/>
                </a:cubicBezTo>
                <a:cubicBezTo>
                  <a:pt x="685701" y="113672"/>
                  <a:pt x="688254" y="107224"/>
                  <a:pt x="688538" y="99099"/>
                </a:cubicBezTo>
                <a:cubicBezTo>
                  <a:pt x="689332" y="77113"/>
                  <a:pt x="683404" y="66091"/>
                  <a:pt x="670753" y="66034"/>
                </a:cubicBezTo>
                <a:close/>
                <a:moveTo>
                  <a:pt x="790500" y="143131"/>
                </a:moveTo>
                <a:cubicBezTo>
                  <a:pt x="785621" y="143131"/>
                  <a:pt x="782870" y="140459"/>
                  <a:pt x="782246" y="135116"/>
                </a:cubicBezTo>
                <a:lnTo>
                  <a:pt x="779863" y="116440"/>
                </a:lnTo>
                <a:cubicBezTo>
                  <a:pt x="779069" y="109789"/>
                  <a:pt x="778672" y="103563"/>
                  <a:pt x="778672" y="97764"/>
                </a:cubicBezTo>
                <a:cubicBezTo>
                  <a:pt x="778672" y="96172"/>
                  <a:pt x="778771" y="93472"/>
                  <a:pt x="778969" y="89664"/>
                </a:cubicBezTo>
                <a:cubicBezTo>
                  <a:pt x="779168" y="85855"/>
                  <a:pt x="779267" y="83154"/>
                  <a:pt x="779267" y="81562"/>
                </a:cubicBezTo>
                <a:cubicBezTo>
                  <a:pt x="779267" y="69281"/>
                  <a:pt x="776998" y="63141"/>
                  <a:pt x="772460" y="63141"/>
                </a:cubicBezTo>
                <a:cubicBezTo>
                  <a:pt x="766106" y="63141"/>
                  <a:pt x="760036" y="66918"/>
                  <a:pt x="754249" y="74472"/>
                </a:cubicBezTo>
                <a:cubicBezTo>
                  <a:pt x="749030" y="81344"/>
                  <a:pt x="744945" y="90032"/>
                  <a:pt x="741995" y="100538"/>
                </a:cubicBezTo>
                <a:cubicBezTo>
                  <a:pt x="741882" y="102754"/>
                  <a:pt x="741626" y="105537"/>
                  <a:pt x="741229" y="108888"/>
                </a:cubicBezTo>
                <a:cubicBezTo>
                  <a:pt x="740889" y="111728"/>
                  <a:pt x="740719" y="114482"/>
                  <a:pt x="740719" y="117150"/>
                </a:cubicBezTo>
                <a:cubicBezTo>
                  <a:pt x="740719" y="118854"/>
                  <a:pt x="740889" y="121410"/>
                  <a:pt x="741229" y="124817"/>
                </a:cubicBezTo>
                <a:cubicBezTo>
                  <a:pt x="741570" y="128224"/>
                  <a:pt x="741740" y="130780"/>
                  <a:pt x="741740" y="132483"/>
                </a:cubicBezTo>
                <a:cubicBezTo>
                  <a:pt x="741740" y="135040"/>
                  <a:pt x="740960" y="137113"/>
                  <a:pt x="739400" y="138703"/>
                </a:cubicBezTo>
                <a:cubicBezTo>
                  <a:pt x="737840" y="140294"/>
                  <a:pt x="735840" y="141089"/>
                  <a:pt x="733401" y="141089"/>
                </a:cubicBezTo>
                <a:cubicBezTo>
                  <a:pt x="730904" y="141089"/>
                  <a:pt x="728890" y="140293"/>
                  <a:pt x="727359" y="138701"/>
                </a:cubicBezTo>
                <a:cubicBezTo>
                  <a:pt x="725827" y="137111"/>
                  <a:pt x="725061" y="135036"/>
                  <a:pt x="725061" y="132478"/>
                </a:cubicBezTo>
                <a:cubicBezTo>
                  <a:pt x="725061" y="130774"/>
                  <a:pt x="724877" y="128218"/>
                  <a:pt x="724508" y="124809"/>
                </a:cubicBezTo>
                <a:cubicBezTo>
                  <a:pt x="724139" y="121398"/>
                  <a:pt x="723955" y="118840"/>
                  <a:pt x="723955" y="117134"/>
                </a:cubicBezTo>
                <a:cubicBezTo>
                  <a:pt x="723955" y="111280"/>
                  <a:pt x="724366" y="103168"/>
                  <a:pt x="725189" y="92797"/>
                </a:cubicBezTo>
                <a:cubicBezTo>
                  <a:pt x="726011" y="82426"/>
                  <a:pt x="726423" y="74313"/>
                  <a:pt x="726423" y="68460"/>
                </a:cubicBezTo>
                <a:cubicBezTo>
                  <a:pt x="726423" y="66641"/>
                  <a:pt x="726323" y="63941"/>
                  <a:pt x="726125" y="60362"/>
                </a:cubicBezTo>
                <a:cubicBezTo>
                  <a:pt x="725926" y="56781"/>
                  <a:pt x="725827" y="54082"/>
                  <a:pt x="725827" y="52265"/>
                </a:cubicBezTo>
                <a:cubicBezTo>
                  <a:pt x="725827" y="49820"/>
                  <a:pt x="726635" y="47817"/>
                  <a:pt x="728252" y="46255"/>
                </a:cubicBezTo>
                <a:cubicBezTo>
                  <a:pt x="729869" y="44691"/>
                  <a:pt x="731869" y="43909"/>
                  <a:pt x="734252" y="43909"/>
                </a:cubicBezTo>
                <a:cubicBezTo>
                  <a:pt x="739471" y="43909"/>
                  <a:pt x="742336" y="47612"/>
                  <a:pt x="742846" y="55017"/>
                </a:cubicBezTo>
                <a:lnTo>
                  <a:pt x="743101" y="65013"/>
                </a:lnTo>
                <a:cubicBezTo>
                  <a:pt x="752632" y="52306"/>
                  <a:pt x="762418" y="45952"/>
                  <a:pt x="772460" y="45952"/>
                </a:cubicBezTo>
                <a:cubicBezTo>
                  <a:pt x="781536" y="45952"/>
                  <a:pt x="787862" y="49958"/>
                  <a:pt x="791436" y="57971"/>
                </a:cubicBezTo>
                <a:cubicBezTo>
                  <a:pt x="793875" y="63313"/>
                  <a:pt x="795208" y="71213"/>
                  <a:pt x="795435" y="81671"/>
                </a:cubicBezTo>
                <a:lnTo>
                  <a:pt x="795435" y="90279"/>
                </a:lnTo>
                <a:lnTo>
                  <a:pt x="795350" y="98206"/>
                </a:lnTo>
                <a:cubicBezTo>
                  <a:pt x="795350" y="102923"/>
                  <a:pt x="795960" y="109019"/>
                  <a:pt x="797180" y="116493"/>
                </a:cubicBezTo>
                <a:cubicBezTo>
                  <a:pt x="798400" y="123966"/>
                  <a:pt x="799009" y="130032"/>
                  <a:pt x="799009" y="134691"/>
                </a:cubicBezTo>
                <a:cubicBezTo>
                  <a:pt x="799009" y="137192"/>
                  <a:pt x="798201" y="139224"/>
                  <a:pt x="796584" y="140786"/>
                </a:cubicBezTo>
                <a:cubicBezTo>
                  <a:pt x="794967" y="142349"/>
                  <a:pt x="792939" y="143131"/>
                  <a:pt x="790500" y="143131"/>
                </a:cubicBezTo>
                <a:close/>
                <a:moveTo>
                  <a:pt x="907473" y="142450"/>
                </a:moveTo>
                <a:cubicBezTo>
                  <a:pt x="895843" y="142450"/>
                  <a:pt x="886142" y="138927"/>
                  <a:pt x="878370" y="131880"/>
                </a:cubicBezTo>
                <a:cubicBezTo>
                  <a:pt x="870201" y="124492"/>
                  <a:pt x="866116" y="114745"/>
                  <a:pt x="866116" y="102639"/>
                </a:cubicBezTo>
                <a:cubicBezTo>
                  <a:pt x="866116" y="91103"/>
                  <a:pt x="869945" y="79198"/>
                  <a:pt x="877604" y="66923"/>
                </a:cubicBezTo>
                <a:cubicBezTo>
                  <a:pt x="886114" y="53282"/>
                  <a:pt x="895701" y="46462"/>
                  <a:pt x="906366" y="46462"/>
                </a:cubicBezTo>
                <a:cubicBezTo>
                  <a:pt x="911926" y="46462"/>
                  <a:pt x="918138" y="47772"/>
                  <a:pt x="925002" y="50390"/>
                </a:cubicBezTo>
                <a:cubicBezTo>
                  <a:pt x="933682" y="53750"/>
                  <a:pt x="938022" y="57848"/>
                  <a:pt x="938022" y="62686"/>
                </a:cubicBezTo>
                <a:cubicBezTo>
                  <a:pt x="938022" y="64849"/>
                  <a:pt x="937313" y="66771"/>
                  <a:pt x="935895" y="68452"/>
                </a:cubicBezTo>
                <a:cubicBezTo>
                  <a:pt x="934476" y="70130"/>
                  <a:pt x="932718" y="70970"/>
                  <a:pt x="930619" y="70970"/>
                </a:cubicBezTo>
                <a:cubicBezTo>
                  <a:pt x="928973" y="70970"/>
                  <a:pt x="927541" y="70469"/>
                  <a:pt x="926321" y="69467"/>
                </a:cubicBezTo>
                <a:cubicBezTo>
                  <a:pt x="925102" y="68464"/>
                  <a:pt x="923924" y="67475"/>
                  <a:pt x="922790" y="66500"/>
                </a:cubicBezTo>
                <a:cubicBezTo>
                  <a:pt x="919443" y="63807"/>
                  <a:pt x="913968" y="62460"/>
                  <a:pt x="906366" y="62460"/>
                </a:cubicBezTo>
                <a:cubicBezTo>
                  <a:pt x="900580" y="62460"/>
                  <a:pt x="894850" y="67637"/>
                  <a:pt x="889177" y="77990"/>
                </a:cubicBezTo>
                <a:cubicBezTo>
                  <a:pt x="884015" y="87489"/>
                  <a:pt x="881433" y="95708"/>
                  <a:pt x="881433" y="102647"/>
                </a:cubicBezTo>
                <a:cubicBezTo>
                  <a:pt x="881433" y="110155"/>
                  <a:pt x="883986" y="116071"/>
                  <a:pt x="889092" y="120395"/>
                </a:cubicBezTo>
                <a:cubicBezTo>
                  <a:pt x="893857" y="124433"/>
                  <a:pt x="899984" y="126452"/>
                  <a:pt x="907473" y="126452"/>
                </a:cubicBezTo>
                <a:cubicBezTo>
                  <a:pt x="910876" y="126452"/>
                  <a:pt x="914507" y="125545"/>
                  <a:pt x="918365" y="123729"/>
                </a:cubicBezTo>
                <a:lnTo>
                  <a:pt x="928236" y="118453"/>
                </a:lnTo>
                <a:cubicBezTo>
                  <a:pt x="929938" y="117546"/>
                  <a:pt x="931158" y="117092"/>
                  <a:pt x="931895" y="117092"/>
                </a:cubicBezTo>
                <a:cubicBezTo>
                  <a:pt x="933994" y="117092"/>
                  <a:pt x="935810" y="117929"/>
                  <a:pt x="937341" y="119602"/>
                </a:cubicBezTo>
                <a:cubicBezTo>
                  <a:pt x="938873" y="121276"/>
                  <a:pt x="939639" y="123190"/>
                  <a:pt x="939639" y="125346"/>
                </a:cubicBezTo>
                <a:cubicBezTo>
                  <a:pt x="939639" y="129487"/>
                  <a:pt x="935271" y="133487"/>
                  <a:pt x="926534" y="137345"/>
                </a:cubicBezTo>
                <a:cubicBezTo>
                  <a:pt x="918875" y="140748"/>
                  <a:pt x="912522" y="142450"/>
                  <a:pt x="907473" y="142450"/>
                </a:cubicBezTo>
                <a:close/>
                <a:moveTo>
                  <a:pt x="990150" y="142110"/>
                </a:moveTo>
                <a:cubicBezTo>
                  <a:pt x="980619" y="142110"/>
                  <a:pt x="972421" y="138586"/>
                  <a:pt x="965557" y="131539"/>
                </a:cubicBezTo>
                <a:cubicBezTo>
                  <a:pt x="957898" y="123696"/>
                  <a:pt x="953871" y="113153"/>
                  <a:pt x="953473" y="99910"/>
                </a:cubicBezTo>
                <a:cubicBezTo>
                  <a:pt x="953133" y="87066"/>
                  <a:pt x="956367" y="75757"/>
                  <a:pt x="963174" y="65981"/>
                </a:cubicBezTo>
                <a:cubicBezTo>
                  <a:pt x="971117" y="54444"/>
                  <a:pt x="982179" y="48675"/>
                  <a:pt x="996362" y="48675"/>
                </a:cubicBezTo>
                <a:cubicBezTo>
                  <a:pt x="1007708" y="48675"/>
                  <a:pt x="1016302" y="53875"/>
                  <a:pt x="1022146" y="64277"/>
                </a:cubicBezTo>
                <a:cubicBezTo>
                  <a:pt x="1026798" y="72687"/>
                  <a:pt x="1029038" y="82803"/>
                  <a:pt x="1028868" y="94624"/>
                </a:cubicBezTo>
                <a:cubicBezTo>
                  <a:pt x="1028698" y="107241"/>
                  <a:pt x="1025408" y="118012"/>
                  <a:pt x="1018997" y="126936"/>
                </a:cubicBezTo>
                <a:cubicBezTo>
                  <a:pt x="1011736" y="137052"/>
                  <a:pt x="1002120" y="142110"/>
                  <a:pt x="990150" y="142110"/>
                </a:cubicBezTo>
                <a:moveTo>
                  <a:pt x="995255" y="66034"/>
                </a:moveTo>
                <a:cubicBezTo>
                  <a:pt x="986916" y="65978"/>
                  <a:pt x="980420" y="69954"/>
                  <a:pt x="975768" y="77964"/>
                </a:cubicBezTo>
                <a:cubicBezTo>
                  <a:pt x="972081" y="84385"/>
                  <a:pt x="970237" y="91714"/>
                  <a:pt x="970237" y="99950"/>
                </a:cubicBezTo>
                <a:cubicBezTo>
                  <a:pt x="970237" y="108189"/>
                  <a:pt x="972478" y="114609"/>
                  <a:pt x="976960" y="119211"/>
                </a:cubicBezTo>
                <a:cubicBezTo>
                  <a:pt x="980704" y="123017"/>
                  <a:pt x="985101" y="124921"/>
                  <a:pt x="990150" y="124921"/>
                </a:cubicBezTo>
                <a:cubicBezTo>
                  <a:pt x="996050" y="124921"/>
                  <a:pt x="1001127" y="122761"/>
                  <a:pt x="1005382" y="118443"/>
                </a:cubicBezTo>
                <a:cubicBezTo>
                  <a:pt x="1010204" y="113672"/>
                  <a:pt x="1012757" y="107224"/>
                  <a:pt x="1013040" y="99099"/>
                </a:cubicBezTo>
                <a:cubicBezTo>
                  <a:pt x="1013835" y="77113"/>
                  <a:pt x="1007906" y="66091"/>
                  <a:pt x="995255" y="66034"/>
                </a:cubicBezTo>
                <a:close/>
                <a:moveTo>
                  <a:pt x="1157805" y="144152"/>
                </a:moveTo>
                <a:cubicBezTo>
                  <a:pt x="1153153" y="144152"/>
                  <a:pt x="1150430" y="141679"/>
                  <a:pt x="1149636" y="136733"/>
                </a:cubicBezTo>
                <a:cubicBezTo>
                  <a:pt x="1148615" y="130478"/>
                  <a:pt x="1147594" y="121667"/>
                  <a:pt x="1146573" y="110297"/>
                </a:cubicBezTo>
                <a:lnTo>
                  <a:pt x="1143679" y="83859"/>
                </a:lnTo>
                <a:cubicBezTo>
                  <a:pt x="1143112" y="79938"/>
                  <a:pt x="1142148" y="76100"/>
                  <a:pt x="1140786" y="72347"/>
                </a:cubicBezTo>
                <a:cubicBezTo>
                  <a:pt x="1138857" y="67231"/>
                  <a:pt x="1136758" y="64673"/>
                  <a:pt x="1134489" y="64673"/>
                </a:cubicBezTo>
                <a:cubicBezTo>
                  <a:pt x="1132390" y="64673"/>
                  <a:pt x="1128476" y="66462"/>
                  <a:pt x="1122746" y="70039"/>
                </a:cubicBezTo>
                <a:cubicBezTo>
                  <a:pt x="1117300" y="73333"/>
                  <a:pt x="1113726" y="75974"/>
                  <a:pt x="1112024" y="77961"/>
                </a:cubicBezTo>
                <a:cubicBezTo>
                  <a:pt x="1111967" y="83299"/>
                  <a:pt x="1112109" y="88637"/>
                  <a:pt x="1112449" y="93975"/>
                </a:cubicBezTo>
                <a:lnTo>
                  <a:pt x="1115002" y="116719"/>
                </a:lnTo>
                <a:cubicBezTo>
                  <a:pt x="1116080" y="125692"/>
                  <a:pt x="1116619" y="133103"/>
                  <a:pt x="1116619" y="138953"/>
                </a:cubicBezTo>
                <a:cubicBezTo>
                  <a:pt x="1116619" y="141451"/>
                  <a:pt x="1115839" y="143510"/>
                  <a:pt x="1114279" y="145128"/>
                </a:cubicBezTo>
                <a:cubicBezTo>
                  <a:pt x="1112719" y="146747"/>
                  <a:pt x="1110719" y="147556"/>
                  <a:pt x="1108280" y="147556"/>
                </a:cubicBezTo>
                <a:cubicBezTo>
                  <a:pt x="1105840" y="147556"/>
                  <a:pt x="1103840" y="146747"/>
                  <a:pt x="1102280" y="145128"/>
                </a:cubicBezTo>
                <a:cubicBezTo>
                  <a:pt x="1100720" y="143510"/>
                  <a:pt x="1099940" y="141451"/>
                  <a:pt x="1099940" y="138953"/>
                </a:cubicBezTo>
                <a:cubicBezTo>
                  <a:pt x="1099940" y="132082"/>
                  <a:pt x="1099245" y="121931"/>
                  <a:pt x="1097855" y="108500"/>
                </a:cubicBezTo>
                <a:cubicBezTo>
                  <a:pt x="1096465" y="95069"/>
                  <a:pt x="1095770" y="84918"/>
                  <a:pt x="1095770" y="78046"/>
                </a:cubicBezTo>
                <a:cubicBezTo>
                  <a:pt x="1095770" y="72027"/>
                  <a:pt x="1094919" y="67343"/>
                  <a:pt x="1093218" y="63992"/>
                </a:cubicBezTo>
                <a:cubicBezTo>
                  <a:pt x="1089246" y="65811"/>
                  <a:pt x="1085219" y="68767"/>
                  <a:pt x="1081134" y="72861"/>
                </a:cubicBezTo>
                <a:lnTo>
                  <a:pt x="1071093" y="84120"/>
                </a:lnTo>
                <a:cubicBezTo>
                  <a:pt x="1070185" y="85483"/>
                  <a:pt x="1068738" y="87274"/>
                  <a:pt x="1066753" y="89492"/>
                </a:cubicBezTo>
                <a:cubicBezTo>
                  <a:pt x="1066753" y="92902"/>
                  <a:pt x="1066441" y="97935"/>
                  <a:pt x="1065817" y="104588"/>
                </a:cubicBezTo>
                <a:cubicBezTo>
                  <a:pt x="1065193" y="111240"/>
                  <a:pt x="1064881" y="116158"/>
                  <a:pt x="1064881" y="119342"/>
                </a:cubicBezTo>
                <a:cubicBezTo>
                  <a:pt x="1064881" y="121047"/>
                  <a:pt x="1065150" y="123435"/>
                  <a:pt x="1065689" y="126506"/>
                </a:cubicBezTo>
                <a:cubicBezTo>
                  <a:pt x="1066228" y="129574"/>
                  <a:pt x="1066497" y="131791"/>
                  <a:pt x="1066497" y="133156"/>
                </a:cubicBezTo>
                <a:cubicBezTo>
                  <a:pt x="1066497" y="135488"/>
                  <a:pt x="1065632" y="137449"/>
                  <a:pt x="1063902" y="139041"/>
                </a:cubicBezTo>
                <a:cubicBezTo>
                  <a:pt x="1062172" y="140633"/>
                  <a:pt x="1060144" y="141429"/>
                  <a:pt x="1057818" y="141429"/>
                </a:cubicBezTo>
                <a:cubicBezTo>
                  <a:pt x="1051407" y="141429"/>
                  <a:pt x="1048202" y="134133"/>
                  <a:pt x="1048202" y="119541"/>
                </a:cubicBezTo>
                <a:cubicBezTo>
                  <a:pt x="1048202" y="116134"/>
                  <a:pt x="1048514" y="111052"/>
                  <a:pt x="1049138" y="104296"/>
                </a:cubicBezTo>
                <a:cubicBezTo>
                  <a:pt x="1049762" y="97539"/>
                  <a:pt x="1050074" y="92457"/>
                  <a:pt x="1050074" y="89050"/>
                </a:cubicBezTo>
                <a:cubicBezTo>
                  <a:pt x="1050074" y="86042"/>
                  <a:pt x="1049805" y="81528"/>
                  <a:pt x="1049266" y="75509"/>
                </a:cubicBezTo>
                <a:cubicBezTo>
                  <a:pt x="1048727" y="69490"/>
                  <a:pt x="1048457" y="64948"/>
                  <a:pt x="1048457" y="61881"/>
                </a:cubicBezTo>
                <a:cubicBezTo>
                  <a:pt x="1048457" y="48992"/>
                  <a:pt x="1051350" y="42548"/>
                  <a:pt x="1057137" y="42548"/>
                </a:cubicBezTo>
                <a:cubicBezTo>
                  <a:pt x="1059349" y="42548"/>
                  <a:pt x="1061378" y="43498"/>
                  <a:pt x="1063221" y="45399"/>
                </a:cubicBezTo>
                <a:cubicBezTo>
                  <a:pt x="1065065" y="47299"/>
                  <a:pt x="1065987" y="49384"/>
                  <a:pt x="1065987" y="51653"/>
                </a:cubicBezTo>
                <a:cubicBezTo>
                  <a:pt x="1065987" y="52731"/>
                  <a:pt x="1065845" y="54405"/>
                  <a:pt x="1065561" y="56674"/>
                </a:cubicBezTo>
                <a:cubicBezTo>
                  <a:pt x="1065278" y="58943"/>
                  <a:pt x="1065136" y="60673"/>
                  <a:pt x="1065136" y="61865"/>
                </a:cubicBezTo>
                <a:lnTo>
                  <a:pt x="1065306" y="70800"/>
                </a:lnTo>
                <a:cubicBezTo>
                  <a:pt x="1068256" y="64730"/>
                  <a:pt x="1072596" y="59241"/>
                  <a:pt x="1078326" y="54334"/>
                </a:cubicBezTo>
                <a:cubicBezTo>
                  <a:pt x="1084056" y="49426"/>
                  <a:pt x="1088934" y="46973"/>
                  <a:pt x="1092962" y="46973"/>
                </a:cubicBezTo>
                <a:cubicBezTo>
                  <a:pt x="1101869" y="46973"/>
                  <a:pt x="1107996" y="51398"/>
                  <a:pt x="1111343" y="60248"/>
                </a:cubicBezTo>
                <a:cubicBezTo>
                  <a:pt x="1114463" y="56106"/>
                  <a:pt x="1118179" y="53000"/>
                  <a:pt x="1122491" y="50930"/>
                </a:cubicBezTo>
                <a:cubicBezTo>
                  <a:pt x="1126802" y="48859"/>
                  <a:pt x="1131738" y="47824"/>
                  <a:pt x="1137297" y="47824"/>
                </a:cubicBezTo>
                <a:cubicBezTo>
                  <a:pt x="1146771" y="47824"/>
                  <a:pt x="1153238" y="52938"/>
                  <a:pt x="1156699" y="63168"/>
                </a:cubicBezTo>
                <a:cubicBezTo>
                  <a:pt x="1157380" y="65214"/>
                  <a:pt x="1158543" y="73198"/>
                  <a:pt x="1160188" y="87122"/>
                </a:cubicBezTo>
                <a:cubicBezTo>
                  <a:pt x="1161776" y="96897"/>
                  <a:pt x="1163819" y="113180"/>
                  <a:pt x="1166315" y="135970"/>
                </a:cubicBezTo>
                <a:cubicBezTo>
                  <a:pt x="1166485" y="138243"/>
                  <a:pt x="1165719" y="140174"/>
                  <a:pt x="1164017" y="141764"/>
                </a:cubicBezTo>
                <a:cubicBezTo>
                  <a:pt x="1162315" y="143356"/>
                  <a:pt x="1160245" y="144152"/>
                  <a:pt x="1157805" y="144152"/>
                </a:cubicBezTo>
                <a:close/>
                <a:moveTo>
                  <a:pt x="1224537" y="140578"/>
                </a:moveTo>
                <a:cubicBezTo>
                  <a:pt x="1215858" y="140578"/>
                  <a:pt x="1207972" y="138876"/>
                  <a:pt x="1200881" y="135472"/>
                </a:cubicBezTo>
                <a:cubicBezTo>
                  <a:pt x="1199065" y="138196"/>
                  <a:pt x="1196853" y="139557"/>
                  <a:pt x="1194243" y="139557"/>
                </a:cubicBezTo>
                <a:cubicBezTo>
                  <a:pt x="1192088" y="139557"/>
                  <a:pt x="1190258" y="138805"/>
                  <a:pt x="1188755" y="137299"/>
                </a:cubicBezTo>
                <a:cubicBezTo>
                  <a:pt x="1187251" y="135796"/>
                  <a:pt x="1186500" y="133909"/>
                  <a:pt x="1186500" y="131638"/>
                </a:cubicBezTo>
                <a:cubicBezTo>
                  <a:pt x="1186500" y="130163"/>
                  <a:pt x="1186570" y="127978"/>
                  <a:pt x="1186712" y="125083"/>
                </a:cubicBezTo>
                <a:cubicBezTo>
                  <a:pt x="1186854" y="122188"/>
                  <a:pt x="1186925" y="120002"/>
                  <a:pt x="1186925" y="118525"/>
                </a:cubicBezTo>
                <a:cubicBezTo>
                  <a:pt x="1186925" y="112508"/>
                  <a:pt x="1186769" y="103497"/>
                  <a:pt x="1186457" y="91491"/>
                </a:cubicBezTo>
                <a:cubicBezTo>
                  <a:pt x="1186145" y="79486"/>
                  <a:pt x="1185989" y="70473"/>
                  <a:pt x="1185989" y="64455"/>
                </a:cubicBezTo>
                <a:cubicBezTo>
                  <a:pt x="1185989" y="60312"/>
                  <a:pt x="1186017" y="52464"/>
                  <a:pt x="1186074" y="40912"/>
                </a:cubicBezTo>
                <a:cubicBezTo>
                  <a:pt x="1186131" y="29361"/>
                  <a:pt x="1186159" y="21484"/>
                  <a:pt x="1186159" y="17282"/>
                </a:cubicBezTo>
                <a:cubicBezTo>
                  <a:pt x="1186159" y="13877"/>
                  <a:pt x="1186868" y="10812"/>
                  <a:pt x="1188287" y="8087"/>
                </a:cubicBezTo>
                <a:cubicBezTo>
                  <a:pt x="1190159" y="4624"/>
                  <a:pt x="1192740" y="2893"/>
                  <a:pt x="1196030" y="2893"/>
                </a:cubicBezTo>
                <a:cubicBezTo>
                  <a:pt x="1200285" y="2893"/>
                  <a:pt x="1202412" y="5365"/>
                  <a:pt x="1202412" y="10310"/>
                </a:cubicBezTo>
                <a:cubicBezTo>
                  <a:pt x="1202412" y="11106"/>
                  <a:pt x="1202271" y="12272"/>
                  <a:pt x="1201987" y="13807"/>
                </a:cubicBezTo>
                <a:cubicBezTo>
                  <a:pt x="1201703" y="15340"/>
                  <a:pt x="1201562" y="16505"/>
                  <a:pt x="1201562" y="17301"/>
                </a:cubicBezTo>
                <a:lnTo>
                  <a:pt x="1201306" y="35974"/>
                </a:lnTo>
                <a:lnTo>
                  <a:pt x="1201136" y="57695"/>
                </a:lnTo>
                <a:cubicBezTo>
                  <a:pt x="1206072" y="54348"/>
                  <a:pt x="1210766" y="51838"/>
                  <a:pt x="1215219" y="50164"/>
                </a:cubicBezTo>
                <a:cubicBezTo>
                  <a:pt x="1219673" y="48490"/>
                  <a:pt x="1223857" y="47654"/>
                  <a:pt x="1227771" y="47654"/>
                </a:cubicBezTo>
                <a:cubicBezTo>
                  <a:pt x="1239968" y="47654"/>
                  <a:pt x="1249868" y="52334"/>
                  <a:pt x="1257469" y="61694"/>
                </a:cubicBezTo>
                <a:cubicBezTo>
                  <a:pt x="1264617" y="70488"/>
                  <a:pt x="1268192" y="81295"/>
                  <a:pt x="1268192" y="94116"/>
                </a:cubicBezTo>
                <a:cubicBezTo>
                  <a:pt x="1268192" y="107050"/>
                  <a:pt x="1264022" y="118028"/>
                  <a:pt x="1255682" y="127048"/>
                </a:cubicBezTo>
                <a:cubicBezTo>
                  <a:pt x="1247343" y="136068"/>
                  <a:pt x="1236961" y="140578"/>
                  <a:pt x="1224537" y="140578"/>
                </a:cubicBezTo>
                <a:moveTo>
                  <a:pt x="1227771" y="63822"/>
                </a:moveTo>
                <a:cubicBezTo>
                  <a:pt x="1223119" y="63822"/>
                  <a:pt x="1218354" y="65125"/>
                  <a:pt x="1213475" y="67731"/>
                </a:cubicBezTo>
                <a:cubicBezTo>
                  <a:pt x="1211092" y="69034"/>
                  <a:pt x="1207008" y="71838"/>
                  <a:pt x="1201221" y="76142"/>
                </a:cubicBezTo>
                <a:lnTo>
                  <a:pt x="1201051" y="90845"/>
                </a:lnTo>
                <a:lnTo>
                  <a:pt x="1201136" y="104101"/>
                </a:lnTo>
                <a:lnTo>
                  <a:pt x="1201221" y="118036"/>
                </a:lnTo>
                <a:cubicBezTo>
                  <a:pt x="1203944" y="119282"/>
                  <a:pt x="1207774" y="120869"/>
                  <a:pt x="1212709" y="122796"/>
                </a:cubicBezTo>
                <a:cubicBezTo>
                  <a:pt x="1216226" y="123872"/>
                  <a:pt x="1220169" y="124410"/>
                  <a:pt x="1224537" y="124410"/>
                </a:cubicBezTo>
                <a:cubicBezTo>
                  <a:pt x="1232763" y="124410"/>
                  <a:pt x="1239514" y="121521"/>
                  <a:pt x="1244790" y="115744"/>
                </a:cubicBezTo>
                <a:cubicBezTo>
                  <a:pt x="1250066" y="109964"/>
                  <a:pt x="1252704" y="102769"/>
                  <a:pt x="1252704" y="94158"/>
                </a:cubicBezTo>
                <a:cubicBezTo>
                  <a:pt x="1252704" y="85718"/>
                  <a:pt x="1250577" y="78665"/>
                  <a:pt x="1246322" y="72999"/>
                </a:cubicBezTo>
                <a:cubicBezTo>
                  <a:pt x="1241727" y="66881"/>
                  <a:pt x="1235543" y="63822"/>
                  <a:pt x="1227771" y="63822"/>
                </a:cubicBezTo>
                <a:close/>
                <a:moveTo>
                  <a:pt x="1303351" y="29273"/>
                </a:moveTo>
                <a:cubicBezTo>
                  <a:pt x="1300628" y="29273"/>
                  <a:pt x="1298274" y="28309"/>
                  <a:pt x="1296288" y="26380"/>
                </a:cubicBezTo>
                <a:cubicBezTo>
                  <a:pt x="1294303" y="24451"/>
                  <a:pt x="1293310" y="22125"/>
                  <a:pt x="1293310" y="19402"/>
                </a:cubicBezTo>
                <a:cubicBezTo>
                  <a:pt x="1293310" y="16679"/>
                  <a:pt x="1294303" y="14353"/>
                  <a:pt x="1296288" y="12424"/>
                </a:cubicBezTo>
                <a:cubicBezTo>
                  <a:pt x="1298274" y="10495"/>
                  <a:pt x="1300628" y="9531"/>
                  <a:pt x="1303351" y="9531"/>
                </a:cubicBezTo>
                <a:cubicBezTo>
                  <a:pt x="1306074" y="9531"/>
                  <a:pt x="1308414" y="10495"/>
                  <a:pt x="1310372" y="12424"/>
                </a:cubicBezTo>
                <a:cubicBezTo>
                  <a:pt x="1312329" y="14353"/>
                  <a:pt x="1313307" y="16679"/>
                  <a:pt x="1313307" y="19402"/>
                </a:cubicBezTo>
                <a:cubicBezTo>
                  <a:pt x="1313307" y="22125"/>
                  <a:pt x="1312329" y="24451"/>
                  <a:pt x="1310372" y="26380"/>
                </a:cubicBezTo>
                <a:cubicBezTo>
                  <a:pt x="1308414" y="28309"/>
                  <a:pt x="1306074" y="29273"/>
                  <a:pt x="1303351" y="29273"/>
                </a:cubicBezTo>
                <a:moveTo>
                  <a:pt x="1307180" y="98419"/>
                </a:moveTo>
                <a:cubicBezTo>
                  <a:pt x="1307180" y="101826"/>
                  <a:pt x="1307280" y="106923"/>
                  <a:pt x="1307478" y="113709"/>
                </a:cubicBezTo>
                <a:cubicBezTo>
                  <a:pt x="1307677" y="120494"/>
                  <a:pt x="1307776" y="125590"/>
                  <a:pt x="1307776" y="128997"/>
                </a:cubicBezTo>
                <a:cubicBezTo>
                  <a:pt x="1307776" y="131495"/>
                  <a:pt x="1307010" y="133539"/>
                  <a:pt x="1305479" y="135129"/>
                </a:cubicBezTo>
                <a:cubicBezTo>
                  <a:pt x="1303947" y="136720"/>
                  <a:pt x="1301933" y="137515"/>
                  <a:pt x="1299437" y="137515"/>
                </a:cubicBezTo>
                <a:cubicBezTo>
                  <a:pt x="1296997" y="137515"/>
                  <a:pt x="1294998" y="136720"/>
                  <a:pt x="1293438" y="135129"/>
                </a:cubicBezTo>
                <a:cubicBezTo>
                  <a:pt x="1291877" y="133539"/>
                  <a:pt x="1291097" y="131495"/>
                  <a:pt x="1291097" y="128997"/>
                </a:cubicBezTo>
                <a:cubicBezTo>
                  <a:pt x="1291097" y="125590"/>
                  <a:pt x="1290998" y="120494"/>
                  <a:pt x="1290800" y="113709"/>
                </a:cubicBezTo>
                <a:cubicBezTo>
                  <a:pt x="1290601" y="106923"/>
                  <a:pt x="1290502" y="101826"/>
                  <a:pt x="1290502" y="98419"/>
                </a:cubicBezTo>
                <a:cubicBezTo>
                  <a:pt x="1290502" y="93081"/>
                  <a:pt x="1290785" y="86423"/>
                  <a:pt x="1291353" y="78445"/>
                </a:cubicBezTo>
                <a:cubicBezTo>
                  <a:pt x="1291920" y="70466"/>
                  <a:pt x="1292204" y="63807"/>
                  <a:pt x="1292204" y="58469"/>
                </a:cubicBezTo>
                <a:cubicBezTo>
                  <a:pt x="1292204" y="55914"/>
                  <a:pt x="1292984" y="53842"/>
                  <a:pt x="1294544" y="52251"/>
                </a:cubicBezTo>
                <a:cubicBezTo>
                  <a:pt x="1296104" y="50661"/>
                  <a:pt x="1298104" y="49866"/>
                  <a:pt x="1300543" y="49866"/>
                </a:cubicBezTo>
                <a:cubicBezTo>
                  <a:pt x="1302982" y="49866"/>
                  <a:pt x="1304982" y="50661"/>
                  <a:pt x="1306542" y="52251"/>
                </a:cubicBezTo>
                <a:cubicBezTo>
                  <a:pt x="1308102" y="53842"/>
                  <a:pt x="1308882" y="55914"/>
                  <a:pt x="1308882" y="58469"/>
                </a:cubicBezTo>
                <a:cubicBezTo>
                  <a:pt x="1308882" y="63807"/>
                  <a:pt x="1308599" y="70466"/>
                  <a:pt x="1308031" y="78445"/>
                </a:cubicBezTo>
                <a:cubicBezTo>
                  <a:pt x="1307464" y="86423"/>
                  <a:pt x="1307180" y="93081"/>
                  <a:pt x="1307180" y="98419"/>
                </a:cubicBezTo>
                <a:close/>
                <a:moveTo>
                  <a:pt x="1400292" y="143131"/>
                </a:moveTo>
                <a:cubicBezTo>
                  <a:pt x="1395413" y="143131"/>
                  <a:pt x="1392662" y="140459"/>
                  <a:pt x="1392038" y="135116"/>
                </a:cubicBezTo>
                <a:lnTo>
                  <a:pt x="1389655" y="116440"/>
                </a:lnTo>
                <a:cubicBezTo>
                  <a:pt x="1388861" y="109789"/>
                  <a:pt x="1388464" y="103563"/>
                  <a:pt x="1388464" y="97764"/>
                </a:cubicBezTo>
                <a:cubicBezTo>
                  <a:pt x="1388464" y="96172"/>
                  <a:pt x="1388563" y="93472"/>
                  <a:pt x="1388762" y="89664"/>
                </a:cubicBezTo>
                <a:cubicBezTo>
                  <a:pt x="1388960" y="85855"/>
                  <a:pt x="1389059" y="83154"/>
                  <a:pt x="1389059" y="81562"/>
                </a:cubicBezTo>
                <a:cubicBezTo>
                  <a:pt x="1389059" y="69281"/>
                  <a:pt x="1386790" y="63141"/>
                  <a:pt x="1382252" y="63141"/>
                </a:cubicBezTo>
                <a:cubicBezTo>
                  <a:pt x="1375898" y="63141"/>
                  <a:pt x="1369828" y="66918"/>
                  <a:pt x="1364041" y="74472"/>
                </a:cubicBezTo>
                <a:cubicBezTo>
                  <a:pt x="1358822" y="81344"/>
                  <a:pt x="1354737" y="90032"/>
                  <a:pt x="1351787" y="100538"/>
                </a:cubicBezTo>
                <a:cubicBezTo>
                  <a:pt x="1351674" y="102754"/>
                  <a:pt x="1351419" y="105537"/>
                  <a:pt x="1351022" y="108888"/>
                </a:cubicBezTo>
                <a:cubicBezTo>
                  <a:pt x="1350681" y="111728"/>
                  <a:pt x="1350511" y="114482"/>
                  <a:pt x="1350511" y="117150"/>
                </a:cubicBezTo>
                <a:cubicBezTo>
                  <a:pt x="1350511" y="118854"/>
                  <a:pt x="1350681" y="121410"/>
                  <a:pt x="1351022" y="124817"/>
                </a:cubicBezTo>
                <a:cubicBezTo>
                  <a:pt x="1351362" y="128224"/>
                  <a:pt x="1351532" y="130780"/>
                  <a:pt x="1351532" y="132483"/>
                </a:cubicBezTo>
                <a:cubicBezTo>
                  <a:pt x="1351532" y="135040"/>
                  <a:pt x="1350752" y="137113"/>
                  <a:pt x="1349192" y="138703"/>
                </a:cubicBezTo>
                <a:cubicBezTo>
                  <a:pt x="1347632" y="140294"/>
                  <a:pt x="1345632" y="141089"/>
                  <a:pt x="1343193" y="141089"/>
                </a:cubicBezTo>
                <a:cubicBezTo>
                  <a:pt x="1340697" y="141089"/>
                  <a:pt x="1338683" y="140293"/>
                  <a:pt x="1337151" y="138701"/>
                </a:cubicBezTo>
                <a:cubicBezTo>
                  <a:pt x="1335619" y="137111"/>
                  <a:pt x="1334853" y="135036"/>
                  <a:pt x="1334853" y="132478"/>
                </a:cubicBezTo>
                <a:cubicBezTo>
                  <a:pt x="1334853" y="130774"/>
                  <a:pt x="1334669" y="128218"/>
                  <a:pt x="1334300" y="124809"/>
                </a:cubicBezTo>
                <a:cubicBezTo>
                  <a:pt x="1333932" y="121398"/>
                  <a:pt x="1333747" y="118840"/>
                  <a:pt x="1333747" y="117134"/>
                </a:cubicBezTo>
                <a:cubicBezTo>
                  <a:pt x="1333747" y="111280"/>
                  <a:pt x="1334158" y="103168"/>
                  <a:pt x="1334981" y="92797"/>
                </a:cubicBezTo>
                <a:cubicBezTo>
                  <a:pt x="1335804" y="82426"/>
                  <a:pt x="1336215" y="74313"/>
                  <a:pt x="1336215" y="68460"/>
                </a:cubicBezTo>
                <a:cubicBezTo>
                  <a:pt x="1336215" y="66641"/>
                  <a:pt x="1336116" y="63941"/>
                  <a:pt x="1335917" y="60362"/>
                </a:cubicBezTo>
                <a:cubicBezTo>
                  <a:pt x="1335719" y="56781"/>
                  <a:pt x="1335619" y="54082"/>
                  <a:pt x="1335619" y="52265"/>
                </a:cubicBezTo>
                <a:cubicBezTo>
                  <a:pt x="1335619" y="49820"/>
                  <a:pt x="1336428" y="47817"/>
                  <a:pt x="1338044" y="46255"/>
                </a:cubicBezTo>
                <a:cubicBezTo>
                  <a:pt x="1339661" y="44691"/>
                  <a:pt x="1341661" y="43909"/>
                  <a:pt x="1344044" y="43909"/>
                </a:cubicBezTo>
                <a:cubicBezTo>
                  <a:pt x="1349263" y="43909"/>
                  <a:pt x="1352128" y="47612"/>
                  <a:pt x="1352638" y="55017"/>
                </a:cubicBezTo>
                <a:lnTo>
                  <a:pt x="1352894" y="65013"/>
                </a:lnTo>
                <a:cubicBezTo>
                  <a:pt x="1362424" y="52306"/>
                  <a:pt x="1372210" y="45952"/>
                  <a:pt x="1382252" y="45952"/>
                </a:cubicBezTo>
                <a:cubicBezTo>
                  <a:pt x="1391329" y="45952"/>
                  <a:pt x="1397654" y="49958"/>
                  <a:pt x="1401228" y="57971"/>
                </a:cubicBezTo>
                <a:cubicBezTo>
                  <a:pt x="1403667" y="63313"/>
                  <a:pt x="1405001" y="71213"/>
                  <a:pt x="1405228" y="81671"/>
                </a:cubicBezTo>
                <a:lnTo>
                  <a:pt x="1405228" y="90279"/>
                </a:lnTo>
                <a:lnTo>
                  <a:pt x="1405142" y="98206"/>
                </a:lnTo>
                <a:cubicBezTo>
                  <a:pt x="1405142" y="102923"/>
                  <a:pt x="1405752" y="109019"/>
                  <a:pt x="1406972" y="116493"/>
                </a:cubicBezTo>
                <a:cubicBezTo>
                  <a:pt x="1408192" y="123966"/>
                  <a:pt x="1408802" y="130032"/>
                  <a:pt x="1408802" y="134691"/>
                </a:cubicBezTo>
                <a:cubicBezTo>
                  <a:pt x="1408802" y="137192"/>
                  <a:pt x="1407993" y="139224"/>
                  <a:pt x="1406376" y="140786"/>
                </a:cubicBezTo>
                <a:cubicBezTo>
                  <a:pt x="1404760" y="142349"/>
                  <a:pt x="1402731" y="143131"/>
                  <a:pt x="1400292" y="143131"/>
                </a:cubicBezTo>
                <a:close/>
                <a:moveTo>
                  <a:pt x="1442772" y="29273"/>
                </a:moveTo>
                <a:cubicBezTo>
                  <a:pt x="1440049" y="29273"/>
                  <a:pt x="1437695" y="28309"/>
                  <a:pt x="1435709" y="26380"/>
                </a:cubicBezTo>
                <a:cubicBezTo>
                  <a:pt x="1433723" y="24451"/>
                  <a:pt x="1432731" y="22125"/>
                  <a:pt x="1432731" y="19402"/>
                </a:cubicBezTo>
                <a:cubicBezTo>
                  <a:pt x="1432731" y="16679"/>
                  <a:pt x="1433723" y="14353"/>
                  <a:pt x="1435709" y="12424"/>
                </a:cubicBezTo>
                <a:cubicBezTo>
                  <a:pt x="1437695" y="10495"/>
                  <a:pt x="1440049" y="9531"/>
                  <a:pt x="1442772" y="9531"/>
                </a:cubicBezTo>
                <a:cubicBezTo>
                  <a:pt x="1445495" y="9531"/>
                  <a:pt x="1447835" y="10495"/>
                  <a:pt x="1449792" y="12424"/>
                </a:cubicBezTo>
                <a:cubicBezTo>
                  <a:pt x="1451750" y="14353"/>
                  <a:pt x="1452728" y="16679"/>
                  <a:pt x="1452728" y="19402"/>
                </a:cubicBezTo>
                <a:cubicBezTo>
                  <a:pt x="1452728" y="22125"/>
                  <a:pt x="1451750" y="24451"/>
                  <a:pt x="1449792" y="26380"/>
                </a:cubicBezTo>
                <a:cubicBezTo>
                  <a:pt x="1447835" y="28309"/>
                  <a:pt x="1445495" y="29273"/>
                  <a:pt x="1442772" y="29273"/>
                </a:cubicBezTo>
                <a:moveTo>
                  <a:pt x="1446601" y="98419"/>
                </a:moveTo>
                <a:cubicBezTo>
                  <a:pt x="1446601" y="101826"/>
                  <a:pt x="1446701" y="106923"/>
                  <a:pt x="1446899" y="113709"/>
                </a:cubicBezTo>
                <a:cubicBezTo>
                  <a:pt x="1447098" y="120494"/>
                  <a:pt x="1447197" y="125590"/>
                  <a:pt x="1447197" y="128997"/>
                </a:cubicBezTo>
                <a:cubicBezTo>
                  <a:pt x="1447197" y="131495"/>
                  <a:pt x="1446431" y="133539"/>
                  <a:pt x="1444899" y="135129"/>
                </a:cubicBezTo>
                <a:cubicBezTo>
                  <a:pt x="1443368" y="136720"/>
                  <a:pt x="1441354" y="137515"/>
                  <a:pt x="1438858" y="137515"/>
                </a:cubicBezTo>
                <a:cubicBezTo>
                  <a:pt x="1436418" y="137515"/>
                  <a:pt x="1434418" y="136720"/>
                  <a:pt x="1432858" y="135129"/>
                </a:cubicBezTo>
                <a:cubicBezTo>
                  <a:pt x="1431298" y="133539"/>
                  <a:pt x="1430518" y="131495"/>
                  <a:pt x="1430518" y="128997"/>
                </a:cubicBezTo>
                <a:cubicBezTo>
                  <a:pt x="1430518" y="125590"/>
                  <a:pt x="1430419" y="120494"/>
                  <a:pt x="1430220" y="113709"/>
                </a:cubicBezTo>
                <a:cubicBezTo>
                  <a:pt x="1430022" y="106923"/>
                  <a:pt x="1429923" y="101826"/>
                  <a:pt x="1429923" y="98419"/>
                </a:cubicBezTo>
                <a:cubicBezTo>
                  <a:pt x="1429923" y="93081"/>
                  <a:pt x="1430206" y="86423"/>
                  <a:pt x="1430774" y="78445"/>
                </a:cubicBezTo>
                <a:cubicBezTo>
                  <a:pt x="1431341" y="70466"/>
                  <a:pt x="1431624" y="63807"/>
                  <a:pt x="1431624" y="58469"/>
                </a:cubicBezTo>
                <a:cubicBezTo>
                  <a:pt x="1431624" y="55914"/>
                  <a:pt x="1432405" y="53842"/>
                  <a:pt x="1433965" y="52251"/>
                </a:cubicBezTo>
                <a:cubicBezTo>
                  <a:pt x="1435525" y="50661"/>
                  <a:pt x="1437524" y="49866"/>
                  <a:pt x="1439964" y="49866"/>
                </a:cubicBezTo>
                <a:cubicBezTo>
                  <a:pt x="1442403" y="49866"/>
                  <a:pt x="1444403" y="50661"/>
                  <a:pt x="1445963" y="52251"/>
                </a:cubicBezTo>
                <a:cubicBezTo>
                  <a:pt x="1447523" y="53842"/>
                  <a:pt x="1448303" y="55914"/>
                  <a:pt x="1448303" y="58469"/>
                </a:cubicBezTo>
                <a:cubicBezTo>
                  <a:pt x="1448303" y="63807"/>
                  <a:pt x="1448020" y="70466"/>
                  <a:pt x="1447452" y="78445"/>
                </a:cubicBezTo>
                <a:cubicBezTo>
                  <a:pt x="1446885" y="86423"/>
                  <a:pt x="1446601" y="93081"/>
                  <a:pt x="1446601" y="98419"/>
                </a:cubicBezTo>
                <a:close/>
                <a:moveTo>
                  <a:pt x="1539713" y="143131"/>
                </a:moveTo>
                <a:cubicBezTo>
                  <a:pt x="1534834" y="143131"/>
                  <a:pt x="1532083" y="140459"/>
                  <a:pt x="1531459" y="135116"/>
                </a:cubicBezTo>
                <a:lnTo>
                  <a:pt x="1529076" y="116440"/>
                </a:lnTo>
                <a:cubicBezTo>
                  <a:pt x="1528282" y="109789"/>
                  <a:pt x="1527885" y="103563"/>
                  <a:pt x="1527885" y="97764"/>
                </a:cubicBezTo>
                <a:cubicBezTo>
                  <a:pt x="1527885" y="96172"/>
                  <a:pt x="1527984" y="93472"/>
                  <a:pt x="1528183" y="89664"/>
                </a:cubicBezTo>
                <a:cubicBezTo>
                  <a:pt x="1528381" y="85855"/>
                  <a:pt x="1528481" y="83154"/>
                  <a:pt x="1528481" y="81562"/>
                </a:cubicBezTo>
                <a:cubicBezTo>
                  <a:pt x="1528481" y="69281"/>
                  <a:pt x="1526211" y="63141"/>
                  <a:pt x="1521673" y="63141"/>
                </a:cubicBezTo>
                <a:cubicBezTo>
                  <a:pt x="1515319" y="63141"/>
                  <a:pt x="1509249" y="66918"/>
                  <a:pt x="1503462" y="74472"/>
                </a:cubicBezTo>
                <a:cubicBezTo>
                  <a:pt x="1498243" y="81344"/>
                  <a:pt x="1494159" y="90032"/>
                  <a:pt x="1491209" y="100538"/>
                </a:cubicBezTo>
                <a:cubicBezTo>
                  <a:pt x="1491095" y="102754"/>
                  <a:pt x="1490840" y="105537"/>
                  <a:pt x="1490443" y="108888"/>
                </a:cubicBezTo>
                <a:cubicBezTo>
                  <a:pt x="1490102" y="111728"/>
                  <a:pt x="1489932" y="114482"/>
                  <a:pt x="1489932" y="117150"/>
                </a:cubicBezTo>
                <a:cubicBezTo>
                  <a:pt x="1489932" y="118854"/>
                  <a:pt x="1490102" y="121410"/>
                  <a:pt x="1490443" y="124817"/>
                </a:cubicBezTo>
                <a:cubicBezTo>
                  <a:pt x="1490783" y="128224"/>
                  <a:pt x="1490953" y="130780"/>
                  <a:pt x="1490953" y="132483"/>
                </a:cubicBezTo>
                <a:cubicBezTo>
                  <a:pt x="1490953" y="135040"/>
                  <a:pt x="1490173" y="137113"/>
                  <a:pt x="1488613" y="138703"/>
                </a:cubicBezTo>
                <a:cubicBezTo>
                  <a:pt x="1487053" y="140294"/>
                  <a:pt x="1485053" y="141089"/>
                  <a:pt x="1482614" y="141089"/>
                </a:cubicBezTo>
                <a:cubicBezTo>
                  <a:pt x="1480118" y="141089"/>
                  <a:pt x="1478104" y="140293"/>
                  <a:pt x="1476572" y="138701"/>
                </a:cubicBezTo>
                <a:cubicBezTo>
                  <a:pt x="1475040" y="137111"/>
                  <a:pt x="1474275" y="135036"/>
                  <a:pt x="1474275" y="132478"/>
                </a:cubicBezTo>
                <a:cubicBezTo>
                  <a:pt x="1474275" y="130774"/>
                  <a:pt x="1474090" y="128218"/>
                  <a:pt x="1473721" y="124809"/>
                </a:cubicBezTo>
                <a:cubicBezTo>
                  <a:pt x="1473353" y="121398"/>
                  <a:pt x="1473168" y="118840"/>
                  <a:pt x="1473168" y="117134"/>
                </a:cubicBezTo>
                <a:cubicBezTo>
                  <a:pt x="1473168" y="111280"/>
                  <a:pt x="1473580" y="103168"/>
                  <a:pt x="1474402" y="92797"/>
                </a:cubicBezTo>
                <a:cubicBezTo>
                  <a:pt x="1475225" y="82426"/>
                  <a:pt x="1475636" y="74313"/>
                  <a:pt x="1475636" y="68460"/>
                </a:cubicBezTo>
                <a:cubicBezTo>
                  <a:pt x="1475636" y="66641"/>
                  <a:pt x="1475537" y="63941"/>
                  <a:pt x="1475338" y="60362"/>
                </a:cubicBezTo>
                <a:cubicBezTo>
                  <a:pt x="1475140" y="56781"/>
                  <a:pt x="1475040" y="54082"/>
                  <a:pt x="1475040" y="52265"/>
                </a:cubicBezTo>
                <a:cubicBezTo>
                  <a:pt x="1475040" y="49820"/>
                  <a:pt x="1475849" y="47817"/>
                  <a:pt x="1477466" y="46255"/>
                </a:cubicBezTo>
                <a:cubicBezTo>
                  <a:pt x="1479082" y="44691"/>
                  <a:pt x="1481082" y="43909"/>
                  <a:pt x="1483465" y="43909"/>
                </a:cubicBezTo>
                <a:cubicBezTo>
                  <a:pt x="1488684" y="43909"/>
                  <a:pt x="1491549" y="47612"/>
                  <a:pt x="1492060" y="55017"/>
                </a:cubicBezTo>
                <a:lnTo>
                  <a:pt x="1492315" y="65013"/>
                </a:lnTo>
                <a:cubicBezTo>
                  <a:pt x="1501846" y="52306"/>
                  <a:pt x="1511632" y="45952"/>
                  <a:pt x="1521673" y="45952"/>
                </a:cubicBezTo>
                <a:cubicBezTo>
                  <a:pt x="1530750" y="45952"/>
                  <a:pt x="1537075" y="49958"/>
                  <a:pt x="1540649" y="57971"/>
                </a:cubicBezTo>
                <a:cubicBezTo>
                  <a:pt x="1543089" y="63313"/>
                  <a:pt x="1544422" y="71213"/>
                  <a:pt x="1544649" y="81671"/>
                </a:cubicBezTo>
                <a:lnTo>
                  <a:pt x="1544649" y="90279"/>
                </a:lnTo>
                <a:lnTo>
                  <a:pt x="1544564" y="98206"/>
                </a:lnTo>
                <a:cubicBezTo>
                  <a:pt x="1544564" y="102923"/>
                  <a:pt x="1545173" y="109019"/>
                  <a:pt x="1546393" y="116493"/>
                </a:cubicBezTo>
                <a:cubicBezTo>
                  <a:pt x="1547613" y="123966"/>
                  <a:pt x="1548223" y="130032"/>
                  <a:pt x="1548223" y="134691"/>
                </a:cubicBezTo>
                <a:cubicBezTo>
                  <a:pt x="1548223" y="137192"/>
                  <a:pt x="1547414" y="139224"/>
                  <a:pt x="1545798" y="140786"/>
                </a:cubicBezTo>
                <a:cubicBezTo>
                  <a:pt x="1544181" y="142349"/>
                  <a:pt x="1542153" y="143131"/>
                  <a:pt x="1539713" y="143131"/>
                </a:cubicBezTo>
                <a:close/>
                <a:moveTo>
                  <a:pt x="1635973" y="100328"/>
                </a:moveTo>
                <a:lnTo>
                  <a:pt x="1634016" y="128920"/>
                </a:lnTo>
                <a:cubicBezTo>
                  <a:pt x="1633676" y="140266"/>
                  <a:pt x="1632513" y="149542"/>
                  <a:pt x="1630527" y="156746"/>
                </a:cubicBezTo>
                <a:cubicBezTo>
                  <a:pt x="1627974" y="165937"/>
                  <a:pt x="1623890" y="172716"/>
                  <a:pt x="1618273" y="177084"/>
                </a:cubicBezTo>
                <a:cubicBezTo>
                  <a:pt x="1611466" y="182360"/>
                  <a:pt x="1601623" y="184998"/>
                  <a:pt x="1588745" y="184998"/>
                </a:cubicBezTo>
                <a:cubicBezTo>
                  <a:pt x="1581200" y="184998"/>
                  <a:pt x="1574875" y="184488"/>
                  <a:pt x="1569769" y="183466"/>
                </a:cubicBezTo>
                <a:cubicBezTo>
                  <a:pt x="1562621" y="182048"/>
                  <a:pt x="1559047" y="179098"/>
                  <a:pt x="1559047" y="174617"/>
                </a:cubicBezTo>
                <a:cubicBezTo>
                  <a:pt x="1559047" y="169568"/>
                  <a:pt x="1561515" y="167043"/>
                  <a:pt x="1566450" y="167043"/>
                </a:cubicBezTo>
                <a:cubicBezTo>
                  <a:pt x="1568492" y="167043"/>
                  <a:pt x="1571896" y="167539"/>
                  <a:pt x="1576662" y="168532"/>
                </a:cubicBezTo>
                <a:cubicBezTo>
                  <a:pt x="1581427" y="169525"/>
                  <a:pt x="1586703" y="169965"/>
                  <a:pt x="1592489" y="169851"/>
                </a:cubicBezTo>
                <a:cubicBezTo>
                  <a:pt x="1603382" y="169670"/>
                  <a:pt x="1610899" y="164084"/>
                  <a:pt x="1615040" y="153093"/>
                </a:cubicBezTo>
                <a:cubicBezTo>
                  <a:pt x="1617763" y="145764"/>
                  <a:pt x="1619210" y="134501"/>
                  <a:pt x="1619380" y="119304"/>
                </a:cubicBezTo>
                <a:cubicBezTo>
                  <a:pt x="1616316" y="125942"/>
                  <a:pt x="1612671" y="130920"/>
                  <a:pt x="1608445" y="134239"/>
                </a:cubicBezTo>
                <a:cubicBezTo>
                  <a:pt x="1604218" y="137557"/>
                  <a:pt x="1599382" y="139217"/>
                  <a:pt x="1593936" y="139217"/>
                </a:cubicBezTo>
                <a:cubicBezTo>
                  <a:pt x="1583668" y="139217"/>
                  <a:pt x="1575314" y="135710"/>
                  <a:pt x="1568875" y="128697"/>
                </a:cubicBezTo>
                <a:cubicBezTo>
                  <a:pt x="1562436" y="121683"/>
                  <a:pt x="1559217" y="112583"/>
                  <a:pt x="1559217" y="101397"/>
                </a:cubicBezTo>
                <a:cubicBezTo>
                  <a:pt x="1559217" y="86066"/>
                  <a:pt x="1563614" y="73715"/>
                  <a:pt x="1572407" y="64346"/>
                </a:cubicBezTo>
                <a:cubicBezTo>
                  <a:pt x="1581484" y="54693"/>
                  <a:pt x="1593851" y="49866"/>
                  <a:pt x="1609509" y="49866"/>
                </a:cubicBezTo>
                <a:cubicBezTo>
                  <a:pt x="1614785" y="49866"/>
                  <a:pt x="1619210" y="50547"/>
                  <a:pt x="1622784" y="51908"/>
                </a:cubicBezTo>
                <a:cubicBezTo>
                  <a:pt x="1626358" y="53270"/>
                  <a:pt x="1629081" y="55312"/>
                  <a:pt x="1630953" y="58035"/>
                </a:cubicBezTo>
                <a:cubicBezTo>
                  <a:pt x="1637023" y="58206"/>
                  <a:pt x="1640058" y="61581"/>
                  <a:pt x="1640058" y="68162"/>
                </a:cubicBezTo>
                <a:cubicBezTo>
                  <a:pt x="1640058" y="72190"/>
                  <a:pt x="1639462" y="77579"/>
                  <a:pt x="1638271" y="84330"/>
                </a:cubicBezTo>
                <a:cubicBezTo>
                  <a:pt x="1636966" y="92159"/>
                  <a:pt x="1636200" y="97491"/>
                  <a:pt x="1635973" y="100328"/>
                </a:cubicBezTo>
                <a:moveTo>
                  <a:pt x="1608658" y="66885"/>
                </a:moveTo>
                <a:cubicBezTo>
                  <a:pt x="1597879" y="66885"/>
                  <a:pt x="1589539" y="70231"/>
                  <a:pt x="1583639" y="76921"/>
                </a:cubicBezTo>
                <a:cubicBezTo>
                  <a:pt x="1578364" y="82947"/>
                  <a:pt x="1575726" y="90608"/>
                  <a:pt x="1575726" y="99905"/>
                </a:cubicBezTo>
                <a:cubicBezTo>
                  <a:pt x="1575726" y="107310"/>
                  <a:pt x="1577286" y="112877"/>
                  <a:pt x="1580406" y="116605"/>
                </a:cubicBezTo>
                <a:cubicBezTo>
                  <a:pt x="1583526" y="120333"/>
                  <a:pt x="1588206" y="122198"/>
                  <a:pt x="1594447" y="122198"/>
                </a:cubicBezTo>
                <a:cubicBezTo>
                  <a:pt x="1600176" y="122198"/>
                  <a:pt x="1605736" y="119287"/>
                  <a:pt x="1611125" y="113465"/>
                </a:cubicBezTo>
                <a:cubicBezTo>
                  <a:pt x="1616004" y="108102"/>
                  <a:pt x="1618784" y="102790"/>
                  <a:pt x="1619465" y="97530"/>
                </a:cubicBezTo>
                <a:cubicBezTo>
                  <a:pt x="1620656" y="92013"/>
                  <a:pt x="1621933" y="83356"/>
                  <a:pt x="1623294" y="71558"/>
                </a:cubicBezTo>
                <a:cubicBezTo>
                  <a:pt x="1621025" y="69974"/>
                  <a:pt x="1618671" y="68800"/>
                  <a:pt x="1616231" y="68034"/>
                </a:cubicBezTo>
                <a:cubicBezTo>
                  <a:pt x="1613792" y="67268"/>
                  <a:pt x="1611267" y="66885"/>
                  <a:pt x="1608658" y="668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LLM">
            <a:extLst xmlns:a="http://schemas.openxmlformats.org/drawingml/2006/main">
              <a:ext uri="{FF2B5EF4-FFF2-40B4-BE49-F238E27FC236}">
                <a16:creationId xmlns:a16="http://schemas.microsoft.com/office/drawing/2014/main" id="{2E2A8D1D-E181-418A-AF17-412B1BC3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535" y="3639662"/>
            <a:ext cx="370429" cy="150136"/>
          </a:xfrm>
          <a:custGeom xmlns:a="http://schemas.openxmlformats.org/drawingml/2006/main">
            <a:pathLst>
              <a:path w="370429" h="150136">
                <a:moveTo>
                  <a:pt x="86491" y="137839"/>
                </a:moveTo>
                <a:cubicBezTo>
                  <a:pt x="79440" y="141081"/>
                  <a:pt x="68363" y="143987"/>
                  <a:pt x="53261" y="146557"/>
                </a:cubicBezTo>
                <a:cubicBezTo>
                  <a:pt x="39345" y="148943"/>
                  <a:pt x="27988" y="150136"/>
                  <a:pt x="19189" y="150136"/>
                </a:cubicBezTo>
                <a:cubicBezTo>
                  <a:pt x="12886" y="150136"/>
                  <a:pt x="8362" y="149186"/>
                  <a:pt x="5616" y="147288"/>
                </a:cubicBezTo>
                <a:cubicBezTo>
                  <a:pt x="1872" y="144718"/>
                  <a:pt x="0" y="140005"/>
                  <a:pt x="0" y="133147"/>
                </a:cubicBezTo>
                <a:lnTo>
                  <a:pt x="1872" y="102754"/>
                </a:lnTo>
                <a:cubicBezTo>
                  <a:pt x="3495" y="74716"/>
                  <a:pt x="4306" y="43618"/>
                  <a:pt x="4306" y="9458"/>
                </a:cubicBezTo>
                <a:cubicBezTo>
                  <a:pt x="4306" y="6825"/>
                  <a:pt x="5195" y="4591"/>
                  <a:pt x="6974" y="2756"/>
                </a:cubicBezTo>
                <a:cubicBezTo>
                  <a:pt x="8752" y="919"/>
                  <a:pt x="10952" y="0"/>
                  <a:pt x="13573" y="0"/>
                </a:cubicBezTo>
                <a:cubicBezTo>
                  <a:pt x="16256" y="0"/>
                  <a:pt x="18487" y="918"/>
                  <a:pt x="20266" y="2753"/>
                </a:cubicBezTo>
                <a:cubicBezTo>
                  <a:pt x="22044" y="4589"/>
                  <a:pt x="22933" y="6822"/>
                  <a:pt x="22933" y="9452"/>
                </a:cubicBezTo>
                <a:cubicBezTo>
                  <a:pt x="22933" y="44019"/>
                  <a:pt x="22091" y="75466"/>
                  <a:pt x="20406" y="103792"/>
                </a:cubicBezTo>
                <a:lnTo>
                  <a:pt x="19189" y="117741"/>
                </a:lnTo>
                <a:cubicBezTo>
                  <a:pt x="18690" y="122819"/>
                  <a:pt x="18503" y="127316"/>
                  <a:pt x="18627" y="131231"/>
                </a:cubicBezTo>
                <a:cubicBezTo>
                  <a:pt x="34915" y="131415"/>
                  <a:pt x="55508" y="127652"/>
                  <a:pt x="80407" y="119943"/>
                </a:cubicBezTo>
                <a:cubicBezTo>
                  <a:pt x="81468" y="119637"/>
                  <a:pt x="82466" y="119485"/>
                  <a:pt x="83402" y="119485"/>
                </a:cubicBezTo>
                <a:cubicBezTo>
                  <a:pt x="86086" y="119485"/>
                  <a:pt x="88332" y="120529"/>
                  <a:pt x="90142" y="122619"/>
                </a:cubicBezTo>
                <a:cubicBezTo>
                  <a:pt x="91702" y="124525"/>
                  <a:pt x="92482" y="126709"/>
                  <a:pt x="92482" y="129169"/>
                </a:cubicBezTo>
                <a:cubicBezTo>
                  <a:pt x="92482" y="133104"/>
                  <a:pt x="90485" y="135994"/>
                  <a:pt x="86491" y="137839"/>
                </a:cubicBezTo>
                <a:close/>
                <a:moveTo>
                  <a:pt x="195417" y="137839"/>
                </a:moveTo>
                <a:cubicBezTo>
                  <a:pt x="188366" y="141081"/>
                  <a:pt x="177289" y="143987"/>
                  <a:pt x="162187" y="146557"/>
                </a:cubicBezTo>
                <a:cubicBezTo>
                  <a:pt x="148271" y="148943"/>
                  <a:pt x="136914" y="150136"/>
                  <a:pt x="128115" y="150136"/>
                </a:cubicBezTo>
                <a:cubicBezTo>
                  <a:pt x="121812" y="150136"/>
                  <a:pt x="117288" y="149186"/>
                  <a:pt x="114542" y="147288"/>
                </a:cubicBezTo>
                <a:cubicBezTo>
                  <a:pt x="110798" y="144718"/>
                  <a:pt x="108926" y="140005"/>
                  <a:pt x="108926" y="133147"/>
                </a:cubicBezTo>
                <a:lnTo>
                  <a:pt x="110798" y="102754"/>
                </a:lnTo>
                <a:cubicBezTo>
                  <a:pt x="112420" y="74716"/>
                  <a:pt x="113232" y="43618"/>
                  <a:pt x="113232" y="9458"/>
                </a:cubicBezTo>
                <a:cubicBezTo>
                  <a:pt x="113232" y="6825"/>
                  <a:pt x="114121" y="4591"/>
                  <a:pt x="115899" y="2756"/>
                </a:cubicBezTo>
                <a:cubicBezTo>
                  <a:pt x="117678" y="919"/>
                  <a:pt x="119878" y="0"/>
                  <a:pt x="122499" y="0"/>
                </a:cubicBezTo>
                <a:cubicBezTo>
                  <a:pt x="125182" y="0"/>
                  <a:pt x="127413" y="918"/>
                  <a:pt x="129191" y="2753"/>
                </a:cubicBezTo>
                <a:cubicBezTo>
                  <a:pt x="130970" y="4589"/>
                  <a:pt x="131859" y="6822"/>
                  <a:pt x="131859" y="9452"/>
                </a:cubicBezTo>
                <a:cubicBezTo>
                  <a:pt x="131859" y="44019"/>
                  <a:pt x="131017" y="75466"/>
                  <a:pt x="129332" y="103792"/>
                </a:cubicBezTo>
                <a:lnTo>
                  <a:pt x="128115" y="117741"/>
                </a:lnTo>
                <a:cubicBezTo>
                  <a:pt x="127616" y="122819"/>
                  <a:pt x="127429" y="127316"/>
                  <a:pt x="127553" y="131231"/>
                </a:cubicBezTo>
                <a:cubicBezTo>
                  <a:pt x="143841" y="131415"/>
                  <a:pt x="164434" y="127652"/>
                  <a:pt x="189333" y="119943"/>
                </a:cubicBezTo>
                <a:cubicBezTo>
                  <a:pt x="190394" y="119637"/>
                  <a:pt x="191392" y="119485"/>
                  <a:pt x="192328" y="119485"/>
                </a:cubicBezTo>
                <a:cubicBezTo>
                  <a:pt x="195012" y="119485"/>
                  <a:pt x="197258" y="120529"/>
                  <a:pt x="199068" y="122619"/>
                </a:cubicBezTo>
                <a:cubicBezTo>
                  <a:pt x="200628" y="124525"/>
                  <a:pt x="201408" y="126709"/>
                  <a:pt x="201408" y="129169"/>
                </a:cubicBezTo>
                <a:cubicBezTo>
                  <a:pt x="201408" y="133104"/>
                  <a:pt x="199411" y="135994"/>
                  <a:pt x="195417" y="137839"/>
                </a:cubicBezTo>
                <a:close/>
                <a:moveTo>
                  <a:pt x="360507" y="149034"/>
                </a:moveTo>
                <a:cubicBezTo>
                  <a:pt x="357137" y="149034"/>
                  <a:pt x="354360" y="147321"/>
                  <a:pt x="352176" y="143895"/>
                </a:cubicBezTo>
                <a:cubicBezTo>
                  <a:pt x="350304" y="140959"/>
                  <a:pt x="348619" y="136064"/>
                  <a:pt x="347121" y="129212"/>
                </a:cubicBezTo>
                <a:lnTo>
                  <a:pt x="343751" y="113428"/>
                </a:lnTo>
                <a:cubicBezTo>
                  <a:pt x="341193" y="103639"/>
                  <a:pt x="337137" y="82042"/>
                  <a:pt x="331583" y="48638"/>
                </a:cubicBezTo>
                <a:lnTo>
                  <a:pt x="312862" y="103975"/>
                </a:lnTo>
                <a:lnTo>
                  <a:pt x="307339" y="121412"/>
                </a:lnTo>
                <a:cubicBezTo>
                  <a:pt x="305092" y="128325"/>
                  <a:pt x="302752" y="133984"/>
                  <a:pt x="300318" y="138389"/>
                </a:cubicBezTo>
                <a:cubicBezTo>
                  <a:pt x="297697" y="143039"/>
                  <a:pt x="294172" y="145364"/>
                  <a:pt x="289741" y="145364"/>
                </a:cubicBezTo>
                <a:cubicBezTo>
                  <a:pt x="286059" y="145364"/>
                  <a:pt x="283157" y="143406"/>
                  <a:pt x="281036" y="139490"/>
                </a:cubicBezTo>
                <a:cubicBezTo>
                  <a:pt x="279663" y="136921"/>
                  <a:pt x="278415" y="133648"/>
                  <a:pt x="277291" y="129671"/>
                </a:cubicBezTo>
                <a:lnTo>
                  <a:pt x="274577" y="119485"/>
                </a:lnTo>
                <a:cubicBezTo>
                  <a:pt x="268274" y="97888"/>
                  <a:pt x="262720" y="74762"/>
                  <a:pt x="257915" y="50106"/>
                </a:cubicBezTo>
                <a:lnTo>
                  <a:pt x="254545" y="66533"/>
                </a:lnTo>
                <a:lnTo>
                  <a:pt x="242470" y="114988"/>
                </a:lnTo>
                <a:cubicBezTo>
                  <a:pt x="241971" y="120678"/>
                  <a:pt x="240411" y="129090"/>
                  <a:pt x="237790" y="140225"/>
                </a:cubicBezTo>
                <a:cubicBezTo>
                  <a:pt x="235918" y="144997"/>
                  <a:pt x="232829" y="147383"/>
                  <a:pt x="228523" y="147383"/>
                </a:cubicBezTo>
                <a:cubicBezTo>
                  <a:pt x="225465" y="147383"/>
                  <a:pt x="223032" y="146312"/>
                  <a:pt x="221222" y="144171"/>
                </a:cubicBezTo>
                <a:cubicBezTo>
                  <a:pt x="219662" y="142335"/>
                  <a:pt x="218882" y="140072"/>
                  <a:pt x="218882" y="137380"/>
                </a:cubicBezTo>
                <a:cubicBezTo>
                  <a:pt x="218882" y="127163"/>
                  <a:pt x="221035" y="114621"/>
                  <a:pt x="225341" y="99754"/>
                </a:cubicBezTo>
                <a:lnTo>
                  <a:pt x="235637" y="62771"/>
                </a:lnTo>
                <a:lnTo>
                  <a:pt x="241066" y="33863"/>
                </a:lnTo>
                <a:cubicBezTo>
                  <a:pt x="243812" y="20342"/>
                  <a:pt x="246714" y="11502"/>
                  <a:pt x="249772" y="7342"/>
                </a:cubicBezTo>
                <a:cubicBezTo>
                  <a:pt x="252268" y="3793"/>
                  <a:pt x="255357" y="2019"/>
                  <a:pt x="259038" y="2019"/>
                </a:cubicBezTo>
                <a:cubicBezTo>
                  <a:pt x="263095" y="2019"/>
                  <a:pt x="266121" y="4283"/>
                  <a:pt x="268118" y="8810"/>
                </a:cubicBezTo>
                <a:cubicBezTo>
                  <a:pt x="270552" y="14255"/>
                  <a:pt x="273173" y="25359"/>
                  <a:pt x="275981" y="42122"/>
                </a:cubicBezTo>
                <a:cubicBezTo>
                  <a:pt x="279288" y="62251"/>
                  <a:pt x="284437" y="84031"/>
                  <a:pt x="291426" y="107463"/>
                </a:cubicBezTo>
                <a:cubicBezTo>
                  <a:pt x="300662" y="83908"/>
                  <a:pt x="308649" y="59375"/>
                  <a:pt x="315389" y="33863"/>
                </a:cubicBezTo>
                <a:lnTo>
                  <a:pt x="318197" y="20465"/>
                </a:lnTo>
                <a:cubicBezTo>
                  <a:pt x="319320" y="15081"/>
                  <a:pt x="320787" y="10737"/>
                  <a:pt x="322596" y="7433"/>
                </a:cubicBezTo>
                <a:cubicBezTo>
                  <a:pt x="325030" y="2967"/>
                  <a:pt x="328369" y="734"/>
                  <a:pt x="332612" y="734"/>
                </a:cubicBezTo>
                <a:cubicBezTo>
                  <a:pt x="337979" y="734"/>
                  <a:pt x="342066" y="5782"/>
                  <a:pt x="344875" y="15876"/>
                </a:cubicBezTo>
                <a:cubicBezTo>
                  <a:pt x="345873" y="19363"/>
                  <a:pt x="347090" y="26583"/>
                  <a:pt x="348525" y="37534"/>
                </a:cubicBezTo>
                <a:cubicBezTo>
                  <a:pt x="352207" y="65187"/>
                  <a:pt x="356794" y="88803"/>
                  <a:pt x="362285" y="108380"/>
                </a:cubicBezTo>
                <a:lnTo>
                  <a:pt x="366872" y="124165"/>
                </a:lnTo>
                <a:cubicBezTo>
                  <a:pt x="369243" y="132608"/>
                  <a:pt x="370429" y="137808"/>
                  <a:pt x="370429" y="139766"/>
                </a:cubicBezTo>
                <a:cubicBezTo>
                  <a:pt x="370429" y="142396"/>
                  <a:pt x="369415" y="144599"/>
                  <a:pt x="367387" y="146373"/>
                </a:cubicBezTo>
                <a:cubicBezTo>
                  <a:pt x="365359" y="148147"/>
                  <a:pt x="363065" y="149034"/>
                  <a:pt x="360507" y="149034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LLM">
            <a:extLst xmlns:a="http://schemas.openxmlformats.org/drawingml/2006/main">
              <a:ext uri="{FF2B5EF4-FFF2-40B4-BE49-F238E27FC236}">
                <a16:creationId xmlns:a16="http://schemas.microsoft.com/office/drawing/2014/main" id="{DA6DED24-281E-411C-A4F8-1A27AFF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535" y="3639662"/>
            <a:ext cx="370429" cy="150136"/>
          </a:xfrm>
          <a:custGeom xmlns:a="http://schemas.openxmlformats.org/drawingml/2006/main">
            <a:pathLst>
              <a:path w="370429" h="150136" fill="none">
                <a:moveTo>
                  <a:pt x="86491" y="137839"/>
                </a:moveTo>
                <a:cubicBezTo>
                  <a:pt x="79440" y="141081"/>
                  <a:pt x="68363" y="143987"/>
                  <a:pt x="53261" y="146557"/>
                </a:cubicBezTo>
                <a:cubicBezTo>
                  <a:pt x="39345" y="148943"/>
                  <a:pt x="27988" y="150136"/>
                  <a:pt x="19189" y="150136"/>
                </a:cubicBezTo>
                <a:cubicBezTo>
                  <a:pt x="12886" y="150136"/>
                  <a:pt x="8362" y="149186"/>
                  <a:pt x="5616" y="147288"/>
                </a:cubicBezTo>
                <a:cubicBezTo>
                  <a:pt x="1872" y="144718"/>
                  <a:pt x="0" y="140005"/>
                  <a:pt x="0" y="133147"/>
                </a:cubicBezTo>
                <a:lnTo>
                  <a:pt x="1872" y="102754"/>
                </a:lnTo>
                <a:cubicBezTo>
                  <a:pt x="3495" y="74716"/>
                  <a:pt x="4306" y="43618"/>
                  <a:pt x="4306" y="9458"/>
                </a:cubicBezTo>
                <a:cubicBezTo>
                  <a:pt x="4306" y="6825"/>
                  <a:pt x="5195" y="4591"/>
                  <a:pt x="6974" y="2756"/>
                </a:cubicBezTo>
                <a:cubicBezTo>
                  <a:pt x="8752" y="919"/>
                  <a:pt x="10952" y="0"/>
                  <a:pt x="13573" y="0"/>
                </a:cubicBezTo>
                <a:cubicBezTo>
                  <a:pt x="16256" y="0"/>
                  <a:pt x="18487" y="918"/>
                  <a:pt x="20266" y="2753"/>
                </a:cubicBezTo>
                <a:cubicBezTo>
                  <a:pt x="22044" y="4589"/>
                  <a:pt x="22933" y="6822"/>
                  <a:pt x="22933" y="9452"/>
                </a:cubicBezTo>
                <a:cubicBezTo>
                  <a:pt x="22933" y="44019"/>
                  <a:pt x="22091" y="75466"/>
                  <a:pt x="20406" y="103792"/>
                </a:cubicBezTo>
                <a:lnTo>
                  <a:pt x="19189" y="117741"/>
                </a:lnTo>
                <a:cubicBezTo>
                  <a:pt x="18690" y="122819"/>
                  <a:pt x="18503" y="127316"/>
                  <a:pt x="18627" y="131231"/>
                </a:cubicBezTo>
                <a:cubicBezTo>
                  <a:pt x="34915" y="131415"/>
                  <a:pt x="55508" y="127652"/>
                  <a:pt x="80407" y="119943"/>
                </a:cubicBezTo>
                <a:cubicBezTo>
                  <a:pt x="81468" y="119637"/>
                  <a:pt x="82466" y="119485"/>
                  <a:pt x="83402" y="119485"/>
                </a:cubicBezTo>
                <a:cubicBezTo>
                  <a:pt x="86086" y="119485"/>
                  <a:pt x="88332" y="120529"/>
                  <a:pt x="90142" y="122619"/>
                </a:cubicBezTo>
                <a:cubicBezTo>
                  <a:pt x="91702" y="124525"/>
                  <a:pt x="92482" y="126709"/>
                  <a:pt x="92482" y="129169"/>
                </a:cubicBezTo>
                <a:cubicBezTo>
                  <a:pt x="92482" y="133104"/>
                  <a:pt x="90485" y="135994"/>
                  <a:pt x="86491" y="137839"/>
                </a:cubicBezTo>
                <a:close/>
                <a:moveTo>
                  <a:pt x="195417" y="137839"/>
                </a:moveTo>
                <a:cubicBezTo>
                  <a:pt x="188366" y="141081"/>
                  <a:pt x="177289" y="143987"/>
                  <a:pt x="162187" y="146557"/>
                </a:cubicBezTo>
                <a:cubicBezTo>
                  <a:pt x="148271" y="148943"/>
                  <a:pt x="136914" y="150136"/>
                  <a:pt x="128115" y="150136"/>
                </a:cubicBezTo>
                <a:cubicBezTo>
                  <a:pt x="121812" y="150136"/>
                  <a:pt x="117288" y="149186"/>
                  <a:pt x="114542" y="147288"/>
                </a:cubicBezTo>
                <a:cubicBezTo>
                  <a:pt x="110798" y="144718"/>
                  <a:pt x="108926" y="140005"/>
                  <a:pt x="108926" y="133147"/>
                </a:cubicBezTo>
                <a:lnTo>
                  <a:pt x="110798" y="102754"/>
                </a:lnTo>
                <a:cubicBezTo>
                  <a:pt x="112420" y="74716"/>
                  <a:pt x="113232" y="43618"/>
                  <a:pt x="113232" y="9458"/>
                </a:cubicBezTo>
                <a:cubicBezTo>
                  <a:pt x="113232" y="6825"/>
                  <a:pt x="114121" y="4591"/>
                  <a:pt x="115899" y="2756"/>
                </a:cubicBezTo>
                <a:cubicBezTo>
                  <a:pt x="117678" y="919"/>
                  <a:pt x="119878" y="0"/>
                  <a:pt x="122499" y="0"/>
                </a:cubicBezTo>
                <a:cubicBezTo>
                  <a:pt x="125182" y="0"/>
                  <a:pt x="127413" y="918"/>
                  <a:pt x="129191" y="2753"/>
                </a:cubicBezTo>
                <a:cubicBezTo>
                  <a:pt x="130970" y="4589"/>
                  <a:pt x="131859" y="6822"/>
                  <a:pt x="131859" y="9452"/>
                </a:cubicBezTo>
                <a:cubicBezTo>
                  <a:pt x="131859" y="44019"/>
                  <a:pt x="131017" y="75466"/>
                  <a:pt x="129332" y="103792"/>
                </a:cubicBezTo>
                <a:lnTo>
                  <a:pt x="128115" y="117741"/>
                </a:lnTo>
                <a:cubicBezTo>
                  <a:pt x="127616" y="122819"/>
                  <a:pt x="127429" y="127316"/>
                  <a:pt x="127553" y="131231"/>
                </a:cubicBezTo>
                <a:cubicBezTo>
                  <a:pt x="143841" y="131415"/>
                  <a:pt x="164434" y="127652"/>
                  <a:pt x="189333" y="119943"/>
                </a:cubicBezTo>
                <a:cubicBezTo>
                  <a:pt x="190394" y="119637"/>
                  <a:pt x="191392" y="119485"/>
                  <a:pt x="192328" y="119485"/>
                </a:cubicBezTo>
                <a:cubicBezTo>
                  <a:pt x="195012" y="119485"/>
                  <a:pt x="197258" y="120529"/>
                  <a:pt x="199068" y="122619"/>
                </a:cubicBezTo>
                <a:cubicBezTo>
                  <a:pt x="200628" y="124525"/>
                  <a:pt x="201408" y="126709"/>
                  <a:pt x="201408" y="129169"/>
                </a:cubicBezTo>
                <a:cubicBezTo>
                  <a:pt x="201408" y="133104"/>
                  <a:pt x="199411" y="135994"/>
                  <a:pt x="195417" y="137839"/>
                </a:cubicBezTo>
                <a:close/>
                <a:moveTo>
                  <a:pt x="360507" y="149034"/>
                </a:moveTo>
                <a:cubicBezTo>
                  <a:pt x="357137" y="149034"/>
                  <a:pt x="354360" y="147321"/>
                  <a:pt x="352176" y="143895"/>
                </a:cubicBezTo>
                <a:cubicBezTo>
                  <a:pt x="350304" y="140959"/>
                  <a:pt x="348619" y="136064"/>
                  <a:pt x="347121" y="129212"/>
                </a:cubicBezTo>
                <a:lnTo>
                  <a:pt x="343751" y="113428"/>
                </a:lnTo>
                <a:cubicBezTo>
                  <a:pt x="341193" y="103639"/>
                  <a:pt x="337137" y="82042"/>
                  <a:pt x="331583" y="48638"/>
                </a:cubicBezTo>
                <a:lnTo>
                  <a:pt x="312862" y="103975"/>
                </a:lnTo>
                <a:lnTo>
                  <a:pt x="307339" y="121412"/>
                </a:lnTo>
                <a:cubicBezTo>
                  <a:pt x="305092" y="128325"/>
                  <a:pt x="302752" y="133984"/>
                  <a:pt x="300318" y="138389"/>
                </a:cubicBezTo>
                <a:cubicBezTo>
                  <a:pt x="297697" y="143039"/>
                  <a:pt x="294172" y="145364"/>
                  <a:pt x="289741" y="145364"/>
                </a:cubicBezTo>
                <a:cubicBezTo>
                  <a:pt x="286059" y="145364"/>
                  <a:pt x="283157" y="143406"/>
                  <a:pt x="281036" y="139490"/>
                </a:cubicBezTo>
                <a:cubicBezTo>
                  <a:pt x="279663" y="136921"/>
                  <a:pt x="278415" y="133648"/>
                  <a:pt x="277291" y="129671"/>
                </a:cubicBezTo>
                <a:lnTo>
                  <a:pt x="274577" y="119485"/>
                </a:lnTo>
                <a:cubicBezTo>
                  <a:pt x="268274" y="97888"/>
                  <a:pt x="262720" y="74762"/>
                  <a:pt x="257915" y="50106"/>
                </a:cubicBezTo>
                <a:lnTo>
                  <a:pt x="254545" y="66533"/>
                </a:lnTo>
                <a:lnTo>
                  <a:pt x="242470" y="114988"/>
                </a:lnTo>
                <a:cubicBezTo>
                  <a:pt x="241971" y="120678"/>
                  <a:pt x="240411" y="129090"/>
                  <a:pt x="237790" y="140225"/>
                </a:cubicBezTo>
                <a:cubicBezTo>
                  <a:pt x="235918" y="144997"/>
                  <a:pt x="232829" y="147383"/>
                  <a:pt x="228523" y="147383"/>
                </a:cubicBezTo>
                <a:cubicBezTo>
                  <a:pt x="225465" y="147383"/>
                  <a:pt x="223032" y="146312"/>
                  <a:pt x="221222" y="144171"/>
                </a:cubicBezTo>
                <a:cubicBezTo>
                  <a:pt x="219662" y="142335"/>
                  <a:pt x="218882" y="140072"/>
                  <a:pt x="218882" y="137380"/>
                </a:cubicBezTo>
                <a:cubicBezTo>
                  <a:pt x="218882" y="127163"/>
                  <a:pt x="221035" y="114621"/>
                  <a:pt x="225341" y="99754"/>
                </a:cubicBezTo>
                <a:lnTo>
                  <a:pt x="235637" y="62771"/>
                </a:lnTo>
                <a:lnTo>
                  <a:pt x="241066" y="33863"/>
                </a:lnTo>
                <a:cubicBezTo>
                  <a:pt x="243812" y="20342"/>
                  <a:pt x="246714" y="11502"/>
                  <a:pt x="249772" y="7342"/>
                </a:cubicBezTo>
                <a:cubicBezTo>
                  <a:pt x="252268" y="3793"/>
                  <a:pt x="255357" y="2019"/>
                  <a:pt x="259038" y="2019"/>
                </a:cubicBezTo>
                <a:cubicBezTo>
                  <a:pt x="263095" y="2019"/>
                  <a:pt x="266121" y="4283"/>
                  <a:pt x="268118" y="8810"/>
                </a:cubicBezTo>
                <a:cubicBezTo>
                  <a:pt x="270552" y="14255"/>
                  <a:pt x="273173" y="25359"/>
                  <a:pt x="275981" y="42122"/>
                </a:cubicBezTo>
                <a:cubicBezTo>
                  <a:pt x="279288" y="62251"/>
                  <a:pt x="284437" y="84031"/>
                  <a:pt x="291426" y="107463"/>
                </a:cubicBezTo>
                <a:cubicBezTo>
                  <a:pt x="300662" y="83908"/>
                  <a:pt x="308649" y="59375"/>
                  <a:pt x="315389" y="33863"/>
                </a:cubicBezTo>
                <a:lnTo>
                  <a:pt x="318197" y="20465"/>
                </a:lnTo>
                <a:cubicBezTo>
                  <a:pt x="319320" y="15081"/>
                  <a:pt x="320787" y="10737"/>
                  <a:pt x="322596" y="7433"/>
                </a:cubicBezTo>
                <a:cubicBezTo>
                  <a:pt x="325030" y="2967"/>
                  <a:pt x="328369" y="734"/>
                  <a:pt x="332612" y="734"/>
                </a:cubicBezTo>
                <a:cubicBezTo>
                  <a:pt x="337979" y="734"/>
                  <a:pt x="342066" y="5782"/>
                  <a:pt x="344875" y="15876"/>
                </a:cubicBezTo>
                <a:cubicBezTo>
                  <a:pt x="345873" y="19363"/>
                  <a:pt x="347090" y="26583"/>
                  <a:pt x="348525" y="37534"/>
                </a:cubicBezTo>
                <a:cubicBezTo>
                  <a:pt x="352207" y="65187"/>
                  <a:pt x="356794" y="88803"/>
                  <a:pt x="362285" y="108380"/>
                </a:cubicBezTo>
                <a:lnTo>
                  <a:pt x="366872" y="124165"/>
                </a:lnTo>
                <a:cubicBezTo>
                  <a:pt x="369243" y="132608"/>
                  <a:pt x="370429" y="137808"/>
                  <a:pt x="370429" y="139766"/>
                </a:cubicBezTo>
                <a:cubicBezTo>
                  <a:pt x="370429" y="142396"/>
                  <a:pt x="369415" y="144599"/>
                  <a:pt x="367387" y="146373"/>
                </a:cubicBezTo>
                <a:cubicBezTo>
                  <a:pt x="365359" y="148147"/>
                  <a:pt x="363065" y="149034"/>
                  <a:pt x="360507" y="1490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81" name="Text -">
            <a:extLst xmlns:a="http://schemas.openxmlformats.org/drawingml/2006/main">
              <a:ext uri="{FF2B5EF4-FFF2-40B4-BE49-F238E27FC236}">
                <a16:creationId xmlns:a16="http://schemas.microsoft.com/office/drawing/2014/main" id="{7F0AB4F1-9E3C-447C-8721-240F9946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415" y="3723173"/>
            <a:ext cx="60563" cy="15601"/>
          </a:xfrm>
          <a:custGeom xmlns:a="http://schemas.openxmlformats.org/drawingml/2006/main">
            <a:pathLst>
              <a:path w="60563" h="15601">
                <a:moveTo>
                  <a:pt x="53168" y="14316"/>
                </a:moveTo>
                <a:cubicBezTo>
                  <a:pt x="44681" y="15173"/>
                  <a:pt x="29579" y="15601"/>
                  <a:pt x="7863" y="15601"/>
                </a:cubicBezTo>
                <a:cubicBezTo>
                  <a:pt x="2621" y="15601"/>
                  <a:pt x="0" y="13215"/>
                  <a:pt x="0" y="8443"/>
                </a:cubicBezTo>
                <a:cubicBezTo>
                  <a:pt x="0" y="3671"/>
                  <a:pt x="2621" y="1285"/>
                  <a:pt x="7863" y="1285"/>
                </a:cubicBezTo>
                <a:cubicBezTo>
                  <a:pt x="12793" y="1285"/>
                  <a:pt x="20188" y="1071"/>
                  <a:pt x="30047" y="642"/>
                </a:cubicBezTo>
                <a:cubicBezTo>
                  <a:pt x="39907" y="214"/>
                  <a:pt x="47302" y="0"/>
                  <a:pt x="52232" y="0"/>
                </a:cubicBezTo>
                <a:cubicBezTo>
                  <a:pt x="57786" y="0"/>
                  <a:pt x="60563" y="2386"/>
                  <a:pt x="60563" y="7158"/>
                </a:cubicBezTo>
                <a:cubicBezTo>
                  <a:pt x="60563" y="11379"/>
                  <a:pt x="58098" y="13765"/>
                  <a:pt x="53168" y="14316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-">
            <a:extLst xmlns:a="http://schemas.openxmlformats.org/drawingml/2006/main">
              <a:ext uri="{FF2B5EF4-FFF2-40B4-BE49-F238E27FC236}">
                <a16:creationId xmlns:a16="http://schemas.microsoft.com/office/drawing/2014/main" id="{F72DB642-6C42-488D-9836-D389C9AB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415" y="3723173"/>
            <a:ext cx="60563" cy="15601"/>
          </a:xfrm>
          <a:custGeom xmlns:a="http://schemas.openxmlformats.org/drawingml/2006/main">
            <a:pathLst>
              <a:path w="60563" h="15601" fill="none">
                <a:moveTo>
                  <a:pt x="53168" y="14316"/>
                </a:moveTo>
                <a:cubicBezTo>
                  <a:pt x="44681" y="15173"/>
                  <a:pt x="29579" y="15601"/>
                  <a:pt x="7863" y="15601"/>
                </a:cubicBezTo>
                <a:cubicBezTo>
                  <a:pt x="2621" y="15601"/>
                  <a:pt x="0" y="13215"/>
                  <a:pt x="0" y="8443"/>
                </a:cubicBezTo>
                <a:cubicBezTo>
                  <a:pt x="0" y="3671"/>
                  <a:pt x="2621" y="1285"/>
                  <a:pt x="7863" y="1285"/>
                </a:cubicBezTo>
                <a:cubicBezTo>
                  <a:pt x="12793" y="1285"/>
                  <a:pt x="20188" y="1071"/>
                  <a:pt x="30047" y="642"/>
                </a:cubicBezTo>
                <a:cubicBezTo>
                  <a:pt x="39907" y="214"/>
                  <a:pt x="47302" y="0"/>
                  <a:pt x="52232" y="0"/>
                </a:cubicBezTo>
                <a:cubicBezTo>
                  <a:pt x="57786" y="0"/>
                  <a:pt x="60563" y="2386"/>
                  <a:pt x="60563" y="7158"/>
                </a:cubicBezTo>
                <a:cubicBezTo>
                  <a:pt x="60563" y="11379"/>
                  <a:pt x="58098" y="13765"/>
                  <a:pt x="53168" y="143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83" name="Text as">
            <a:extLst xmlns:a="http://schemas.openxmlformats.org/drawingml/2006/main">
              <a:ext uri="{FF2B5EF4-FFF2-40B4-BE49-F238E27FC236}">
                <a16:creationId xmlns:a16="http://schemas.microsoft.com/office/drawing/2014/main" id="{1C7914EC-FFB3-424B-A366-C03FB71F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580" y="3676370"/>
            <a:ext cx="182983" cy="110858"/>
          </a:xfrm>
          <a:custGeom xmlns:a="http://schemas.openxmlformats.org/drawingml/2006/main">
            <a:pathLst>
              <a:path w="182983" h="110858">
                <a:moveTo>
                  <a:pt x="81343" y="110858"/>
                </a:moveTo>
                <a:cubicBezTo>
                  <a:pt x="80157" y="110858"/>
                  <a:pt x="78004" y="109501"/>
                  <a:pt x="74884" y="106786"/>
                </a:cubicBezTo>
                <a:cubicBezTo>
                  <a:pt x="72076" y="104256"/>
                  <a:pt x="69986" y="102004"/>
                  <a:pt x="68613" y="100029"/>
                </a:cubicBezTo>
                <a:cubicBezTo>
                  <a:pt x="62622" y="103241"/>
                  <a:pt x="57349" y="105665"/>
                  <a:pt x="52793" y="107302"/>
                </a:cubicBezTo>
                <a:cubicBezTo>
                  <a:pt x="48238" y="108939"/>
                  <a:pt x="44431" y="109757"/>
                  <a:pt x="41374" y="109757"/>
                </a:cubicBezTo>
                <a:cubicBezTo>
                  <a:pt x="26771" y="109757"/>
                  <a:pt x="16131" y="105719"/>
                  <a:pt x="9454" y="97643"/>
                </a:cubicBezTo>
                <a:cubicBezTo>
                  <a:pt x="3151" y="90057"/>
                  <a:pt x="0" y="78433"/>
                  <a:pt x="0" y="62771"/>
                </a:cubicBezTo>
                <a:cubicBezTo>
                  <a:pt x="0" y="47965"/>
                  <a:pt x="5195" y="35301"/>
                  <a:pt x="15585" y="24778"/>
                </a:cubicBezTo>
                <a:cubicBezTo>
                  <a:pt x="25975" y="14255"/>
                  <a:pt x="38378" y="8993"/>
                  <a:pt x="52793" y="8993"/>
                </a:cubicBezTo>
                <a:cubicBezTo>
                  <a:pt x="58223" y="8993"/>
                  <a:pt x="64307" y="10370"/>
                  <a:pt x="71046" y="13123"/>
                </a:cubicBezTo>
                <a:cubicBezTo>
                  <a:pt x="79533" y="16549"/>
                  <a:pt x="83777" y="20679"/>
                  <a:pt x="83777" y="25512"/>
                </a:cubicBezTo>
                <a:cubicBezTo>
                  <a:pt x="83777" y="27164"/>
                  <a:pt x="83153" y="28632"/>
                  <a:pt x="81905" y="29917"/>
                </a:cubicBezTo>
                <a:cubicBezTo>
                  <a:pt x="81281" y="32242"/>
                  <a:pt x="80797" y="36066"/>
                  <a:pt x="80454" y="41388"/>
                </a:cubicBezTo>
                <a:cubicBezTo>
                  <a:pt x="80111" y="46711"/>
                  <a:pt x="79908" y="53532"/>
                  <a:pt x="79845" y="61853"/>
                </a:cubicBezTo>
                <a:cubicBezTo>
                  <a:pt x="79783" y="69439"/>
                  <a:pt x="80313" y="75435"/>
                  <a:pt x="81437" y="79840"/>
                </a:cubicBezTo>
                <a:cubicBezTo>
                  <a:pt x="82061" y="82532"/>
                  <a:pt x="84026" y="87916"/>
                  <a:pt x="87334" y="95991"/>
                </a:cubicBezTo>
                <a:cubicBezTo>
                  <a:pt x="87771" y="97093"/>
                  <a:pt x="88488" y="98714"/>
                  <a:pt x="89487" y="100855"/>
                </a:cubicBezTo>
                <a:lnTo>
                  <a:pt x="90048" y="102415"/>
                </a:lnTo>
                <a:cubicBezTo>
                  <a:pt x="90048" y="104862"/>
                  <a:pt x="89175" y="106881"/>
                  <a:pt x="87427" y="108472"/>
                </a:cubicBezTo>
                <a:cubicBezTo>
                  <a:pt x="85680" y="110063"/>
                  <a:pt x="83652" y="110858"/>
                  <a:pt x="81343" y="110858"/>
                </a:cubicBezTo>
                <a:moveTo>
                  <a:pt x="61873" y="47112"/>
                </a:moveTo>
                <a:cubicBezTo>
                  <a:pt x="61873" y="44487"/>
                  <a:pt x="62045" y="41635"/>
                  <a:pt x="62388" y="38555"/>
                </a:cubicBezTo>
                <a:cubicBezTo>
                  <a:pt x="62731" y="35473"/>
                  <a:pt x="63246" y="32193"/>
                  <a:pt x="63932" y="28715"/>
                </a:cubicBezTo>
                <a:cubicBezTo>
                  <a:pt x="61624" y="27555"/>
                  <a:pt x="59642" y="26700"/>
                  <a:pt x="57989" y="26152"/>
                </a:cubicBezTo>
                <a:cubicBezTo>
                  <a:pt x="56335" y="25603"/>
                  <a:pt x="55009" y="25329"/>
                  <a:pt x="54010" y="25329"/>
                </a:cubicBezTo>
                <a:cubicBezTo>
                  <a:pt x="44338" y="25329"/>
                  <a:pt x="35991" y="29188"/>
                  <a:pt x="28971" y="36906"/>
                </a:cubicBezTo>
                <a:cubicBezTo>
                  <a:pt x="21950" y="44624"/>
                  <a:pt x="18440" y="53517"/>
                  <a:pt x="18440" y="63585"/>
                </a:cubicBezTo>
                <a:cubicBezTo>
                  <a:pt x="18440" y="73592"/>
                  <a:pt x="20250" y="81097"/>
                  <a:pt x="23869" y="86100"/>
                </a:cubicBezTo>
                <a:cubicBezTo>
                  <a:pt x="27489" y="91104"/>
                  <a:pt x="32918" y="93605"/>
                  <a:pt x="40157" y="93605"/>
                </a:cubicBezTo>
                <a:cubicBezTo>
                  <a:pt x="46147" y="93605"/>
                  <a:pt x="51233" y="92538"/>
                  <a:pt x="55414" y="90402"/>
                </a:cubicBezTo>
                <a:cubicBezTo>
                  <a:pt x="57661" y="89243"/>
                  <a:pt x="60812" y="86925"/>
                  <a:pt x="64869" y="83448"/>
                </a:cubicBezTo>
                <a:cubicBezTo>
                  <a:pt x="62872" y="67277"/>
                  <a:pt x="61873" y="55165"/>
                  <a:pt x="61873" y="47112"/>
                </a:cubicBezTo>
                <a:close/>
                <a:moveTo>
                  <a:pt x="173810" y="34138"/>
                </a:moveTo>
                <a:cubicBezTo>
                  <a:pt x="170377" y="34138"/>
                  <a:pt x="167975" y="33014"/>
                  <a:pt x="166602" y="30766"/>
                </a:cubicBezTo>
                <a:cubicBezTo>
                  <a:pt x="165666" y="29187"/>
                  <a:pt x="164855" y="25906"/>
                  <a:pt x="164168" y="20924"/>
                </a:cubicBezTo>
                <a:cubicBezTo>
                  <a:pt x="159488" y="22084"/>
                  <a:pt x="152280" y="24222"/>
                  <a:pt x="142545" y="27339"/>
                </a:cubicBezTo>
                <a:cubicBezTo>
                  <a:pt x="132499" y="31251"/>
                  <a:pt x="127444" y="36078"/>
                  <a:pt x="127381" y="41821"/>
                </a:cubicBezTo>
                <a:cubicBezTo>
                  <a:pt x="129254" y="42494"/>
                  <a:pt x="131094" y="42984"/>
                  <a:pt x="132904" y="43290"/>
                </a:cubicBezTo>
                <a:cubicBezTo>
                  <a:pt x="147257" y="45794"/>
                  <a:pt x="157928" y="49247"/>
                  <a:pt x="164917" y="53648"/>
                </a:cubicBezTo>
                <a:cubicBezTo>
                  <a:pt x="175089" y="60066"/>
                  <a:pt x="180175" y="69357"/>
                  <a:pt x="180175" y="81520"/>
                </a:cubicBezTo>
                <a:cubicBezTo>
                  <a:pt x="180175" y="91483"/>
                  <a:pt x="175775" y="99001"/>
                  <a:pt x="166976" y="104073"/>
                </a:cubicBezTo>
                <a:cubicBezTo>
                  <a:pt x="159675" y="108229"/>
                  <a:pt x="150440" y="110308"/>
                  <a:pt x="139269" y="110308"/>
                </a:cubicBezTo>
                <a:cubicBezTo>
                  <a:pt x="131094" y="110308"/>
                  <a:pt x="123294" y="108962"/>
                  <a:pt x="115868" y="106270"/>
                </a:cubicBezTo>
                <a:cubicBezTo>
                  <a:pt x="106258" y="102844"/>
                  <a:pt x="101453" y="98072"/>
                  <a:pt x="101453" y="91954"/>
                </a:cubicBezTo>
                <a:cubicBezTo>
                  <a:pt x="101453" y="89506"/>
                  <a:pt x="102436" y="87365"/>
                  <a:pt x="104401" y="85530"/>
                </a:cubicBezTo>
                <a:cubicBezTo>
                  <a:pt x="106367" y="83694"/>
                  <a:pt x="108598" y="82777"/>
                  <a:pt x="111094" y="82777"/>
                </a:cubicBezTo>
                <a:cubicBezTo>
                  <a:pt x="113029" y="82777"/>
                  <a:pt x="115525" y="84245"/>
                  <a:pt x="118583" y="87181"/>
                </a:cubicBezTo>
                <a:cubicBezTo>
                  <a:pt x="120080" y="88589"/>
                  <a:pt x="123450" y="89751"/>
                  <a:pt x="128692" y="90669"/>
                </a:cubicBezTo>
                <a:cubicBezTo>
                  <a:pt x="132873" y="91403"/>
                  <a:pt x="136399" y="91770"/>
                  <a:pt x="139269" y="91770"/>
                </a:cubicBezTo>
                <a:cubicBezTo>
                  <a:pt x="144511" y="91770"/>
                  <a:pt x="149129" y="91159"/>
                  <a:pt x="153123" y="89937"/>
                </a:cubicBezTo>
                <a:cubicBezTo>
                  <a:pt x="158926" y="88165"/>
                  <a:pt x="161828" y="85355"/>
                  <a:pt x="161828" y="81506"/>
                </a:cubicBezTo>
                <a:cubicBezTo>
                  <a:pt x="161828" y="73195"/>
                  <a:pt x="155900" y="67573"/>
                  <a:pt x="144043" y="64640"/>
                </a:cubicBezTo>
                <a:lnTo>
                  <a:pt x="134308" y="62530"/>
                </a:lnTo>
                <a:cubicBezTo>
                  <a:pt x="126009" y="60754"/>
                  <a:pt x="120111" y="58672"/>
                  <a:pt x="116617" y="56284"/>
                </a:cubicBezTo>
                <a:cubicBezTo>
                  <a:pt x="111562" y="52856"/>
                  <a:pt x="109035" y="47684"/>
                  <a:pt x="109035" y="40769"/>
                </a:cubicBezTo>
                <a:cubicBezTo>
                  <a:pt x="109035" y="27975"/>
                  <a:pt x="115182" y="18853"/>
                  <a:pt x="127475" y="13404"/>
                </a:cubicBezTo>
                <a:cubicBezTo>
                  <a:pt x="131219" y="11752"/>
                  <a:pt x="137210" y="9779"/>
                  <a:pt x="145447" y="7485"/>
                </a:cubicBezTo>
                <a:cubicBezTo>
                  <a:pt x="153685" y="5189"/>
                  <a:pt x="159582" y="3244"/>
                  <a:pt x="163139" y="1652"/>
                </a:cubicBezTo>
                <a:cubicBezTo>
                  <a:pt x="165697" y="551"/>
                  <a:pt x="168474" y="0"/>
                  <a:pt x="171470" y="0"/>
                </a:cubicBezTo>
                <a:cubicBezTo>
                  <a:pt x="174153" y="0"/>
                  <a:pt x="176353" y="857"/>
                  <a:pt x="178069" y="2570"/>
                </a:cubicBezTo>
                <a:cubicBezTo>
                  <a:pt x="179785" y="4283"/>
                  <a:pt x="180643" y="6516"/>
                  <a:pt x="180643" y="9269"/>
                </a:cubicBezTo>
                <a:cubicBezTo>
                  <a:pt x="180643" y="11043"/>
                  <a:pt x="181033" y="13643"/>
                  <a:pt x="181813" y="17069"/>
                </a:cubicBezTo>
                <a:cubicBezTo>
                  <a:pt x="182593" y="20495"/>
                  <a:pt x="182983" y="23095"/>
                  <a:pt x="182983" y="24870"/>
                </a:cubicBezTo>
                <a:cubicBezTo>
                  <a:pt x="182983" y="27623"/>
                  <a:pt x="182125" y="29856"/>
                  <a:pt x="180409" y="31569"/>
                </a:cubicBezTo>
                <a:cubicBezTo>
                  <a:pt x="178693" y="33282"/>
                  <a:pt x="176493" y="34138"/>
                  <a:pt x="173810" y="34138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as">
            <a:extLst xmlns:a="http://schemas.openxmlformats.org/drawingml/2006/main">
              <a:ext uri="{FF2B5EF4-FFF2-40B4-BE49-F238E27FC236}">
                <a16:creationId xmlns:a16="http://schemas.microsoft.com/office/drawing/2014/main" id="{7982BAA4-1233-4221-A1AD-E8F1E623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580" y="3676370"/>
            <a:ext cx="182983" cy="110858"/>
          </a:xfrm>
          <a:custGeom xmlns:a="http://schemas.openxmlformats.org/drawingml/2006/main">
            <a:pathLst>
              <a:path w="182983" h="110858" fill="none">
                <a:moveTo>
                  <a:pt x="81343" y="110858"/>
                </a:moveTo>
                <a:cubicBezTo>
                  <a:pt x="80157" y="110858"/>
                  <a:pt x="78004" y="109501"/>
                  <a:pt x="74884" y="106786"/>
                </a:cubicBezTo>
                <a:cubicBezTo>
                  <a:pt x="72076" y="104256"/>
                  <a:pt x="69986" y="102004"/>
                  <a:pt x="68613" y="100029"/>
                </a:cubicBezTo>
                <a:cubicBezTo>
                  <a:pt x="62622" y="103241"/>
                  <a:pt x="57349" y="105665"/>
                  <a:pt x="52793" y="107302"/>
                </a:cubicBezTo>
                <a:cubicBezTo>
                  <a:pt x="48238" y="108939"/>
                  <a:pt x="44431" y="109757"/>
                  <a:pt x="41374" y="109757"/>
                </a:cubicBezTo>
                <a:cubicBezTo>
                  <a:pt x="26771" y="109757"/>
                  <a:pt x="16131" y="105719"/>
                  <a:pt x="9454" y="97643"/>
                </a:cubicBezTo>
                <a:cubicBezTo>
                  <a:pt x="3151" y="90057"/>
                  <a:pt x="0" y="78433"/>
                  <a:pt x="0" y="62771"/>
                </a:cubicBezTo>
                <a:cubicBezTo>
                  <a:pt x="0" y="47965"/>
                  <a:pt x="5195" y="35301"/>
                  <a:pt x="15585" y="24778"/>
                </a:cubicBezTo>
                <a:cubicBezTo>
                  <a:pt x="25975" y="14255"/>
                  <a:pt x="38378" y="8993"/>
                  <a:pt x="52793" y="8993"/>
                </a:cubicBezTo>
                <a:cubicBezTo>
                  <a:pt x="58223" y="8993"/>
                  <a:pt x="64307" y="10370"/>
                  <a:pt x="71046" y="13123"/>
                </a:cubicBezTo>
                <a:cubicBezTo>
                  <a:pt x="79533" y="16549"/>
                  <a:pt x="83777" y="20679"/>
                  <a:pt x="83777" y="25512"/>
                </a:cubicBezTo>
                <a:cubicBezTo>
                  <a:pt x="83777" y="27164"/>
                  <a:pt x="83153" y="28632"/>
                  <a:pt x="81905" y="29917"/>
                </a:cubicBezTo>
                <a:cubicBezTo>
                  <a:pt x="81281" y="32242"/>
                  <a:pt x="80797" y="36066"/>
                  <a:pt x="80454" y="41388"/>
                </a:cubicBezTo>
                <a:cubicBezTo>
                  <a:pt x="80111" y="46711"/>
                  <a:pt x="79908" y="53532"/>
                  <a:pt x="79845" y="61853"/>
                </a:cubicBezTo>
                <a:cubicBezTo>
                  <a:pt x="79783" y="69439"/>
                  <a:pt x="80313" y="75435"/>
                  <a:pt x="81437" y="79840"/>
                </a:cubicBezTo>
                <a:cubicBezTo>
                  <a:pt x="82061" y="82532"/>
                  <a:pt x="84026" y="87916"/>
                  <a:pt x="87334" y="95991"/>
                </a:cubicBezTo>
                <a:cubicBezTo>
                  <a:pt x="87771" y="97093"/>
                  <a:pt x="88488" y="98714"/>
                  <a:pt x="89487" y="100855"/>
                </a:cubicBezTo>
                <a:lnTo>
                  <a:pt x="90048" y="102415"/>
                </a:lnTo>
                <a:cubicBezTo>
                  <a:pt x="90048" y="104862"/>
                  <a:pt x="89175" y="106881"/>
                  <a:pt x="87427" y="108472"/>
                </a:cubicBezTo>
                <a:cubicBezTo>
                  <a:pt x="85680" y="110063"/>
                  <a:pt x="83652" y="110858"/>
                  <a:pt x="81343" y="110858"/>
                </a:cubicBezTo>
                <a:moveTo>
                  <a:pt x="61873" y="47112"/>
                </a:moveTo>
                <a:cubicBezTo>
                  <a:pt x="61873" y="44487"/>
                  <a:pt x="62045" y="41635"/>
                  <a:pt x="62388" y="38555"/>
                </a:cubicBezTo>
                <a:cubicBezTo>
                  <a:pt x="62731" y="35473"/>
                  <a:pt x="63246" y="32193"/>
                  <a:pt x="63932" y="28715"/>
                </a:cubicBezTo>
                <a:cubicBezTo>
                  <a:pt x="61624" y="27555"/>
                  <a:pt x="59642" y="26700"/>
                  <a:pt x="57989" y="26152"/>
                </a:cubicBezTo>
                <a:cubicBezTo>
                  <a:pt x="56335" y="25603"/>
                  <a:pt x="55009" y="25329"/>
                  <a:pt x="54010" y="25329"/>
                </a:cubicBezTo>
                <a:cubicBezTo>
                  <a:pt x="44338" y="25329"/>
                  <a:pt x="35991" y="29188"/>
                  <a:pt x="28971" y="36906"/>
                </a:cubicBezTo>
                <a:cubicBezTo>
                  <a:pt x="21950" y="44624"/>
                  <a:pt x="18440" y="53517"/>
                  <a:pt x="18440" y="63585"/>
                </a:cubicBezTo>
                <a:cubicBezTo>
                  <a:pt x="18440" y="73592"/>
                  <a:pt x="20250" y="81097"/>
                  <a:pt x="23869" y="86100"/>
                </a:cubicBezTo>
                <a:cubicBezTo>
                  <a:pt x="27489" y="91104"/>
                  <a:pt x="32918" y="93605"/>
                  <a:pt x="40157" y="93605"/>
                </a:cubicBezTo>
                <a:cubicBezTo>
                  <a:pt x="46147" y="93605"/>
                  <a:pt x="51233" y="92538"/>
                  <a:pt x="55414" y="90402"/>
                </a:cubicBezTo>
                <a:cubicBezTo>
                  <a:pt x="57661" y="89243"/>
                  <a:pt x="60812" y="86925"/>
                  <a:pt x="64869" y="83448"/>
                </a:cubicBezTo>
                <a:cubicBezTo>
                  <a:pt x="62872" y="67277"/>
                  <a:pt x="61873" y="55165"/>
                  <a:pt x="61873" y="47112"/>
                </a:cubicBezTo>
                <a:close/>
                <a:moveTo>
                  <a:pt x="173810" y="34138"/>
                </a:moveTo>
                <a:cubicBezTo>
                  <a:pt x="170377" y="34138"/>
                  <a:pt x="167975" y="33014"/>
                  <a:pt x="166602" y="30766"/>
                </a:cubicBezTo>
                <a:cubicBezTo>
                  <a:pt x="165666" y="29187"/>
                  <a:pt x="164855" y="25906"/>
                  <a:pt x="164168" y="20924"/>
                </a:cubicBezTo>
                <a:cubicBezTo>
                  <a:pt x="159488" y="22084"/>
                  <a:pt x="152280" y="24222"/>
                  <a:pt x="142545" y="27339"/>
                </a:cubicBezTo>
                <a:cubicBezTo>
                  <a:pt x="132499" y="31251"/>
                  <a:pt x="127444" y="36078"/>
                  <a:pt x="127381" y="41821"/>
                </a:cubicBezTo>
                <a:cubicBezTo>
                  <a:pt x="129254" y="42494"/>
                  <a:pt x="131094" y="42984"/>
                  <a:pt x="132904" y="43290"/>
                </a:cubicBezTo>
                <a:cubicBezTo>
                  <a:pt x="147257" y="45794"/>
                  <a:pt x="157928" y="49247"/>
                  <a:pt x="164917" y="53648"/>
                </a:cubicBezTo>
                <a:cubicBezTo>
                  <a:pt x="175089" y="60066"/>
                  <a:pt x="180175" y="69357"/>
                  <a:pt x="180175" y="81520"/>
                </a:cubicBezTo>
                <a:cubicBezTo>
                  <a:pt x="180175" y="91483"/>
                  <a:pt x="175775" y="99001"/>
                  <a:pt x="166976" y="104073"/>
                </a:cubicBezTo>
                <a:cubicBezTo>
                  <a:pt x="159675" y="108229"/>
                  <a:pt x="150440" y="110308"/>
                  <a:pt x="139269" y="110308"/>
                </a:cubicBezTo>
                <a:cubicBezTo>
                  <a:pt x="131094" y="110308"/>
                  <a:pt x="123294" y="108962"/>
                  <a:pt x="115868" y="106270"/>
                </a:cubicBezTo>
                <a:cubicBezTo>
                  <a:pt x="106258" y="102844"/>
                  <a:pt x="101453" y="98072"/>
                  <a:pt x="101453" y="91954"/>
                </a:cubicBezTo>
                <a:cubicBezTo>
                  <a:pt x="101453" y="89506"/>
                  <a:pt x="102436" y="87365"/>
                  <a:pt x="104401" y="85530"/>
                </a:cubicBezTo>
                <a:cubicBezTo>
                  <a:pt x="106367" y="83694"/>
                  <a:pt x="108598" y="82777"/>
                  <a:pt x="111094" y="82777"/>
                </a:cubicBezTo>
                <a:cubicBezTo>
                  <a:pt x="113029" y="82777"/>
                  <a:pt x="115525" y="84245"/>
                  <a:pt x="118583" y="87181"/>
                </a:cubicBezTo>
                <a:cubicBezTo>
                  <a:pt x="120080" y="88589"/>
                  <a:pt x="123450" y="89751"/>
                  <a:pt x="128692" y="90669"/>
                </a:cubicBezTo>
                <a:cubicBezTo>
                  <a:pt x="132873" y="91403"/>
                  <a:pt x="136399" y="91770"/>
                  <a:pt x="139269" y="91770"/>
                </a:cubicBezTo>
                <a:cubicBezTo>
                  <a:pt x="144511" y="91770"/>
                  <a:pt x="149129" y="91159"/>
                  <a:pt x="153123" y="89937"/>
                </a:cubicBezTo>
                <a:cubicBezTo>
                  <a:pt x="158926" y="88165"/>
                  <a:pt x="161828" y="85355"/>
                  <a:pt x="161828" y="81506"/>
                </a:cubicBezTo>
                <a:cubicBezTo>
                  <a:pt x="161828" y="73195"/>
                  <a:pt x="155900" y="67573"/>
                  <a:pt x="144043" y="64640"/>
                </a:cubicBezTo>
                <a:lnTo>
                  <a:pt x="134308" y="62530"/>
                </a:lnTo>
                <a:cubicBezTo>
                  <a:pt x="126009" y="60754"/>
                  <a:pt x="120111" y="58672"/>
                  <a:pt x="116617" y="56284"/>
                </a:cubicBezTo>
                <a:cubicBezTo>
                  <a:pt x="111562" y="52856"/>
                  <a:pt x="109035" y="47684"/>
                  <a:pt x="109035" y="40769"/>
                </a:cubicBezTo>
                <a:cubicBezTo>
                  <a:pt x="109035" y="27975"/>
                  <a:pt x="115182" y="18853"/>
                  <a:pt x="127475" y="13404"/>
                </a:cubicBezTo>
                <a:cubicBezTo>
                  <a:pt x="131219" y="11752"/>
                  <a:pt x="137210" y="9779"/>
                  <a:pt x="145447" y="7485"/>
                </a:cubicBezTo>
                <a:cubicBezTo>
                  <a:pt x="153685" y="5189"/>
                  <a:pt x="159582" y="3244"/>
                  <a:pt x="163139" y="1652"/>
                </a:cubicBezTo>
                <a:cubicBezTo>
                  <a:pt x="165697" y="551"/>
                  <a:pt x="168474" y="0"/>
                  <a:pt x="171470" y="0"/>
                </a:cubicBezTo>
                <a:cubicBezTo>
                  <a:pt x="174153" y="0"/>
                  <a:pt x="176353" y="857"/>
                  <a:pt x="178069" y="2570"/>
                </a:cubicBezTo>
                <a:cubicBezTo>
                  <a:pt x="179785" y="4283"/>
                  <a:pt x="180643" y="6516"/>
                  <a:pt x="180643" y="9269"/>
                </a:cubicBezTo>
                <a:cubicBezTo>
                  <a:pt x="180643" y="11043"/>
                  <a:pt x="181033" y="13643"/>
                  <a:pt x="181813" y="17069"/>
                </a:cubicBezTo>
                <a:cubicBezTo>
                  <a:pt x="182593" y="20495"/>
                  <a:pt x="182983" y="23095"/>
                  <a:pt x="182983" y="24870"/>
                </a:cubicBezTo>
                <a:cubicBezTo>
                  <a:pt x="182983" y="27623"/>
                  <a:pt x="182125" y="29856"/>
                  <a:pt x="180409" y="31569"/>
                </a:cubicBezTo>
                <a:cubicBezTo>
                  <a:pt x="178693" y="33282"/>
                  <a:pt x="176493" y="34138"/>
                  <a:pt x="173810" y="3413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85" name="Text -">
            <a:extLst xmlns:a="http://schemas.openxmlformats.org/drawingml/2006/main">
              <a:ext uri="{FF2B5EF4-FFF2-40B4-BE49-F238E27FC236}">
                <a16:creationId xmlns:a16="http://schemas.microsoft.com/office/drawing/2014/main" id="{27897EE1-7A2F-40CF-9CEB-0E1B4D00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613" y="3723173"/>
            <a:ext cx="60563" cy="15601"/>
          </a:xfrm>
          <a:custGeom xmlns:a="http://schemas.openxmlformats.org/drawingml/2006/main">
            <a:pathLst>
              <a:path w="60563" h="15601">
                <a:moveTo>
                  <a:pt x="53168" y="14316"/>
                </a:moveTo>
                <a:cubicBezTo>
                  <a:pt x="44681" y="15173"/>
                  <a:pt x="29579" y="15601"/>
                  <a:pt x="7863" y="15601"/>
                </a:cubicBezTo>
                <a:cubicBezTo>
                  <a:pt x="2621" y="15601"/>
                  <a:pt x="0" y="13215"/>
                  <a:pt x="0" y="8443"/>
                </a:cubicBezTo>
                <a:cubicBezTo>
                  <a:pt x="0" y="3671"/>
                  <a:pt x="2621" y="1285"/>
                  <a:pt x="7863" y="1285"/>
                </a:cubicBezTo>
                <a:cubicBezTo>
                  <a:pt x="12793" y="1285"/>
                  <a:pt x="20188" y="1071"/>
                  <a:pt x="30047" y="642"/>
                </a:cubicBezTo>
                <a:cubicBezTo>
                  <a:pt x="39907" y="214"/>
                  <a:pt x="47302" y="0"/>
                  <a:pt x="52232" y="0"/>
                </a:cubicBezTo>
                <a:cubicBezTo>
                  <a:pt x="57786" y="0"/>
                  <a:pt x="60563" y="2386"/>
                  <a:pt x="60563" y="7158"/>
                </a:cubicBezTo>
                <a:cubicBezTo>
                  <a:pt x="60563" y="11379"/>
                  <a:pt x="58098" y="13765"/>
                  <a:pt x="53168" y="14316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-">
            <a:extLst xmlns:a="http://schemas.openxmlformats.org/drawingml/2006/main">
              <a:ext uri="{FF2B5EF4-FFF2-40B4-BE49-F238E27FC236}">
                <a16:creationId xmlns:a16="http://schemas.microsoft.com/office/drawing/2014/main" id="{8475F439-74F4-44E0-9C71-BCFA5FCC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613" y="3723173"/>
            <a:ext cx="60563" cy="15601"/>
          </a:xfrm>
          <a:custGeom xmlns:a="http://schemas.openxmlformats.org/drawingml/2006/main">
            <a:pathLst>
              <a:path w="60563" h="15601" fill="none">
                <a:moveTo>
                  <a:pt x="53168" y="14316"/>
                </a:moveTo>
                <a:cubicBezTo>
                  <a:pt x="44681" y="15173"/>
                  <a:pt x="29579" y="15601"/>
                  <a:pt x="7863" y="15601"/>
                </a:cubicBezTo>
                <a:cubicBezTo>
                  <a:pt x="2621" y="15601"/>
                  <a:pt x="0" y="13215"/>
                  <a:pt x="0" y="8443"/>
                </a:cubicBezTo>
                <a:cubicBezTo>
                  <a:pt x="0" y="3671"/>
                  <a:pt x="2621" y="1285"/>
                  <a:pt x="7863" y="1285"/>
                </a:cubicBezTo>
                <a:cubicBezTo>
                  <a:pt x="12793" y="1285"/>
                  <a:pt x="20188" y="1071"/>
                  <a:pt x="30047" y="642"/>
                </a:cubicBezTo>
                <a:cubicBezTo>
                  <a:pt x="39907" y="214"/>
                  <a:pt x="47302" y="0"/>
                  <a:pt x="52232" y="0"/>
                </a:cubicBezTo>
                <a:cubicBezTo>
                  <a:pt x="57786" y="0"/>
                  <a:pt x="60563" y="2386"/>
                  <a:pt x="60563" y="7158"/>
                </a:cubicBezTo>
                <a:cubicBezTo>
                  <a:pt x="60563" y="11379"/>
                  <a:pt x="58098" y="13765"/>
                  <a:pt x="53168" y="143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87" name="Text judgeandrule">
            <a:extLst xmlns:a="http://schemas.openxmlformats.org/drawingml/2006/main">
              <a:ext uri="{FF2B5EF4-FFF2-40B4-BE49-F238E27FC236}">
                <a16:creationId xmlns:a16="http://schemas.microsoft.com/office/drawing/2014/main" id="{8872B2D8-7D0D-475B-A7BC-5AC8F5CD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775" y="3859284"/>
            <a:ext cx="1310315" cy="202628"/>
          </a:xfrm>
          <a:custGeom xmlns:a="http://schemas.openxmlformats.org/drawingml/2006/main">
            <a:pathLst>
              <a:path w="1310315" h="202628">
                <a:moveTo>
                  <a:pt x="45399" y="31569"/>
                </a:moveTo>
                <a:cubicBezTo>
                  <a:pt x="42403" y="31569"/>
                  <a:pt x="39829" y="30525"/>
                  <a:pt x="37676" y="28437"/>
                </a:cubicBezTo>
                <a:cubicBezTo>
                  <a:pt x="35523" y="26348"/>
                  <a:pt x="34447" y="23858"/>
                  <a:pt x="34447" y="20969"/>
                </a:cubicBezTo>
                <a:cubicBezTo>
                  <a:pt x="34447" y="18019"/>
                  <a:pt x="35523" y="15501"/>
                  <a:pt x="37676" y="13413"/>
                </a:cubicBezTo>
                <a:cubicBezTo>
                  <a:pt x="39829" y="11323"/>
                  <a:pt x="42403" y="10278"/>
                  <a:pt x="45399" y="10278"/>
                </a:cubicBezTo>
                <a:cubicBezTo>
                  <a:pt x="48394" y="10278"/>
                  <a:pt x="50984" y="11323"/>
                  <a:pt x="53168" y="13413"/>
                </a:cubicBezTo>
                <a:cubicBezTo>
                  <a:pt x="55352" y="15501"/>
                  <a:pt x="56444" y="18019"/>
                  <a:pt x="56444" y="20969"/>
                </a:cubicBezTo>
                <a:cubicBezTo>
                  <a:pt x="56444" y="23858"/>
                  <a:pt x="55352" y="26348"/>
                  <a:pt x="53168" y="28437"/>
                </a:cubicBezTo>
                <a:cubicBezTo>
                  <a:pt x="50984" y="30525"/>
                  <a:pt x="48394" y="31569"/>
                  <a:pt x="45399" y="31569"/>
                </a:cubicBezTo>
                <a:moveTo>
                  <a:pt x="44650" y="169040"/>
                </a:moveTo>
                <a:cubicBezTo>
                  <a:pt x="44712" y="161882"/>
                  <a:pt x="43651" y="143559"/>
                  <a:pt x="41467" y="114070"/>
                </a:cubicBezTo>
                <a:lnTo>
                  <a:pt x="38285" y="63505"/>
                </a:lnTo>
                <a:cubicBezTo>
                  <a:pt x="38285" y="60446"/>
                  <a:pt x="39174" y="57723"/>
                  <a:pt x="40952" y="55337"/>
                </a:cubicBezTo>
                <a:cubicBezTo>
                  <a:pt x="42731" y="52951"/>
                  <a:pt x="44993" y="51758"/>
                  <a:pt x="47739" y="51758"/>
                </a:cubicBezTo>
                <a:cubicBezTo>
                  <a:pt x="49860" y="51758"/>
                  <a:pt x="51982" y="52524"/>
                  <a:pt x="54104" y="54055"/>
                </a:cubicBezTo>
                <a:cubicBezTo>
                  <a:pt x="56226" y="55585"/>
                  <a:pt x="57349" y="57145"/>
                  <a:pt x="57474" y="58736"/>
                </a:cubicBezTo>
                <a:lnTo>
                  <a:pt x="60563" y="111630"/>
                </a:lnTo>
                <a:lnTo>
                  <a:pt x="63090" y="168194"/>
                </a:lnTo>
                <a:cubicBezTo>
                  <a:pt x="63090" y="176702"/>
                  <a:pt x="60500" y="184416"/>
                  <a:pt x="55321" y="191335"/>
                </a:cubicBezTo>
                <a:cubicBezTo>
                  <a:pt x="49704" y="198864"/>
                  <a:pt x="42871" y="202628"/>
                  <a:pt x="34821" y="202628"/>
                </a:cubicBezTo>
                <a:cubicBezTo>
                  <a:pt x="21404" y="202628"/>
                  <a:pt x="10172" y="192482"/>
                  <a:pt x="1123" y="172189"/>
                </a:cubicBezTo>
                <a:cubicBezTo>
                  <a:pt x="374" y="170533"/>
                  <a:pt x="0" y="169062"/>
                  <a:pt x="0" y="167776"/>
                </a:cubicBezTo>
                <a:cubicBezTo>
                  <a:pt x="0" y="165323"/>
                  <a:pt x="983" y="163207"/>
                  <a:pt x="2949" y="161429"/>
                </a:cubicBezTo>
                <a:cubicBezTo>
                  <a:pt x="4914" y="159651"/>
                  <a:pt x="7145" y="158762"/>
                  <a:pt x="9641" y="158762"/>
                </a:cubicBezTo>
                <a:cubicBezTo>
                  <a:pt x="13323" y="158762"/>
                  <a:pt x="17161" y="162739"/>
                  <a:pt x="21155" y="170692"/>
                </a:cubicBezTo>
                <a:cubicBezTo>
                  <a:pt x="22153" y="172772"/>
                  <a:pt x="23901" y="175770"/>
                  <a:pt x="26397" y="179686"/>
                </a:cubicBezTo>
                <a:cubicBezTo>
                  <a:pt x="28830" y="182745"/>
                  <a:pt x="31639" y="184274"/>
                  <a:pt x="34821" y="184274"/>
                </a:cubicBezTo>
                <a:cubicBezTo>
                  <a:pt x="37567" y="184274"/>
                  <a:pt x="39907" y="182255"/>
                  <a:pt x="41842" y="178217"/>
                </a:cubicBezTo>
                <a:cubicBezTo>
                  <a:pt x="43339" y="175158"/>
                  <a:pt x="44275" y="172099"/>
                  <a:pt x="44650" y="169040"/>
                </a:cubicBezTo>
                <a:close/>
                <a:moveTo>
                  <a:pt x="171690" y="94156"/>
                </a:moveTo>
                <a:cubicBezTo>
                  <a:pt x="171690" y="98561"/>
                  <a:pt x="171721" y="105168"/>
                  <a:pt x="171783" y="113978"/>
                </a:cubicBezTo>
                <a:cubicBezTo>
                  <a:pt x="171846" y="122788"/>
                  <a:pt x="171877" y="129396"/>
                  <a:pt x="171877" y="133801"/>
                </a:cubicBezTo>
                <a:cubicBezTo>
                  <a:pt x="171877" y="135147"/>
                  <a:pt x="171986" y="137196"/>
                  <a:pt x="172204" y="139949"/>
                </a:cubicBezTo>
                <a:cubicBezTo>
                  <a:pt x="172423" y="142702"/>
                  <a:pt x="172532" y="144752"/>
                  <a:pt x="172532" y="146098"/>
                </a:cubicBezTo>
                <a:cubicBezTo>
                  <a:pt x="172532" y="148729"/>
                  <a:pt x="171627" y="150885"/>
                  <a:pt x="169817" y="152568"/>
                </a:cubicBezTo>
                <a:cubicBezTo>
                  <a:pt x="168008" y="154250"/>
                  <a:pt x="165792" y="155091"/>
                  <a:pt x="163171" y="155091"/>
                </a:cubicBezTo>
                <a:cubicBezTo>
                  <a:pt x="158366" y="155091"/>
                  <a:pt x="155309" y="152185"/>
                  <a:pt x="153998" y="146373"/>
                </a:cubicBezTo>
                <a:cubicBezTo>
                  <a:pt x="146198" y="150350"/>
                  <a:pt x="137212" y="152338"/>
                  <a:pt x="127040" y="152338"/>
                </a:cubicBezTo>
                <a:cubicBezTo>
                  <a:pt x="118865" y="152338"/>
                  <a:pt x="112094" y="150564"/>
                  <a:pt x="106727" y="147015"/>
                </a:cubicBezTo>
                <a:cubicBezTo>
                  <a:pt x="100799" y="143100"/>
                  <a:pt x="97273" y="137380"/>
                  <a:pt x="96150" y="129855"/>
                </a:cubicBezTo>
                <a:cubicBezTo>
                  <a:pt x="93716" y="113642"/>
                  <a:pt x="92499" y="99203"/>
                  <a:pt x="92499" y="86539"/>
                </a:cubicBezTo>
                <a:cubicBezTo>
                  <a:pt x="92499" y="78157"/>
                  <a:pt x="93435" y="68613"/>
                  <a:pt x="95308" y="57907"/>
                </a:cubicBezTo>
                <a:cubicBezTo>
                  <a:pt x="96181" y="52584"/>
                  <a:pt x="99145" y="49923"/>
                  <a:pt x="104200" y="49923"/>
                </a:cubicBezTo>
                <a:cubicBezTo>
                  <a:pt x="106883" y="49923"/>
                  <a:pt x="109130" y="50763"/>
                  <a:pt x="110940" y="52444"/>
                </a:cubicBezTo>
                <a:cubicBezTo>
                  <a:pt x="112749" y="54124"/>
                  <a:pt x="113654" y="56279"/>
                  <a:pt x="113654" y="58908"/>
                </a:cubicBezTo>
                <a:cubicBezTo>
                  <a:pt x="113654" y="61718"/>
                  <a:pt x="113202" y="66210"/>
                  <a:pt x="112297" y="72384"/>
                </a:cubicBezTo>
                <a:cubicBezTo>
                  <a:pt x="111392" y="78555"/>
                  <a:pt x="110940" y="83260"/>
                  <a:pt x="110940" y="86499"/>
                </a:cubicBezTo>
                <a:cubicBezTo>
                  <a:pt x="110940" y="96705"/>
                  <a:pt x="111283" y="105444"/>
                  <a:pt x="111969" y="112716"/>
                </a:cubicBezTo>
                <a:cubicBezTo>
                  <a:pt x="112656" y="119989"/>
                  <a:pt x="113685" y="125825"/>
                  <a:pt x="115058" y="130224"/>
                </a:cubicBezTo>
                <a:cubicBezTo>
                  <a:pt x="117118" y="131326"/>
                  <a:pt x="119146" y="132167"/>
                  <a:pt x="121143" y="132748"/>
                </a:cubicBezTo>
                <a:cubicBezTo>
                  <a:pt x="123140" y="133327"/>
                  <a:pt x="125105" y="133617"/>
                  <a:pt x="127040" y="133617"/>
                </a:cubicBezTo>
                <a:cubicBezTo>
                  <a:pt x="135402" y="133617"/>
                  <a:pt x="144232" y="132304"/>
                  <a:pt x="153530" y="129677"/>
                </a:cubicBezTo>
                <a:lnTo>
                  <a:pt x="153436" y="111067"/>
                </a:lnTo>
                <a:lnTo>
                  <a:pt x="153249" y="93284"/>
                </a:lnTo>
                <a:cubicBezTo>
                  <a:pt x="153249" y="80083"/>
                  <a:pt x="153842" y="68624"/>
                  <a:pt x="155028" y="58908"/>
                </a:cubicBezTo>
                <a:cubicBezTo>
                  <a:pt x="155714" y="53285"/>
                  <a:pt x="158741" y="50473"/>
                  <a:pt x="164107" y="50473"/>
                </a:cubicBezTo>
                <a:cubicBezTo>
                  <a:pt x="166791" y="50473"/>
                  <a:pt x="169037" y="51330"/>
                  <a:pt x="170847" y="53043"/>
                </a:cubicBezTo>
                <a:cubicBezTo>
                  <a:pt x="172657" y="54756"/>
                  <a:pt x="173499" y="56897"/>
                  <a:pt x="173374" y="59467"/>
                </a:cubicBezTo>
                <a:lnTo>
                  <a:pt x="171690" y="94156"/>
                </a:lnTo>
                <a:close/>
                <a:moveTo>
                  <a:pt x="286093" y="66677"/>
                </a:moveTo>
                <a:cubicBezTo>
                  <a:pt x="285344" y="75664"/>
                  <a:pt x="284969" y="84652"/>
                  <a:pt x="284969" y="93640"/>
                </a:cubicBezTo>
                <a:cubicBezTo>
                  <a:pt x="284969" y="114001"/>
                  <a:pt x="285937" y="129378"/>
                  <a:pt x="287871" y="139771"/>
                </a:cubicBezTo>
                <a:cubicBezTo>
                  <a:pt x="287996" y="140628"/>
                  <a:pt x="288058" y="141331"/>
                  <a:pt x="288058" y="141882"/>
                </a:cubicBezTo>
                <a:cubicBezTo>
                  <a:pt x="288058" y="144327"/>
                  <a:pt x="287185" y="146344"/>
                  <a:pt x="285437" y="147933"/>
                </a:cubicBezTo>
                <a:cubicBezTo>
                  <a:pt x="283690" y="149524"/>
                  <a:pt x="281662" y="150319"/>
                  <a:pt x="279353" y="150319"/>
                </a:cubicBezTo>
                <a:cubicBezTo>
                  <a:pt x="275484" y="150319"/>
                  <a:pt x="272645" y="147566"/>
                  <a:pt x="270835" y="142060"/>
                </a:cubicBezTo>
                <a:cubicBezTo>
                  <a:pt x="266342" y="145302"/>
                  <a:pt x="261677" y="147765"/>
                  <a:pt x="256841" y="149447"/>
                </a:cubicBezTo>
                <a:cubicBezTo>
                  <a:pt x="252005" y="151130"/>
                  <a:pt x="246966" y="151971"/>
                  <a:pt x="241724" y="151971"/>
                </a:cubicBezTo>
                <a:cubicBezTo>
                  <a:pt x="228806" y="151971"/>
                  <a:pt x="218104" y="147746"/>
                  <a:pt x="209617" y="139295"/>
                </a:cubicBezTo>
                <a:cubicBezTo>
                  <a:pt x="200881" y="130661"/>
                  <a:pt x="196512" y="119577"/>
                  <a:pt x="196512" y="106043"/>
                </a:cubicBezTo>
                <a:cubicBezTo>
                  <a:pt x="196512" y="89693"/>
                  <a:pt x="200927" y="76589"/>
                  <a:pt x="209757" y="66731"/>
                </a:cubicBezTo>
                <a:cubicBezTo>
                  <a:pt x="218588" y="56872"/>
                  <a:pt x="230054" y="51942"/>
                  <a:pt x="244157" y="51942"/>
                </a:cubicBezTo>
                <a:cubicBezTo>
                  <a:pt x="251396" y="51942"/>
                  <a:pt x="256981" y="53043"/>
                  <a:pt x="260913" y="55246"/>
                </a:cubicBezTo>
                <a:lnTo>
                  <a:pt x="269712" y="61578"/>
                </a:lnTo>
                <a:cubicBezTo>
                  <a:pt x="270585" y="35855"/>
                  <a:pt x="271615" y="18537"/>
                  <a:pt x="272801" y="9622"/>
                </a:cubicBezTo>
                <a:cubicBezTo>
                  <a:pt x="273612" y="4186"/>
                  <a:pt x="276451" y="1468"/>
                  <a:pt x="281319" y="1468"/>
                </a:cubicBezTo>
                <a:cubicBezTo>
                  <a:pt x="286997" y="1468"/>
                  <a:pt x="289837" y="4434"/>
                  <a:pt x="289837" y="10364"/>
                </a:cubicBezTo>
                <a:cubicBezTo>
                  <a:pt x="289837" y="18863"/>
                  <a:pt x="288589" y="37633"/>
                  <a:pt x="286093" y="66677"/>
                </a:cubicBezTo>
                <a:moveTo>
                  <a:pt x="244532" y="69011"/>
                </a:moveTo>
                <a:cubicBezTo>
                  <a:pt x="234048" y="69011"/>
                  <a:pt x="226185" y="72055"/>
                  <a:pt x="220943" y="78142"/>
                </a:cubicBezTo>
                <a:cubicBezTo>
                  <a:pt x="215701" y="84230"/>
                  <a:pt x="213080" y="93391"/>
                  <a:pt x="213080" y="105627"/>
                </a:cubicBezTo>
                <a:cubicBezTo>
                  <a:pt x="213080" y="113519"/>
                  <a:pt x="215935" y="120310"/>
                  <a:pt x="221645" y="126000"/>
                </a:cubicBezTo>
                <a:cubicBezTo>
                  <a:pt x="227355" y="131690"/>
                  <a:pt x="234048" y="134535"/>
                  <a:pt x="241724" y="134535"/>
                </a:cubicBezTo>
                <a:cubicBezTo>
                  <a:pt x="246966" y="134535"/>
                  <a:pt x="251396" y="133586"/>
                  <a:pt x="255016" y="131690"/>
                </a:cubicBezTo>
                <a:cubicBezTo>
                  <a:pt x="257137" y="130589"/>
                  <a:pt x="260601" y="128050"/>
                  <a:pt x="265406" y="124073"/>
                </a:cubicBezTo>
                <a:cubicBezTo>
                  <a:pt x="266342" y="123278"/>
                  <a:pt x="267247" y="122329"/>
                  <a:pt x="268120" y="121228"/>
                </a:cubicBezTo>
                <a:lnTo>
                  <a:pt x="267840" y="105352"/>
                </a:lnTo>
                <a:lnTo>
                  <a:pt x="267933" y="94707"/>
                </a:lnTo>
                <a:lnTo>
                  <a:pt x="268120" y="83878"/>
                </a:lnTo>
                <a:cubicBezTo>
                  <a:pt x="265749" y="78922"/>
                  <a:pt x="262598" y="75205"/>
                  <a:pt x="258666" y="72728"/>
                </a:cubicBezTo>
                <a:cubicBezTo>
                  <a:pt x="254735" y="70250"/>
                  <a:pt x="250023" y="69011"/>
                  <a:pt x="244532" y="69011"/>
                </a:cubicBezTo>
                <a:close/>
                <a:moveTo>
                  <a:pt x="392421" y="108197"/>
                </a:moveTo>
                <a:lnTo>
                  <a:pt x="390268" y="139032"/>
                </a:lnTo>
                <a:cubicBezTo>
                  <a:pt x="389893" y="151268"/>
                  <a:pt x="388614" y="161270"/>
                  <a:pt x="386430" y="169040"/>
                </a:cubicBezTo>
                <a:cubicBezTo>
                  <a:pt x="383622" y="178951"/>
                  <a:pt x="379129" y="186262"/>
                  <a:pt x="372951" y="190973"/>
                </a:cubicBezTo>
                <a:cubicBezTo>
                  <a:pt x="365462" y="196663"/>
                  <a:pt x="354635" y="199508"/>
                  <a:pt x="340470" y="199508"/>
                </a:cubicBezTo>
                <a:cubicBezTo>
                  <a:pt x="332170" y="199508"/>
                  <a:pt x="325212" y="198957"/>
                  <a:pt x="319596" y="197856"/>
                </a:cubicBezTo>
                <a:cubicBezTo>
                  <a:pt x="311733" y="196327"/>
                  <a:pt x="307802" y="193145"/>
                  <a:pt x="307802" y="188312"/>
                </a:cubicBezTo>
                <a:cubicBezTo>
                  <a:pt x="307802" y="182867"/>
                  <a:pt x="310516" y="180144"/>
                  <a:pt x="315945" y="180144"/>
                </a:cubicBezTo>
                <a:cubicBezTo>
                  <a:pt x="318192" y="180144"/>
                  <a:pt x="321936" y="180680"/>
                  <a:pt x="327178" y="181750"/>
                </a:cubicBezTo>
                <a:cubicBezTo>
                  <a:pt x="332420" y="182821"/>
                  <a:pt x="338223" y="183295"/>
                  <a:pt x="344588" y="183173"/>
                </a:cubicBezTo>
                <a:cubicBezTo>
                  <a:pt x="356570" y="182978"/>
                  <a:pt x="364838" y="176954"/>
                  <a:pt x="369394" y="165100"/>
                </a:cubicBezTo>
                <a:cubicBezTo>
                  <a:pt x="372389" y="157196"/>
                  <a:pt x="373981" y="145050"/>
                  <a:pt x="374168" y="128662"/>
                </a:cubicBezTo>
                <a:cubicBezTo>
                  <a:pt x="370798" y="135820"/>
                  <a:pt x="366789" y="141188"/>
                  <a:pt x="362140" y="144767"/>
                </a:cubicBezTo>
                <a:cubicBezTo>
                  <a:pt x="357490" y="148346"/>
                  <a:pt x="352171" y="150136"/>
                  <a:pt x="346180" y="150136"/>
                </a:cubicBezTo>
                <a:cubicBezTo>
                  <a:pt x="334885" y="150136"/>
                  <a:pt x="325696" y="146354"/>
                  <a:pt x="318613" y="138791"/>
                </a:cubicBezTo>
                <a:cubicBezTo>
                  <a:pt x="311530" y="131227"/>
                  <a:pt x="307989" y="121414"/>
                  <a:pt x="307989" y="109350"/>
                </a:cubicBezTo>
                <a:cubicBezTo>
                  <a:pt x="307989" y="92816"/>
                  <a:pt x="312825" y="79497"/>
                  <a:pt x="322498" y="69392"/>
                </a:cubicBezTo>
                <a:cubicBezTo>
                  <a:pt x="332482" y="58982"/>
                  <a:pt x="346086" y="53777"/>
                  <a:pt x="363310" y="53777"/>
                </a:cubicBezTo>
                <a:cubicBezTo>
                  <a:pt x="369113" y="53777"/>
                  <a:pt x="373981" y="54511"/>
                  <a:pt x="377912" y="55980"/>
                </a:cubicBezTo>
                <a:cubicBezTo>
                  <a:pt x="381843" y="57448"/>
                  <a:pt x="384839" y="59650"/>
                  <a:pt x="386898" y="62587"/>
                </a:cubicBezTo>
                <a:cubicBezTo>
                  <a:pt x="393575" y="62771"/>
                  <a:pt x="396914" y="66411"/>
                  <a:pt x="396914" y="73508"/>
                </a:cubicBezTo>
                <a:cubicBezTo>
                  <a:pt x="396914" y="77852"/>
                  <a:pt x="396259" y="83664"/>
                  <a:pt x="394948" y="90944"/>
                </a:cubicBezTo>
                <a:cubicBezTo>
                  <a:pt x="393513" y="99387"/>
                  <a:pt x="392670" y="105138"/>
                  <a:pt x="392421" y="108197"/>
                </a:cubicBezTo>
                <a:moveTo>
                  <a:pt x="362374" y="72131"/>
                </a:moveTo>
                <a:cubicBezTo>
                  <a:pt x="350517" y="72131"/>
                  <a:pt x="341344" y="75739"/>
                  <a:pt x="334854" y="82954"/>
                </a:cubicBezTo>
                <a:cubicBezTo>
                  <a:pt x="329050" y="89453"/>
                  <a:pt x="326148" y="97715"/>
                  <a:pt x="326148" y="107741"/>
                </a:cubicBezTo>
                <a:cubicBezTo>
                  <a:pt x="326148" y="115727"/>
                  <a:pt x="327864" y="121730"/>
                  <a:pt x="331297" y="125751"/>
                </a:cubicBezTo>
                <a:cubicBezTo>
                  <a:pt x="334729" y="129771"/>
                  <a:pt x="339877" y="131782"/>
                  <a:pt x="346741" y="131782"/>
                </a:cubicBezTo>
                <a:cubicBezTo>
                  <a:pt x="353044" y="131782"/>
                  <a:pt x="359160" y="128642"/>
                  <a:pt x="365088" y="122364"/>
                </a:cubicBezTo>
                <a:cubicBezTo>
                  <a:pt x="370455" y="116580"/>
                  <a:pt x="373513" y="110852"/>
                  <a:pt x="374261" y="105180"/>
                </a:cubicBezTo>
                <a:cubicBezTo>
                  <a:pt x="375572" y="99230"/>
                  <a:pt x="376976" y="89893"/>
                  <a:pt x="378474" y="77170"/>
                </a:cubicBezTo>
                <a:cubicBezTo>
                  <a:pt x="375977" y="75463"/>
                  <a:pt x="373388" y="74196"/>
                  <a:pt x="370704" y="73370"/>
                </a:cubicBezTo>
                <a:cubicBezTo>
                  <a:pt x="368021" y="72544"/>
                  <a:pt x="365244" y="72131"/>
                  <a:pt x="362374" y="72131"/>
                </a:cubicBezTo>
                <a:close/>
                <a:moveTo>
                  <a:pt x="463672" y="151971"/>
                </a:moveTo>
                <a:cubicBezTo>
                  <a:pt x="449568" y="151971"/>
                  <a:pt x="438148" y="148512"/>
                  <a:pt x="429412" y="141592"/>
                </a:cubicBezTo>
                <a:cubicBezTo>
                  <a:pt x="419864" y="133937"/>
                  <a:pt x="415090" y="123220"/>
                  <a:pt x="415090" y="109441"/>
                </a:cubicBezTo>
                <a:cubicBezTo>
                  <a:pt x="415090" y="93521"/>
                  <a:pt x="419022" y="80173"/>
                  <a:pt x="426885" y="69395"/>
                </a:cubicBezTo>
                <a:cubicBezTo>
                  <a:pt x="435434" y="57637"/>
                  <a:pt x="446854" y="51758"/>
                  <a:pt x="461144" y="51758"/>
                </a:cubicBezTo>
                <a:cubicBezTo>
                  <a:pt x="471503" y="51758"/>
                  <a:pt x="479959" y="53471"/>
                  <a:pt x="486511" y="56897"/>
                </a:cubicBezTo>
                <a:cubicBezTo>
                  <a:pt x="494561" y="61119"/>
                  <a:pt x="498586" y="67604"/>
                  <a:pt x="498586" y="76353"/>
                </a:cubicBezTo>
                <a:cubicBezTo>
                  <a:pt x="498586" y="82471"/>
                  <a:pt x="495061" y="88038"/>
                  <a:pt x="488009" y="93055"/>
                </a:cubicBezTo>
                <a:cubicBezTo>
                  <a:pt x="484889" y="95257"/>
                  <a:pt x="478274" y="98683"/>
                  <a:pt x="468165" y="103333"/>
                </a:cubicBezTo>
                <a:lnTo>
                  <a:pt x="432407" y="119943"/>
                </a:lnTo>
                <a:cubicBezTo>
                  <a:pt x="435902" y="125021"/>
                  <a:pt x="440255" y="128845"/>
                  <a:pt x="445465" y="131415"/>
                </a:cubicBezTo>
                <a:cubicBezTo>
                  <a:pt x="450676" y="133984"/>
                  <a:pt x="456745" y="135269"/>
                  <a:pt x="463672" y="135269"/>
                </a:cubicBezTo>
                <a:cubicBezTo>
                  <a:pt x="467977" y="135269"/>
                  <a:pt x="473032" y="134474"/>
                  <a:pt x="478836" y="132883"/>
                </a:cubicBezTo>
                <a:cubicBezTo>
                  <a:pt x="486199" y="130864"/>
                  <a:pt x="490942" y="128218"/>
                  <a:pt x="493064" y="124945"/>
                </a:cubicBezTo>
                <a:cubicBezTo>
                  <a:pt x="495185" y="121672"/>
                  <a:pt x="497463" y="120035"/>
                  <a:pt x="499897" y="120035"/>
                </a:cubicBezTo>
                <a:cubicBezTo>
                  <a:pt x="502081" y="120035"/>
                  <a:pt x="504031" y="120849"/>
                  <a:pt x="505747" y="122476"/>
                </a:cubicBezTo>
                <a:cubicBezTo>
                  <a:pt x="507463" y="124101"/>
                  <a:pt x="508321" y="125987"/>
                  <a:pt x="508321" y="128134"/>
                </a:cubicBezTo>
                <a:cubicBezTo>
                  <a:pt x="508321" y="134944"/>
                  <a:pt x="502736" y="140804"/>
                  <a:pt x="491566" y="145714"/>
                </a:cubicBezTo>
                <a:cubicBezTo>
                  <a:pt x="482018" y="149885"/>
                  <a:pt x="472720" y="151971"/>
                  <a:pt x="463672" y="151971"/>
                </a:cubicBezTo>
                <a:moveTo>
                  <a:pt x="461144" y="68277"/>
                </a:moveTo>
                <a:cubicBezTo>
                  <a:pt x="453531" y="68277"/>
                  <a:pt x="447197" y="71168"/>
                  <a:pt x="442142" y="76949"/>
                </a:cubicBezTo>
                <a:cubicBezTo>
                  <a:pt x="437088" y="82731"/>
                  <a:pt x="433312" y="91433"/>
                  <a:pt x="430816" y="103058"/>
                </a:cubicBezTo>
                <a:lnTo>
                  <a:pt x="459553" y="89659"/>
                </a:lnTo>
                <a:cubicBezTo>
                  <a:pt x="470848" y="84275"/>
                  <a:pt x="478898" y="79595"/>
                  <a:pt x="483703" y="75618"/>
                </a:cubicBezTo>
                <a:cubicBezTo>
                  <a:pt x="478336" y="70724"/>
                  <a:pt x="470817" y="68277"/>
                  <a:pt x="461144" y="68277"/>
                </a:cubicBezTo>
                <a:close/>
                <a:moveTo>
                  <a:pt x="658696" y="153806"/>
                </a:moveTo>
                <a:cubicBezTo>
                  <a:pt x="657510" y="153806"/>
                  <a:pt x="655357" y="152449"/>
                  <a:pt x="652237" y="149734"/>
                </a:cubicBezTo>
                <a:cubicBezTo>
                  <a:pt x="649429" y="147205"/>
                  <a:pt x="647338" y="144953"/>
                  <a:pt x="645965" y="142978"/>
                </a:cubicBezTo>
                <a:cubicBezTo>
                  <a:pt x="639975" y="146190"/>
                  <a:pt x="634702" y="148614"/>
                  <a:pt x="630146" y="150250"/>
                </a:cubicBezTo>
                <a:cubicBezTo>
                  <a:pt x="625591" y="151887"/>
                  <a:pt x="621784" y="152705"/>
                  <a:pt x="618726" y="152705"/>
                </a:cubicBezTo>
                <a:cubicBezTo>
                  <a:pt x="604124" y="152705"/>
                  <a:pt x="593484" y="148667"/>
                  <a:pt x="586807" y="140592"/>
                </a:cubicBezTo>
                <a:cubicBezTo>
                  <a:pt x="580504" y="133005"/>
                  <a:pt x="577353" y="121381"/>
                  <a:pt x="577353" y="105719"/>
                </a:cubicBezTo>
                <a:cubicBezTo>
                  <a:pt x="577353" y="90913"/>
                  <a:pt x="582548" y="78249"/>
                  <a:pt x="592938" y="67726"/>
                </a:cubicBezTo>
                <a:cubicBezTo>
                  <a:pt x="603328" y="57203"/>
                  <a:pt x="615731" y="51942"/>
                  <a:pt x="630146" y="51942"/>
                </a:cubicBezTo>
                <a:cubicBezTo>
                  <a:pt x="635575" y="51942"/>
                  <a:pt x="641660" y="53318"/>
                  <a:pt x="648399" y="56071"/>
                </a:cubicBezTo>
                <a:cubicBezTo>
                  <a:pt x="656886" y="59498"/>
                  <a:pt x="661129" y="63627"/>
                  <a:pt x="661129" y="68460"/>
                </a:cubicBezTo>
                <a:cubicBezTo>
                  <a:pt x="661129" y="70112"/>
                  <a:pt x="660505" y="71581"/>
                  <a:pt x="659257" y="72865"/>
                </a:cubicBezTo>
                <a:cubicBezTo>
                  <a:pt x="658633" y="75190"/>
                  <a:pt x="658150" y="79014"/>
                  <a:pt x="657807" y="84337"/>
                </a:cubicBezTo>
                <a:cubicBezTo>
                  <a:pt x="657463" y="89659"/>
                  <a:pt x="657260" y="96481"/>
                  <a:pt x="657198" y="104801"/>
                </a:cubicBezTo>
                <a:cubicBezTo>
                  <a:pt x="657136" y="112388"/>
                  <a:pt x="657666" y="118383"/>
                  <a:pt x="658789" y="122788"/>
                </a:cubicBezTo>
                <a:cubicBezTo>
                  <a:pt x="659413" y="125480"/>
                  <a:pt x="661379" y="130864"/>
                  <a:pt x="664687" y="138940"/>
                </a:cubicBezTo>
                <a:cubicBezTo>
                  <a:pt x="665123" y="140041"/>
                  <a:pt x="665841" y="141662"/>
                  <a:pt x="666839" y="143804"/>
                </a:cubicBezTo>
                <a:lnTo>
                  <a:pt x="667401" y="145364"/>
                </a:lnTo>
                <a:cubicBezTo>
                  <a:pt x="667401" y="147811"/>
                  <a:pt x="666527" y="149830"/>
                  <a:pt x="664780" y="151420"/>
                </a:cubicBezTo>
                <a:cubicBezTo>
                  <a:pt x="663033" y="153011"/>
                  <a:pt x="661005" y="153806"/>
                  <a:pt x="658696" y="153806"/>
                </a:cubicBezTo>
                <a:moveTo>
                  <a:pt x="639226" y="90061"/>
                </a:moveTo>
                <a:cubicBezTo>
                  <a:pt x="639226" y="87436"/>
                  <a:pt x="639397" y="84583"/>
                  <a:pt x="639741" y="81503"/>
                </a:cubicBezTo>
                <a:cubicBezTo>
                  <a:pt x="640084" y="78421"/>
                  <a:pt x="640599" y="75141"/>
                  <a:pt x="641285" y="71664"/>
                </a:cubicBezTo>
                <a:cubicBezTo>
                  <a:pt x="638976" y="70503"/>
                  <a:pt x="636995" y="69649"/>
                  <a:pt x="635341" y="69100"/>
                </a:cubicBezTo>
                <a:cubicBezTo>
                  <a:pt x="633688" y="68551"/>
                  <a:pt x="632361" y="68277"/>
                  <a:pt x="631363" y="68277"/>
                </a:cubicBezTo>
                <a:cubicBezTo>
                  <a:pt x="621690" y="68277"/>
                  <a:pt x="613344" y="72136"/>
                  <a:pt x="606324" y="79854"/>
                </a:cubicBezTo>
                <a:cubicBezTo>
                  <a:pt x="599303" y="87572"/>
                  <a:pt x="595793" y="96466"/>
                  <a:pt x="595793" y="106533"/>
                </a:cubicBezTo>
                <a:cubicBezTo>
                  <a:pt x="595793" y="116540"/>
                  <a:pt x="597603" y="124045"/>
                  <a:pt x="601222" y="129049"/>
                </a:cubicBezTo>
                <a:cubicBezTo>
                  <a:pt x="604841" y="134052"/>
                  <a:pt x="610271" y="136554"/>
                  <a:pt x="617509" y="136554"/>
                </a:cubicBezTo>
                <a:cubicBezTo>
                  <a:pt x="623500" y="136554"/>
                  <a:pt x="628586" y="135486"/>
                  <a:pt x="632767" y="133350"/>
                </a:cubicBezTo>
                <a:cubicBezTo>
                  <a:pt x="635014" y="132192"/>
                  <a:pt x="638165" y="129874"/>
                  <a:pt x="642221" y="126396"/>
                </a:cubicBezTo>
                <a:cubicBezTo>
                  <a:pt x="640224" y="110225"/>
                  <a:pt x="639226" y="98114"/>
                  <a:pt x="639226" y="90061"/>
                </a:cubicBezTo>
                <a:close/>
                <a:moveTo>
                  <a:pt x="759852" y="154357"/>
                </a:moveTo>
                <a:cubicBezTo>
                  <a:pt x="754485" y="154357"/>
                  <a:pt x="751458" y="151476"/>
                  <a:pt x="750772" y="145714"/>
                </a:cubicBezTo>
                <a:lnTo>
                  <a:pt x="748151" y="125573"/>
                </a:lnTo>
                <a:cubicBezTo>
                  <a:pt x="747277" y="118400"/>
                  <a:pt x="746840" y="111686"/>
                  <a:pt x="746840" y="105432"/>
                </a:cubicBezTo>
                <a:cubicBezTo>
                  <a:pt x="746840" y="103715"/>
                  <a:pt x="746950" y="100804"/>
                  <a:pt x="747168" y="96697"/>
                </a:cubicBezTo>
                <a:cubicBezTo>
                  <a:pt x="747386" y="92588"/>
                  <a:pt x="747496" y="89676"/>
                  <a:pt x="747496" y="87959"/>
                </a:cubicBezTo>
                <a:cubicBezTo>
                  <a:pt x="747496" y="74715"/>
                  <a:pt x="744999" y="68093"/>
                  <a:pt x="740007" y="68093"/>
                </a:cubicBezTo>
                <a:cubicBezTo>
                  <a:pt x="733018" y="68093"/>
                  <a:pt x="726341" y="72167"/>
                  <a:pt x="719976" y="80313"/>
                </a:cubicBezTo>
                <a:cubicBezTo>
                  <a:pt x="714235" y="87723"/>
                  <a:pt x="709741" y="97094"/>
                  <a:pt x="706496" y="108423"/>
                </a:cubicBezTo>
                <a:cubicBezTo>
                  <a:pt x="706372" y="110813"/>
                  <a:pt x="706091" y="113815"/>
                  <a:pt x="705654" y="117428"/>
                </a:cubicBezTo>
                <a:cubicBezTo>
                  <a:pt x="705280" y="120491"/>
                  <a:pt x="705092" y="123461"/>
                  <a:pt x="705092" y="126339"/>
                </a:cubicBezTo>
                <a:cubicBezTo>
                  <a:pt x="705092" y="128176"/>
                  <a:pt x="705280" y="130932"/>
                  <a:pt x="705654" y="134606"/>
                </a:cubicBezTo>
                <a:cubicBezTo>
                  <a:pt x="706028" y="138281"/>
                  <a:pt x="706216" y="141037"/>
                  <a:pt x="706216" y="142874"/>
                </a:cubicBezTo>
                <a:cubicBezTo>
                  <a:pt x="706216" y="145631"/>
                  <a:pt x="705358" y="147867"/>
                  <a:pt x="703641" y="149582"/>
                </a:cubicBezTo>
                <a:cubicBezTo>
                  <a:pt x="701925" y="151297"/>
                  <a:pt x="699726" y="152155"/>
                  <a:pt x="697042" y="152155"/>
                </a:cubicBezTo>
                <a:cubicBezTo>
                  <a:pt x="694297" y="152155"/>
                  <a:pt x="692081" y="151296"/>
                  <a:pt x="690396" y="149579"/>
                </a:cubicBezTo>
                <a:cubicBezTo>
                  <a:pt x="688711" y="147864"/>
                  <a:pt x="687869" y="145627"/>
                  <a:pt x="687869" y="142869"/>
                </a:cubicBezTo>
                <a:cubicBezTo>
                  <a:pt x="687869" y="141031"/>
                  <a:pt x="687666" y="138274"/>
                  <a:pt x="687261" y="134598"/>
                </a:cubicBezTo>
                <a:cubicBezTo>
                  <a:pt x="686855" y="130919"/>
                  <a:pt x="686652" y="128161"/>
                  <a:pt x="686652" y="126321"/>
                </a:cubicBezTo>
                <a:cubicBezTo>
                  <a:pt x="686652" y="120008"/>
                  <a:pt x="687105" y="111260"/>
                  <a:pt x="688009" y="100075"/>
                </a:cubicBezTo>
                <a:cubicBezTo>
                  <a:pt x="688914" y="88891"/>
                  <a:pt x="689367" y="80142"/>
                  <a:pt x="689367" y="73829"/>
                </a:cubicBezTo>
                <a:cubicBezTo>
                  <a:pt x="689367" y="71867"/>
                  <a:pt x="689257" y="68957"/>
                  <a:pt x="689039" y="65096"/>
                </a:cubicBezTo>
                <a:cubicBezTo>
                  <a:pt x="688821" y="61234"/>
                  <a:pt x="688711" y="58324"/>
                  <a:pt x="688711" y="56364"/>
                </a:cubicBezTo>
                <a:cubicBezTo>
                  <a:pt x="688711" y="53727"/>
                  <a:pt x="689601" y="51567"/>
                  <a:pt x="691379" y="49883"/>
                </a:cubicBezTo>
                <a:cubicBezTo>
                  <a:pt x="693158" y="48196"/>
                  <a:pt x="695357" y="47353"/>
                  <a:pt x="697978" y="47353"/>
                </a:cubicBezTo>
                <a:cubicBezTo>
                  <a:pt x="703720" y="47353"/>
                  <a:pt x="706871" y="51346"/>
                  <a:pt x="707433" y="59332"/>
                </a:cubicBezTo>
                <a:lnTo>
                  <a:pt x="707713" y="70112"/>
                </a:lnTo>
                <a:cubicBezTo>
                  <a:pt x="718197" y="56408"/>
                  <a:pt x="728962" y="49556"/>
                  <a:pt x="740007" y="49556"/>
                </a:cubicBezTo>
                <a:cubicBezTo>
                  <a:pt x="749992" y="49556"/>
                  <a:pt x="756950" y="53877"/>
                  <a:pt x="760881" y="62518"/>
                </a:cubicBezTo>
                <a:cubicBezTo>
                  <a:pt x="763565" y="68279"/>
                  <a:pt x="765031" y="76798"/>
                  <a:pt x="765281" y="88076"/>
                </a:cubicBezTo>
                <a:lnTo>
                  <a:pt x="765281" y="97359"/>
                </a:lnTo>
                <a:lnTo>
                  <a:pt x="765187" y="105908"/>
                </a:lnTo>
                <a:cubicBezTo>
                  <a:pt x="765187" y="110996"/>
                  <a:pt x="765858" y="117570"/>
                  <a:pt x="767200" y="125630"/>
                </a:cubicBezTo>
                <a:cubicBezTo>
                  <a:pt x="768541" y="133689"/>
                  <a:pt x="769212" y="140230"/>
                  <a:pt x="769212" y="145255"/>
                </a:cubicBezTo>
                <a:cubicBezTo>
                  <a:pt x="769212" y="147952"/>
                  <a:pt x="768323" y="150143"/>
                  <a:pt x="766544" y="151828"/>
                </a:cubicBezTo>
                <a:cubicBezTo>
                  <a:pt x="764766" y="153514"/>
                  <a:pt x="762535" y="154357"/>
                  <a:pt x="759852" y="154357"/>
                </a:cubicBezTo>
                <a:close/>
                <a:moveTo>
                  <a:pt x="878841" y="66677"/>
                </a:moveTo>
                <a:cubicBezTo>
                  <a:pt x="878092" y="75664"/>
                  <a:pt x="877717" y="84652"/>
                  <a:pt x="877717" y="93640"/>
                </a:cubicBezTo>
                <a:cubicBezTo>
                  <a:pt x="877717" y="114001"/>
                  <a:pt x="878685" y="129378"/>
                  <a:pt x="880619" y="139771"/>
                </a:cubicBezTo>
                <a:cubicBezTo>
                  <a:pt x="880744" y="140628"/>
                  <a:pt x="880806" y="141331"/>
                  <a:pt x="880806" y="141882"/>
                </a:cubicBezTo>
                <a:cubicBezTo>
                  <a:pt x="880806" y="144327"/>
                  <a:pt x="879933" y="146344"/>
                  <a:pt x="878185" y="147933"/>
                </a:cubicBezTo>
                <a:cubicBezTo>
                  <a:pt x="876438" y="149524"/>
                  <a:pt x="874410" y="150319"/>
                  <a:pt x="872101" y="150319"/>
                </a:cubicBezTo>
                <a:cubicBezTo>
                  <a:pt x="868232" y="150319"/>
                  <a:pt x="865393" y="147566"/>
                  <a:pt x="863583" y="142060"/>
                </a:cubicBezTo>
                <a:cubicBezTo>
                  <a:pt x="859090" y="145302"/>
                  <a:pt x="854425" y="147765"/>
                  <a:pt x="849589" y="149447"/>
                </a:cubicBezTo>
                <a:cubicBezTo>
                  <a:pt x="844753" y="151130"/>
                  <a:pt x="839714" y="151971"/>
                  <a:pt x="834472" y="151971"/>
                </a:cubicBezTo>
                <a:cubicBezTo>
                  <a:pt x="821554" y="151971"/>
                  <a:pt x="810852" y="147746"/>
                  <a:pt x="802365" y="139295"/>
                </a:cubicBezTo>
                <a:cubicBezTo>
                  <a:pt x="793629" y="130661"/>
                  <a:pt x="789260" y="119577"/>
                  <a:pt x="789260" y="106043"/>
                </a:cubicBezTo>
                <a:cubicBezTo>
                  <a:pt x="789260" y="89693"/>
                  <a:pt x="793675" y="76589"/>
                  <a:pt x="802505" y="66731"/>
                </a:cubicBezTo>
                <a:cubicBezTo>
                  <a:pt x="811336" y="56872"/>
                  <a:pt x="822802" y="51942"/>
                  <a:pt x="836905" y="51942"/>
                </a:cubicBezTo>
                <a:cubicBezTo>
                  <a:pt x="844144" y="51942"/>
                  <a:pt x="849729" y="53043"/>
                  <a:pt x="853661" y="55246"/>
                </a:cubicBezTo>
                <a:lnTo>
                  <a:pt x="862460" y="61578"/>
                </a:lnTo>
                <a:cubicBezTo>
                  <a:pt x="863333" y="35855"/>
                  <a:pt x="864363" y="18537"/>
                  <a:pt x="865549" y="9622"/>
                </a:cubicBezTo>
                <a:cubicBezTo>
                  <a:pt x="866360" y="4186"/>
                  <a:pt x="869199" y="1468"/>
                  <a:pt x="874067" y="1468"/>
                </a:cubicBezTo>
                <a:cubicBezTo>
                  <a:pt x="879746" y="1468"/>
                  <a:pt x="882585" y="4434"/>
                  <a:pt x="882585" y="10364"/>
                </a:cubicBezTo>
                <a:cubicBezTo>
                  <a:pt x="882585" y="18863"/>
                  <a:pt x="881337" y="37633"/>
                  <a:pt x="878841" y="66677"/>
                </a:cubicBezTo>
                <a:moveTo>
                  <a:pt x="837280" y="69011"/>
                </a:moveTo>
                <a:cubicBezTo>
                  <a:pt x="826796" y="69011"/>
                  <a:pt x="818933" y="72055"/>
                  <a:pt x="813691" y="78142"/>
                </a:cubicBezTo>
                <a:cubicBezTo>
                  <a:pt x="808449" y="84230"/>
                  <a:pt x="805828" y="93391"/>
                  <a:pt x="805828" y="105627"/>
                </a:cubicBezTo>
                <a:cubicBezTo>
                  <a:pt x="805828" y="113519"/>
                  <a:pt x="808683" y="120310"/>
                  <a:pt x="814393" y="126000"/>
                </a:cubicBezTo>
                <a:cubicBezTo>
                  <a:pt x="820103" y="131690"/>
                  <a:pt x="826796" y="134535"/>
                  <a:pt x="834472" y="134535"/>
                </a:cubicBezTo>
                <a:cubicBezTo>
                  <a:pt x="839714" y="134535"/>
                  <a:pt x="844144" y="133586"/>
                  <a:pt x="847764" y="131690"/>
                </a:cubicBezTo>
                <a:cubicBezTo>
                  <a:pt x="849885" y="130589"/>
                  <a:pt x="853349" y="128050"/>
                  <a:pt x="858154" y="124073"/>
                </a:cubicBezTo>
                <a:cubicBezTo>
                  <a:pt x="859090" y="123278"/>
                  <a:pt x="859995" y="122329"/>
                  <a:pt x="860868" y="121228"/>
                </a:cubicBezTo>
                <a:lnTo>
                  <a:pt x="860588" y="105352"/>
                </a:lnTo>
                <a:lnTo>
                  <a:pt x="860681" y="94707"/>
                </a:lnTo>
                <a:lnTo>
                  <a:pt x="860868" y="83878"/>
                </a:lnTo>
                <a:cubicBezTo>
                  <a:pt x="858497" y="78922"/>
                  <a:pt x="855346" y="75205"/>
                  <a:pt x="851414" y="72728"/>
                </a:cubicBezTo>
                <a:cubicBezTo>
                  <a:pt x="847483" y="70250"/>
                  <a:pt x="842771" y="69011"/>
                  <a:pt x="837280" y="69011"/>
                </a:cubicBezTo>
                <a:close/>
                <a:moveTo>
                  <a:pt x="1037605" y="79748"/>
                </a:moveTo>
                <a:cubicBezTo>
                  <a:pt x="1037169" y="87396"/>
                  <a:pt x="1034048" y="91219"/>
                  <a:pt x="1028245" y="91219"/>
                </a:cubicBezTo>
                <a:cubicBezTo>
                  <a:pt x="1022878" y="91219"/>
                  <a:pt x="1020195" y="88203"/>
                  <a:pt x="1020195" y="82171"/>
                </a:cubicBezTo>
                <a:cubicBezTo>
                  <a:pt x="1020195" y="81013"/>
                  <a:pt x="1020101" y="78879"/>
                  <a:pt x="1019914" y="75770"/>
                </a:cubicBezTo>
                <a:lnTo>
                  <a:pt x="1019633" y="68093"/>
                </a:lnTo>
                <a:cubicBezTo>
                  <a:pt x="1009773" y="69258"/>
                  <a:pt x="1001879" y="71986"/>
                  <a:pt x="995951" y="76278"/>
                </a:cubicBezTo>
                <a:cubicBezTo>
                  <a:pt x="990397" y="80264"/>
                  <a:pt x="985779" y="86273"/>
                  <a:pt x="982097" y="94305"/>
                </a:cubicBezTo>
                <a:lnTo>
                  <a:pt x="982285" y="144701"/>
                </a:lnTo>
                <a:cubicBezTo>
                  <a:pt x="982285" y="150894"/>
                  <a:pt x="979196" y="153990"/>
                  <a:pt x="973018" y="153990"/>
                </a:cubicBezTo>
                <a:cubicBezTo>
                  <a:pt x="967526" y="153990"/>
                  <a:pt x="964781" y="150895"/>
                  <a:pt x="964781" y="144704"/>
                </a:cubicBezTo>
                <a:lnTo>
                  <a:pt x="964781" y="80164"/>
                </a:lnTo>
                <a:cubicBezTo>
                  <a:pt x="964781" y="78141"/>
                  <a:pt x="964859" y="75108"/>
                  <a:pt x="965015" y="71064"/>
                </a:cubicBezTo>
                <a:cubicBezTo>
                  <a:pt x="965171" y="67019"/>
                  <a:pt x="965249" y="63985"/>
                  <a:pt x="965249" y="61962"/>
                </a:cubicBezTo>
                <a:cubicBezTo>
                  <a:pt x="965249" y="55771"/>
                  <a:pt x="967994" y="52676"/>
                  <a:pt x="973486" y="52676"/>
                </a:cubicBezTo>
                <a:cubicBezTo>
                  <a:pt x="979601" y="52676"/>
                  <a:pt x="982690" y="57754"/>
                  <a:pt x="982753" y="67910"/>
                </a:cubicBezTo>
                <a:cubicBezTo>
                  <a:pt x="994734" y="56530"/>
                  <a:pt x="1008026" y="50841"/>
                  <a:pt x="1022629" y="50841"/>
                </a:cubicBezTo>
                <a:cubicBezTo>
                  <a:pt x="1027683" y="50841"/>
                  <a:pt x="1031459" y="52707"/>
                  <a:pt x="1033955" y="56439"/>
                </a:cubicBezTo>
                <a:cubicBezTo>
                  <a:pt x="1036451" y="60171"/>
                  <a:pt x="1037699" y="65799"/>
                  <a:pt x="1037699" y="73324"/>
                </a:cubicBezTo>
                <a:cubicBezTo>
                  <a:pt x="1037699" y="76506"/>
                  <a:pt x="1037668" y="78647"/>
                  <a:pt x="1037605" y="79748"/>
                </a:cubicBezTo>
                <a:close/>
                <a:moveTo>
                  <a:pt x="1137110" y="94156"/>
                </a:moveTo>
                <a:cubicBezTo>
                  <a:pt x="1137110" y="98561"/>
                  <a:pt x="1137142" y="105168"/>
                  <a:pt x="1137204" y="113978"/>
                </a:cubicBezTo>
                <a:cubicBezTo>
                  <a:pt x="1137266" y="122788"/>
                  <a:pt x="1137298" y="129396"/>
                  <a:pt x="1137298" y="133801"/>
                </a:cubicBezTo>
                <a:cubicBezTo>
                  <a:pt x="1137298" y="135147"/>
                  <a:pt x="1137407" y="137196"/>
                  <a:pt x="1137625" y="139949"/>
                </a:cubicBezTo>
                <a:cubicBezTo>
                  <a:pt x="1137844" y="142702"/>
                  <a:pt x="1137953" y="144752"/>
                  <a:pt x="1137953" y="146098"/>
                </a:cubicBezTo>
                <a:cubicBezTo>
                  <a:pt x="1137953" y="148729"/>
                  <a:pt x="1137048" y="150885"/>
                  <a:pt x="1135238" y="152568"/>
                </a:cubicBezTo>
                <a:cubicBezTo>
                  <a:pt x="1133429" y="154250"/>
                  <a:pt x="1131213" y="155091"/>
                  <a:pt x="1128592" y="155091"/>
                </a:cubicBezTo>
                <a:cubicBezTo>
                  <a:pt x="1123787" y="155091"/>
                  <a:pt x="1120730" y="152185"/>
                  <a:pt x="1119419" y="146373"/>
                </a:cubicBezTo>
                <a:cubicBezTo>
                  <a:pt x="1111619" y="150350"/>
                  <a:pt x="1102632" y="152338"/>
                  <a:pt x="1092461" y="152338"/>
                </a:cubicBezTo>
                <a:cubicBezTo>
                  <a:pt x="1084286" y="152338"/>
                  <a:pt x="1077515" y="150564"/>
                  <a:pt x="1072148" y="147015"/>
                </a:cubicBezTo>
                <a:cubicBezTo>
                  <a:pt x="1066220" y="143100"/>
                  <a:pt x="1062694" y="137380"/>
                  <a:pt x="1061571" y="129855"/>
                </a:cubicBezTo>
                <a:cubicBezTo>
                  <a:pt x="1059137" y="113642"/>
                  <a:pt x="1057920" y="99203"/>
                  <a:pt x="1057920" y="86539"/>
                </a:cubicBezTo>
                <a:cubicBezTo>
                  <a:pt x="1057920" y="78157"/>
                  <a:pt x="1058856" y="68613"/>
                  <a:pt x="1060728" y="57907"/>
                </a:cubicBezTo>
                <a:cubicBezTo>
                  <a:pt x="1061602" y="52584"/>
                  <a:pt x="1064566" y="49923"/>
                  <a:pt x="1069621" y="49923"/>
                </a:cubicBezTo>
                <a:cubicBezTo>
                  <a:pt x="1072304" y="49923"/>
                  <a:pt x="1074551" y="50763"/>
                  <a:pt x="1076361" y="52444"/>
                </a:cubicBezTo>
                <a:cubicBezTo>
                  <a:pt x="1078170" y="54124"/>
                  <a:pt x="1079075" y="56279"/>
                  <a:pt x="1079075" y="58908"/>
                </a:cubicBezTo>
                <a:cubicBezTo>
                  <a:pt x="1079075" y="61718"/>
                  <a:pt x="1078623" y="66210"/>
                  <a:pt x="1077718" y="72384"/>
                </a:cubicBezTo>
                <a:cubicBezTo>
                  <a:pt x="1076813" y="78555"/>
                  <a:pt x="1076361" y="83260"/>
                  <a:pt x="1076361" y="86499"/>
                </a:cubicBezTo>
                <a:cubicBezTo>
                  <a:pt x="1076361" y="96705"/>
                  <a:pt x="1076704" y="105444"/>
                  <a:pt x="1077390" y="112716"/>
                </a:cubicBezTo>
                <a:cubicBezTo>
                  <a:pt x="1078077" y="119989"/>
                  <a:pt x="1079106" y="125825"/>
                  <a:pt x="1080479" y="130224"/>
                </a:cubicBezTo>
                <a:cubicBezTo>
                  <a:pt x="1082539" y="131326"/>
                  <a:pt x="1084567" y="132167"/>
                  <a:pt x="1086564" y="132748"/>
                </a:cubicBezTo>
                <a:cubicBezTo>
                  <a:pt x="1088560" y="133327"/>
                  <a:pt x="1090526" y="133617"/>
                  <a:pt x="1092461" y="133617"/>
                </a:cubicBezTo>
                <a:cubicBezTo>
                  <a:pt x="1100823" y="133617"/>
                  <a:pt x="1109653" y="132304"/>
                  <a:pt x="1118951" y="129677"/>
                </a:cubicBezTo>
                <a:lnTo>
                  <a:pt x="1118857" y="111067"/>
                </a:lnTo>
                <a:lnTo>
                  <a:pt x="1118670" y="93284"/>
                </a:lnTo>
                <a:cubicBezTo>
                  <a:pt x="1118670" y="80083"/>
                  <a:pt x="1119263" y="68624"/>
                  <a:pt x="1120449" y="58908"/>
                </a:cubicBezTo>
                <a:cubicBezTo>
                  <a:pt x="1121135" y="53285"/>
                  <a:pt x="1124162" y="50473"/>
                  <a:pt x="1129528" y="50473"/>
                </a:cubicBezTo>
                <a:cubicBezTo>
                  <a:pt x="1132212" y="50473"/>
                  <a:pt x="1134458" y="51330"/>
                  <a:pt x="1136268" y="53043"/>
                </a:cubicBezTo>
                <a:cubicBezTo>
                  <a:pt x="1138078" y="54756"/>
                  <a:pt x="1138920" y="56897"/>
                  <a:pt x="1138795" y="59467"/>
                </a:cubicBezTo>
                <a:lnTo>
                  <a:pt x="1137110" y="94156"/>
                </a:lnTo>
                <a:close/>
                <a:moveTo>
                  <a:pt x="1189078" y="75618"/>
                </a:moveTo>
                <a:lnTo>
                  <a:pt x="1187674" y="121283"/>
                </a:lnTo>
                <a:cubicBezTo>
                  <a:pt x="1187674" y="126122"/>
                  <a:pt x="1187424" y="133227"/>
                  <a:pt x="1186925" y="142599"/>
                </a:cubicBezTo>
                <a:cubicBezTo>
                  <a:pt x="1186301" y="148725"/>
                  <a:pt x="1183243" y="151788"/>
                  <a:pt x="1177752" y="151788"/>
                </a:cubicBezTo>
                <a:cubicBezTo>
                  <a:pt x="1171636" y="151788"/>
                  <a:pt x="1168579" y="148664"/>
                  <a:pt x="1168579" y="142416"/>
                </a:cubicBezTo>
                <a:cubicBezTo>
                  <a:pt x="1168579" y="135003"/>
                  <a:pt x="1168922" y="123870"/>
                  <a:pt x="1169608" y="109017"/>
                </a:cubicBezTo>
                <a:cubicBezTo>
                  <a:pt x="1170295" y="94164"/>
                  <a:pt x="1170638" y="83031"/>
                  <a:pt x="1170638" y="75618"/>
                </a:cubicBezTo>
                <a:cubicBezTo>
                  <a:pt x="1170638" y="65941"/>
                  <a:pt x="1170794" y="54869"/>
                  <a:pt x="1171106" y="42403"/>
                </a:cubicBezTo>
                <a:cubicBezTo>
                  <a:pt x="1171418" y="29938"/>
                  <a:pt x="1171574" y="18866"/>
                  <a:pt x="1171574" y="9188"/>
                </a:cubicBezTo>
                <a:cubicBezTo>
                  <a:pt x="1171574" y="3063"/>
                  <a:pt x="1174632" y="0"/>
                  <a:pt x="1180747" y="0"/>
                </a:cubicBezTo>
                <a:cubicBezTo>
                  <a:pt x="1186925" y="0"/>
                  <a:pt x="1190014" y="3063"/>
                  <a:pt x="1190014" y="9188"/>
                </a:cubicBezTo>
                <a:cubicBezTo>
                  <a:pt x="1190014" y="18866"/>
                  <a:pt x="1189858" y="29938"/>
                  <a:pt x="1189546" y="42403"/>
                </a:cubicBezTo>
                <a:cubicBezTo>
                  <a:pt x="1189234" y="54869"/>
                  <a:pt x="1189078" y="65941"/>
                  <a:pt x="1189078" y="75618"/>
                </a:cubicBezTo>
                <a:close/>
                <a:moveTo>
                  <a:pt x="1265665" y="151971"/>
                </a:moveTo>
                <a:cubicBezTo>
                  <a:pt x="1251562" y="151971"/>
                  <a:pt x="1240142" y="148512"/>
                  <a:pt x="1231405" y="141592"/>
                </a:cubicBezTo>
                <a:cubicBezTo>
                  <a:pt x="1221858" y="133937"/>
                  <a:pt x="1217084" y="123220"/>
                  <a:pt x="1217084" y="109441"/>
                </a:cubicBezTo>
                <a:cubicBezTo>
                  <a:pt x="1217084" y="93521"/>
                  <a:pt x="1221015" y="80173"/>
                  <a:pt x="1228878" y="69395"/>
                </a:cubicBezTo>
                <a:cubicBezTo>
                  <a:pt x="1237427" y="57637"/>
                  <a:pt x="1248847" y="51758"/>
                  <a:pt x="1263138" y="51758"/>
                </a:cubicBezTo>
                <a:cubicBezTo>
                  <a:pt x="1273497" y="51758"/>
                  <a:pt x="1281952" y="53471"/>
                  <a:pt x="1288505" y="56897"/>
                </a:cubicBezTo>
                <a:cubicBezTo>
                  <a:pt x="1296555" y="61119"/>
                  <a:pt x="1300580" y="67604"/>
                  <a:pt x="1300580" y="76353"/>
                </a:cubicBezTo>
                <a:cubicBezTo>
                  <a:pt x="1300580" y="82471"/>
                  <a:pt x="1297054" y="88038"/>
                  <a:pt x="1290002" y="93055"/>
                </a:cubicBezTo>
                <a:cubicBezTo>
                  <a:pt x="1286882" y="95257"/>
                  <a:pt x="1280267" y="98683"/>
                  <a:pt x="1270158" y="103333"/>
                </a:cubicBezTo>
                <a:lnTo>
                  <a:pt x="1234401" y="119943"/>
                </a:lnTo>
                <a:cubicBezTo>
                  <a:pt x="1237895" y="125021"/>
                  <a:pt x="1242248" y="128845"/>
                  <a:pt x="1247459" y="131415"/>
                </a:cubicBezTo>
                <a:cubicBezTo>
                  <a:pt x="1252669" y="133984"/>
                  <a:pt x="1258738" y="135269"/>
                  <a:pt x="1265665" y="135269"/>
                </a:cubicBezTo>
                <a:cubicBezTo>
                  <a:pt x="1269971" y="135269"/>
                  <a:pt x="1275025" y="134474"/>
                  <a:pt x="1280829" y="132883"/>
                </a:cubicBezTo>
                <a:cubicBezTo>
                  <a:pt x="1288193" y="130864"/>
                  <a:pt x="1292935" y="128218"/>
                  <a:pt x="1295057" y="124945"/>
                </a:cubicBezTo>
                <a:cubicBezTo>
                  <a:pt x="1297179" y="121672"/>
                  <a:pt x="1299456" y="120035"/>
                  <a:pt x="1301890" y="120035"/>
                </a:cubicBezTo>
                <a:cubicBezTo>
                  <a:pt x="1304074" y="120035"/>
                  <a:pt x="1306024" y="120849"/>
                  <a:pt x="1307741" y="122476"/>
                </a:cubicBezTo>
                <a:cubicBezTo>
                  <a:pt x="1309457" y="124101"/>
                  <a:pt x="1310315" y="125987"/>
                  <a:pt x="1310315" y="128134"/>
                </a:cubicBezTo>
                <a:cubicBezTo>
                  <a:pt x="1310315" y="134944"/>
                  <a:pt x="1304730" y="140804"/>
                  <a:pt x="1293559" y="145714"/>
                </a:cubicBezTo>
                <a:cubicBezTo>
                  <a:pt x="1284012" y="149885"/>
                  <a:pt x="1274713" y="151971"/>
                  <a:pt x="1265665" y="151971"/>
                </a:cubicBezTo>
                <a:moveTo>
                  <a:pt x="1263138" y="68277"/>
                </a:moveTo>
                <a:cubicBezTo>
                  <a:pt x="1255524" y="68277"/>
                  <a:pt x="1249190" y="71168"/>
                  <a:pt x="1244136" y="76949"/>
                </a:cubicBezTo>
                <a:cubicBezTo>
                  <a:pt x="1239081" y="82731"/>
                  <a:pt x="1235306" y="91433"/>
                  <a:pt x="1232809" y="103058"/>
                </a:cubicBezTo>
                <a:lnTo>
                  <a:pt x="1261546" y="89659"/>
                </a:lnTo>
                <a:cubicBezTo>
                  <a:pt x="1272841" y="84275"/>
                  <a:pt x="1280891" y="79595"/>
                  <a:pt x="1285696" y="75618"/>
                </a:cubicBezTo>
                <a:cubicBezTo>
                  <a:pt x="1280330" y="70724"/>
                  <a:pt x="1272810" y="68277"/>
                  <a:pt x="1263138" y="68277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judgeandrule">
            <a:extLst xmlns:a="http://schemas.openxmlformats.org/drawingml/2006/main">
              <a:ext uri="{FF2B5EF4-FFF2-40B4-BE49-F238E27FC236}">
                <a16:creationId xmlns:a16="http://schemas.microsoft.com/office/drawing/2014/main" id="{444D3C09-CEE6-4DA8-AB58-7BEFA3B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775" y="3859284"/>
            <a:ext cx="1310315" cy="202628"/>
          </a:xfrm>
          <a:custGeom xmlns:a="http://schemas.openxmlformats.org/drawingml/2006/main">
            <a:pathLst>
              <a:path w="1310315" h="202628" fill="none">
                <a:moveTo>
                  <a:pt x="45399" y="31569"/>
                </a:moveTo>
                <a:cubicBezTo>
                  <a:pt x="42403" y="31569"/>
                  <a:pt x="39829" y="30525"/>
                  <a:pt x="37676" y="28437"/>
                </a:cubicBezTo>
                <a:cubicBezTo>
                  <a:pt x="35523" y="26348"/>
                  <a:pt x="34447" y="23858"/>
                  <a:pt x="34447" y="20969"/>
                </a:cubicBezTo>
                <a:cubicBezTo>
                  <a:pt x="34447" y="18019"/>
                  <a:pt x="35523" y="15501"/>
                  <a:pt x="37676" y="13413"/>
                </a:cubicBezTo>
                <a:cubicBezTo>
                  <a:pt x="39829" y="11323"/>
                  <a:pt x="42403" y="10278"/>
                  <a:pt x="45399" y="10278"/>
                </a:cubicBezTo>
                <a:cubicBezTo>
                  <a:pt x="48394" y="10278"/>
                  <a:pt x="50984" y="11323"/>
                  <a:pt x="53168" y="13413"/>
                </a:cubicBezTo>
                <a:cubicBezTo>
                  <a:pt x="55352" y="15501"/>
                  <a:pt x="56444" y="18019"/>
                  <a:pt x="56444" y="20969"/>
                </a:cubicBezTo>
                <a:cubicBezTo>
                  <a:pt x="56444" y="23858"/>
                  <a:pt x="55352" y="26348"/>
                  <a:pt x="53168" y="28437"/>
                </a:cubicBezTo>
                <a:cubicBezTo>
                  <a:pt x="50984" y="30525"/>
                  <a:pt x="48394" y="31569"/>
                  <a:pt x="45399" y="31569"/>
                </a:cubicBezTo>
                <a:moveTo>
                  <a:pt x="44650" y="169040"/>
                </a:moveTo>
                <a:cubicBezTo>
                  <a:pt x="44712" y="161882"/>
                  <a:pt x="43651" y="143559"/>
                  <a:pt x="41467" y="114070"/>
                </a:cubicBezTo>
                <a:lnTo>
                  <a:pt x="38285" y="63505"/>
                </a:lnTo>
                <a:cubicBezTo>
                  <a:pt x="38285" y="60446"/>
                  <a:pt x="39174" y="57723"/>
                  <a:pt x="40952" y="55337"/>
                </a:cubicBezTo>
                <a:cubicBezTo>
                  <a:pt x="42731" y="52951"/>
                  <a:pt x="44993" y="51758"/>
                  <a:pt x="47739" y="51758"/>
                </a:cubicBezTo>
                <a:cubicBezTo>
                  <a:pt x="49860" y="51758"/>
                  <a:pt x="51982" y="52524"/>
                  <a:pt x="54104" y="54055"/>
                </a:cubicBezTo>
                <a:cubicBezTo>
                  <a:pt x="56226" y="55585"/>
                  <a:pt x="57349" y="57145"/>
                  <a:pt x="57474" y="58736"/>
                </a:cubicBezTo>
                <a:lnTo>
                  <a:pt x="60563" y="111630"/>
                </a:lnTo>
                <a:lnTo>
                  <a:pt x="63090" y="168194"/>
                </a:lnTo>
                <a:cubicBezTo>
                  <a:pt x="63090" y="176702"/>
                  <a:pt x="60500" y="184416"/>
                  <a:pt x="55321" y="191335"/>
                </a:cubicBezTo>
                <a:cubicBezTo>
                  <a:pt x="49704" y="198864"/>
                  <a:pt x="42871" y="202628"/>
                  <a:pt x="34821" y="202628"/>
                </a:cubicBezTo>
                <a:cubicBezTo>
                  <a:pt x="21404" y="202628"/>
                  <a:pt x="10172" y="192482"/>
                  <a:pt x="1123" y="172189"/>
                </a:cubicBezTo>
                <a:cubicBezTo>
                  <a:pt x="374" y="170533"/>
                  <a:pt x="0" y="169062"/>
                  <a:pt x="0" y="167776"/>
                </a:cubicBezTo>
                <a:cubicBezTo>
                  <a:pt x="0" y="165323"/>
                  <a:pt x="983" y="163207"/>
                  <a:pt x="2949" y="161429"/>
                </a:cubicBezTo>
                <a:cubicBezTo>
                  <a:pt x="4914" y="159651"/>
                  <a:pt x="7145" y="158762"/>
                  <a:pt x="9641" y="158762"/>
                </a:cubicBezTo>
                <a:cubicBezTo>
                  <a:pt x="13323" y="158762"/>
                  <a:pt x="17161" y="162739"/>
                  <a:pt x="21155" y="170692"/>
                </a:cubicBezTo>
                <a:cubicBezTo>
                  <a:pt x="22153" y="172772"/>
                  <a:pt x="23901" y="175770"/>
                  <a:pt x="26397" y="179686"/>
                </a:cubicBezTo>
                <a:cubicBezTo>
                  <a:pt x="28830" y="182745"/>
                  <a:pt x="31639" y="184274"/>
                  <a:pt x="34821" y="184274"/>
                </a:cubicBezTo>
                <a:cubicBezTo>
                  <a:pt x="37567" y="184274"/>
                  <a:pt x="39907" y="182255"/>
                  <a:pt x="41842" y="178217"/>
                </a:cubicBezTo>
                <a:cubicBezTo>
                  <a:pt x="43339" y="175158"/>
                  <a:pt x="44275" y="172099"/>
                  <a:pt x="44650" y="169040"/>
                </a:cubicBezTo>
                <a:close/>
                <a:moveTo>
                  <a:pt x="171690" y="94156"/>
                </a:moveTo>
                <a:cubicBezTo>
                  <a:pt x="171690" y="98561"/>
                  <a:pt x="171721" y="105168"/>
                  <a:pt x="171783" y="113978"/>
                </a:cubicBezTo>
                <a:cubicBezTo>
                  <a:pt x="171846" y="122788"/>
                  <a:pt x="171877" y="129396"/>
                  <a:pt x="171877" y="133801"/>
                </a:cubicBezTo>
                <a:cubicBezTo>
                  <a:pt x="171877" y="135147"/>
                  <a:pt x="171986" y="137196"/>
                  <a:pt x="172204" y="139949"/>
                </a:cubicBezTo>
                <a:cubicBezTo>
                  <a:pt x="172423" y="142702"/>
                  <a:pt x="172532" y="144752"/>
                  <a:pt x="172532" y="146098"/>
                </a:cubicBezTo>
                <a:cubicBezTo>
                  <a:pt x="172532" y="148729"/>
                  <a:pt x="171627" y="150885"/>
                  <a:pt x="169817" y="152568"/>
                </a:cubicBezTo>
                <a:cubicBezTo>
                  <a:pt x="168008" y="154250"/>
                  <a:pt x="165792" y="155091"/>
                  <a:pt x="163171" y="155091"/>
                </a:cubicBezTo>
                <a:cubicBezTo>
                  <a:pt x="158366" y="155091"/>
                  <a:pt x="155309" y="152185"/>
                  <a:pt x="153998" y="146373"/>
                </a:cubicBezTo>
                <a:cubicBezTo>
                  <a:pt x="146198" y="150350"/>
                  <a:pt x="137212" y="152338"/>
                  <a:pt x="127040" y="152338"/>
                </a:cubicBezTo>
                <a:cubicBezTo>
                  <a:pt x="118865" y="152338"/>
                  <a:pt x="112094" y="150564"/>
                  <a:pt x="106727" y="147015"/>
                </a:cubicBezTo>
                <a:cubicBezTo>
                  <a:pt x="100799" y="143100"/>
                  <a:pt x="97273" y="137380"/>
                  <a:pt x="96150" y="129855"/>
                </a:cubicBezTo>
                <a:cubicBezTo>
                  <a:pt x="93716" y="113642"/>
                  <a:pt x="92499" y="99203"/>
                  <a:pt x="92499" y="86539"/>
                </a:cubicBezTo>
                <a:cubicBezTo>
                  <a:pt x="92499" y="78157"/>
                  <a:pt x="93435" y="68613"/>
                  <a:pt x="95308" y="57907"/>
                </a:cubicBezTo>
                <a:cubicBezTo>
                  <a:pt x="96181" y="52584"/>
                  <a:pt x="99145" y="49923"/>
                  <a:pt x="104200" y="49923"/>
                </a:cubicBezTo>
                <a:cubicBezTo>
                  <a:pt x="106883" y="49923"/>
                  <a:pt x="109130" y="50763"/>
                  <a:pt x="110940" y="52444"/>
                </a:cubicBezTo>
                <a:cubicBezTo>
                  <a:pt x="112749" y="54124"/>
                  <a:pt x="113654" y="56279"/>
                  <a:pt x="113654" y="58908"/>
                </a:cubicBezTo>
                <a:cubicBezTo>
                  <a:pt x="113654" y="61718"/>
                  <a:pt x="113202" y="66210"/>
                  <a:pt x="112297" y="72384"/>
                </a:cubicBezTo>
                <a:cubicBezTo>
                  <a:pt x="111392" y="78555"/>
                  <a:pt x="110940" y="83260"/>
                  <a:pt x="110940" y="86499"/>
                </a:cubicBezTo>
                <a:cubicBezTo>
                  <a:pt x="110940" y="96705"/>
                  <a:pt x="111283" y="105444"/>
                  <a:pt x="111969" y="112716"/>
                </a:cubicBezTo>
                <a:cubicBezTo>
                  <a:pt x="112656" y="119989"/>
                  <a:pt x="113685" y="125825"/>
                  <a:pt x="115058" y="130224"/>
                </a:cubicBezTo>
                <a:cubicBezTo>
                  <a:pt x="117118" y="131326"/>
                  <a:pt x="119146" y="132167"/>
                  <a:pt x="121143" y="132748"/>
                </a:cubicBezTo>
                <a:cubicBezTo>
                  <a:pt x="123140" y="133327"/>
                  <a:pt x="125105" y="133617"/>
                  <a:pt x="127040" y="133617"/>
                </a:cubicBezTo>
                <a:cubicBezTo>
                  <a:pt x="135402" y="133617"/>
                  <a:pt x="144232" y="132304"/>
                  <a:pt x="153530" y="129677"/>
                </a:cubicBezTo>
                <a:lnTo>
                  <a:pt x="153436" y="111067"/>
                </a:lnTo>
                <a:lnTo>
                  <a:pt x="153249" y="93284"/>
                </a:lnTo>
                <a:cubicBezTo>
                  <a:pt x="153249" y="80083"/>
                  <a:pt x="153842" y="68624"/>
                  <a:pt x="155028" y="58908"/>
                </a:cubicBezTo>
                <a:cubicBezTo>
                  <a:pt x="155714" y="53285"/>
                  <a:pt x="158741" y="50473"/>
                  <a:pt x="164107" y="50473"/>
                </a:cubicBezTo>
                <a:cubicBezTo>
                  <a:pt x="166791" y="50473"/>
                  <a:pt x="169037" y="51330"/>
                  <a:pt x="170847" y="53043"/>
                </a:cubicBezTo>
                <a:cubicBezTo>
                  <a:pt x="172657" y="54756"/>
                  <a:pt x="173499" y="56897"/>
                  <a:pt x="173374" y="59467"/>
                </a:cubicBezTo>
                <a:lnTo>
                  <a:pt x="171690" y="94156"/>
                </a:lnTo>
                <a:close/>
                <a:moveTo>
                  <a:pt x="286093" y="66677"/>
                </a:moveTo>
                <a:cubicBezTo>
                  <a:pt x="285344" y="75664"/>
                  <a:pt x="284969" y="84652"/>
                  <a:pt x="284969" y="93640"/>
                </a:cubicBezTo>
                <a:cubicBezTo>
                  <a:pt x="284969" y="114001"/>
                  <a:pt x="285937" y="129378"/>
                  <a:pt x="287871" y="139771"/>
                </a:cubicBezTo>
                <a:cubicBezTo>
                  <a:pt x="287996" y="140628"/>
                  <a:pt x="288058" y="141331"/>
                  <a:pt x="288058" y="141882"/>
                </a:cubicBezTo>
                <a:cubicBezTo>
                  <a:pt x="288058" y="144327"/>
                  <a:pt x="287185" y="146344"/>
                  <a:pt x="285437" y="147933"/>
                </a:cubicBezTo>
                <a:cubicBezTo>
                  <a:pt x="283690" y="149524"/>
                  <a:pt x="281662" y="150319"/>
                  <a:pt x="279353" y="150319"/>
                </a:cubicBezTo>
                <a:cubicBezTo>
                  <a:pt x="275484" y="150319"/>
                  <a:pt x="272645" y="147566"/>
                  <a:pt x="270835" y="142060"/>
                </a:cubicBezTo>
                <a:cubicBezTo>
                  <a:pt x="266342" y="145302"/>
                  <a:pt x="261677" y="147765"/>
                  <a:pt x="256841" y="149447"/>
                </a:cubicBezTo>
                <a:cubicBezTo>
                  <a:pt x="252005" y="151130"/>
                  <a:pt x="246966" y="151971"/>
                  <a:pt x="241724" y="151971"/>
                </a:cubicBezTo>
                <a:cubicBezTo>
                  <a:pt x="228806" y="151971"/>
                  <a:pt x="218104" y="147746"/>
                  <a:pt x="209617" y="139295"/>
                </a:cubicBezTo>
                <a:cubicBezTo>
                  <a:pt x="200881" y="130661"/>
                  <a:pt x="196512" y="119577"/>
                  <a:pt x="196512" y="106043"/>
                </a:cubicBezTo>
                <a:cubicBezTo>
                  <a:pt x="196512" y="89693"/>
                  <a:pt x="200927" y="76589"/>
                  <a:pt x="209757" y="66731"/>
                </a:cubicBezTo>
                <a:cubicBezTo>
                  <a:pt x="218588" y="56872"/>
                  <a:pt x="230054" y="51942"/>
                  <a:pt x="244157" y="51942"/>
                </a:cubicBezTo>
                <a:cubicBezTo>
                  <a:pt x="251396" y="51942"/>
                  <a:pt x="256981" y="53043"/>
                  <a:pt x="260913" y="55246"/>
                </a:cubicBezTo>
                <a:lnTo>
                  <a:pt x="269712" y="61578"/>
                </a:lnTo>
                <a:cubicBezTo>
                  <a:pt x="270585" y="35855"/>
                  <a:pt x="271615" y="18537"/>
                  <a:pt x="272801" y="9622"/>
                </a:cubicBezTo>
                <a:cubicBezTo>
                  <a:pt x="273612" y="4186"/>
                  <a:pt x="276451" y="1468"/>
                  <a:pt x="281319" y="1468"/>
                </a:cubicBezTo>
                <a:cubicBezTo>
                  <a:pt x="286997" y="1468"/>
                  <a:pt x="289837" y="4434"/>
                  <a:pt x="289837" y="10364"/>
                </a:cubicBezTo>
                <a:cubicBezTo>
                  <a:pt x="289837" y="18863"/>
                  <a:pt x="288589" y="37633"/>
                  <a:pt x="286093" y="66677"/>
                </a:cubicBezTo>
                <a:moveTo>
                  <a:pt x="244532" y="69011"/>
                </a:moveTo>
                <a:cubicBezTo>
                  <a:pt x="234048" y="69011"/>
                  <a:pt x="226185" y="72055"/>
                  <a:pt x="220943" y="78142"/>
                </a:cubicBezTo>
                <a:cubicBezTo>
                  <a:pt x="215701" y="84230"/>
                  <a:pt x="213080" y="93391"/>
                  <a:pt x="213080" y="105627"/>
                </a:cubicBezTo>
                <a:cubicBezTo>
                  <a:pt x="213080" y="113519"/>
                  <a:pt x="215935" y="120310"/>
                  <a:pt x="221645" y="126000"/>
                </a:cubicBezTo>
                <a:cubicBezTo>
                  <a:pt x="227355" y="131690"/>
                  <a:pt x="234048" y="134535"/>
                  <a:pt x="241724" y="134535"/>
                </a:cubicBezTo>
                <a:cubicBezTo>
                  <a:pt x="246966" y="134535"/>
                  <a:pt x="251396" y="133586"/>
                  <a:pt x="255016" y="131690"/>
                </a:cubicBezTo>
                <a:cubicBezTo>
                  <a:pt x="257137" y="130589"/>
                  <a:pt x="260601" y="128050"/>
                  <a:pt x="265406" y="124073"/>
                </a:cubicBezTo>
                <a:cubicBezTo>
                  <a:pt x="266342" y="123278"/>
                  <a:pt x="267247" y="122329"/>
                  <a:pt x="268120" y="121228"/>
                </a:cubicBezTo>
                <a:lnTo>
                  <a:pt x="267840" y="105352"/>
                </a:lnTo>
                <a:lnTo>
                  <a:pt x="267933" y="94707"/>
                </a:lnTo>
                <a:lnTo>
                  <a:pt x="268120" y="83878"/>
                </a:lnTo>
                <a:cubicBezTo>
                  <a:pt x="265749" y="78922"/>
                  <a:pt x="262598" y="75205"/>
                  <a:pt x="258666" y="72728"/>
                </a:cubicBezTo>
                <a:cubicBezTo>
                  <a:pt x="254735" y="70250"/>
                  <a:pt x="250023" y="69011"/>
                  <a:pt x="244532" y="69011"/>
                </a:cubicBezTo>
                <a:close/>
                <a:moveTo>
                  <a:pt x="392421" y="108197"/>
                </a:moveTo>
                <a:lnTo>
                  <a:pt x="390268" y="139032"/>
                </a:lnTo>
                <a:cubicBezTo>
                  <a:pt x="389893" y="151268"/>
                  <a:pt x="388614" y="161270"/>
                  <a:pt x="386430" y="169040"/>
                </a:cubicBezTo>
                <a:cubicBezTo>
                  <a:pt x="383622" y="178951"/>
                  <a:pt x="379129" y="186262"/>
                  <a:pt x="372951" y="190973"/>
                </a:cubicBezTo>
                <a:cubicBezTo>
                  <a:pt x="365462" y="196663"/>
                  <a:pt x="354635" y="199508"/>
                  <a:pt x="340470" y="199508"/>
                </a:cubicBezTo>
                <a:cubicBezTo>
                  <a:pt x="332170" y="199508"/>
                  <a:pt x="325212" y="198957"/>
                  <a:pt x="319596" y="197856"/>
                </a:cubicBezTo>
                <a:cubicBezTo>
                  <a:pt x="311733" y="196327"/>
                  <a:pt x="307802" y="193145"/>
                  <a:pt x="307802" y="188312"/>
                </a:cubicBezTo>
                <a:cubicBezTo>
                  <a:pt x="307802" y="182867"/>
                  <a:pt x="310516" y="180144"/>
                  <a:pt x="315945" y="180144"/>
                </a:cubicBezTo>
                <a:cubicBezTo>
                  <a:pt x="318192" y="180144"/>
                  <a:pt x="321936" y="180680"/>
                  <a:pt x="327178" y="181750"/>
                </a:cubicBezTo>
                <a:cubicBezTo>
                  <a:pt x="332420" y="182821"/>
                  <a:pt x="338223" y="183295"/>
                  <a:pt x="344588" y="183173"/>
                </a:cubicBezTo>
                <a:cubicBezTo>
                  <a:pt x="356570" y="182978"/>
                  <a:pt x="364838" y="176954"/>
                  <a:pt x="369394" y="165100"/>
                </a:cubicBezTo>
                <a:cubicBezTo>
                  <a:pt x="372389" y="157196"/>
                  <a:pt x="373981" y="145050"/>
                  <a:pt x="374168" y="128662"/>
                </a:cubicBezTo>
                <a:cubicBezTo>
                  <a:pt x="370798" y="135820"/>
                  <a:pt x="366789" y="141188"/>
                  <a:pt x="362140" y="144767"/>
                </a:cubicBezTo>
                <a:cubicBezTo>
                  <a:pt x="357490" y="148346"/>
                  <a:pt x="352171" y="150136"/>
                  <a:pt x="346180" y="150136"/>
                </a:cubicBezTo>
                <a:cubicBezTo>
                  <a:pt x="334885" y="150136"/>
                  <a:pt x="325696" y="146354"/>
                  <a:pt x="318613" y="138791"/>
                </a:cubicBezTo>
                <a:cubicBezTo>
                  <a:pt x="311530" y="131227"/>
                  <a:pt x="307989" y="121414"/>
                  <a:pt x="307989" y="109350"/>
                </a:cubicBezTo>
                <a:cubicBezTo>
                  <a:pt x="307989" y="92816"/>
                  <a:pt x="312825" y="79497"/>
                  <a:pt x="322498" y="69392"/>
                </a:cubicBezTo>
                <a:cubicBezTo>
                  <a:pt x="332482" y="58982"/>
                  <a:pt x="346086" y="53777"/>
                  <a:pt x="363310" y="53777"/>
                </a:cubicBezTo>
                <a:cubicBezTo>
                  <a:pt x="369113" y="53777"/>
                  <a:pt x="373981" y="54511"/>
                  <a:pt x="377912" y="55980"/>
                </a:cubicBezTo>
                <a:cubicBezTo>
                  <a:pt x="381843" y="57448"/>
                  <a:pt x="384839" y="59650"/>
                  <a:pt x="386898" y="62587"/>
                </a:cubicBezTo>
                <a:cubicBezTo>
                  <a:pt x="393575" y="62771"/>
                  <a:pt x="396914" y="66411"/>
                  <a:pt x="396914" y="73508"/>
                </a:cubicBezTo>
                <a:cubicBezTo>
                  <a:pt x="396914" y="77852"/>
                  <a:pt x="396259" y="83664"/>
                  <a:pt x="394948" y="90944"/>
                </a:cubicBezTo>
                <a:cubicBezTo>
                  <a:pt x="393513" y="99387"/>
                  <a:pt x="392670" y="105138"/>
                  <a:pt x="392421" y="108197"/>
                </a:cubicBezTo>
                <a:moveTo>
                  <a:pt x="362374" y="72131"/>
                </a:moveTo>
                <a:cubicBezTo>
                  <a:pt x="350517" y="72131"/>
                  <a:pt x="341344" y="75739"/>
                  <a:pt x="334854" y="82954"/>
                </a:cubicBezTo>
                <a:cubicBezTo>
                  <a:pt x="329050" y="89453"/>
                  <a:pt x="326148" y="97715"/>
                  <a:pt x="326148" y="107741"/>
                </a:cubicBezTo>
                <a:cubicBezTo>
                  <a:pt x="326148" y="115727"/>
                  <a:pt x="327864" y="121730"/>
                  <a:pt x="331297" y="125751"/>
                </a:cubicBezTo>
                <a:cubicBezTo>
                  <a:pt x="334729" y="129771"/>
                  <a:pt x="339877" y="131782"/>
                  <a:pt x="346741" y="131782"/>
                </a:cubicBezTo>
                <a:cubicBezTo>
                  <a:pt x="353044" y="131782"/>
                  <a:pt x="359160" y="128642"/>
                  <a:pt x="365088" y="122364"/>
                </a:cubicBezTo>
                <a:cubicBezTo>
                  <a:pt x="370455" y="116580"/>
                  <a:pt x="373513" y="110852"/>
                  <a:pt x="374261" y="105180"/>
                </a:cubicBezTo>
                <a:cubicBezTo>
                  <a:pt x="375572" y="99230"/>
                  <a:pt x="376976" y="89893"/>
                  <a:pt x="378474" y="77170"/>
                </a:cubicBezTo>
                <a:cubicBezTo>
                  <a:pt x="375977" y="75463"/>
                  <a:pt x="373388" y="74196"/>
                  <a:pt x="370704" y="73370"/>
                </a:cubicBezTo>
                <a:cubicBezTo>
                  <a:pt x="368021" y="72544"/>
                  <a:pt x="365244" y="72131"/>
                  <a:pt x="362374" y="72131"/>
                </a:cubicBezTo>
                <a:close/>
                <a:moveTo>
                  <a:pt x="463672" y="151971"/>
                </a:moveTo>
                <a:cubicBezTo>
                  <a:pt x="449568" y="151971"/>
                  <a:pt x="438148" y="148512"/>
                  <a:pt x="429412" y="141592"/>
                </a:cubicBezTo>
                <a:cubicBezTo>
                  <a:pt x="419864" y="133937"/>
                  <a:pt x="415090" y="123220"/>
                  <a:pt x="415090" y="109441"/>
                </a:cubicBezTo>
                <a:cubicBezTo>
                  <a:pt x="415090" y="93521"/>
                  <a:pt x="419022" y="80173"/>
                  <a:pt x="426885" y="69395"/>
                </a:cubicBezTo>
                <a:cubicBezTo>
                  <a:pt x="435434" y="57637"/>
                  <a:pt x="446854" y="51758"/>
                  <a:pt x="461144" y="51758"/>
                </a:cubicBezTo>
                <a:cubicBezTo>
                  <a:pt x="471503" y="51758"/>
                  <a:pt x="479959" y="53471"/>
                  <a:pt x="486511" y="56897"/>
                </a:cubicBezTo>
                <a:cubicBezTo>
                  <a:pt x="494561" y="61119"/>
                  <a:pt x="498586" y="67604"/>
                  <a:pt x="498586" y="76353"/>
                </a:cubicBezTo>
                <a:cubicBezTo>
                  <a:pt x="498586" y="82471"/>
                  <a:pt x="495061" y="88038"/>
                  <a:pt x="488009" y="93055"/>
                </a:cubicBezTo>
                <a:cubicBezTo>
                  <a:pt x="484889" y="95257"/>
                  <a:pt x="478274" y="98683"/>
                  <a:pt x="468165" y="103333"/>
                </a:cubicBezTo>
                <a:lnTo>
                  <a:pt x="432407" y="119943"/>
                </a:lnTo>
                <a:cubicBezTo>
                  <a:pt x="435902" y="125021"/>
                  <a:pt x="440255" y="128845"/>
                  <a:pt x="445465" y="131415"/>
                </a:cubicBezTo>
                <a:cubicBezTo>
                  <a:pt x="450676" y="133984"/>
                  <a:pt x="456745" y="135269"/>
                  <a:pt x="463672" y="135269"/>
                </a:cubicBezTo>
                <a:cubicBezTo>
                  <a:pt x="467977" y="135269"/>
                  <a:pt x="473032" y="134474"/>
                  <a:pt x="478836" y="132883"/>
                </a:cubicBezTo>
                <a:cubicBezTo>
                  <a:pt x="486199" y="130864"/>
                  <a:pt x="490942" y="128218"/>
                  <a:pt x="493064" y="124945"/>
                </a:cubicBezTo>
                <a:cubicBezTo>
                  <a:pt x="495185" y="121672"/>
                  <a:pt x="497463" y="120035"/>
                  <a:pt x="499897" y="120035"/>
                </a:cubicBezTo>
                <a:cubicBezTo>
                  <a:pt x="502081" y="120035"/>
                  <a:pt x="504031" y="120849"/>
                  <a:pt x="505747" y="122476"/>
                </a:cubicBezTo>
                <a:cubicBezTo>
                  <a:pt x="507463" y="124101"/>
                  <a:pt x="508321" y="125987"/>
                  <a:pt x="508321" y="128134"/>
                </a:cubicBezTo>
                <a:cubicBezTo>
                  <a:pt x="508321" y="134944"/>
                  <a:pt x="502736" y="140804"/>
                  <a:pt x="491566" y="145714"/>
                </a:cubicBezTo>
                <a:cubicBezTo>
                  <a:pt x="482018" y="149885"/>
                  <a:pt x="472720" y="151971"/>
                  <a:pt x="463672" y="151971"/>
                </a:cubicBezTo>
                <a:moveTo>
                  <a:pt x="461144" y="68277"/>
                </a:moveTo>
                <a:cubicBezTo>
                  <a:pt x="453531" y="68277"/>
                  <a:pt x="447197" y="71168"/>
                  <a:pt x="442142" y="76949"/>
                </a:cubicBezTo>
                <a:cubicBezTo>
                  <a:pt x="437088" y="82731"/>
                  <a:pt x="433312" y="91433"/>
                  <a:pt x="430816" y="103058"/>
                </a:cubicBezTo>
                <a:lnTo>
                  <a:pt x="459553" y="89659"/>
                </a:lnTo>
                <a:cubicBezTo>
                  <a:pt x="470848" y="84275"/>
                  <a:pt x="478898" y="79595"/>
                  <a:pt x="483703" y="75618"/>
                </a:cubicBezTo>
                <a:cubicBezTo>
                  <a:pt x="478336" y="70724"/>
                  <a:pt x="470817" y="68277"/>
                  <a:pt x="461144" y="68277"/>
                </a:cubicBezTo>
                <a:close/>
                <a:moveTo>
                  <a:pt x="658696" y="153806"/>
                </a:moveTo>
                <a:cubicBezTo>
                  <a:pt x="657510" y="153806"/>
                  <a:pt x="655357" y="152449"/>
                  <a:pt x="652237" y="149734"/>
                </a:cubicBezTo>
                <a:cubicBezTo>
                  <a:pt x="649429" y="147205"/>
                  <a:pt x="647338" y="144953"/>
                  <a:pt x="645965" y="142978"/>
                </a:cubicBezTo>
                <a:cubicBezTo>
                  <a:pt x="639975" y="146190"/>
                  <a:pt x="634702" y="148614"/>
                  <a:pt x="630146" y="150250"/>
                </a:cubicBezTo>
                <a:cubicBezTo>
                  <a:pt x="625591" y="151887"/>
                  <a:pt x="621784" y="152705"/>
                  <a:pt x="618726" y="152705"/>
                </a:cubicBezTo>
                <a:cubicBezTo>
                  <a:pt x="604124" y="152705"/>
                  <a:pt x="593484" y="148667"/>
                  <a:pt x="586807" y="140592"/>
                </a:cubicBezTo>
                <a:cubicBezTo>
                  <a:pt x="580504" y="133005"/>
                  <a:pt x="577353" y="121381"/>
                  <a:pt x="577353" y="105719"/>
                </a:cubicBezTo>
                <a:cubicBezTo>
                  <a:pt x="577353" y="90913"/>
                  <a:pt x="582548" y="78249"/>
                  <a:pt x="592938" y="67726"/>
                </a:cubicBezTo>
                <a:cubicBezTo>
                  <a:pt x="603328" y="57203"/>
                  <a:pt x="615731" y="51942"/>
                  <a:pt x="630146" y="51942"/>
                </a:cubicBezTo>
                <a:cubicBezTo>
                  <a:pt x="635575" y="51942"/>
                  <a:pt x="641660" y="53318"/>
                  <a:pt x="648399" y="56071"/>
                </a:cubicBezTo>
                <a:cubicBezTo>
                  <a:pt x="656886" y="59498"/>
                  <a:pt x="661129" y="63627"/>
                  <a:pt x="661129" y="68460"/>
                </a:cubicBezTo>
                <a:cubicBezTo>
                  <a:pt x="661129" y="70112"/>
                  <a:pt x="660505" y="71581"/>
                  <a:pt x="659257" y="72865"/>
                </a:cubicBezTo>
                <a:cubicBezTo>
                  <a:pt x="658633" y="75190"/>
                  <a:pt x="658150" y="79014"/>
                  <a:pt x="657807" y="84337"/>
                </a:cubicBezTo>
                <a:cubicBezTo>
                  <a:pt x="657463" y="89659"/>
                  <a:pt x="657260" y="96481"/>
                  <a:pt x="657198" y="104801"/>
                </a:cubicBezTo>
                <a:cubicBezTo>
                  <a:pt x="657136" y="112388"/>
                  <a:pt x="657666" y="118383"/>
                  <a:pt x="658789" y="122788"/>
                </a:cubicBezTo>
                <a:cubicBezTo>
                  <a:pt x="659413" y="125480"/>
                  <a:pt x="661379" y="130864"/>
                  <a:pt x="664687" y="138940"/>
                </a:cubicBezTo>
                <a:cubicBezTo>
                  <a:pt x="665123" y="140041"/>
                  <a:pt x="665841" y="141662"/>
                  <a:pt x="666839" y="143804"/>
                </a:cubicBezTo>
                <a:lnTo>
                  <a:pt x="667401" y="145364"/>
                </a:lnTo>
                <a:cubicBezTo>
                  <a:pt x="667401" y="147811"/>
                  <a:pt x="666527" y="149830"/>
                  <a:pt x="664780" y="151420"/>
                </a:cubicBezTo>
                <a:cubicBezTo>
                  <a:pt x="663033" y="153011"/>
                  <a:pt x="661005" y="153806"/>
                  <a:pt x="658696" y="153806"/>
                </a:cubicBezTo>
                <a:moveTo>
                  <a:pt x="639226" y="90061"/>
                </a:moveTo>
                <a:cubicBezTo>
                  <a:pt x="639226" y="87436"/>
                  <a:pt x="639397" y="84583"/>
                  <a:pt x="639741" y="81503"/>
                </a:cubicBezTo>
                <a:cubicBezTo>
                  <a:pt x="640084" y="78421"/>
                  <a:pt x="640599" y="75141"/>
                  <a:pt x="641285" y="71664"/>
                </a:cubicBezTo>
                <a:cubicBezTo>
                  <a:pt x="638976" y="70503"/>
                  <a:pt x="636995" y="69649"/>
                  <a:pt x="635341" y="69100"/>
                </a:cubicBezTo>
                <a:cubicBezTo>
                  <a:pt x="633688" y="68551"/>
                  <a:pt x="632361" y="68277"/>
                  <a:pt x="631363" y="68277"/>
                </a:cubicBezTo>
                <a:cubicBezTo>
                  <a:pt x="621690" y="68277"/>
                  <a:pt x="613344" y="72136"/>
                  <a:pt x="606324" y="79854"/>
                </a:cubicBezTo>
                <a:cubicBezTo>
                  <a:pt x="599303" y="87572"/>
                  <a:pt x="595793" y="96466"/>
                  <a:pt x="595793" y="106533"/>
                </a:cubicBezTo>
                <a:cubicBezTo>
                  <a:pt x="595793" y="116540"/>
                  <a:pt x="597603" y="124045"/>
                  <a:pt x="601222" y="129049"/>
                </a:cubicBezTo>
                <a:cubicBezTo>
                  <a:pt x="604841" y="134052"/>
                  <a:pt x="610271" y="136554"/>
                  <a:pt x="617509" y="136554"/>
                </a:cubicBezTo>
                <a:cubicBezTo>
                  <a:pt x="623500" y="136554"/>
                  <a:pt x="628586" y="135486"/>
                  <a:pt x="632767" y="133350"/>
                </a:cubicBezTo>
                <a:cubicBezTo>
                  <a:pt x="635014" y="132192"/>
                  <a:pt x="638165" y="129874"/>
                  <a:pt x="642221" y="126396"/>
                </a:cubicBezTo>
                <a:cubicBezTo>
                  <a:pt x="640224" y="110225"/>
                  <a:pt x="639226" y="98114"/>
                  <a:pt x="639226" y="90061"/>
                </a:cubicBezTo>
                <a:close/>
                <a:moveTo>
                  <a:pt x="759852" y="154357"/>
                </a:moveTo>
                <a:cubicBezTo>
                  <a:pt x="754485" y="154357"/>
                  <a:pt x="751458" y="151476"/>
                  <a:pt x="750772" y="145714"/>
                </a:cubicBezTo>
                <a:lnTo>
                  <a:pt x="748151" y="125573"/>
                </a:lnTo>
                <a:cubicBezTo>
                  <a:pt x="747277" y="118400"/>
                  <a:pt x="746840" y="111686"/>
                  <a:pt x="746840" y="105432"/>
                </a:cubicBezTo>
                <a:cubicBezTo>
                  <a:pt x="746840" y="103715"/>
                  <a:pt x="746950" y="100804"/>
                  <a:pt x="747168" y="96697"/>
                </a:cubicBezTo>
                <a:cubicBezTo>
                  <a:pt x="747386" y="92588"/>
                  <a:pt x="747496" y="89676"/>
                  <a:pt x="747496" y="87959"/>
                </a:cubicBezTo>
                <a:cubicBezTo>
                  <a:pt x="747496" y="74715"/>
                  <a:pt x="744999" y="68093"/>
                  <a:pt x="740007" y="68093"/>
                </a:cubicBezTo>
                <a:cubicBezTo>
                  <a:pt x="733018" y="68093"/>
                  <a:pt x="726341" y="72167"/>
                  <a:pt x="719976" y="80313"/>
                </a:cubicBezTo>
                <a:cubicBezTo>
                  <a:pt x="714235" y="87723"/>
                  <a:pt x="709741" y="97094"/>
                  <a:pt x="706496" y="108423"/>
                </a:cubicBezTo>
                <a:cubicBezTo>
                  <a:pt x="706372" y="110813"/>
                  <a:pt x="706091" y="113815"/>
                  <a:pt x="705654" y="117428"/>
                </a:cubicBezTo>
                <a:cubicBezTo>
                  <a:pt x="705280" y="120491"/>
                  <a:pt x="705092" y="123461"/>
                  <a:pt x="705092" y="126339"/>
                </a:cubicBezTo>
                <a:cubicBezTo>
                  <a:pt x="705092" y="128176"/>
                  <a:pt x="705280" y="130932"/>
                  <a:pt x="705654" y="134606"/>
                </a:cubicBezTo>
                <a:cubicBezTo>
                  <a:pt x="706028" y="138281"/>
                  <a:pt x="706216" y="141037"/>
                  <a:pt x="706216" y="142874"/>
                </a:cubicBezTo>
                <a:cubicBezTo>
                  <a:pt x="706216" y="145631"/>
                  <a:pt x="705358" y="147867"/>
                  <a:pt x="703641" y="149582"/>
                </a:cubicBezTo>
                <a:cubicBezTo>
                  <a:pt x="701925" y="151297"/>
                  <a:pt x="699726" y="152155"/>
                  <a:pt x="697042" y="152155"/>
                </a:cubicBezTo>
                <a:cubicBezTo>
                  <a:pt x="694297" y="152155"/>
                  <a:pt x="692081" y="151296"/>
                  <a:pt x="690396" y="149579"/>
                </a:cubicBezTo>
                <a:cubicBezTo>
                  <a:pt x="688711" y="147864"/>
                  <a:pt x="687869" y="145627"/>
                  <a:pt x="687869" y="142869"/>
                </a:cubicBezTo>
                <a:cubicBezTo>
                  <a:pt x="687869" y="141031"/>
                  <a:pt x="687666" y="138274"/>
                  <a:pt x="687261" y="134598"/>
                </a:cubicBezTo>
                <a:cubicBezTo>
                  <a:pt x="686855" y="130919"/>
                  <a:pt x="686652" y="128161"/>
                  <a:pt x="686652" y="126321"/>
                </a:cubicBezTo>
                <a:cubicBezTo>
                  <a:pt x="686652" y="120008"/>
                  <a:pt x="687105" y="111260"/>
                  <a:pt x="688009" y="100075"/>
                </a:cubicBezTo>
                <a:cubicBezTo>
                  <a:pt x="688914" y="88891"/>
                  <a:pt x="689367" y="80142"/>
                  <a:pt x="689367" y="73829"/>
                </a:cubicBezTo>
                <a:cubicBezTo>
                  <a:pt x="689367" y="71867"/>
                  <a:pt x="689257" y="68957"/>
                  <a:pt x="689039" y="65096"/>
                </a:cubicBezTo>
                <a:cubicBezTo>
                  <a:pt x="688821" y="61234"/>
                  <a:pt x="688711" y="58324"/>
                  <a:pt x="688711" y="56364"/>
                </a:cubicBezTo>
                <a:cubicBezTo>
                  <a:pt x="688711" y="53727"/>
                  <a:pt x="689601" y="51567"/>
                  <a:pt x="691379" y="49883"/>
                </a:cubicBezTo>
                <a:cubicBezTo>
                  <a:pt x="693158" y="48196"/>
                  <a:pt x="695357" y="47353"/>
                  <a:pt x="697978" y="47353"/>
                </a:cubicBezTo>
                <a:cubicBezTo>
                  <a:pt x="703720" y="47353"/>
                  <a:pt x="706871" y="51346"/>
                  <a:pt x="707433" y="59332"/>
                </a:cubicBezTo>
                <a:lnTo>
                  <a:pt x="707713" y="70112"/>
                </a:lnTo>
                <a:cubicBezTo>
                  <a:pt x="718197" y="56408"/>
                  <a:pt x="728962" y="49556"/>
                  <a:pt x="740007" y="49556"/>
                </a:cubicBezTo>
                <a:cubicBezTo>
                  <a:pt x="749992" y="49556"/>
                  <a:pt x="756950" y="53877"/>
                  <a:pt x="760881" y="62518"/>
                </a:cubicBezTo>
                <a:cubicBezTo>
                  <a:pt x="763565" y="68279"/>
                  <a:pt x="765031" y="76798"/>
                  <a:pt x="765281" y="88076"/>
                </a:cubicBezTo>
                <a:lnTo>
                  <a:pt x="765281" y="97359"/>
                </a:lnTo>
                <a:lnTo>
                  <a:pt x="765187" y="105908"/>
                </a:lnTo>
                <a:cubicBezTo>
                  <a:pt x="765187" y="110996"/>
                  <a:pt x="765858" y="117570"/>
                  <a:pt x="767200" y="125630"/>
                </a:cubicBezTo>
                <a:cubicBezTo>
                  <a:pt x="768541" y="133689"/>
                  <a:pt x="769212" y="140230"/>
                  <a:pt x="769212" y="145255"/>
                </a:cubicBezTo>
                <a:cubicBezTo>
                  <a:pt x="769212" y="147952"/>
                  <a:pt x="768323" y="150143"/>
                  <a:pt x="766544" y="151828"/>
                </a:cubicBezTo>
                <a:cubicBezTo>
                  <a:pt x="764766" y="153514"/>
                  <a:pt x="762535" y="154357"/>
                  <a:pt x="759852" y="154357"/>
                </a:cubicBezTo>
                <a:close/>
                <a:moveTo>
                  <a:pt x="878841" y="66677"/>
                </a:moveTo>
                <a:cubicBezTo>
                  <a:pt x="878092" y="75664"/>
                  <a:pt x="877717" y="84652"/>
                  <a:pt x="877717" y="93640"/>
                </a:cubicBezTo>
                <a:cubicBezTo>
                  <a:pt x="877717" y="114001"/>
                  <a:pt x="878685" y="129378"/>
                  <a:pt x="880619" y="139771"/>
                </a:cubicBezTo>
                <a:cubicBezTo>
                  <a:pt x="880744" y="140628"/>
                  <a:pt x="880806" y="141331"/>
                  <a:pt x="880806" y="141882"/>
                </a:cubicBezTo>
                <a:cubicBezTo>
                  <a:pt x="880806" y="144327"/>
                  <a:pt x="879933" y="146344"/>
                  <a:pt x="878185" y="147933"/>
                </a:cubicBezTo>
                <a:cubicBezTo>
                  <a:pt x="876438" y="149524"/>
                  <a:pt x="874410" y="150319"/>
                  <a:pt x="872101" y="150319"/>
                </a:cubicBezTo>
                <a:cubicBezTo>
                  <a:pt x="868232" y="150319"/>
                  <a:pt x="865393" y="147566"/>
                  <a:pt x="863583" y="142060"/>
                </a:cubicBezTo>
                <a:cubicBezTo>
                  <a:pt x="859090" y="145302"/>
                  <a:pt x="854425" y="147765"/>
                  <a:pt x="849589" y="149447"/>
                </a:cubicBezTo>
                <a:cubicBezTo>
                  <a:pt x="844753" y="151130"/>
                  <a:pt x="839714" y="151971"/>
                  <a:pt x="834472" y="151971"/>
                </a:cubicBezTo>
                <a:cubicBezTo>
                  <a:pt x="821554" y="151971"/>
                  <a:pt x="810852" y="147746"/>
                  <a:pt x="802365" y="139295"/>
                </a:cubicBezTo>
                <a:cubicBezTo>
                  <a:pt x="793629" y="130661"/>
                  <a:pt x="789260" y="119577"/>
                  <a:pt x="789260" y="106043"/>
                </a:cubicBezTo>
                <a:cubicBezTo>
                  <a:pt x="789260" y="89693"/>
                  <a:pt x="793675" y="76589"/>
                  <a:pt x="802505" y="66731"/>
                </a:cubicBezTo>
                <a:cubicBezTo>
                  <a:pt x="811336" y="56872"/>
                  <a:pt x="822802" y="51942"/>
                  <a:pt x="836905" y="51942"/>
                </a:cubicBezTo>
                <a:cubicBezTo>
                  <a:pt x="844144" y="51942"/>
                  <a:pt x="849729" y="53043"/>
                  <a:pt x="853661" y="55246"/>
                </a:cubicBezTo>
                <a:lnTo>
                  <a:pt x="862460" y="61578"/>
                </a:lnTo>
                <a:cubicBezTo>
                  <a:pt x="863333" y="35855"/>
                  <a:pt x="864363" y="18537"/>
                  <a:pt x="865549" y="9622"/>
                </a:cubicBezTo>
                <a:cubicBezTo>
                  <a:pt x="866360" y="4186"/>
                  <a:pt x="869199" y="1468"/>
                  <a:pt x="874067" y="1468"/>
                </a:cubicBezTo>
                <a:cubicBezTo>
                  <a:pt x="879746" y="1468"/>
                  <a:pt x="882585" y="4434"/>
                  <a:pt x="882585" y="10364"/>
                </a:cubicBezTo>
                <a:cubicBezTo>
                  <a:pt x="882585" y="18863"/>
                  <a:pt x="881337" y="37633"/>
                  <a:pt x="878841" y="66677"/>
                </a:cubicBezTo>
                <a:moveTo>
                  <a:pt x="837280" y="69011"/>
                </a:moveTo>
                <a:cubicBezTo>
                  <a:pt x="826796" y="69011"/>
                  <a:pt x="818933" y="72055"/>
                  <a:pt x="813691" y="78142"/>
                </a:cubicBezTo>
                <a:cubicBezTo>
                  <a:pt x="808449" y="84230"/>
                  <a:pt x="805828" y="93391"/>
                  <a:pt x="805828" y="105627"/>
                </a:cubicBezTo>
                <a:cubicBezTo>
                  <a:pt x="805828" y="113519"/>
                  <a:pt x="808683" y="120310"/>
                  <a:pt x="814393" y="126000"/>
                </a:cubicBezTo>
                <a:cubicBezTo>
                  <a:pt x="820103" y="131690"/>
                  <a:pt x="826796" y="134535"/>
                  <a:pt x="834472" y="134535"/>
                </a:cubicBezTo>
                <a:cubicBezTo>
                  <a:pt x="839714" y="134535"/>
                  <a:pt x="844144" y="133586"/>
                  <a:pt x="847764" y="131690"/>
                </a:cubicBezTo>
                <a:cubicBezTo>
                  <a:pt x="849885" y="130589"/>
                  <a:pt x="853349" y="128050"/>
                  <a:pt x="858154" y="124073"/>
                </a:cubicBezTo>
                <a:cubicBezTo>
                  <a:pt x="859090" y="123278"/>
                  <a:pt x="859995" y="122329"/>
                  <a:pt x="860868" y="121228"/>
                </a:cubicBezTo>
                <a:lnTo>
                  <a:pt x="860588" y="105352"/>
                </a:lnTo>
                <a:lnTo>
                  <a:pt x="860681" y="94707"/>
                </a:lnTo>
                <a:lnTo>
                  <a:pt x="860868" y="83878"/>
                </a:lnTo>
                <a:cubicBezTo>
                  <a:pt x="858497" y="78922"/>
                  <a:pt x="855346" y="75205"/>
                  <a:pt x="851414" y="72728"/>
                </a:cubicBezTo>
                <a:cubicBezTo>
                  <a:pt x="847483" y="70250"/>
                  <a:pt x="842771" y="69011"/>
                  <a:pt x="837280" y="69011"/>
                </a:cubicBezTo>
                <a:close/>
                <a:moveTo>
                  <a:pt x="1037605" y="79748"/>
                </a:moveTo>
                <a:cubicBezTo>
                  <a:pt x="1037169" y="87396"/>
                  <a:pt x="1034048" y="91219"/>
                  <a:pt x="1028245" y="91219"/>
                </a:cubicBezTo>
                <a:cubicBezTo>
                  <a:pt x="1022878" y="91219"/>
                  <a:pt x="1020195" y="88203"/>
                  <a:pt x="1020195" y="82171"/>
                </a:cubicBezTo>
                <a:cubicBezTo>
                  <a:pt x="1020195" y="81013"/>
                  <a:pt x="1020101" y="78879"/>
                  <a:pt x="1019914" y="75770"/>
                </a:cubicBezTo>
                <a:lnTo>
                  <a:pt x="1019633" y="68093"/>
                </a:lnTo>
                <a:cubicBezTo>
                  <a:pt x="1009773" y="69258"/>
                  <a:pt x="1001879" y="71986"/>
                  <a:pt x="995951" y="76278"/>
                </a:cubicBezTo>
                <a:cubicBezTo>
                  <a:pt x="990397" y="80264"/>
                  <a:pt x="985779" y="86273"/>
                  <a:pt x="982097" y="94305"/>
                </a:cubicBezTo>
                <a:lnTo>
                  <a:pt x="982285" y="144701"/>
                </a:lnTo>
                <a:cubicBezTo>
                  <a:pt x="982285" y="150894"/>
                  <a:pt x="979196" y="153990"/>
                  <a:pt x="973018" y="153990"/>
                </a:cubicBezTo>
                <a:cubicBezTo>
                  <a:pt x="967526" y="153990"/>
                  <a:pt x="964781" y="150895"/>
                  <a:pt x="964781" y="144704"/>
                </a:cubicBezTo>
                <a:lnTo>
                  <a:pt x="964781" y="80164"/>
                </a:lnTo>
                <a:cubicBezTo>
                  <a:pt x="964781" y="78141"/>
                  <a:pt x="964859" y="75108"/>
                  <a:pt x="965015" y="71064"/>
                </a:cubicBezTo>
                <a:cubicBezTo>
                  <a:pt x="965171" y="67019"/>
                  <a:pt x="965249" y="63985"/>
                  <a:pt x="965249" y="61962"/>
                </a:cubicBezTo>
                <a:cubicBezTo>
                  <a:pt x="965249" y="55771"/>
                  <a:pt x="967994" y="52676"/>
                  <a:pt x="973486" y="52676"/>
                </a:cubicBezTo>
                <a:cubicBezTo>
                  <a:pt x="979601" y="52676"/>
                  <a:pt x="982690" y="57754"/>
                  <a:pt x="982753" y="67910"/>
                </a:cubicBezTo>
                <a:cubicBezTo>
                  <a:pt x="994734" y="56530"/>
                  <a:pt x="1008026" y="50841"/>
                  <a:pt x="1022629" y="50841"/>
                </a:cubicBezTo>
                <a:cubicBezTo>
                  <a:pt x="1027683" y="50841"/>
                  <a:pt x="1031459" y="52707"/>
                  <a:pt x="1033955" y="56439"/>
                </a:cubicBezTo>
                <a:cubicBezTo>
                  <a:pt x="1036451" y="60171"/>
                  <a:pt x="1037699" y="65799"/>
                  <a:pt x="1037699" y="73324"/>
                </a:cubicBezTo>
                <a:cubicBezTo>
                  <a:pt x="1037699" y="76506"/>
                  <a:pt x="1037668" y="78647"/>
                  <a:pt x="1037605" y="79748"/>
                </a:cubicBezTo>
                <a:close/>
                <a:moveTo>
                  <a:pt x="1137110" y="94156"/>
                </a:moveTo>
                <a:cubicBezTo>
                  <a:pt x="1137110" y="98561"/>
                  <a:pt x="1137142" y="105168"/>
                  <a:pt x="1137204" y="113978"/>
                </a:cubicBezTo>
                <a:cubicBezTo>
                  <a:pt x="1137266" y="122788"/>
                  <a:pt x="1137298" y="129396"/>
                  <a:pt x="1137298" y="133801"/>
                </a:cubicBezTo>
                <a:cubicBezTo>
                  <a:pt x="1137298" y="135147"/>
                  <a:pt x="1137407" y="137196"/>
                  <a:pt x="1137625" y="139949"/>
                </a:cubicBezTo>
                <a:cubicBezTo>
                  <a:pt x="1137844" y="142702"/>
                  <a:pt x="1137953" y="144752"/>
                  <a:pt x="1137953" y="146098"/>
                </a:cubicBezTo>
                <a:cubicBezTo>
                  <a:pt x="1137953" y="148729"/>
                  <a:pt x="1137048" y="150885"/>
                  <a:pt x="1135238" y="152568"/>
                </a:cubicBezTo>
                <a:cubicBezTo>
                  <a:pt x="1133429" y="154250"/>
                  <a:pt x="1131213" y="155091"/>
                  <a:pt x="1128592" y="155091"/>
                </a:cubicBezTo>
                <a:cubicBezTo>
                  <a:pt x="1123787" y="155091"/>
                  <a:pt x="1120730" y="152185"/>
                  <a:pt x="1119419" y="146373"/>
                </a:cubicBezTo>
                <a:cubicBezTo>
                  <a:pt x="1111619" y="150350"/>
                  <a:pt x="1102632" y="152338"/>
                  <a:pt x="1092461" y="152338"/>
                </a:cubicBezTo>
                <a:cubicBezTo>
                  <a:pt x="1084286" y="152338"/>
                  <a:pt x="1077515" y="150564"/>
                  <a:pt x="1072148" y="147015"/>
                </a:cubicBezTo>
                <a:cubicBezTo>
                  <a:pt x="1066220" y="143100"/>
                  <a:pt x="1062694" y="137380"/>
                  <a:pt x="1061571" y="129855"/>
                </a:cubicBezTo>
                <a:cubicBezTo>
                  <a:pt x="1059137" y="113642"/>
                  <a:pt x="1057920" y="99203"/>
                  <a:pt x="1057920" y="86539"/>
                </a:cubicBezTo>
                <a:cubicBezTo>
                  <a:pt x="1057920" y="78157"/>
                  <a:pt x="1058856" y="68613"/>
                  <a:pt x="1060728" y="57907"/>
                </a:cubicBezTo>
                <a:cubicBezTo>
                  <a:pt x="1061602" y="52584"/>
                  <a:pt x="1064566" y="49923"/>
                  <a:pt x="1069621" y="49923"/>
                </a:cubicBezTo>
                <a:cubicBezTo>
                  <a:pt x="1072304" y="49923"/>
                  <a:pt x="1074551" y="50763"/>
                  <a:pt x="1076361" y="52444"/>
                </a:cubicBezTo>
                <a:cubicBezTo>
                  <a:pt x="1078170" y="54124"/>
                  <a:pt x="1079075" y="56279"/>
                  <a:pt x="1079075" y="58908"/>
                </a:cubicBezTo>
                <a:cubicBezTo>
                  <a:pt x="1079075" y="61718"/>
                  <a:pt x="1078623" y="66210"/>
                  <a:pt x="1077718" y="72384"/>
                </a:cubicBezTo>
                <a:cubicBezTo>
                  <a:pt x="1076813" y="78555"/>
                  <a:pt x="1076361" y="83260"/>
                  <a:pt x="1076361" y="86499"/>
                </a:cubicBezTo>
                <a:cubicBezTo>
                  <a:pt x="1076361" y="96705"/>
                  <a:pt x="1076704" y="105444"/>
                  <a:pt x="1077390" y="112716"/>
                </a:cubicBezTo>
                <a:cubicBezTo>
                  <a:pt x="1078077" y="119989"/>
                  <a:pt x="1079106" y="125825"/>
                  <a:pt x="1080479" y="130224"/>
                </a:cubicBezTo>
                <a:cubicBezTo>
                  <a:pt x="1082539" y="131326"/>
                  <a:pt x="1084567" y="132167"/>
                  <a:pt x="1086564" y="132748"/>
                </a:cubicBezTo>
                <a:cubicBezTo>
                  <a:pt x="1088560" y="133327"/>
                  <a:pt x="1090526" y="133617"/>
                  <a:pt x="1092461" y="133617"/>
                </a:cubicBezTo>
                <a:cubicBezTo>
                  <a:pt x="1100823" y="133617"/>
                  <a:pt x="1109653" y="132304"/>
                  <a:pt x="1118951" y="129677"/>
                </a:cubicBezTo>
                <a:lnTo>
                  <a:pt x="1118857" y="111067"/>
                </a:lnTo>
                <a:lnTo>
                  <a:pt x="1118670" y="93284"/>
                </a:lnTo>
                <a:cubicBezTo>
                  <a:pt x="1118670" y="80083"/>
                  <a:pt x="1119263" y="68624"/>
                  <a:pt x="1120449" y="58908"/>
                </a:cubicBezTo>
                <a:cubicBezTo>
                  <a:pt x="1121135" y="53285"/>
                  <a:pt x="1124162" y="50473"/>
                  <a:pt x="1129528" y="50473"/>
                </a:cubicBezTo>
                <a:cubicBezTo>
                  <a:pt x="1132212" y="50473"/>
                  <a:pt x="1134458" y="51330"/>
                  <a:pt x="1136268" y="53043"/>
                </a:cubicBezTo>
                <a:cubicBezTo>
                  <a:pt x="1138078" y="54756"/>
                  <a:pt x="1138920" y="56897"/>
                  <a:pt x="1138795" y="59467"/>
                </a:cubicBezTo>
                <a:lnTo>
                  <a:pt x="1137110" y="94156"/>
                </a:lnTo>
                <a:close/>
                <a:moveTo>
                  <a:pt x="1189078" y="75618"/>
                </a:moveTo>
                <a:lnTo>
                  <a:pt x="1187674" y="121283"/>
                </a:lnTo>
                <a:cubicBezTo>
                  <a:pt x="1187674" y="126122"/>
                  <a:pt x="1187424" y="133227"/>
                  <a:pt x="1186925" y="142599"/>
                </a:cubicBezTo>
                <a:cubicBezTo>
                  <a:pt x="1186301" y="148725"/>
                  <a:pt x="1183243" y="151788"/>
                  <a:pt x="1177752" y="151788"/>
                </a:cubicBezTo>
                <a:cubicBezTo>
                  <a:pt x="1171636" y="151788"/>
                  <a:pt x="1168579" y="148664"/>
                  <a:pt x="1168579" y="142416"/>
                </a:cubicBezTo>
                <a:cubicBezTo>
                  <a:pt x="1168579" y="135003"/>
                  <a:pt x="1168922" y="123870"/>
                  <a:pt x="1169608" y="109017"/>
                </a:cubicBezTo>
                <a:cubicBezTo>
                  <a:pt x="1170295" y="94164"/>
                  <a:pt x="1170638" y="83031"/>
                  <a:pt x="1170638" y="75618"/>
                </a:cubicBezTo>
                <a:cubicBezTo>
                  <a:pt x="1170638" y="65941"/>
                  <a:pt x="1170794" y="54869"/>
                  <a:pt x="1171106" y="42403"/>
                </a:cubicBezTo>
                <a:cubicBezTo>
                  <a:pt x="1171418" y="29938"/>
                  <a:pt x="1171574" y="18866"/>
                  <a:pt x="1171574" y="9188"/>
                </a:cubicBezTo>
                <a:cubicBezTo>
                  <a:pt x="1171574" y="3063"/>
                  <a:pt x="1174632" y="0"/>
                  <a:pt x="1180747" y="0"/>
                </a:cubicBezTo>
                <a:cubicBezTo>
                  <a:pt x="1186925" y="0"/>
                  <a:pt x="1190014" y="3063"/>
                  <a:pt x="1190014" y="9188"/>
                </a:cubicBezTo>
                <a:cubicBezTo>
                  <a:pt x="1190014" y="18866"/>
                  <a:pt x="1189858" y="29938"/>
                  <a:pt x="1189546" y="42403"/>
                </a:cubicBezTo>
                <a:cubicBezTo>
                  <a:pt x="1189234" y="54869"/>
                  <a:pt x="1189078" y="65941"/>
                  <a:pt x="1189078" y="75618"/>
                </a:cubicBezTo>
                <a:close/>
                <a:moveTo>
                  <a:pt x="1265665" y="151971"/>
                </a:moveTo>
                <a:cubicBezTo>
                  <a:pt x="1251562" y="151971"/>
                  <a:pt x="1240142" y="148512"/>
                  <a:pt x="1231405" y="141592"/>
                </a:cubicBezTo>
                <a:cubicBezTo>
                  <a:pt x="1221858" y="133937"/>
                  <a:pt x="1217084" y="123220"/>
                  <a:pt x="1217084" y="109441"/>
                </a:cubicBezTo>
                <a:cubicBezTo>
                  <a:pt x="1217084" y="93521"/>
                  <a:pt x="1221015" y="80173"/>
                  <a:pt x="1228878" y="69395"/>
                </a:cubicBezTo>
                <a:cubicBezTo>
                  <a:pt x="1237427" y="57637"/>
                  <a:pt x="1248847" y="51758"/>
                  <a:pt x="1263138" y="51758"/>
                </a:cubicBezTo>
                <a:cubicBezTo>
                  <a:pt x="1273497" y="51758"/>
                  <a:pt x="1281952" y="53471"/>
                  <a:pt x="1288505" y="56897"/>
                </a:cubicBezTo>
                <a:cubicBezTo>
                  <a:pt x="1296555" y="61119"/>
                  <a:pt x="1300580" y="67604"/>
                  <a:pt x="1300580" y="76353"/>
                </a:cubicBezTo>
                <a:cubicBezTo>
                  <a:pt x="1300580" y="82471"/>
                  <a:pt x="1297054" y="88038"/>
                  <a:pt x="1290002" y="93055"/>
                </a:cubicBezTo>
                <a:cubicBezTo>
                  <a:pt x="1286882" y="95257"/>
                  <a:pt x="1280267" y="98683"/>
                  <a:pt x="1270158" y="103333"/>
                </a:cubicBezTo>
                <a:lnTo>
                  <a:pt x="1234401" y="119943"/>
                </a:lnTo>
                <a:cubicBezTo>
                  <a:pt x="1237895" y="125021"/>
                  <a:pt x="1242248" y="128845"/>
                  <a:pt x="1247459" y="131415"/>
                </a:cubicBezTo>
                <a:cubicBezTo>
                  <a:pt x="1252669" y="133984"/>
                  <a:pt x="1258738" y="135269"/>
                  <a:pt x="1265665" y="135269"/>
                </a:cubicBezTo>
                <a:cubicBezTo>
                  <a:pt x="1269971" y="135269"/>
                  <a:pt x="1275025" y="134474"/>
                  <a:pt x="1280829" y="132883"/>
                </a:cubicBezTo>
                <a:cubicBezTo>
                  <a:pt x="1288193" y="130864"/>
                  <a:pt x="1292935" y="128218"/>
                  <a:pt x="1295057" y="124945"/>
                </a:cubicBezTo>
                <a:cubicBezTo>
                  <a:pt x="1297179" y="121672"/>
                  <a:pt x="1299456" y="120035"/>
                  <a:pt x="1301890" y="120035"/>
                </a:cubicBezTo>
                <a:cubicBezTo>
                  <a:pt x="1304074" y="120035"/>
                  <a:pt x="1306024" y="120849"/>
                  <a:pt x="1307741" y="122476"/>
                </a:cubicBezTo>
                <a:cubicBezTo>
                  <a:pt x="1309457" y="124101"/>
                  <a:pt x="1310315" y="125987"/>
                  <a:pt x="1310315" y="128134"/>
                </a:cubicBezTo>
                <a:cubicBezTo>
                  <a:pt x="1310315" y="134944"/>
                  <a:pt x="1304730" y="140804"/>
                  <a:pt x="1293559" y="145714"/>
                </a:cubicBezTo>
                <a:cubicBezTo>
                  <a:pt x="1284012" y="149885"/>
                  <a:pt x="1274713" y="151971"/>
                  <a:pt x="1265665" y="151971"/>
                </a:cubicBezTo>
                <a:moveTo>
                  <a:pt x="1263138" y="68277"/>
                </a:moveTo>
                <a:cubicBezTo>
                  <a:pt x="1255524" y="68277"/>
                  <a:pt x="1249190" y="71168"/>
                  <a:pt x="1244136" y="76949"/>
                </a:cubicBezTo>
                <a:cubicBezTo>
                  <a:pt x="1239081" y="82731"/>
                  <a:pt x="1235306" y="91433"/>
                  <a:pt x="1232809" y="103058"/>
                </a:cubicBezTo>
                <a:lnTo>
                  <a:pt x="1261546" y="89659"/>
                </a:lnTo>
                <a:cubicBezTo>
                  <a:pt x="1272841" y="84275"/>
                  <a:pt x="1280891" y="79595"/>
                  <a:pt x="1285696" y="75618"/>
                </a:cubicBezTo>
                <a:cubicBezTo>
                  <a:pt x="1280330" y="70724"/>
                  <a:pt x="1272810" y="68277"/>
                  <a:pt x="1263138" y="682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89" name="Text -">
            <a:extLst xmlns:a="http://schemas.openxmlformats.org/drawingml/2006/main">
              <a:ext uri="{FF2B5EF4-FFF2-40B4-BE49-F238E27FC236}">
                <a16:creationId xmlns:a16="http://schemas.microsoft.com/office/drawing/2014/main" id="{B381C06A-BA64-4D41-9622-2C322006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636" y="3949035"/>
            <a:ext cx="60563" cy="15601"/>
          </a:xfrm>
          <a:custGeom xmlns:a="http://schemas.openxmlformats.org/drawingml/2006/main">
            <a:pathLst>
              <a:path w="60563" h="15601">
                <a:moveTo>
                  <a:pt x="53168" y="14316"/>
                </a:moveTo>
                <a:cubicBezTo>
                  <a:pt x="44681" y="15173"/>
                  <a:pt x="29579" y="15601"/>
                  <a:pt x="7863" y="15601"/>
                </a:cubicBezTo>
                <a:cubicBezTo>
                  <a:pt x="2621" y="15601"/>
                  <a:pt x="0" y="13215"/>
                  <a:pt x="0" y="8443"/>
                </a:cubicBezTo>
                <a:cubicBezTo>
                  <a:pt x="0" y="3671"/>
                  <a:pt x="2621" y="1285"/>
                  <a:pt x="7863" y="1285"/>
                </a:cubicBezTo>
                <a:cubicBezTo>
                  <a:pt x="12793" y="1285"/>
                  <a:pt x="20188" y="1071"/>
                  <a:pt x="30047" y="642"/>
                </a:cubicBezTo>
                <a:cubicBezTo>
                  <a:pt x="39907" y="214"/>
                  <a:pt x="47302" y="0"/>
                  <a:pt x="52232" y="0"/>
                </a:cubicBezTo>
                <a:cubicBezTo>
                  <a:pt x="57786" y="0"/>
                  <a:pt x="60563" y="2386"/>
                  <a:pt x="60563" y="7158"/>
                </a:cubicBezTo>
                <a:cubicBezTo>
                  <a:pt x="60563" y="11379"/>
                  <a:pt x="58098" y="13765"/>
                  <a:pt x="53168" y="14316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-">
            <a:extLst xmlns:a="http://schemas.openxmlformats.org/drawingml/2006/main">
              <a:ext uri="{FF2B5EF4-FFF2-40B4-BE49-F238E27FC236}">
                <a16:creationId xmlns:a16="http://schemas.microsoft.com/office/drawing/2014/main" id="{F568DDDB-B29F-4BF0-8C8D-9D54749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636" y="3949035"/>
            <a:ext cx="60563" cy="15601"/>
          </a:xfrm>
          <a:custGeom xmlns:a="http://schemas.openxmlformats.org/drawingml/2006/main">
            <a:pathLst>
              <a:path w="60563" h="15601" fill="none">
                <a:moveTo>
                  <a:pt x="53168" y="14316"/>
                </a:moveTo>
                <a:cubicBezTo>
                  <a:pt x="44681" y="15173"/>
                  <a:pt x="29579" y="15601"/>
                  <a:pt x="7863" y="15601"/>
                </a:cubicBezTo>
                <a:cubicBezTo>
                  <a:pt x="2621" y="15601"/>
                  <a:pt x="0" y="13215"/>
                  <a:pt x="0" y="8443"/>
                </a:cubicBezTo>
                <a:cubicBezTo>
                  <a:pt x="0" y="3671"/>
                  <a:pt x="2621" y="1285"/>
                  <a:pt x="7863" y="1285"/>
                </a:cubicBezTo>
                <a:cubicBezTo>
                  <a:pt x="12793" y="1285"/>
                  <a:pt x="20188" y="1071"/>
                  <a:pt x="30047" y="642"/>
                </a:cubicBezTo>
                <a:cubicBezTo>
                  <a:pt x="39907" y="214"/>
                  <a:pt x="47302" y="0"/>
                  <a:pt x="52232" y="0"/>
                </a:cubicBezTo>
                <a:cubicBezTo>
                  <a:pt x="57786" y="0"/>
                  <a:pt x="60563" y="2386"/>
                  <a:pt x="60563" y="7158"/>
                </a:cubicBezTo>
                <a:cubicBezTo>
                  <a:pt x="60563" y="11379"/>
                  <a:pt x="58098" y="13765"/>
                  <a:pt x="53168" y="143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91" name="Text baseddetection">
            <a:extLst xmlns:a="http://schemas.openxmlformats.org/drawingml/2006/main">
              <a:ext uri="{FF2B5EF4-FFF2-40B4-BE49-F238E27FC236}">
                <a16:creationId xmlns:a16="http://schemas.microsoft.com/office/drawing/2014/main" id="{50773AD1-B62A-4F7F-B396-AC181948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348" y="3860752"/>
            <a:ext cx="1463640" cy="152889"/>
          </a:xfrm>
          <a:custGeom xmlns:a="http://schemas.openxmlformats.org/drawingml/2006/main">
            <a:pathLst>
              <a:path w="1463640" h="152889">
                <a:moveTo>
                  <a:pt x="42403" y="150136"/>
                </a:moveTo>
                <a:cubicBezTo>
                  <a:pt x="32855" y="150136"/>
                  <a:pt x="24181" y="148300"/>
                  <a:pt x="16381" y="144629"/>
                </a:cubicBezTo>
                <a:cubicBezTo>
                  <a:pt x="14384" y="147566"/>
                  <a:pt x="11950" y="149034"/>
                  <a:pt x="9080" y="149034"/>
                </a:cubicBezTo>
                <a:cubicBezTo>
                  <a:pt x="6708" y="149034"/>
                  <a:pt x="4696" y="148223"/>
                  <a:pt x="3042" y="146600"/>
                </a:cubicBezTo>
                <a:cubicBezTo>
                  <a:pt x="1388" y="144978"/>
                  <a:pt x="562" y="142943"/>
                  <a:pt x="562" y="140494"/>
                </a:cubicBezTo>
                <a:cubicBezTo>
                  <a:pt x="562" y="138903"/>
                  <a:pt x="640" y="136547"/>
                  <a:pt x="796" y="133425"/>
                </a:cubicBezTo>
                <a:cubicBezTo>
                  <a:pt x="952" y="130303"/>
                  <a:pt x="1030" y="127946"/>
                  <a:pt x="1030" y="126353"/>
                </a:cubicBezTo>
                <a:cubicBezTo>
                  <a:pt x="1030" y="119864"/>
                  <a:pt x="858" y="110146"/>
                  <a:pt x="515" y="97199"/>
                </a:cubicBezTo>
                <a:cubicBezTo>
                  <a:pt x="172" y="84252"/>
                  <a:pt x="0" y="74533"/>
                  <a:pt x="0" y="68042"/>
                </a:cubicBezTo>
                <a:cubicBezTo>
                  <a:pt x="0" y="63574"/>
                  <a:pt x="31" y="55111"/>
                  <a:pt x="94" y="42653"/>
                </a:cubicBezTo>
                <a:cubicBezTo>
                  <a:pt x="156" y="30195"/>
                  <a:pt x="187" y="21701"/>
                  <a:pt x="187" y="17170"/>
                </a:cubicBezTo>
                <a:cubicBezTo>
                  <a:pt x="187" y="13497"/>
                  <a:pt x="967" y="10191"/>
                  <a:pt x="2527" y="7253"/>
                </a:cubicBezTo>
                <a:cubicBezTo>
                  <a:pt x="4587" y="3519"/>
                  <a:pt x="7426" y="1652"/>
                  <a:pt x="11045" y="1652"/>
                </a:cubicBezTo>
                <a:cubicBezTo>
                  <a:pt x="15726" y="1652"/>
                  <a:pt x="18066" y="4318"/>
                  <a:pt x="18066" y="9650"/>
                </a:cubicBezTo>
                <a:cubicBezTo>
                  <a:pt x="18066" y="10509"/>
                  <a:pt x="17910" y="11766"/>
                  <a:pt x="17598" y="13421"/>
                </a:cubicBezTo>
                <a:cubicBezTo>
                  <a:pt x="17286" y="15075"/>
                  <a:pt x="17130" y="16331"/>
                  <a:pt x="17130" y="17190"/>
                </a:cubicBezTo>
                <a:lnTo>
                  <a:pt x="16849" y="37327"/>
                </a:lnTo>
                <a:lnTo>
                  <a:pt x="16662" y="60752"/>
                </a:lnTo>
                <a:cubicBezTo>
                  <a:pt x="22091" y="57142"/>
                  <a:pt x="27255" y="54435"/>
                  <a:pt x="32153" y="52630"/>
                </a:cubicBezTo>
                <a:cubicBezTo>
                  <a:pt x="37052" y="50825"/>
                  <a:pt x="41654" y="49923"/>
                  <a:pt x="45960" y="49923"/>
                </a:cubicBezTo>
                <a:cubicBezTo>
                  <a:pt x="59377" y="49923"/>
                  <a:pt x="70266" y="54970"/>
                  <a:pt x="78629" y="65065"/>
                </a:cubicBezTo>
                <a:cubicBezTo>
                  <a:pt x="86491" y="74548"/>
                  <a:pt x="90423" y="86203"/>
                  <a:pt x="90423" y="100029"/>
                </a:cubicBezTo>
                <a:cubicBezTo>
                  <a:pt x="90423" y="113978"/>
                  <a:pt x="85836" y="125817"/>
                  <a:pt x="76663" y="135544"/>
                </a:cubicBezTo>
                <a:cubicBezTo>
                  <a:pt x="67489" y="145272"/>
                  <a:pt x="56070" y="150136"/>
                  <a:pt x="42403" y="150136"/>
                </a:cubicBezTo>
                <a:moveTo>
                  <a:pt x="45960" y="67359"/>
                </a:moveTo>
                <a:cubicBezTo>
                  <a:pt x="40843" y="67359"/>
                  <a:pt x="35601" y="68764"/>
                  <a:pt x="30235" y="71575"/>
                </a:cubicBezTo>
                <a:cubicBezTo>
                  <a:pt x="27614" y="72980"/>
                  <a:pt x="23121" y="76004"/>
                  <a:pt x="16755" y="80646"/>
                </a:cubicBezTo>
                <a:lnTo>
                  <a:pt x="16568" y="96502"/>
                </a:lnTo>
                <a:lnTo>
                  <a:pt x="16662" y="110798"/>
                </a:lnTo>
                <a:lnTo>
                  <a:pt x="16755" y="125825"/>
                </a:lnTo>
                <a:cubicBezTo>
                  <a:pt x="19751" y="127169"/>
                  <a:pt x="23963" y="128880"/>
                  <a:pt x="29392" y="130959"/>
                </a:cubicBezTo>
                <a:cubicBezTo>
                  <a:pt x="33261" y="132119"/>
                  <a:pt x="37598" y="132699"/>
                  <a:pt x="42403" y="132699"/>
                </a:cubicBezTo>
                <a:cubicBezTo>
                  <a:pt x="51452" y="132699"/>
                  <a:pt x="58878" y="129584"/>
                  <a:pt x="64681" y="123353"/>
                </a:cubicBezTo>
                <a:cubicBezTo>
                  <a:pt x="70485" y="117120"/>
                  <a:pt x="73387" y="109361"/>
                  <a:pt x="73387" y="100075"/>
                </a:cubicBezTo>
                <a:cubicBezTo>
                  <a:pt x="73387" y="90973"/>
                  <a:pt x="71046" y="83366"/>
                  <a:pt x="66366" y="77256"/>
                </a:cubicBezTo>
                <a:cubicBezTo>
                  <a:pt x="61312" y="70658"/>
                  <a:pt x="54510" y="67359"/>
                  <a:pt x="45960" y="67359"/>
                </a:cubicBezTo>
                <a:close/>
                <a:moveTo>
                  <a:pt x="189425" y="152338"/>
                </a:moveTo>
                <a:cubicBezTo>
                  <a:pt x="188239" y="152338"/>
                  <a:pt x="186086" y="150981"/>
                  <a:pt x="182966" y="148266"/>
                </a:cubicBezTo>
                <a:cubicBezTo>
                  <a:pt x="180158" y="145736"/>
                  <a:pt x="178067" y="143484"/>
                  <a:pt x="176694" y="141509"/>
                </a:cubicBezTo>
                <a:cubicBezTo>
                  <a:pt x="170704" y="144721"/>
                  <a:pt x="165430" y="147146"/>
                  <a:pt x="160875" y="148782"/>
                </a:cubicBezTo>
                <a:cubicBezTo>
                  <a:pt x="156319" y="150419"/>
                  <a:pt x="152513" y="151237"/>
                  <a:pt x="149455" y="151237"/>
                </a:cubicBezTo>
                <a:cubicBezTo>
                  <a:pt x="134853" y="151237"/>
                  <a:pt x="124213" y="147199"/>
                  <a:pt x="117536" y="139123"/>
                </a:cubicBezTo>
                <a:cubicBezTo>
                  <a:pt x="111233" y="131537"/>
                  <a:pt x="108082" y="119913"/>
                  <a:pt x="108082" y="104251"/>
                </a:cubicBezTo>
                <a:cubicBezTo>
                  <a:pt x="108082" y="89445"/>
                  <a:pt x="113277" y="76781"/>
                  <a:pt x="123667" y="66258"/>
                </a:cubicBezTo>
                <a:cubicBezTo>
                  <a:pt x="134057" y="55735"/>
                  <a:pt x="146460" y="50473"/>
                  <a:pt x="160875" y="50473"/>
                </a:cubicBezTo>
                <a:cubicBezTo>
                  <a:pt x="166304" y="50473"/>
                  <a:pt x="172388" y="51850"/>
                  <a:pt x="179128" y="54603"/>
                </a:cubicBezTo>
                <a:cubicBezTo>
                  <a:pt x="187615" y="58029"/>
                  <a:pt x="191858" y="62159"/>
                  <a:pt x="191858" y="66992"/>
                </a:cubicBezTo>
                <a:cubicBezTo>
                  <a:pt x="191858" y="68644"/>
                  <a:pt x="191234" y="70112"/>
                  <a:pt x="189986" y="71397"/>
                </a:cubicBezTo>
                <a:cubicBezTo>
                  <a:pt x="189362" y="73722"/>
                  <a:pt x="188879" y="77546"/>
                  <a:pt x="188535" y="82868"/>
                </a:cubicBezTo>
                <a:cubicBezTo>
                  <a:pt x="188192" y="88191"/>
                  <a:pt x="187989" y="95013"/>
                  <a:pt x="187927" y="103333"/>
                </a:cubicBezTo>
                <a:cubicBezTo>
                  <a:pt x="187864" y="110919"/>
                  <a:pt x="188395" y="116915"/>
                  <a:pt x="189518" y="121320"/>
                </a:cubicBezTo>
                <a:cubicBezTo>
                  <a:pt x="190142" y="124012"/>
                  <a:pt x="192108" y="129396"/>
                  <a:pt x="195415" y="137471"/>
                </a:cubicBezTo>
                <a:cubicBezTo>
                  <a:pt x="195852" y="138573"/>
                  <a:pt x="196570" y="140194"/>
                  <a:pt x="197568" y="142335"/>
                </a:cubicBezTo>
                <a:lnTo>
                  <a:pt x="198130" y="143895"/>
                </a:lnTo>
                <a:cubicBezTo>
                  <a:pt x="198130" y="146343"/>
                  <a:pt x="197256" y="148361"/>
                  <a:pt x="195509" y="149952"/>
                </a:cubicBezTo>
                <a:cubicBezTo>
                  <a:pt x="193762" y="151543"/>
                  <a:pt x="191734" y="152338"/>
                  <a:pt x="189425" y="152338"/>
                </a:cubicBezTo>
                <a:moveTo>
                  <a:pt x="169955" y="88592"/>
                </a:moveTo>
                <a:cubicBezTo>
                  <a:pt x="169955" y="85967"/>
                  <a:pt x="170126" y="83115"/>
                  <a:pt x="170470" y="80035"/>
                </a:cubicBezTo>
                <a:cubicBezTo>
                  <a:pt x="170813" y="76953"/>
                  <a:pt x="171328" y="73673"/>
                  <a:pt x="172014" y="70195"/>
                </a:cubicBezTo>
                <a:cubicBezTo>
                  <a:pt x="169705" y="69035"/>
                  <a:pt x="167724" y="68180"/>
                  <a:pt x="166070" y="67632"/>
                </a:cubicBezTo>
                <a:cubicBezTo>
                  <a:pt x="164416" y="67083"/>
                  <a:pt x="163090" y="66809"/>
                  <a:pt x="162092" y="66809"/>
                </a:cubicBezTo>
                <a:cubicBezTo>
                  <a:pt x="152419" y="66809"/>
                  <a:pt x="144073" y="70668"/>
                  <a:pt x="137052" y="78386"/>
                </a:cubicBezTo>
                <a:cubicBezTo>
                  <a:pt x="130032" y="86104"/>
                  <a:pt x="126522" y="94997"/>
                  <a:pt x="126522" y="105065"/>
                </a:cubicBezTo>
                <a:cubicBezTo>
                  <a:pt x="126522" y="115072"/>
                  <a:pt x="128331" y="122577"/>
                  <a:pt x="131951" y="127580"/>
                </a:cubicBezTo>
                <a:cubicBezTo>
                  <a:pt x="135570" y="132584"/>
                  <a:pt x="140999" y="135085"/>
                  <a:pt x="148238" y="135085"/>
                </a:cubicBezTo>
                <a:cubicBezTo>
                  <a:pt x="154229" y="135085"/>
                  <a:pt x="159315" y="134018"/>
                  <a:pt x="163496" y="131882"/>
                </a:cubicBezTo>
                <a:cubicBezTo>
                  <a:pt x="165742" y="130723"/>
                  <a:pt x="168894" y="128405"/>
                  <a:pt x="172950" y="124928"/>
                </a:cubicBezTo>
                <a:cubicBezTo>
                  <a:pt x="170953" y="108757"/>
                  <a:pt x="169955" y="96645"/>
                  <a:pt x="169955" y="88592"/>
                </a:cubicBezTo>
                <a:close/>
                <a:moveTo>
                  <a:pt x="281988" y="75618"/>
                </a:moveTo>
                <a:cubicBezTo>
                  <a:pt x="278555" y="75618"/>
                  <a:pt x="276153" y="74494"/>
                  <a:pt x="274780" y="72246"/>
                </a:cubicBezTo>
                <a:cubicBezTo>
                  <a:pt x="273844" y="70667"/>
                  <a:pt x="273033" y="67386"/>
                  <a:pt x="272346" y="62404"/>
                </a:cubicBezTo>
                <a:cubicBezTo>
                  <a:pt x="267666" y="63564"/>
                  <a:pt x="260458" y="65703"/>
                  <a:pt x="250723" y="68819"/>
                </a:cubicBezTo>
                <a:cubicBezTo>
                  <a:pt x="240676" y="72731"/>
                  <a:pt x="235622" y="77558"/>
                  <a:pt x="235559" y="83301"/>
                </a:cubicBezTo>
                <a:cubicBezTo>
                  <a:pt x="237431" y="83974"/>
                  <a:pt x="239272" y="84464"/>
                  <a:pt x="241082" y="84770"/>
                </a:cubicBezTo>
                <a:cubicBezTo>
                  <a:pt x="255435" y="87274"/>
                  <a:pt x="266106" y="90727"/>
                  <a:pt x="273095" y="95128"/>
                </a:cubicBezTo>
                <a:cubicBezTo>
                  <a:pt x="283267" y="101546"/>
                  <a:pt x="288353" y="110837"/>
                  <a:pt x="288353" y="123000"/>
                </a:cubicBezTo>
                <a:cubicBezTo>
                  <a:pt x="288353" y="132963"/>
                  <a:pt x="283953" y="140481"/>
                  <a:pt x="275154" y="145553"/>
                </a:cubicBezTo>
                <a:cubicBezTo>
                  <a:pt x="267853" y="149709"/>
                  <a:pt x="258617" y="151788"/>
                  <a:pt x="247447" y="151788"/>
                </a:cubicBezTo>
                <a:cubicBezTo>
                  <a:pt x="239272" y="151788"/>
                  <a:pt x="231472" y="150442"/>
                  <a:pt x="224046" y="147750"/>
                </a:cubicBezTo>
                <a:cubicBezTo>
                  <a:pt x="214436" y="144324"/>
                  <a:pt x="209631" y="139552"/>
                  <a:pt x="209631" y="133434"/>
                </a:cubicBezTo>
                <a:cubicBezTo>
                  <a:pt x="209631" y="130986"/>
                  <a:pt x="210613" y="128845"/>
                  <a:pt x="212579" y="127010"/>
                </a:cubicBezTo>
                <a:cubicBezTo>
                  <a:pt x="214545" y="125174"/>
                  <a:pt x="216776" y="124257"/>
                  <a:pt x="219272" y="124257"/>
                </a:cubicBezTo>
                <a:cubicBezTo>
                  <a:pt x="221206" y="124257"/>
                  <a:pt x="223703" y="125725"/>
                  <a:pt x="226760" y="128662"/>
                </a:cubicBezTo>
                <a:cubicBezTo>
                  <a:pt x="228258" y="130069"/>
                  <a:pt x="231628" y="131231"/>
                  <a:pt x="236870" y="132149"/>
                </a:cubicBezTo>
                <a:cubicBezTo>
                  <a:pt x="241051" y="132883"/>
                  <a:pt x="244577" y="133250"/>
                  <a:pt x="247447" y="133250"/>
                </a:cubicBezTo>
                <a:cubicBezTo>
                  <a:pt x="252689" y="133250"/>
                  <a:pt x="257307" y="132639"/>
                  <a:pt x="261301" y="131417"/>
                </a:cubicBezTo>
                <a:cubicBezTo>
                  <a:pt x="267104" y="129645"/>
                  <a:pt x="270006" y="126835"/>
                  <a:pt x="270006" y="122986"/>
                </a:cubicBezTo>
                <a:cubicBezTo>
                  <a:pt x="270006" y="114675"/>
                  <a:pt x="264078" y="109053"/>
                  <a:pt x="252221" y="106121"/>
                </a:cubicBezTo>
                <a:lnTo>
                  <a:pt x="242486" y="104010"/>
                </a:lnTo>
                <a:cubicBezTo>
                  <a:pt x="234186" y="102234"/>
                  <a:pt x="228289" y="100152"/>
                  <a:pt x="224795" y="97764"/>
                </a:cubicBezTo>
                <a:cubicBezTo>
                  <a:pt x="219740" y="94336"/>
                  <a:pt x="217213" y="89164"/>
                  <a:pt x="217213" y="82249"/>
                </a:cubicBezTo>
                <a:cubicBezTo>
                  <a:pt x="217213" y="69455"/>
                  <a:pt x="223359" y="60333"/>
                  <a:pt x="235653" y="54884"/>
                </a:cubicBezTo>
                <a:cubicBezTo>
                  <a:pt x="239397" y="53232"/>
                  <a:pt x="245388" y="51259"/>
                  <a:pt x="253625" y="48965"/>
                </a:cubicBezTo>
                <a:cubicBezTo>
                  <a:pt x="261862" y="46669"/>
                  <a:pt x="267760" y="44724"/>
                  <a:pt x="271317" y="43132"/>
                </a:cubicBezTo>
                <a:cubicBezTo>
                  <a:pt x="273875" y="42031"/>
                  <a:pt x="276652" y="41480"/>
                  <a:pt x="279647" y="41480"/>
                </a:cubicBezTo>
                <a:cubicBezTo>
                  <a:pt x="282331" y="41480"/>
                  <a:pt x="284530" y="42337"/>
                  <a:pt x="286247" y="44050"/>
                </a:cubicBezTo>
                <a:cubicBezTo>
                  <a:pt x="287963" y="45763"/>
                  <a:pt x="288821" y="47996"/>
                  <a:pt x="288821" y="50749"/>
                </a:cubicBezTo>
                <a:cubicBezTo>
                  <a:pt x="288821" y="52523"/>
                  <a:pt x="289211" y="55123"/>
                  <a:pt x="289991" y="58549"/>
                </a:cubicBezTo>
                <a:cubicBezTo>
                  <a:pt x="290771" y="61975"/>
                  <a:pt x="291161" y="64575"/>
                  <a:pt x="291161" y="66350"/>
                </a:cubicBezTo>
                <a:cubicBezTo>
                  <a:pt x="291161" y="69103"/>
                  <a:pt x="290303" y="71336"/>
                  <a:pt x="288587" y="73049"/>
                </a:cubicBezTo>
                <a:cubicBezTo>
                  <a:pt x="286871" y="74762"/>
                  <a:pt x="284671" y="75618"/>
                  <a:pt x="281988" y="75618"/>
                </a:cubicBezTo>
                <a:close/>
                <a:moveTo>
                  <a:pt x="360593" y="150503"/>
                </a:moveTo>
                <a:cubicBezTo>
                  <a:pt x="346490" y="150503"/>
                  <a:pt x="335070" y="147043"/>
                  <a:pt x="326334" y="140124"/>
                </a:cubicBezTo>
                <a:cubicBezTo>
                  <a:pt x="316786" y="132469"/>
                  <a:pt x="312012" y="121752"/>
                  <a:pt x="312012" y="107973"/>
                </a:cubicBezTo>
                <a:cubicBezTo>
                  <a:pt x="312012" y="92053"/>
                  <a:pt x="315944" y="78704"/>
                  <a:pt x="323806" y="67927"/>
                </a:cubicBezTo>
                <a:cubicBezTo>
                  <a:pt x="332356" y="56169"/>
                  <a:pt x="343776" y="50290"/>
                  <a:pt x="358066" y="50290"/>
                </a:cubicBezTo>
                <a:cubicBezTo>
                  <a:pt x="368425" y="50290"/>
                  <a:pt x="376881" y="52003"/>
                  <a:pt x="383433" y="55429"/>
                </a:cubicBezTo>
                <a:cubicBezTo>
                  <a:pt x="391483" y="59650"/>
                  <a:pt x="395508" y="66136"/>
                  <a:pt x="395508" y="74884"/>
                </a:cubicBezTo>
                <a:cubicBezTo>
                  <a:pt x="395508" y="81002"/>
                  <a:pt x="391982" y="86570"/>
                  <a:pt x="384931" y="91586"/>
                </a:cubicBezTo>
                <a:cubicBezTo>
                  <a:pt x="381811" y="93789"/>
                  <a:pt x="375196" y="97215"/>
                  <a:pt x="365086" y="101865"/>
                </a:cubicBezTo>
                <a:lnTo>
                  <a:pt x="329329" y="118475"/>
                </a:lnTo>
                <a:cubicBezTo>
                  <a:pt x="332824" y="123553"/>
                  <a:pt x="337176" y="127377"/>
                  <a:pt x="342387" y="129946"/>
                </a:cubicBezTo>
                <a:cubicBezTo>
                  <a:pt x="347598" y="132516"/>
                  <a:pt x="353666" y="133801"/>
                  <a:pt x="360593" y="133801"/>
                </a:cubicBezTo>
                <a:cubicBezTo>
                  <a:pt x="364899" y="133801"/>
                  <a:pt x="369954" y="133005"/>
                  <a:pt x="375757" y="131415"/>
                </a:cubicBezTo>
                <a:cubicBezTo>
                  <a:pt x="383121" y="129396"/>
                  <a:pt x="387864" y="126750"/>
                  <a:pt x="389985" y="123477"/>
                </a:cubicBezTo>
                <a:cubicBezTo>
                  <a:pt x="392107" y="120203"/>
                  <a:pt x="394385" y="118567"/>
                  <a:pt x="396819" y="118567"/>
                </a:cubicBezTo>
                <a:cubicBezTo>
                  <a:pt x="399003" y="118567"/>
                  <a:pt x="400953" y="119380"/>
                  <a:pt x="402669" y="121007"/>
                </a:cubicBezTo>
                <a:cubicBezTo>
                  <a:pt x="404385" y="122632"/>
                  <a:pt x="405243" y="124518"/>
                  <a:pt x="405243" y="126666"/>
                </a:cubicBezTo>
                <a:cubicBezTo>
                  <a:pt x="405243" y="133476"/>
                  <a:pt x="399658" y="139335"/>
                  <a:pt x="388488" y="144245"/>
                </a:cubicBezTo>
                <a:cubicBezTo>
                  <a:pt x="378940" y="148417"/>
                  <a:pt x="369642" y="150503"/>
                  <a:pt x="360593" y="150503"/>
                </a:cubicBezTo>
                <a:moveTo>
                  <a:pt x="358066" y="66809"/>
                </a:moveTo>
                <a:cubicBezTo>
                  <a:pt x="350453" y="66809"/>
                  <a:pt x="344119" y="69699"/>
                  <a:pt x="339064" y="75481"/>
                </a:cubicBezTo>
                <a:cubicBezTo>
                  <a:pt x="334009" y="81262"/>
                  <a:pt x="330234" y="89965"/>
                  <a:pt x="327738" y="101589"/>
                </a:cubicBezTo>
                <a:lnTo>
                  <a:pt x="356475" y="88191"/>
                </a:lnTo>
                <a:cubicBezTo>
                  <a:pt x="367770" y="82807"/>
                  <a:pt x="375820" y="78127"/>
                  <a:pt x="380625" y="74150"/>
                </a:cubicBezTo>
                <a:cubicBezTo>
                  <a:pt x="375258" y="69256"/>
                  <a:pt x="367738" y="66809"/>
                  <a:pt x="358066" y="66809"/>
                </a:cubicBezTo>
                <a:close/>
                <a:moveTo>
                  <a:pt x="512093" y="65208"/>
                </a:moveTo>
                <a:cubicBezTo>
                  <a:pt x="511344" y="74196"/>
                  <a:pt x="510970" y="83184"/>
                  <a:pt x="510970" y="92171"/>
                </a:cubicBezTo>
                <a:cubicBezTo>
                  <a:pt x="510970" y="112533"/>
                  <a:pt x="511937" y="127910"/>
                  <a:pt x="513871" y="138303"/>
                </a:cubicBezTo>
                <a:cubicBezTo>
                  <a:pt x="513996" y="139160"/>
                  <a:pt x="514059" y="139863"/>
                  <a:pt x="514059" y="140414"/>
                </a:cubicBezTo>
                <a:cubicBezTo>
                  <a:pt x="514059" y="142859"/>
                  <a:pt x="513185" y="144876"/>
                  <a:pt x="511438" y="146465"/>
                </a:cubicBezTo>
                <a:cubicBezTo>
                  <a:pt x="509690" y="148056"/>
                  <a:pt x="507662" y="148851"/>
                  <a:pt x="505353" y="148851"/>
                </a:cubicBezTo>
                <a:cubicBezTo>
                  <a:pt x="501484" y="148851"/>
                  <a:pt x="498645" y="146098"/>
                  <a:pt x="496835" y="140592"/>
                </a:cubicBezTo>
                <a:cubicBezTo>
                  <a:pt x="492342" y="143834"/>
                  <a:pt x="487677" y="146297"/>
                  <a:pt x="482841" y="147979"/>
                </a:cubicBezTo>
                <a:cubicBezTo>
                  <a:pt x="478005" y="149662"/>
                  <a:pt x="472966" y="150503"/>
                  <a:pt x="467724" y="150503"/>
                </a:cubicBezTo>
                <a:cubicBezTo>
                  <a:pt x="454806" y="150503"/>
                  <a:pt x="444104" y="146278"/>
                  <a:pt x="435617" y="137827"/>
                </a:cubicBezTo>
                <a:cubicBezTo>
                  <a:pt x="426881" y="129193"/>
                  <a:pt x="422513" y="118109"/>
                  <a:pt x="422513" y="104575"/>
                </a:cubicBezTo>
                <a:cubicBezTo>
                  <a:pt x="422513" y="88224"/>
                  <a:pt x="426928" y="75120"/>
                  <a:pt x="435758" y="65263"/>
                </a:cubicBezTo>
                <a:cubicBezTo>
                  <a:pt x="444588" y="55403"/>
                  <a:pt x="456054" y="50473"/>
                  <a:pt x="470158" y="50473"/>
                </a:cubicBezTo>
                <a:cubicBezTo>
                  <a:pt x="477396" y="50473"/>
                  <a:pt x="482982" y="51575"/>
                  <a:pt x="486913" y="53777"/>
                </a:cubicBezTo>
                <a:lnTo>
                  <a:pt x="495712" y="60109"/>
                </a:lnTo>
                <a:cubicBezTo>
                  <a:pt x="496586" y="34387"/>
                  <a:pt x="497615" y="17068"/>
                  <a:pt x="498801" y="8153"/>
                </a:cubicBezTo>
                <a:cubicBezTo>
                  <a:pt x="499612" y="2718"/>
                  <a:pt x="502452" y="0"/>
                  <a:pt x="507319" y="0"/>
                </a:cubicBezTo>
                <a:cubicBezTo>
                  <a:pt x="512998" y="0"/>
                  <a:pt x="515837" y="2965"/>
                  <a:pt x="515837" y="8896"/>
                </a:cubicBezTo>
                <a:cubicBezTo>
                  <a:pt x="515837" y="17394"/>
                  <a:pt x="514589" y="36165"/>
                  <a:pt x="512093" y="65208"/>
                </a:cubicBezTo>
                <a:moveTo>
                  <a:pt x="470532" y="67543"/>
                </a:moveTo>
                <a:cubicBezTo>
                  <a:pt x="460048" y="67543"/>
                  <a:pt x="452185" y="70586"/>
                  <a:pt x="446944" y="76674"/>
                </a:cubicBezTo>
                <a:cubicBezTo>
                  <a:pt x="441702" y="82761"/>
                  <a:pt x="439081" y="91923"/>
                  <a:pt x="439081" y="104159"/>
                </a:cubicBezTo>
                <a:cubicBezTo>
                  <a:pt x="439081" y="112051"/>
                  <a:pt x="441936" y="118842"/>
                  <a:pt x="447646" y="124532"/>
                </a:cubicBezTo>
                <a:cubicBezTo>
                  <a:pt x="453356" y="130222"/>
                  <a:pt x="460048" y="133066"/>
                  <a:pt x="467724" y="133066"/>
                </a:cubicBezTo>
                <a:cubicBezTo>
                  <a:pt x="472966" y="133066"/>
                  <a:pt x="477396" y="132118"/>
                  <a:pt x="481016" y="130222"/>
                </a:cubicBezTo>
                <a:cubicBezTo>
                  <a:pt x="483138" y="129120"/>
                  <a:pt x="486601" y="126581"/>
                  <a:pt x="491406" y="122605"/>
                </a:cubicBezTo>
                <a:cubicBezTo>
                  <a:pt x="492342" y="121809"/>
                  <a:pt x="493247" y="120861"/>
                  <a:pt x="494121" y="119760"/>
                </a:cubicBezTo>
                <a:lnTo>
                  <a:pt x="493840" y="103884"/>
                </a:lnTo>
                <a:lnTo>
                  <a:pt x="493933" y="93238"/>
                </a:lnTo>
                <a:lnTo>
                  <a:pt x="494121" y="82409"/>
                </a:lnTo>
                <a:cubicBezTo>
                  <a:pt x="491749" y="77454"/>
                  <a:pt x="488598" y="73737"/>
                  <a:pt x="484667" y="71259"/>
                </a:cubicBezTo>
                <a:cubicBezTo>
                  <a:pt x="480735" y="68782"/>
                  <a:pt x="476024" y="67543"/>
                  <a:pt x="470532" y="67543"/>
                </a:cubicBezTo>
                <a:close/>
                <a:moveTo>
                  <a:pt x="684281" y="65208"/>
                </a:moveTo>
                <a:cubicBezTo>
                  <a:pt x="683532" y="74196"/>
                  <a:pt x="683158" y="83184"/>
                  <a:pt x="683158" y="92171"/>
                </a:cubicBezTo>
                <a:cubicBezTo>
                  <a:pt x="683158" y="112533"/>
                  <a:pt x="684125" y="127910"/>
                  <a:pt x="686059" y="138303"/>
                </a:cubicBezTo>
                <a:cubicBezTo>
                  <a:pt x="686184" y="139160"/>
                  <a:pt x="686247" y="139863"/>
                  <a:pt x="686247" y="140414"/>
                </a:cubicBezTo>
                <a:cubicBezTo>
                  <a:pt x="686247" y="142859"/>
                  <a:pt x="685373" y="144876"/>
                  <a:pt x="683626" y="146465"/>
                </a:cubicBezTo>
                <a:cubicBezTo>
                  <a:pt x="681878" y="148056"/>
                  <a:pt x="679850" y="148851"/>
                  <a:pt x="677541" y="148851"/>
                </a:cubicBezTo>
                <a:cubicBezTo>
                  <a:pt x="673672" y="148851"/>
                  <a:pt x="670833" y="146098"/>
                  <a:pt x="669023" y="140592"/>
                </a:cubicBezTo>
                <a:cubicBezTo>
                  <a:pt x="664530" y="143834"/>
                  <a:pt x="659866" y="146297"/>
                  <a:pt x="655029" y="147979"/>
                </a:cubicBezTo>
                <a:cubicBezTo>
                  <a:pt x="650193" y="149662"/>
                  <a:pt x="645154" y="150503"/>
                  <a:pt x="639912" y="150503"/>
                </a:cubicBezTo>
                <a:cubicBezTo>
                  <a:pt x="626994" y="150503"/>
                  <a:pt x="616292" y="146278"/>
                  <a:pt x="607805" y="137827"/>
                </a:cubicBezTo>
                <a:cubicBezTo>
                  <a:pt x="599069" y="129193"/>
                  <a:pt x="594701" y="118109"/>
                  <a:pt x="594701" y="104575"/>
                </a:cubicBezTo>
                <a:cubicBezTo>
                  <a:pt x="594701" y="88224"/>
                  <a:pt x="599116" y="75120"/>
                  <a:pt x="607946" y="65263"/>
                </a:cubicBezTo>
                <a:cubicBezTo>
                  <a:pt x="616776" y="55403"/>
                  <a:pt x="628243" y="50473"/>
                  <a:pt x="642346" y="50473"/>
                </a:cubicBezTo>
                <a:cubicBezTo>
                  <a:pt x="649585" y="50473"/>
                  <a:pt x="655170" y="51575"/>
                  <a:pt x="659101" y="53777"/>
                </a:cubicBezTo>
                <a:lnTo>
                  <a:pt x="667900" y="60109"/>
                </a:lnTo>
                <a:cubicBezTo>
                  <a:pt x="668774" y="34387"/>
                  <a:pt x="669803" y="17068"/>
                  <a:pt x="670989" y="8153"/>
                </a:cubicBezTo>
                <a:cubicBezTo>
                  <a:pt x="671800" y="2718"/>
                  <a:pt x="674640" y="0"/>
                  <a:pt x="679507" y="0"/>
                </a:cubicBezTo>
                <a:cubicBezTo>
                  <a:pt x="685186" y="0"/>
                  <a:pt x="688025" y="2965"/>
                  <a:pt x="688025" y="8896"/>
                </a:cubicBezTo>
                <a:cubicBezTo>
                  <a:pt x="688025" y="17394"/>
                  <a:pt x="686777" y="36165"/>
                  <a:pt x="684281" y="65208"/>
                </a:cubicBezTo>
                <a:moveTo>
                  <a:pt x="642720" y="67543"/>
                </a:moveTo>
                <a:cubicBezTo>
                  <a:pt x="632236" y="67543"/>
                  <a:pt x="624374" y="70586"/>
                  <a:pt x="619132" y="76674"/>
                </a:cubicBezTo>
                <a:cubicBezTo>
                  <a:pt x="613890" y="82761"/>
                  <a:pt x="611269" y="91923"/>
                  <a:pt x="611269" y="104159"/>
                </a:cubicBezTo>
                <a:cubicBezTo>
                  <a:pt x="611269" y="112051"/>
                  <a:pt x="614124" y="118842"/>
                  <a:pt x="619834" y="124532"/>
                </a:cubicBezTo>
                <a:cubicBezTo>
                  <a:pt x="625544" y="130222"/>
                  <a:pt x="632236" y="133066"/>
                  <a:pt x="639912" y="133066"/>
                </a:cubicBezTo>
                <a:cubicBezTo>
                  <a:pt x="645154" y="133066"/>
                  <a:pt x="649585" y="132118"/>
                  <a:pt x="653204" y="130222"/>
                </a:cubicBezTo>
                <a:cubicBezTo>
                  <a:pt x="655326" y="129120"/>
                  <a:pt x="658789" y="126581"/>
                  <a:pt x="663594" y="122605"/>
                </a:cubicBezTo>
                <a:cubicBezTo>
                  <a:pt x="664530" y="121809"/>
                  <a:pt x="665435" y="120861"/>
                  <a:pt x="666309" y="119760"/>
                </a:cubicBezTo>
                <a:lnTo>
                  <a:pt x="666028" y="103884"/>
                </a:lnTo>
                <a:lnTo>
                  <a:pt x="666122" y="93238"/>
                </a:lnTo>
                <a:lnTo>
                  <a:pt x="666309" y="82409"/>
                </a:lnTo>
                <a:cubicBezTo>
                  <a:pt x="663937" y="77454"/>
                  <a:pt x="660786" y="73737"/>
                  <a:pt x="656855" y="71259"/>
                </a:cubicBezTo>
                <a:cubicBezTo>
                  <a:pt x="652923" y="68782"/>
                  <a:pt x="648212" y="67543"/>
                  <a:pt x="642720" y="67543"/>
                </a:cubicBezTo>
                <a:close/>
                <a:moveTo>
                  <a:pt x="757305" y="150503"/>
                </a:moveTo>
                <a:cubicBezTo>
                  <a:pt x="743202" y="150503"/>
                  <a:pt x="731782" y="147043"/>
                  <a:pt x="723046" y="140124"/>
                </a:cubicBezTo>
                <a:cubicBezTo>
                  <a:pt x="713498" y="132469"/>
                  <a:pt x="708724" y="121752"/>
                  <a:pt x="708724" y="107973"/>
                </a:cubicBezTo>
                <a:cubicBezTo>
                  <a:pt x="708724" y="92053"/>
                  <a:pt x="712655" y="78704"/>
                  <a:pt x="720518" y="67927"/>
                </a:cubicBezTo>
                <a:cubicBezTo>
                  <a:pt x="729068" y="56169"/>
                  <a:pt x="740487" y="50290"/>
                  <a:pt x="754778" y="50290"/>
                </a:cubicBezTo>
                <a:cubicBezTo>
                  <a:pt x="765137" y="50290"/>
                  <a:pt x="773592" y="52003"/>
                  <a:pt x="780145" y="55429"/>
                </a:cubicBezTo>
                <a:cubicBezTo>
                  <a:pt x="788195" y="59650"/>
                  <a:pt x="792220" y="66136"/>
                  <a:pt x="792220" y="74884"/>
                </a:cubicBezTo>
                <a:cubicBezTo>
                  <a:pt x="792220" y="81002"/>
                  <a:pt x="788694" y="86570"/>
                  <a:pt x="781643" y="91586"/>
                </a:cubicBezTo>
                <a:cubicBezTo>
                  <a:pt x="778522" y="93789"/>
                  <a:pt x="771908" y="97215"/>
                  <a:pt x="761798" y="101865"/>
                </a:cubicBezTo>
                <a:lnTo>
                  <a:pt x="726041" y="118475"/>
                </a:lnTo>
                <a:cubicBezTo>
                  <a:pt x="729536" y="123553"/>
                  <a:pt x="733888" y="127377"/>
                  <a:pt x="739099" y="129946"/>
                </a:cubicBezTo>
                <a:cubicBezTo>
                  <a:pt x="744310" y="132516"/>
                  <a:pt x="750378" y="133801"/>
                  <a:pt x="757305" y="133801"/>
                </a:cubicBezTo>
                <a:cubicBezTo>
                  <a:pt x="761611" y="133801"/>
                  <a:pt x="766666" y="133005"/>
                  <a:pt x="772469" y="131415"/>
                </a:cubicBezTo>
                <a:cubicBezTo>
                  <a:pt x="779833" y="129396"/>
                  <a:pt x="784576" y="126750"/>
                  <a:pt x="786697" y="123477"/>
                </a:cubicBezTo>
                <a:cubicBezTo>
                  <a:pt x="788819" y="120203"/>
                  <a:pt x="791097" y="118567"/>
                  <a:pt x="793530" y="118567"/>
                </a:cubicBezTo>
                <a:cubicBezTo>
                  <a:pt x="795715" y="118567"/>
                  <a:pt x="797665" y="119380"/>
                  <a:pt x="799381" y="121007"/>
                </a:cubicBezTo>
                <a:cubicBezTo>
                  <a:pt x="801097" y="122632"/>
                  <a:pt x="801955" y="124518"/>
                  <a:pt x="801955" y="126666"/>
                </a:cubicBezTo>
                <a:cubicBezTo>
                  <a:pt x="801955" y="133476"/>
                  <a:pt x="796370" y="139335"/>
                  <a:pt x="785200" y="144245"/>
                </a:cubicBezTo>
                <a:cubicBezTo>
                  <a:pt x="775652" y="148417"/>
                  <a:pt x="766354" y="150503"/>
                  <a:pt x="757305" y="150503"/>
                </a:cubicBezTo>
                <a:moveTo>
                  <a:pt x="754778" y="66809"/>
                </a:moveTo>
                <a:cubicBezTo>
                  <a:pt x="747165" y="66809"/>
                  <a:pt x="740831" y="69699"/>
                  <a:pt x="735776" y="75481"/>
                </a:cubicBezTo>
                <a:cubicBezTo>
                  <a:pt x="730721" y="81262"/>
                  <a:pt x="726946" y="89965"/>
                  <a:pt x="724450" y="101589"/>
                </a:cubicBezTo>
                <a:lnTo>
                  <a:pt x="753187" y="88191"/>
                </a:lnTo>
                <a:cubicBezTo>
                  <a:pt x="764482" y="82807"/>
                  <a:pt x="772532" y="78127"/>
                  <a:pt x="777337" y="74150"/>
                </a:cubicBezTo>
                <a:cubicBezTo>
                  <a:pt x="771970" y="69256"/>
                  <a:pt x="764450" y="66809"/>
                  <a:pt x="754778" y="66809"/>
                </a:cubicBezTo>
                <a:close/>
                <a:moveTo>
                  <a:pt x="885216" y="68174"/>
                </a:moveTo>
                <a:cubicBezTo>
                  <a:pt x="883906" y="68174"/>
                  <a:pt x="882361" y="68112"/>
                  <a:pt x="880583" y="67990"/>
                </a:cubicBezTo>
                <a:cubicBezTo>
                  <a:pt x="878804" y="67866"/>
                  <a:pt x="877260" y="67804"/>
                  <a:pt x="875949" y="67804"/>
                </a:cubicBezTo>
                <a:cubicBezTo>
                  <a:pt x="874514" y="67804"/>
                  <a:pt x="870271" y="68267"/>
                  <a:pt x="863219" y="69195"/>
                </a:cubicBezTo>
                <a:lnTo>
                  <a:pt x="864997" y="123370"/>
                </a:lnTo>
                <a:lnTo>
                  <a:pt x="865091" y="127405"/>
                </a:lnTo>
                <a:lnTo>
                  <a:pt x="865185" y="132080"/>
                </a:lnTo>
                <a:cubicBezTo>
                  <a:pt x="865434" y="145463"/>
                  <a:pt x="862158" y="152155"/>
                  <a:pt x="855356" y="152155"/>
                </a:cubicBezTo>
                <a:cubicBezTo>
                  <a:pt x="852860" y="152155"/>
                  <a:pt x="850691" y="151360"/>
                  <a:pt x="848851" y="149771"/>
                </a:cubicBezTo>
                <a:cubicBezTo>
                  <a:pt x="847010" y="148183"/>
                  <a:pt x="846089" y="146196"/>
                  <a:pt x="846089" y="143812"/>
                </a:cubicBezTo>
                <a:cubicBezTo>
                  <a:pt x="846089" y="141491"/>
                  <a:pt x="846183" y="138009"/>
                  <a:pt x="846370" y="133365"/>
                </a:cubicBezTo>
                <a:cubicBezTo>
                  <a:pt x="846557" y="128719"/>
                  <a:pt x="846651" y="125234"/>
                  <a:pt x="846651" y="122912"/>
                </a:cubicBezTo>
                <a:lnTo>
                  <a:pt x="844779" y="69378"/>
                </a:lnTo>
                <a:cubicBezTo>
                  <a:pt x="840223" y="69195"/>
                  <a:pt x="833296" y="68672"/>
                  <a:pt x="823998" y="67809"/>
                </a:cubicBezTo>
                <a:cubicBezTo>
                  <a:pt x="818444" y="67071"/>
                  <a:pt x="815667" y="64029"/>
                  <a:pt x="815667" y="58681"/>
                </a:cubicBezTo>
                <a:cubicBezTo>
                  <a:pt x="815667" y="55976"/>
                  <a:pt x="816510" y="53733"/>
                  <a:pt x="818195" y="51953"/>
                </a:cubicBezTo>
                <a:cubicBezTo>
                  <a:pt x="819880" y="50171"/>
                  <a:pt x="822033" y="49280"/>
                  <a:pt x="824654" y="49280"/>
                </a:cubicBezTo>
                <a:lnTo>
                  <a:pt x="844311" y="50841"/>
                </a:lnTo>
                <a:cubicBezTo>
                  <a:pt x="844311" y="47711"/>
                  <a:pt x="844170" y="43524"/>
                  <a:pt x="843889" y="38280"/>
                </a:cubicBezTo>
                <a:cubicBezTo>
                  <a:pt x="843609" y="33033"/>
                  <a:pt x="843468" y="29245"/>
                  <a:pt x="843468" y="26914"/>
                </a:cubicBezTo>
                <a:cubicBezTo>
                  <a:pt x="843468" y="24337"/>
                  <a:pt x="844373" y="22205"/>
                  <a:pt x="846183" y="20519"/>
                </a:cubicBezTo>
                <a:cubicBezTo>
                  <a:pt x="847992" y="18831"/>
                  <a:pt x="850208" y="17987"/>
                  <a:pt x="852829" y="17987"/>
                </a:cubicBezTo>
                <a:cubicBezTo>
                  <a:pt x="858445" y="17987"/>
                  <a:pt x="861721" y="22484"/>
                  <a:pt x="862657" y="31477"/>
                </a:cubicBezTo>
                <a:cubicBezTo>
                  <a:pt x="862845" y="33741"/>
                  <a:pt x="862938" y="36463"/>
                  <a:pt x="862938" y="39645"/>
                </a:cubicBezTo>
                <a:lnTo>
                  <a:pt x="862751" y="44967"/>
                </a:lnTo>
                <a:lnTo>
                  <a:pt x="862657" y="50657"/>
                </a:lnTo>
                <a:cubicBezTo>
                  <a:pt x="870395" y="49678"/>
                  <a:pt x="874826" y="49189"/>
                  <a:pt x="875949" y="49189"/>
                </a:cubicBezTo>
                <a:cubicBezTo>
                  <a:pt x="882439" y="49189"/>
                  <a:pt x="886683" y="49495"/>
                  <a:pt x="888680" y="50106"/>
                </a:cubicBezTo>
                <a:cubicBezTo>
                  <a:pt x="892486" y="51338"/>
                  <a:pt x="894390" y="54240"/>
                  <a:pt x="894390" y="58813"/>
                </a:cubicBezTo>
                <a:cubicBezTo>
                  <a:pt x="894390" y="61532"/>
                  <a:pt x="893531" y="63772"/>
                  <a:pt x="891815" y="65532"/>
                </a:cubicBezTo>
                <a:cubicBezTo>
                  <a:pt x="890099" y="67293"/>
                  <a:pt x="887900" y="68174"/>
                  <a:pt x="885216" y="68174"/>
                </a:cubicBezTo>
                <a:close/>
                <a:moveTo>
                  <a:pt x="959974" y="150503"/>
                </a:moveTo>
                <a:cubicBezTo>
                  <a:pt x="945871" y="150503"/>
                  <a:pt x="934451" y="147043"/>
                  <a:pt x="925715" y="140124"/>
                </a:cubicBezTo>
                <a:cubicBezTo>
                  <a:pt x="916167" y="132469"/>
                  <a:pt x="911393" y="121752"/>
                  <a:pt x="911393" y="107973"/>
                </a:cubicBezTo>
                <a:cubicBezTo>
                  <a:pt x="911393" y="92053"/>
                  <a:pt x="915324" y="78704"/>
                  <a:pt x="923187" y="67927"/>
                </a:cubicBezTo>
                <a:cubicBezTo>
                  <a:pt x="931737" y="56169"/>
                  <a:pt x="943156" y="50290"/>
                  <a:pt x="957447" y="50290"/>
                </a:cubicBezTo>
                <a:cubicBezTo>
                  <a:pt x="967806" y="50290"/>
                  <a:pt x="976262" y="52003"/>
                  <a:pt x="982814" y="55429"/>
                </a:cubicBezTo>
                <a:cubicBezTo>
                  <a:pt x="990864" y="59650"/>
                  <a:pt x="994889" y="66136"/>
                  <a:pt x="994889" y="74884"/>
                </a:cubicBezTo>
                <a:cubicBezTo>
                  <a:pt x="994889" y="81002"/>
                  <a:pt x="991363" y="86570"/>
                  <a:pt x="984312" y="91586"/>
                </a:cubicBezTo>
                <a:cubicBezTo>
                  <a:pt x="981191" y="93789"/>
                  <a:pt x="974577" y="97215"/>
                  <a:pt x="964467" y="101865"/>
                </a:cubicBezTo>
                <a:lnTo>
                  <a:pt x="928710" y="118475"/>
                </a:lnTo>
                <a:cubicBezTo>
                  <a:pt x="932205" y="123553"/>
                  <a:pt x="936557" y="127377"/>
                  <a:pt x="941768" y="129946"/>
                </a:cubicBezTo>
                <a:cubicBezTo>
                  <a:pt x="946979" y="132516"/>
                  <a:pt x="953047" y="133801"/>
                  <a:pt x="959974" y="133801"/>
                </a:cubicBezTo>
                <a:cubicBezTo>
                  <a:pt x="964280" y="133801"/>
                  <a:pt x="969335" y="133005"/>
                  <a:pt x="975138" y="131415"/>
                </a:cubicBezTo>
                <a:cubicBezTo>
                  <a:pt x="982502" y="129396"/>
                  <a:pt x="987245" y="126750"/>
                  <a:pt x="989366" y="123477"/>
                </a:cubicBezTo>
                <a:cubicBezTo>
                  <a:pt x="991488" y="120203"/>
                  <a:pt x="993766" y="118567"/>
                  <a:pt x="996199" y="118567"/>
                </a:cubicBezTo>
                <a:cubicBezTo>
                  <a:pt x="998384" y="118567"/>
                  <a:pt x="1000334" y="119380"/>
                  <a:pt x="1002050" y="121007"/>
                </a:cubicBezTo>
                <a:cubicBezTo>
                  <a:pt x="1003766" y="122632"/>
                  <a:pt x="1004624" y="124518"/>
                  <a:pt x="1004624" y="126666"/>
                </a:cubicBezTo>
                <a:cubicBezTo>
                  <a:pt x="1004624" y="133476"/>
                  <a:pt x="999039" y="139335"/>
                  <a:pt x="987869" y="144245"/>
                </a:cubicBezTo>
                <a:cubicBezTo>
                  <a:pt x="978321" y="148417"/>
                  <a:pt x="969023" y="150503"/>
                  <a:pt x="959974" y="150503"/>
                </a:cubicBezTo>
                <a:moveTo>
                  <a:pt x="957447" y="66809"/>
                </a:moveTo>
                <a:cubicBezTo>
                  <a:pt x="949834" y="66809"/>
                  <a:pt x="943500" y="69699"/>
                  <a:pt x="938445" y="75481"/>
                </a:cubicBezTo>
                <a:cubicBezTo>
                  <a:pt x="933390" y="81262"/>
                  <a:pt x="929615" y="89965"/>
                  <a:pt x="927119" y="101589"/>
                </a:cubicBezTo>
                <a:lnTo>
                  <a:pt x="955856" y="88191"/>
                </a:lnTo>
                <a:cubicBezTo>
                  <a:pt x="967151" y="82807"/>
                  <a:pt x="975201" y="78127"/>
                  <a:pt x="980006" y="74150"/>
                </a:cubicBezTo>
                <a:cubicBezTo>
                  <a:pt x="974639" y="69256"/>
                  <a:pt x="967119" y="66809"/>
                  <a:pt x="957447" y="66809"/>
                </a:cubicBezTo>
                <a:close/>
                <a:moveTo>
                  <a:pt x="1067573" y="152155"/>
                </a:moveTo>
                <a:cubicBezTo>
                  <a:pt x="1054780" y="152155"/>
                  <a:pt x="1044109" y="148355"/>
                  <a:pt x="1035560" y="140755"/>
                </a:cubicBezTo>
                <a:cubicBezTo>
                  <a:pt x="1026574" y="132788"/>
                  <a:pt x="1022081" y="122277"/>
                  <a:pt x="1022081" y="109221"/>
                </a:cubicBezTo>
                <a:cubicBezTo>
                  <a:pt x="1022081" y="96780"/>
                  <a:pt x="1026293" y="83941"/>
                  <a:pt x="1034718" y="70703"/>
                </a:cubicBezTo>
                <a:cubicBezTo>
                  <a:pt x="1044078" y="55993"/>
                  <a:pt x="1054624" y="48638"/>
                  <a:pt x="1066356" y="48638"/>
                </a:cubicBezTo>
                <a:cubicBezTo>
                  <a:pt x="1072472" y="48638"/>
                  <a:pt x="1079305" y="50050"/>
                  <a:pt x="1086856" y="52874"/>
                </a:cubicBezTo>
                <a:cubicBezTo>
                  <a:pt x="1096404" y="56497"/>
                  <a:pt x="1101177" y="60917"/>
                  <a:pt x="1101177" y="66135"/>
                </a:cubicBezTo>
                <a:cubicBezTo>
                  <a:pt x="1101177" y="68467"/>
                  <a:pt x="1100397" y="70540"/>
                  <a:pt x="1098837" y="72352"/>
                </a:cubicBezTo>
                <a:cubicBezTo>
                  <a:pt x="1097277" y="74163"/>
                  <a:pt x="1095343" y="75068"/>
                  <a:pt x="1093034" y="75068"/>
                </a:cubicBezTo>
                <a:cubicBezTo>
                  <a:pt x="1091224" y="75068"/>
                  <a:pt x="1089648" y="74528"/>
                  <a:pt x="1088307" y="73448"/>
                </a:cubicBezTo>
                <a:cubicBezTo>
                  <a:pt x="1086965" y="72365"/>
                  <a:pt x="1085670" y="71299"/>
                  <a:pt x="1084422" y="70247"/>
                </a:cubicBezTo>
                <a:cubicBezTo>
                  <a:pt x="1080740" y="67343"/>
                  <a:pt x="1074718" y="65891"/>
                  <a:pt x="1066356" y="65891"/>
                </a:cubicBezTo>
                <a:cubicBezTo>
                  <a:pt x="1059991" y="65891"/>
                  <a:pt x="1053688" y="71474"/>
                  <a:pt x="1047448" y="82639"/>
                </a:cubicBezTo>
                <a:cubicBezTo>
                  <a:pt x="1041769" y="92883"/>
                  <a:pt x="1038930" y="101746"/>
                  <a:pt x="1038930" y="109229"/>
                </a:cubicBezTo>
                <a:cubicBezTo>
                  <a:pt x="1038930" y="117326"/>
                  <a:pt x="1041738" y="123706"/>
                  <a:pt x="1047354" y="128369"/>
                </a:cubicBezTo>
                <a:cubicBezTo>
                  <a:pt x="1052596" y="132724"/>
                  <a:pt x="1059336" y="134902"/>
                  <a:pt x="1067573" y="134902"/>
                </a:cubicBezTo>
                <a:cubicBezTo>
                  <a:pt x="1071317" y="134902"/>
                  <a:pt x="1075311" y="133923"/>
                  <a:pt x="1079555" y="131965"/>
                </a:cubicBezTo>
                <a:lnTo>
                  <a:pt x="1090413" y="126275"/>
                </a:lnTo>
                <a:cubicBezTo>
                  <a:pt x="1092285" y="125297"/>
                  <a:pt x="1093627" y="124807"/>
                  <a:pt x="1094438" y="124807"/>
                </a:cubicBezTo>
                <a:cubicBezTo>
                  <a:pt x="1096747" y="124807"/>
                  <a:pt x="1098744" y="125710"/>
                  <a:pt x="1100429" y="127514"/>
                </a:cubicBezTo>
                <a:cubicBezTo>
                  <a:pt x="1102114" y="129319"/>
                  <a:pt x="1102956" y="131384"/>
                  <a:pt x="1102956" y="133709"/>
                </a:cubicBezTo>
                <a:cubicBezTo>
                  <a:pt x="1102956" y="138175"/>
                  <a:pt x="1098151" y="142488"/>
                  <a:pt x="1088541" y="146648"/>
                </a:cubicBezTo>
                <a:cubicBezTo>
                  <a:pt x="1080116" y="150319"/>
                  <a:pt x="1073127" y="152155"/>
                  <a:pt x="1067573" y="152155"/>
                </a:cubicBezTo>
                <a:close/>
                <a:moveTo>
                  <a:pt x="1190179" y="68174"/>
                </a:moveTo>
                <a:cubicBezTo>
                  <a:pt x="1188868" y="68174"/>
                  <a:pt x="1187324" y="68112"/>
                  <a:pt x="1185545" y="67990"/>
                </a:cubicBezTo>
                <a:cubicBezTo>
                  <a:pt x="1183767" y="67866"/>
                  <a:pt x="1182222" y="67804"/>
                  <a:pt x="1180912" y="67804"/>
                </a:cubicBezTo>
                <a:cubicBezTo>
                  <a:pt x="1179476" y="67804"/>
                  <a:pt x="1175233" y="68267"/>
                  <a:pt x="1168181" y="69195"/>
                </a:cubicBezTo>
                <a:lnTo>
                  <a:pt x="1169960" y="123370"/>
                </a:lnTo>
                <a:lnTo>
                  <a:pt x="1170053" y="127405"/>
                </a:lnTo>
                <a:lnTo>
                  <a:pt x="1170147" y="132080"/>
                </a:lnTo>
                <a:cubicBezTo>
                  <a:pt x="1170397" y="145463"/>
                  <a:pt x="1167120" y="152155"/>
                  <a:pt x="1160318" y="152155"/>
                </a:cubicBezTo>
                <a:cubicBezTo>
                  <a:pt x="1157822" y="152155"/>
                  <a:pt x="1155654" y="151360"/>
                  <a:pt x="1153813" y="149771"/>
                </a:cubicBezTo>
                <a:cubicBezTo>
                  <a:pt x="1151972" y="148183"/>
                  <a:pt x="1151052" y="146196"/>
                  <a:pt x="1151052" y="143812"/>
                </a:cubicBezTo>
                <a:cubicBezTo>
                  <a:pt x="1151052" y="141491"/>
                  <a:pt x="1151145" y="138009"/>
                  <a:pt x="1151332" y="133365"/>
                </a:cubicBezTo>
                <a:cubicBezTo>
                  <a:pt x="1151520" y="128719"/>
                  <a:pt x="1151613" y="125234"/>
                  <a:pt x="1151613" y="122912"/>
                </a:cubicBezTo>
                <a:lnTo>
                  <a:pt x="1149741" y="69378"/>
                </a:lnTo>
                <a:cubicBezTo>
                  <a:pt x="1145186" y="69195"/>
                  <a:pt x="1138259" y="68672"/>
                  <a:pt x="1128961" y="67809"/>
                </a:cubicBezTo>
                <a:cubicBezTo>
                  <a:pt x="1123407" y="67071"/>
                  <a:pt x="1120630" y="64029"/>
                  <a:pt x="1120630" y="58681"/>
                </a:cubicBezTo>
                <a:cubicBezTo>
                  <a:pt x="1120630" y="55976"/>
                  <a:pt x="1121472" y="53733"/>
                  <a:pt x="1123157" y="51953"/>
                </a:cubicBezTo>
                <a:cubicBezTo>
                  <a:pt x="1124842" y="50171"/>
                  <a:pt x="1126995" y="49280"/>
                  <a:pt x="1129616" y="49280"/>
                </a:cubicBezTo>
                <a:lnTo>
                  <a:pt x="1149273" y="50841"/>
                </a:lnTo>
                <a:cubicBezTo>
                  <a:pt x="1149273" y="47711"/>
                  <a:pt x="1149133" y="43524"/>
                  <a:pt x="1148852" y="38280"/>
                </a:cubicBezTo>
                <a:cubicBezTo>
                  <a:pt x="1148571" y="33033"/>
                  <a:pt x="1148431" y="29245"/>
                  <a:pt x="1148431" y="26914"/>
                </a:cubicBezTo>
                <a:cubicBezTo>
                  <a:pt x="1148431" y="24337"/>
                  <a:pt x="1149335" y="22205"/>
                  <a:pt x="1151145" y="20519"/>
                </a:cubicBezTo>
                <a:cubicBezTo>
                  <a:pt x="1152955" y="18831"/>
                  <a:pt x="1155170" y="17987"/>
                  <a:pt x="1157791" y="17987"/>
                </a:cubicBezTo>
                <a:cubicBezTo>
                  <a:pt x="1163407" y="17987"/>
                  <a:pt x="1166684" y="22484"/>
                  <a:pt x="1167620" y="31477"/>
                </a:cubicBezTo>
                <a:cubicBezTo>
                  <a:pt x="1167807" y="33741"/>
                  <a:pt x="1167901" y="36463"/>
                  <a:pt x="1167901" y="39645"/>
                </a:cubicBezTo>
                <a:lnTo>
                  <a:pt x="1167713" y="44967"/>
                </a:lnTo>
                <a:lnTo>
                  <a:pt x="1167620" y="50657"/>
                </a:lnTo>
                <a:cubicBezTo>
                  <a:pt x="1175358" y="49678"/>
                  <a:pt x="1179788" y="49189"/>
                  <a:pt x="1180912" y="49189"/>
                </a:cubicBezTo>
                <a:cubicBezTo>
                  <a:pt x="1187402" y="49189"/>
                  <a:pt x="1191645" y="49495"/>
                  <a:pt x="1193642" y="50106"/>
                </a:cubicBezTo>
                <a:cubicBezTo>
                  <a:pt x="1197449" y="51338"/>
                  <a:pt x="1199352" y="54240"/>
                  <a:pt x="1199352" y="58813"/>
                </a:cubicBezTo>
                <a:cubicBezTo>
                  <a:pt x="1199352" y="61532"/>
                  <a:pt x="1198494" y="63772"/>
                  <a:pt x="1196778" y="65532"/>
                </a:cubicBezTo>
                <a:cubicBezTo>
                  <a:pt x="1195062" y="67293"/>
                  <a:pt x="1192862" y="68174"/>
                  <a:pt x="1190179" y="68174"/>
                </a:cubicBezTo>
                <a:close/>
                <a:moveTo>
                  <a:pt x="1239102" y="30101"/>
                </a:moveTo>
                <a:cubicBezTo>
                  <a:pt x="1236106" y="30101"/>
                  <a:pt x="1233517" y="29060"/>
                  <a:pt x="1231333" y="26980"/>
                </a:cubicBezTo>
                <a:cubicBezTo>
                  <a:pt x="1229148" y="24900"/>
                  <a:pt x="1228056" y="22392"/>
                  <a:pt x="1228056" y="19455"/>
                </a:cubicBezTo>
                <a:cubicBezTo>
                  <a:pt x="1228056" y="16519"/>
                  <a:pt x="1229148" y="14010"/>
                  <a:pt x="1231333" y="11930"/>
                </a:cubicBezTo>
                <a:cubicBezTo>
                  <a:pt x="1233517" y="9850"/>
                  <a:pt x="1236106" y="8810"/>
                  <a:pt x="1239102" y="8810"/>
                </a:cubicBezTo>
                <a:cubicBezTo>
                  <a:pt x="1242097" y="8810"/>
                  <a:pt x="1244671" y="9850"/>
                  <a:pt x="1246824" y="11930"/>
                </a:cubicBezTo>
                <a:cubicBezTo>
                  <a:pt x="1248977" y="14010"/>
                  <a:pt x="1250054" y="16519"/>
                  <a:pt x="1250054" y="19455"/>
                </a:cubicBezTo>
                <a:cubicBezTo>
                  <a:pt x="1250054" y="22392"/>
                  <a:pt x="1248977" y="24900"/>
                  <a:pt x="1246824" y="26980"/>
                </a:cubicBezTo>
                <a:cubicBezTo>
                  <a:pt x="1244671" y="29060"/>
                  <a:pt x="1242097" y="30101"/>
                  <a:pt x="1239102" y="30101"/>
                </a:cubicBezTo>
                <a:moveTo>
                  <a:pt x="1243314" y="104669"/>
                </a:moveTo>
                <a:cubicBezTo>
                  <a:pt x="1243314" y="108344"/>
                  <a:pt x="1243423" y="113841"/>
                  <a:pt x="1243642" y="121159"/>
                </a:cubicBezTo>
                <a:cubicBezTo>
                  <a:pt x="1243860" y="128476"/>
                  <a:pt x="1243969" y="133972"/>
                  <a:pt x="1243969" y="137646"/>
                </a:cubicBezTo>
                <a:cubicBezTo>
                  <a:pt x="1243969" y="140340"/>
                  <a:pt x="1243127" y="142545"/>
                  <a:pt x="1241442" y="144260"/>
                </a:cubicBezTo>
                <a:cubicBezTo>
                  <a:pt x="1239757" y="145974"/>
                  <a:pt x="1237542" y="146832"/>
                  <a:pt x="1234796" y="146832"/>
                </a:cubicBezTo>
                <a:cubicBezTo>
                  <a:pt x="1232113" y="146832"/>
                  <a:pt x="1229913" y="145974"/>
                  <a:pt x="1228197" y="144260"/>
                </a:cubicBezTo>
                <a:cubicBezTo>
                  <a:pt x="1226481" y="142545"/>
                  <a:pt x="1225623" y="140340"/>
                  <a:pt x="1225623" y="137646"/>
                </a:cubicBezTo>
                <a:cubicBezTo>
                  <a:pt x="1225623" y="133972"/>
                  <a:pt x="1225513" y="128476"/>
                  <a:pt x="1225295" y="121159"/>
                </a:cubicBezTo>
                <a:cubicBezTo>
                  <a:pt x="1225077" y="113841"/>
                  <a:pt x="1224967" y="108344"/>
                  <a:pt x="1224967" y="104669"/>
                </a:cubicBezTo>
                <a:cubicBezTo>
                  <a:pt x="1224967" y="98913"/>
                  <a:pt x="1225279" y="91733"/>
                  <a:pt x="1225903" y="83129"/>
                </a:cubicBezTo>
                <a:cubicBezTo>
                  <a:pt x="1226527" y="74524"/>
                  <a:pt x="1226840" y="67343"/>
                  <a:pt x="1226840" y="61586"/>
                </a:cubicBezTo>
                <a:cubicBezTo>
                  <a:pt x="1226840" y="58831"/>
                  <a:pt x="1227698" y="56596"/>
                  <a:pt x="1229414" y="54881"/>
                </a:cubicBezTo>
                <a:cubicBezTo>
                  <a:pt x="1231130" y="53166"/>
                  <a:pt x="1233329" y="52309"/>
                  <a:pt x="1236013" y="52309"/>
                </a:cubicBezTo>
                <a:cubicBezTo>
                  <a:pt x="1238696" y="52309"/>
                  <a:pt x="1240896" y="53166"/>
                  <a:pt x="1242612" y="54881"/>
                </a:cubicBezTo>
                <a:cubicBezTo>
                  <a:pt x="1244328" y="56596"/>
                  <a:pt x="1245186" y="58831"/>
                  <a:pt x="1245186" y="61586"/>
                </a:cubicBezTo>
                <a:cubicBezTo>
                  <a:pt x="1245186" y="67343"/>
                  <a:pt x="1244874" y="74524"/>
                  <a:pt x="1244250" y="83129"/>
                </a:cubicBezTo>
                <a:cubicBezTo>
                  <a:pt x="1243626" y="91733"/>
                  <a:pt x="1243314" y="98913"/>
                  <a:pt x="1243314" y="104669"/>
                </a:cubicBezTo>
                <a:close/>
                <a:moveTo>
                  <a:pt x="1312993" y="151788"/>
                </a:moveTo>
                <a:cubicBezTo>
                  <a:pt x="1302509" y="151788"/>
                  <a:pt x="1293492" y="147988"/>
                  <a:pt x="1285941" y="140388"/>
                </a:cubicBezTo>
                <a:cubicBezTo>
                  <a:pt x="1277516" y="131930"/>
                  <a:pt x="1273086" y="120560"/>
                  <a:pt x="1272649" y="106278"/>
                </a:cubicBezTo>
                <a:cubicBezTo>
                  <a:pt x="1272275" y="92427"/>
                  <a:pt x="1275832" y="80230"/>
                  <a:pt x="1283320" y="69688"/>
                </a:cubicBezTo>
                <a:cubicBezTo>
                  <a:pt x="1292056" y="57245"/>
                  <a:pt x="1304225" y="51024"/>
                  <a:pt x="1319826" y="51024"/>
                </a:cubicBezTo>
                <a:cubicBezTo>
                  <a:pt x="1332307" y="51024"/>
                  <a:pt x="1341761" y="56633"/>
                  <a:pt x="1348188" y="67850"/>
                </a:cubicBezTo>
                <a:cubicBezTo>
                  <a:pt x="1353306" y="76919"/>
                  <a:pt x="1355770" y="87829"/>
                  <a:pt x="1355583" y="100577"/>
                </a:cubicBezTo>
                <a:cubicBezTo>
                  <a:pt x="1355396" y="114184"/>
                  <a:pt x="1351777" y="125799"/>
                  <a:pt x="1344725" y="135424"/>
                </a:cubicBezTo>
                <a:cubicBezTo>
                  <a:pt x="1336737" y="146333"/>
                  <a:pt x="1326160" y="151788"/>
                  <a:pt x="1312993" y="151788"/>
                </a:cubicBezTo>
                <a:moveTo>
                  <a:pt x="1318609" y="69745"/>
                </a:moveTo>
                <a:cubicBezTo>
                  <a:pt x="1309436" y="69684"/>
                  <a:pt x="1302291" y="73972"/>
                  <a:pt x="1297174" y="82610"/>
                </a:cubicBezTo>
                <a:cubicBezTo>
                  <a:pt x="1293117" y="89535"/>
                  <a:pt x="1291089" y="97439"/>
                  <a:pt x="1291089" y="106321"/>
                </a:cubicBezTo>
                <a:cubicBezTo>
                  <a:pt x="1291089" y="115206"/>
                  <a:pt x="1293554" y="122130"/>
                  <a:pt x="1298484" y="127093"/>
                </a:cubicBezTo>
                <a:cubicBezTo>
                  <a:pt x="1302603" y="131198"/>
                  <a:pt x="1307439" y="133250"/>
                  <a:pt x="1312993" y="133250"/>
                </a:cubicBezTo>
                <a:cubicBezTo>
                  <a:pt x="1319483" y="133250"/>
                  <a:pt x="1325068" y="130921"/>
                  <a:pt x="1329748" y="126264"/>
                </a:cubicBezTo>
                <a:cubicBezTo>
                  <a:pt x="1335053" y="121119"/>
                  <a:pt x="1337861" y="114166"/>
                  <a:pt x="1338173" y="105404"/>
                </a:cubicBezTo>
                <a:cubicBezTo>
                  <a:pt x="1339046" y="81692"/>
                  <a:pt x="1332525" y="69806"/>
                  <a:pt x="1318609" y="69745"/>
                </a:cubicBezTo>
                <a:close/>
                <a:moveTo>
                  <a:pt x="1454280" y="152889"/>
                </a:moveTo>
                <a:cubicBezTo>
                  <a:pt x="1448913" y="152889"/>
                  <a:pt x="1445887" y="150008"/>
                  <a:pt x="1445200" y="144245"/>
                </a:cubicBezTo>
                <a:lnTo>
                  <a:pt x="1442579" y="124105"/>
                </a:lnTo>
                <a:cubicBezTo>
                  <a:pt x="1441705" y="116931"/>
                  <a:pt x="1441269" y="110218"/>
                  <a:pt x="1441269" y="103964"/>
                </a:cubicBezTo>
                <a:cubicBezTo>
                  <a:pt x="1441269" y="102247"/>
                  <a:pt x="1441378" y="99335"/>
                  <a:pt x="1441596" y="95229"/>
                </a:cubicBezTo>
                <a:cubicBezTo>
                  <a:pt x="1441815" y="91120"/>
                  <a:pt x="1441924" y="88207"/>
                  <a:pt x="1441924" y="86490"/>
                </a:cubicBezTo>
                <a:cubicBezTo>
                  <a:pt x="1441924" y="73247"/>
                  <a:pt x="1439428" y="66625"/>
                  <a:pt x="1434435" y="66625"/>
                </a:cubicBezTo>
                <a:cubicBezTo>
                  <a:pt x="1427446" y="66625"/>
                  <a:pt x="1420769" y="70698"/>
                  <a:pt x="1414404" y="78845"/>
                </a:cubicBezTo>
                <a:cubicBezTo>
                  <a:pt x="1408663" y="86255"/>
                  <a:pt x="1404170" y="95625"/>
                  <a:pt x="1400925" y="106955"/>
                </a:cubicBezTo>
                <a:cubicBezTo>
                  <a:pt x="1400800" y="109345"/>
                  <a:pt x="1400519" y="112347"/>
                  <a:pt x="1400082" y="115960"/>
                </a:cubicBezTo>
                <a:cubicBezTo>
                  <a:pt x="1399708" y="119023"/>
                  <a:pt x="1399521" y="121993"/>
                  <a:pt x="1399521" y="124870"/>
                </a:cubicBezTo>
                <a:cubicBezTo>
                  <a:pt x="1399521" y="126708"/>
                  <a:pt x="1399708" y="129464"/>
                  <a:pt x="1400082" y="133138"/>
                </a:cubicBezTo>
                <a:cubicBezTo>
                  <a:pt x="1400457" y="136813"/>
                  <a:pt x="1400644" y="139569"/>
                  <a:pt x="1400644" y="141406"/>
                </a:cubicBezTo>
                <a:cubicBezTo>
                  <a:pt x="1400644" y="144163"/>
                  <a:pt x="1399786" y="146399"/>
                  <a:pt x="1398070" y="148114"/>
                </a:cubicBezTo>
                <a:cubicBezTo>
                  <a:pt x="1396354" y="149829"/>
                  <a:pt x="1394154" y="150686"/>
                  <a:pt x="1391471" y="150686"/>
                </a:cubicBezTo>
                <a:cubicBezTo>
                  <a:pt x="1388725" y="150686"/>
                  <a:pt x="1386510" y="149828"/>
                  <a:pt x="1384825" y="148111"/>
                </a:cubicBezTo>
                <a:cubicBezTo>
                  <a:pt x="1383140" y="146396"/>
                  <a:pt x="1382297" y="144159"/>
                  <a:pt x="1382297" y="141400"/>
                </a:cubicBezTo>
                <a:cubicBezTo>
                  <a:pt x="1382297" y="139563"/>
                  <a:pt x="1382094" y="136806"/>
                  <a:pt x="1381689" y="133130"/>
                </a:cubicBezTo>
                <a:cubicBezTo>
                  <a:pt x="1381283" y="129451"/>
                  <a:pt x="1381080" y="126692"/>
                  <a:pt x="1381080" y="124853"/>
                </a:cubicBezTo>
                <a:cubicBezTo>
                  <a:pt x="1381080" y="118540"/>
                  <a:pt x="1381533" y="109791"/>
                  <a:pt x="1382438" y="98607"/>
                </a:cubicBezTo>
                <a:cubicBezTo>
                  <a:pt x="1383343" y="87422"/>
                  <a:pt x="1383795" y="78674"/>
                  <a:pt x="1383795" y="72361"/>
                </a:cubicBezTo>
                <a:cubicBezTo>
                  <a:pt x="1383795" y="70399"/>
                  <a:pt x="1383686" y="67488"/>
                  <a:pt x="1383467" y="63628"/>
                </a:cubicBezTo>
                <a:cubicBezTo>
                  <a:pt x="1383249" y="59766"/>
                  <a:pt x="1383140" y="56855"/>
                  <a:pt x="1383140" y="54896"/>
                </a:cubicBezTo>
                <a:cubicBezTo>
                  <a:pt x="1383140" y="52259"/>
                  <a:pt x="1384029" y="50099"/>
                  <a:pt x="1385807" y="48414"/>
                </a:cubicBezTo>
                <a:cubicBezTo>
                  <a:pt x="1387586" y="46728"/>
                  <a:pt x="1389786" y="45885"/>
                  <a:pt x="1392407" y="45885"/>
                </a:cubicBezTo>
                <a:cubicBezTo>
                  <a:pt x="1398148" y="45885"/>
                  <a:pt x="1401299" y="49878"/>
                  <a:pt x="1401861" y="57864"/>
                </a:cubicBezTo>
                <a:lnTo>
                  <a:pt x="1402142" y="68644"/>
                </a:lnTo>
                <a:cubicBezTo>
                  <a:pt x="1412625" y="54940"/>
                  <a:pt x="1423390" y="48087"/>
                  <a:pt x="1434435" y="48087"/>
                </a:cubicBezTo>
                <a:cubicBezTo>
                  <a:pt x="1444420" y="48087"/>
                  <a:pt x="1451378" y="52408"/>
                  <a:pt x="1455309" y="61050"/>
                </a:cubicBezTo>
                <a:cubicBezTo>
                  <a:pt x="1457993" y="66810"/>
                  <a:pt x="1459459" y="75330"/>
                  <a:pt x="1459709" y="86608"/>
                </a:cubicBezTo>
                <a:lnTo>
                  <a:pt x="1459709" y="95891"/>
                </a:lnTo>
                <a:lnTo>
                  <a:pt x="1459615" y="104440"/>
                </a:lnTo>
                <a:cubicBezTo>
                  <a:pt x="1459615" y="109527"/>
                  <a:pt x="1460286" y="116101"/>
                  <a:pt x="1461628" y="124162"/>
                </a:cubicBezTo>
                <a:cubicBezTo>
                  <a:pt x="1462969" y="132220"/>
                  <a:pt x="1463640" y="138762"/>
                  <a:pt x="1463640" y="143786"/>
                </a:cubicBezTo>
                <a:cubicBezTo>
                  <a:pt x="1463640" y="146484"/>
                  <a:pt x="1462751" y="148675"/>
                  <a:pt x="1460973" y="150359"/>
                </a:cubicBezTo>
                <a:cubicBezTo>
                  <a:pt x="1459194" y="152046"/>
                  <a:pt x="1456963" y="152889"/>
                  <a:pt x="1454280" y="152889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baseddetection">
            <a:extLst xmlns:a="http://schemas.openxmlformats.org/drawingml/2006/main">
              <a:ext uri="{FF2B5EF4-FFF2-40B4-BE49-F238E27FC236}">
                <a16:creationId xmlns:a16="http://schemas.microsoft.com/office/drawing/2014/main" id="{0D7F4014-E372-4A0F-A51A-75C5C5EB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348" y="3860752"/>
            <a:ext cx="1463640" cy="152889"/>
          </a:xfrm>
          <a:custGeom xmlns:a="http://schemas.openxmlformats.org/drawingml/2006/main">
            <a:pathLst>
              <a:path w="1463640" h="152889" fill="none">
                <a:moveTo>
                  <a:pt x="42403" y="150136"/>
                </a:moveTo>
                <a:cubicBezTo>
                  <a:pt x="32855" y="150136"/>
                  <a:pt x="24181" y="148300"/>
                  <a:pt x="16381" y="144629"/>
                </a:cubicBezTo>
                <a:cubicBezTo>
                  <a:pt x="14384" y="147566"/>
                  <a:pt x="11950" y="149034"/>
                  <a:pt x="9080" y="149034"/>
                </a:cubicBezTo>
                <a:cubicBezTo>
                  <a:pt x="6708" y="149034"/>
                  <a:pt x="4696" y="148223"/>
                  <a:pt x="3042" y="146600"/>
                </a:cubicBezTo>
                <a:cubicBezTo>
                  <a:pt x="1388" y="144978"/>
                  <a:pt x="562" y="142943"/>
                  <a:pt x="562" y="140494"/>
                </a:cubicBezTo>
                <a:cubicBezTo>
                  <a:pt x="562" y="138903"/>
                  <a:pt x="640" y="136547"/>
                  <a:pt x="796" y="133425"/>
                </a:cubicBezTo>
                <a:cubicBezTo>
                  <a:pt x="952" y="130303"/>
                  <a:pt x="1030" y="127946"/>
                  <a:pt x="1030" y="126353"/>
                </a:cubicBezTo>
                <a:cubicBezTo>
                  <a:pt x="1030" y="119864"/>
                  <a:pt x="858" y="110146"/>
                  <a:pt x="515" y="97199"/>
                </a:cubicBezTo>
                <a:cubicBezTo>
                  <a:pt x="172" y="84252"/>
                  <a:pt x="0" y="74533"/>
                  <a:pt x="0" y="68042"/>
                </a:cubicBezTo>
                <a:cubicBezTo>
                  <a:pt x="0" y="63574"/>
                  <a:pt x="31" y="55111"/>
                  <a:pt x="94" y="42653"/>
                </a:cubicBezTo>
                <a:cubicBezTo>
                  <a:pt x="156" y="30195"/>
                  <a:pt x="187" y="21701"/>
                  <a:pt x="187" y="17170"/>
                </a:cubicBezTo>
                <a:cubicBezTo>
                  <a:pt x="187" y="13497"/>
                  <a:pt x="967" y="10191"/>
                  <a:pt x="2527" y="7253"/>
                </a:cubicBezTo>
                <a:cubicBezTo>
                  <a:pt x="4587" y="3519"/>
                  <a:pt x="7426" y="1652"/>
                  <a:pt x="11045" y="1652"/>
                </a:cubicBezTo>
                <a:cubicBezTo>
                  <a:pt x="15726" y="1652"/>
                  <a:pt x="18066" y="4318"/>
                  <a:pt x="18066" y="9650"/>
                </a:cubicBezTo>
                <a:cubicBezTo>
                  <a:pt x="18066" y="10509"/>
                  <a:pt x="17910" y="11766"/>
                  <a:pt x="17598" y="13421"/>
                </a:cubicBezTo>
                <a:cubicBezTo>
                  <a:pt x="17286" y="15075"/>
                  <a:pt x="17130" y="16331"/>
                  <a:pt x="17130" y="17190"/>
                </a:cubicBezTo>
                <a:lnTo>
                  <a:pt x="16849" y="37327"/>
                </a:lnTo>
                <a:lnTo>
                  <a:pt x="16662" y="60752"/>
                </a:lnTo>
                <a:cubicBezTo>
                  <a:pt x="22091" y="57142"/>
                  <a:pt x="27255" y="54435"/>
                  <a:pt x="32153" y="52630"/>
                </a:cubicBezTo>
                <a:cubicBezTo>
                  <a:pt x="37052" y="50825"/>
                  <a:pt x="41654" y="49923"/>
                  <a:pt x="45960" y="49923"/>
                </a:cubicBezTo>
                <a:cubicBezTo>
                  <a:pt x="59377" y="49923"/>
                  <a:pt x="70266" y="54970"/>
                  <a:pt x="78629" y="65065"/>
                </a:cubicBezTo>
                <a:cubicBezTo>
                  <a:pt x="86491" y="74548"/>
                  <a:pt x="90423" y="86203"/>
                  <a:pt x="90423" y="100029"/>
                </a:cubicBezTo>
                <a:cubicBezTo>
                  <a:pt x="90423" y="113978"/>
                  <a:pt x="85836" y="125817"/>
                  <a:pt x="76663" y="135544"/>
                </a:cubicBezTo>
                <a:cubicBezTo>
                  <a:pt x="67489" y="145272"/>
                  <a:pt x="56070" y="150136"/>
                  <a:pt x="42403" y="150136"/>
                </a:cubicBezTo>
                <a:moveTo>
                  <a:pt x="45960" y="67359"/>
                </a:moveTo>
                <a:cubicBezTo>
                  <a:pt x="40843" y="67359"/>
                  <a:pt x="35601" y="68764"/>
                  <a:pt x="30235" y="71575"/>
                </a:cubicBezTo>
                <a:cubicBezTo>
                  <a:pt x="27614" y="72980"/>
                  <a:pt x="23121" y="76004"/>
                  <a:pt x="16755" y="80646"/>
                </a:cubicBezTo>
                <a:lnTo>
                  <a:pt x="16568" y="96502"/>
                </a:lnTo>
                <a:lnTo>
                  <a:pt x="16662" y="110798"/>
                </a:lnTo>
                <a:lnTo>
                  <a:pt x="16755" y="125825"/>
                </a:lnTo>
                <a:cubicBezTo>
                  <a:pt x="19751" y="127169"/>
                  <a:pt x="23963" y="128880"/>
                  <a:pt x="29392" y="130959"/>
                </a:cubicBezTo>
                <a:cubicBezTo>
                  <a:pt x="33261" y="132119"/>
                  <a:pt x="37598" y="132699"/>
                  <a:pt x="42403" y="132699"/>
                </a:cubicBezTo>
                <a:cubicBezTo>
                  <a:pt x="51452" y="132699"/>
                  <a:pt x="58878" y="129584"/>
                  <a:pt x="64681" y="123353"/>
                </a:cubicBezTo>
                <a:cubicBezTo>
                  <a:pt x="70485" y="117120"/>
                  <a:pt x="73387" y="109361"/>
                  <a:pt x="73387" y="100075"/>
                </a:cubicBezTo>
                <a:cubicBezTo>
                  <a:pt x="73387" y="90973"/>
                  <a:pt x="71046" y="83366"/>
                  <a:pt x="66366" y="77256"/>
                </a:cubicBezTo>
                <a:cubicBezTo>
                  <a:pt x="61312" y="70658"/>
                  <a:pt x="54510" y="67359"/>
                  <a:pt x="45960" y="67359"/>
                </a:cubicBezTo>
                <a:close/>
                <a:moveTo>
                  <a:pt x="189425" y="152338"/>
                </a:moveTo>
                <a:cubicBezTo>
                  <a:pt x="188239" y="152338"/>
                  <a:pt x="186086" y="150981"/>
                  <a:pt x="182966" y="148266"/>
                </a:cubicBezTo>
                <a:cubicBezTo>
                  <a:pt x="180158" y="145736"/>
                  <a:pt x="178067" y="143484"/>
                  <a:pt x="176694" y="141509"/>
                </a:cubicBezTo>
                <a:cubicBezTo>
                  <a:pt x="170704" y="144721"/>
                  <a:pt x="165430" y="147146"/>
                  <a:pt x="160875" y="148782"/>
                </a:cubicBezTo>
                <a:cubicBezTo>
                  <a:pt x="156319" y="150419"/>
                  <a:pt x="152513" y="151237"/>
                  <a:pt x="149455" y="151237"/>
                </a:cubicBezTo>
                <a:cubicBezTo>
                  <a:pt x="134853" y="151237"/>
                  <a:pt x="124213" y="147199"/>
                  <a:pt x="117536" y="139123"/>
                </a:cubicBezTo>
                <a:cubicBezTo>
                  <a:pt x="111233" y="131537"/>
                  <a:pt x="108082" y="119913"/>
                  <a:pt x="108082" y="104251"/>
                </a:cubicBezTo>
                <a:cubicBezTo>
                  <a:pt x="108082" y="89445"/>
                  <a:pt x="113277" y="76781"/>
                  <a:pt x="123667" y="66258"/>
                </a:cubicBezTo>
                <a:cubicBezTo>
                  <a:pt x="134057" y="55735"/>
                  <a:pt x="146460" y="50473"/>
                  <a:pt x="160875" y="50473"/>
                </a:cubicBezTo>
                <a:cubicBezTo>
                  <a:pt x="166304" y="50473"/>
                  <a:pt x="172388" y="51850"/>
                  <a:pt x="179128" y="54603"/>
                </a:cubicBezTo>
                <a:cubicBezTo>
                  <a:pt x="187615" y="58029"/>
                  <a:pt x="191858" y="62159"/>
                  <a:pt x="191858" y="66992"/>
                </a:cubicBezTo>
                <a:cubicBezTo>
                  <a:pt x="191858" y="68644"/>
                  <a:pt x="191234" y="70112"/>
                  <a:pt x="189986" y="71397"/>
                </a:cubicBezTo>
                <a:cubicBezTo>
                  <a:pt x="189362" y="73722"/>
                  <a:pt x="188879" y="77546"/>
                  <a:pt x="188535" y="82868"/>
                </a:cubicBezTo>
                <a:cubicBezTo>
                  <a:pt x="188192" y="88191"/>
                  <a:pt x="187989" y="95013"/>
                  <a:pt x="187927" y="103333"/>
                </a:cubicBezTo>
                <a:cubicBezTo>
                  <a:pt x="187864" y="110919"/>
                  <a:pt x="188395" y="116915"/>
                  <a:pt x="189518" y="121320"/>
                </a:cubicBezTo>
                <a:cubicBezTo>
                  <a:pt x="190142" y="124012"/>
                  <a:pt x="192108" y="129396"/>
                  <a:pt x="195415" y="137471"/>
                </a:cubicBezTo>
                <a:cubicBezTo>
                  <a:pt x="195852" y="138573"/>
                  <a:pt x="196570" y="140194"/>
                  <a:pt x="197568" y="142335"/>
                </a:cubicBezTo>
                <a:lnTo>
                  <a:pt x="198130" y="143895"/>
                </a:lnTo>
                <a:cubicBezTo>
                  <a:pt x="198130" y="146343"/>
                  <a:pt x="197256" y="148361"/>
                  <a:pt x="195509" y="149952"/>
                </a:cubicBezTo>
                <a:cubicBezTo>
                  <a:pt x="193762" y="151543"/>
                  <a:pt x="191734" y="152338"/>
                  <a:pt x="189425" y="152338"/>
                </a:cubicBezTo>
                <a:moveTo>
                  <a:pt x="169955" y="88592"/>
                </a:moveTo>
                <a:cubicBezTo>
                  <a:pt x="169955" y="85967"/>
                  <a:pt x="170126" y="83115"/>
                  <a:pt x="170470" y="80035"/>
                </a:cubicBezTo>
                <a:cubicBezTo>
                  <a:pt x="170813" y="76953"/>
                  <a:pt x="171328" y="73673"/>
                  <a:pt x="172014" y="70195"/>
                </a:cubicBezTo>
                <a:cubicBezTo>
                  <a:pt x="169705" y="69035"/>
                  <a:pt x="167724" y="68180"/>
                  <a:pt x="166070" y="67632"/>
                </a:cubicBezTo>
                <a:cubicBezTo>
                  <a:pt x="164416" y="67083"/>
                  <a:pt x="163090" y="66809"/>
                  <a:pt x="162092" y="66809"/>
                </a:cubicBezTo>
                <a:cubicBezTo>
                  <a:pt x="152419" y="66809"/>
                  <a:pt x="144073" y="70668"/>
                  <a:pt x="137052" y="78386"/>
                </a:cubicBezTo>
                <a:cubicBezTo>
                  <a:pt x="130032" y="86104"/>
                  <a:pt x="126522" y="94997"/>
                  <a:pt x="126522" y="105065"/>
                </a:cubicBezTo>
                <a:cubicBezTo>
                  <a:pt x="126522" y="115072"/>
                  <a:pt x="128331" y="122577"/>
                  <a:pt x="131951" y="127580"/>
                </a:cubicBezTo>
                <a:cubicBezTo>
                  <a:pt x="135570" y="132584"/>
                  <a:pt x="140999" y="135085"/>
                  <a:pt x="148238" y="135085"/>
                </a:cubicBezTo>
                <a:cubicBezTo>
                  <a:pt x="154229" y="135085"/>
                  <a:pt x="159315" y="134018"/>
                  <a:pt x="163496" y="131882"/>
                </a:cubicBezTo>
                <a:cubicBezTo>
                  <a:pt x="165742" y="130723"/>
                  <a:pt x="168894" y="128405"/>
                  <a:pt x="172950" y="124928"/>
                </a:cubicBezTo>
                <a:cubicBezTo>
                  <a:pt x="170953" y="108757"/>
                  <a:pt x="169955" y="96645"/>
                  <a:pt x="169955" y="88592"/>
                </a:cubicBezTo>
                <a:close/>
                <a:moveTo>
                  <a:pt x="281988" y="75618"/>
                </a:moveTo>
                <a:cubicBezTo>
                  <a:pt x="278555" y="75618"/>
                  <a:pt x="276153" y="74494"/>
                  <a:pt x="274780" y="72246"/>
                </a:cubicBezTo>
                <a:cubicBezTo>
                  <a:pt x="273844" y="70667"/>
                  <a:pt x="273033" y="67386"/>
                  <a:pt x="272346" y="62404"/>
                </a:cubicBezTo>
                <a:cubicBezTo>
                  <a:pt x="267666" y="63564"/>
                  <a:pt x="260458" y="65703"/>
                  <a:pt x="250723" y="68819"/>
                </a:cubicBezTo>
                <a:cubicBezTo>
                  <a:pt x="240676" y="72731"/>
                  <a:pt x="235622" y="77558"/>
                  <a:pt x="235559" y="83301"/>
                </a:cubicBezTo>
                <a:cubicBezTo>
                  <a:pt x="237431" y="83974"/>
                  <a:pt x="239272" y="84464"/>
                  <a:pt x="241082" y="84770"/>
                </a:cubicBezTo>
                <a:cubicBezTo>
                  <a:pt x="255435" y="87274"/>
                  <a:pt x="266106" y="90727"/>
                  <a:pt x="273095" y="95128"/>
                </a:cubicBezTo>
                <a:cubicBezTo>
                  <a:pt x="283267" y="101546"/>
                  <a:pt x="288353" y="110837"/>
                  <a:pt x="288353" y="123000"/>
                </a:cubicBezTo>
                <a:cubicBezTo>
                  <a:pt x="288353" y="132963"/>
                  <a:pt x="283953" y="140481"/>
                  <a:pt x="275154" y="145553"/>
                </a:cubicBezTo>
                <a:cubicBezTo>
                  <a:pt x="267853" y="149709"/>
                  <a:pt x="258617" y="151788"/>
                  <a:pt x="247447" y="151788"/>
                </a:cubicBezTo>
                <a:cubicBezTo>
                  <a:pt x="239272" y="151788"/>
                  <a:pt x="231472" y="150442"/>
                  <a:pt x="224046" y="147750"/>
                </a:cubicBezTo>
                <a:cubicBezTo>
                  <a:pt x="214436" y="144324"/>
                  <a:pt x="209631" y="139552"/>
                  <a:pt x="209631" y="133434"/>
                </a:cubicBezTo>
                <a:cubicBezTo>
                  <a:pt x="209631" y="130986"/>
                  <a:pt x="210613" y="128845"/>
                  <a:pt x="212579" y="127010"/>
                </a:cubicBezTo>
                <a:cubicBezTo>
                  <a:pt x="214545" y="125174"/>
                  <a:pt x="216776" y="124257"/>
                  <a:pt x="219272" y="124257"/>
                </a:cubicBezTo>
                <a:cubicBezTo>
                  <a:pt x="221206" y="124257"/>
                  <a:pt x="223703" y="125725"/>
                  <a:pt x="226760" y="128662"/>
                </a:cubicBezTo>
                <a:cubicBezTo>
                  <a:pt x="228258" y="130069"/>
                  <a:pt x="231628" y="131231"/>
                  <a:pt x="236870" y="132149"/>
                </a:cubicBezTo>
                <a:cubicBezTo>
                  <a:pt x="241051" y="132883"/>
                  <a:pt x="244577" y="133250"/>
                  <a:pt x="247447" y="133250"/>
                </a:cubicBezTo>
                <a:cubicBezTo>
                  <a:pt x="252689" y="133250"/>
                  <a:pt x="257307" y="132639"/>
                  <a:pt x="261301" y="131417"/>
                </a:cubicBezTo>
                <a:cubicBezTo>
                  <a:pt x="267104" y="129645"/>
                  <a:pt x="270006" y="126835"/>
                  <a:pt x="270006" y="122986"/>
                </a:cubicBezTo>
                <a:cubicBezTo>
                  <a:pt x="270006" y="114675"/>
                  <a:pt x="264078" y="109053"/>
                  <a:pt x="252221" y="106121"/>
                </a:cubicBezTo>
                <a:lnTo>
                  <a:pt x="242486" y="104010"/>
                </a:lnTo>
                <a:cubicBezTo>
                  <a:pt x="234186" y="102234"/>
                  <a:pt x="228289" y="100152"/>
                  <a:pt x="224795" y="97764"/>
                </a:cubicBezTo>
                <a:cubicBezTo>
                  <a:pt x="219740" y="94336"/>
                  <a:pt x="217213" y="89164"/>
                  <a:pt x="217213" y="82249"/>
                </a:cubicBezTo>
                <a:cubicBezTo>
                  <a:pt x="217213" y="69455"/>
                  <a:pt x="223359" y="60333"/>
                  <a:pt x="235653" y="54884"/>
                </a:cubicBezTo>
                <a:cubicBezTo>
                  <a:pt x="239397" y="53232"/>
                  <a:pt x="245388" y="51259"/>
                  <a:pt x="253625" y="48965"/>
                </a:cubicBezTo>
                <a:cubicBezTo>
                  <a:pt x="261862" y="46669"/>
                  <a:pt x="267760" y="44724"/>
                  <a:pt x="271317" y="43132"/>
                </a:cubicBezTo>
                <a:cubicBezTo>
                  <a:pt x="273875" y="42031"/>
                  <a:pt x="276652" y="41480"/>
                  <a:pt x="279647" y="41480"/>
                </a:cubicBezTo>
                <a:cubicBezTo>
                  <a:pt x="282331" y="41480"/>
                  <a:pt x="284530" y="42337"/>
                  <a:pt x="286247" y="44050"/>
                </a:cubicBezTo>
                <a:cubicBezTo>
                  <a:pt x="287963" y="45763"/>
                  <a:pt x="288821" y="47996"/>
                  <a:pt x="288821" y="50749"/>
                </a:cubicBezTo>
                <a:cubicBezTo>
                  <a:pt x="288821" y="52523"/>
                  <a:pt x="289211" y="55123"/>
                  <a:pt x="289991" y="58549"/>
                </a:cubicBezTo>
                <a:cubicBezTo>
                  <a:pt x="290771" y="61975"/>
                  <a:pt x="291161" y="64575"/>
                  <a:pt x="291161" y="66350"/>
                </a:cubicBezTo>
                <a:cubicBezTo>
                  <a:pt x="291161" y="69103"/>
                  <a:pt x="290303" y="71336"/>
                  <a:pt x="288587" y="73049"/>
                </a:cubicBezTo>
                <a:cubicBezTo>
                  <a:pt x="286871" y="74762"/>
                  <a:pt x="284671" y="75618"/>
                  <a:pt x="281988" y="75618"/>
                </a:cubicBezTo>
                <a:close/>
                <a:moveTo>
                  <a:pt x="360593" y="150503"/>
                </a:moveTo>
                <a:cubicBezTo>
                  <a:pt x="346490" y="150503"/>
                  <a:pt x="335070" y="147043"/>
                  <a:pt x="326334" y="140124"/>
                </a:cubicBezTo>
                <a:cubicBezTo>
                  <a:pt x="316786" y="132469"/>
                  <a:pt x="312012" y="121752"/>
                  <a:pt x="312012" y="107973"/>
                </a:cubicBezTo>
                <a:cubicBezTo>
                  <a:pt x="312012" y="92053"/>
                  <a:pt x="315944" y="78704"/>
                  <a:pt x="323806" y="67927"/>
                </a:cubicBezTo>
                <a:cubicBezTo>
                  <a:pt x="332356" y="56169"/>
                  <a:pt x="343776" y="50290"/>
                  <a:pt x="358066" y="50290"/>
                </a:cubicBezTo>
                <a:cubicBezTo>
                  <a:pt x="368425" y="50290"/>
                  <a:pt x="376881" y="52003"/>
                  <a:pt x="383433" y="55429"/>
                </a:cubicBezTo>
                <a:cubicBezTo>
                  <a:pt x="391483" y="59650"/>
                  <a:pt x="395508" y="66136"/>
                  <a:pt x="395508" y="74884"/>
                </a:cubicBezTo>
                <a:cubicBezTo>
                  <a:pt x="395508" y="81002"/>
                  <a:pt x="391982" y="86570"/>
                  <a:pt x="384931" y="91586"/>
                </a:cubicBezTo>
                <a:cubicBezTo>
                  <a:pt x="381811" y="93789"/>
                  <a:pt x="375196" y="97215"/>
                  <a:pt x="365086" y="101865"/>
                </a:cubicBezTo>
                <a:lnTo>
                  <a:pt x="329329" y="118475"/>
                </a:lnTo>
                <a:cubicBezTo>
                  <a:pt x="332824" y="123553"/>
                  <a:pt x="337176" y="127377"/>
                  <a:pt x="342387" y="129946"/>
                </a:cubicBezTo>
                <a:cubicBezTo>
                  <a:pt x="347598" y="132516"/>
                  <a:pt x="353666" y="133801"/>
                  <a:pt x="360593" y="133801"/>
                </a:cubicBezTo>
                <a:cubicBezTo>
                  <a:pt x="364899" y="133801"/>
                  <a:pt x="369954" y="133005"/>
                  <a:pt x="375757" y="131415"/>
                </a:cubicBezTo>
                <a:cubicBezTo>
                  <a:pt x="383121" y="129396"/>
                  <a:pt x="387864" y="126750"/>
                  <a:pt x="389985" y="123477"/>
                </a:cubicBezTo>
                <a:cubicBezTo>
                  <a:pt x="392107" y="120203"/>
                  <a:pt x="394385" y="118567"/>
                  <a:pt x="396819" y="118567"/>
                </a:cubicBezTo>
                <a:cubicBezTo>
                  <a:pt x="399003" y="118567"/>
                  <a:pt x="400953" y="119380"/>
                  <a:pt x="402669" y="121007"/>
                </a:cubicBezTo>
                <a:cubicBezTo>
                  <a:pt x="404385" y="122632"/>
                  <a:pt x="405243" y="124518"/>
                  <a:pt x="405243" y="126666"/>
                </a:cubicBezTo>
                <a:cubicBezTo>
                  <a:pt x="405243" y="133476"/>
                  <a:pt x="399658" y="139335"/>
                  <a:pt x="388488" y="144245"/>
                </a:cubicBezTo>
                <a:cubicBezTo>
                  <a:pt x="378940" y="148417"/>
                  <a:pt x="369642" y="150503"/>
                  <a:pt x="360593" y="150503"/>
                </a:cubicBezTo>
                <a:moveTo>
                  <a:pt x="358066" y="66809"/>
                </a:moveTo>
                <a:cubicBezTo>
                  <a:pt x="350453" y="66809"/>
                  <a:pt x="344119" y="69699"/>
                  <a:pt x="339064" y="75481"/>
                </a:cubicBezTo>
                <a:cubicBezTo>
                  <a:pt x="334009" y="81262"/>
                  <a:pt x="330234" y="89965"/>
                  <a:pt x="327738" y="101589"/>
                </a:cubicBezTo>
                <a:lnTo>
                  <a:pt x="356475" y="88191"/>
                </a:lnTo>
                <a:cubicBezTo>
                  <a:pt x="367770" y="82807"/>
                  <a:pt x="375820" y="78127"/>
                  <a:pt x="380625" y="74150"/>
                </a:cubicBezTo>
                <a:cubicBezTo>
                  <a:pt x="375258" y="69256"/>
                  <a:pt x="367738" y="66809"/>
                  <a:pt x="358066" y="66809"/>
                </a:cubicBezTo>
                <a:close/>
                <a:moveTo>
                  <a:pt x="512093" y="65208"/>
                </a:moveTo>
                <a:cubicBezTo>
                  <a:pt x="511344" y="74196"/>
                  <a:pt x="510970" y="83184"/>
                  <a:pt x="510970" y="92171"/>
                </a:cubicBezTo>
                <a:cubicBezTo>
                  <a:pt x="510970" y="112533"/>
                  <a:pt x="511937" y="127910"/>
                  <a:pt x="513871" y="138303"/>
                </a:cubicBezTo>
                <a:cubicBezTo>
                  <a:pt x="513996" y="139160"/>
                  <a:pt x="514059" y="139863"/>
                  <a:pt x="514059" y="140414"/>
                </a:cubicBezTo>
                <a:cubicBezTo>
                  <a:pt x="514059" y="142859"/>
                  <a:pt x="513185" y="144876"/>
                  <a:pt x="511438" y="146465"/>
                </a:cubicBezTo>
                <a:cubicBezTo>
                  <a:pt x="509690" y="148056"/>
                  <a:pt x="507662" y="148851"/>
                  <a:pt x="505353" y="148851"/>
                </a:cubicBezTo>
                <a:cubicBezTo>
                  <a:pt x="501484" y="148851"/>
                  <a:pt x="498645" y="146098"/>
                  <a:pt x="496835" y="140592"/>
                </a:cubicBezTo>
                <a:cubicBezTo>
                  <a:pt x="492342" y="143834"/>
                  <a:pt x="487677" y="146297"/>
                  <a:pt x="482841" y="147979"/>
                </a:cubicBezTo>
                <a:cubicBezTo>
                  <a:pt x="478005" y="149662"/>
                  <a:pt x="472966" y="150503"/>
                  <a:pt x="467724" y="150503"/>
                </a:cubicBezTo>
                <a:cubicBezTo>
                  <a:pt x="454806" y="150503"/>
                  <a:pt x="444104" y="146278"/>
                  <a:pt x="435617" y="137827"/>
                </a:cubicBezTo>
                <a:cubicBezTo>
                  <a:pt x="426881" y="129193"/>
                  <a:pt x="422513" y="118109"/>
                  <a:pt x="422513" y="104575"/>
                </a:cubicBezTo>
                <a:cubicBezTo>
                  <a:pt x="422513" y="88224"/>
                  <a:pt x="426928" y="75120"/>
                  <a:pt x="435758" y="65263"/>
                </a:cubicBezTo>
                <a:cubicBezTo>
                  <a:pt x="444588" y="55403"/>
                  <a:pt x="456054" y="50473"/>
                  <a:pt x="470158" y="50473"/>
                </a:cubicBezTo>
                <a:cubicBezTo>
                  <a:pt x="477396" y="50473"/>
                  <a:pt x="482982" y="51575"/>
                  <a:pt x="486913" y="53777"/>
                </a:cubicBezTo>
                <a:lnTo>
                  <a:pt x="495712" y="60109"/>
                </a:lnTo>
                <a:cubicBezTo>
                  <a:pt x="496586" y="34387"/>
                  <a:pt x="497615" y="17068"/>
                  <a:pt x="498801" y="8153"/>
                </a:cubicBezTo>
                <a:cubicBezTo>
                  <a:pt x="499612" y="2718"/>
                  <a:pt x="502452" y="0"/>
                  <a:pt x="507319" y="0"/>
                </a:cubicBezTo>
                <a:cubicBezTo>
                  <a:pt x="512998" y="0"/>
                  <a:pt x="515837" y="2965"/>
                  <a:pt x="515837" y="8896"/>
                </a:cubicBezTo>
                <a:cubicBezTo>
                  <a:pt x="515837" y="17394"/>
                  <a:pt x="514589" y="36165"/>
                  <a:pt x="512093" y="65208"/>
                </a:cubicBezTo>
                <a:moveTo>
                  <a:pt x="470532" y="67543"/>
                </a:moveTo>
                <a:cubicBezTo>
                  <a:pt x="460048" y="67543"/>
                  <a:pt x="452185" y="70586"/>
                  <a:pt x="446944" y="76674"/>
                </a:cubicBezTo>
                <a:cubicBezTo>
                  <a:pt x="441702" y="82761"/>
                  <a:pt x="439081" y="91923"/>
                  <a:pt x="439081" y="104159"/>
                </a:cubicBezTo>
                <a:cubicBezTo>
                  <a:pt x="439081" y="112051"/>
                  <a:pt x="441936" y="118842"/>
                  <a:pt x="447646" y="124532"/>
                </a:cubicBezTo>
                <a:cubicBezTo>
                  <a:pt x="453356" y="130222"/>
                  <a:pt x="460048" y="133066"/>
                  <a:pt x="467724" y="133066"/>
                </a:cubicBezTo>
                <a:cubicBezTo>
                  <a:pt x="472966" y="133066"/>
                  <a:pt x="477396" y="132118"/>
                  <a:pt x="481016" y="130222"/>
                </a:cubicBezTo>
                <a:cubicBezTo>
                  <a:pt x="483138" y="129120"/>
                  <a:pt x="486601" y="126581"/>
                  <a:pt x="491406" y="122605"/>
                </a:cubicBezTo>
                <a:cubicBezTo>
                  <a:pt x="492342" y="121809"/>
                  <a:pt x="493247" y="120861"/>
                  <a:pt x="494121" y="119760"/>
                </a:cubicBezTo>
                <a:lnTo>
                  <a:pt x="493840" y="103884"/>
                </a:lnTo>
                <a:lnTo>
                  <a:pt x="493933" y="93238"/>
                </a:lnTo>
                <a:lnTo>
                  <a:pt x="494121" y="82409"/>
                </a:lnTo>
                <a:cubicBezTo>
                  <a:pt x="491749" y="77454"/>
                  <a:pt x="488598" y="73737"/>
                  <a:pt x="484667" y="71259"/>
                </a:cubicBezTo>
                <a:cubicBezTo>
                  <a:pt x="480735" y="68782"/>
                  <a:pt x="476024" y="67543"/>
                  <a:pt x="470532" y="67543"/>
                </a:cubicBezTo>
                <a:close/>
                <a:moveTo>
                  <a:pt x="684281" y="65208"/>
                </a:moveTo>
                <a:cubicBezTo>
                  <a:pt x="683532" y="74196"/>
                  <a:pt x="683158" y="83184"/>
                  <a:pt x="683158" y="92171"/>
                </a:cubicBezTo>
                <a:cubicBezTo>
                  <a:pt x="683158" y="112533"/>
                  <a:pt x="684125" y="127910"/>
                  <a:pt x="686059" y="138303"/>
                </a:cubicBezTo>
                <a:cubicBezTo>
                  <a:pt x="686184" y="139160"/>
                  <a:pt x="686247" y="139863"/>
                  <a:pt x="686247" y="140414"/>
                </a:cubicBezTo>
                <a:cubicBezTo>
                  <a:pt x="686247" y="142859"/>
                  <a:pt x="685373" y="144876"/>
                  <a:pt x="683626" y="146465"/>
                </a:cubicBezTo>
                <a:cubicBezTo>
                  <a:pt x="681878" y="148056"/>
                  <a:pt x="679850" y="148851"/>
                  <a:pt x="677541" y="148851"/>
                </a:cubicBezTo>
                <a:cubicBezTo>
                  <a:pt x="673672" y="148851"/>
                  <a:pt x="670833" y="146098"/>
                  <a:pt x="669023" y="140592"/>
                </a:cubicBezTo>
                <a:cubicBezTo>
                  <a:pt x="664530" y="143834"/>
                  <a:pt x="659866" y="146297"/>
                  <a:pt x="655029" y="147979"/>
                </a:cubicBezTo>
                <a:cubicBezTo>
                  <a:pt x="650193" y="149662"/>
                  <a:pt x="645154" y="150503"/>
                  <a:pt x="639912" y="150503"/>
                </a:cubicBezTo>
                <a:cubicBezTo>
                  <a:pt x="626994" y="150503"/>
                  <a:pt x="616292" y="146278"/>
                  <a:pt x="607805" y="137827"/>
                </a:cubicBezTo>
                <a:cubicBezTo>
                  <a:pt x="599069" y="129193"/>
                  <a:pt x="594701" y="118109"/>
                  <a:pt x="594701" y="104575"/>
                </a:cubicBezTo>
                <a:cubicBezTo>
                  <a:pt x="594701" y="88224"/>
                  <a:pt x="599116" y="75120"/>
                  <a:pt x="607946" y="65263"/>
                </a:cubicBezTo>
                <a:cubicBezTo>
                  <a:pt x="616776" y="55403"/>
                  <a:pt x="628243" y="50473"/>
                  <a:pt x="642346" y="50473"/>
                </a:cubicBezTo>
                <a:cubicBezTo>
                  <a:pt x="649585" y="50473"/>
                  <a:pt x="655170" y="51575"/>
                  <a:pt x="659101" y="53777"/>
                </a:cubicBezTo>
                <a:lnTo>
                  <a:pt x="667900" y="60109"/>
                </a:lnTo>
                <a:cubicBezTo>
                  <a:pt x="668774" y="34387"/>
                  <a:pt x="669803" y="17068"/>
                  <a:pt x="670989" y="8153"/>
                </a:cubicBezTo>
                <a:cubicBezTo>
                  <a:pt x="671800" y="2718"/>
                  <a:pt x="674640" y="0"/>
                  <a:pt x="679507" y="0"/>
                </a:cubicBezTo>
                <a:cubicBezTo>
                  <a:pt x="685186" y="0"/>
                  <a:pt x="688025" y="2965"/>
                  <a:pt x="688025" y="8896"/>
                </a:cubicBezTo>
                <a:cubicBezTo>
                  <a:pt x="688025" y="17394"/>
                  <a:pt x="686777" y="36165"/>
                  <a:pt x="684281" y="65208"/>
                </a:cubicBezTo>
                <a:moveTo>
                  <a:pt x="642720" y="67543"/>
                </a:moveTo>
                <a:cubicBezTo>
                  <a:pt x="632236" y="67543"/>
                  <a:pt x="624374" y="70586"/>
                  <a:pt x="619132" y="76674"/>
                </a:cubicBezTo>
                <a:cubicBezTo>
                  <a:pt x="613890" y="82761"/>
                  <a:pt x="611269" y="91923"/>
                  <a:pt x="611269" y="104159"/>
                </a:cubicBezTo>
                <a:cubicBezTo>
                  <a:pt x="611269" y="112051"/>
                  <a:pt x="614124" y="118842"/>
                  <a:pt x="619834" y="124532"/>
                </a:cubicBezTo>
                <a:cubicBezTo>
                  <a:pt x="625544" y="130222"/>
                  <a:pt x="632236" y="133066"/>
                  <a:pt x="639912" y="133066"/>
                </a:cubicBezTo>
                <a:cubicBezTo>
                  <a:pt x="645154" y="133066"/>
                  <a:pt x="649585" y="132118"/>
                  <a:pt x="653204" y="130222"/>
                </a:cubicBezTo>
                <a:cubicBezTo>
                  <a:pt x="655326" y="129120"/>
                  <a:pt x="658789" y="126581"/>
                  <a:pt x="663594" y="122605"/>
                </a:cubicBezTo>
                <a:cubicBezTo>
                  <a:pt x="664530" y="121809"/>
                  <a:pt x="665435" y="120861"/>
                  <a:pt x="666309" y="119760"/>
                </a:cubicBezTo>
                <a:lnTo>
                  <a:pt x="666028" y="103884"/>
                </a:lnTo>
                <a:lnTo>
                  <a:pt x="666122" y="93238"/>
                </a:lnTo>
                <a:lnTo>
                  <a:pt x="666309" y="82409"/>
                </a:lnTo>
                <a:cubicBezTo>
                  <a:pt x="663937" y="77454"/>
                  <a:pt x="660786" y="73737"/>
                  <a:pt x="656855" y="71259"/>
                </a:cubicBezTo>
                <a:cubicBezTo>
                  <a:pt x="652923" y="68782"/>
                  <a:pt x="648212" y="67543"/>
                  <a:pt x="642720" y="67543"/>
                </a:cubicBezTo>
                <a:close/>
                <a:moveTo>
                  <a:pt x="757305" y="150503"/>
                </a:moveTo>
                <a:cubicBezTo>
                  <a:pt x="743202" y="150503"/>
                  <a:pt x="731782" y="147043"/>
                  <a:pt x="723046" y="140124"/>
                </a:cubicBezTo>
                <a:cubicBezTo>
                  <a:pt x="713498" y="132469"/>
                  <a:pt x="708724" y="121752"/>
                  <a:pt x="708724" y="107973"/>
                </a:cubicBezTo>
                <a:cubicBezTo>
                  <a:pt x="708724" y="92053"/>
                  <a:pt x="712655" y="78704"/>
                  <a:pt x="720518" y="67927"/>
                </a:cubicBezTo>
                <a:cubicBezTo>
                  <a:pt x="729068" y="56169"/>
                  <a:pt x="740487" y="50290"/>
                  <a:pt x="754778" y="50290"/>
                </a:cubicBezTo>
                <a:cubicBezTo>
                  <a:pt x="765137" y="50290"/>
                  <a:pt x="773592" y="52003"/>
                  <a:pt x="780145" y="55429"/>
                </a:cubicBezTo>
                <a:cubicBezTo>
                  <a:pt x="788195" y="59650"/>
                  <a:pt x="792220" y="66136"/>
                  <a:pt x="792220" y="74884"/>
                </a:cubicBezTo>
                <a:cubicBezTo>
                  <a:pt x="792220" y="81002"/>
                  <a:pt x="788694" y="86570"/>
                  <a:pt x="781643" y="91586"/>
                </a:cubicBezTo>
                <a:cubicBezTo>
                  <a:pt x="778522" y="93789"/>
                  <a:pt x="771908" y="97215"/>
                  <a:pt x="761798" y="101865"/>
                </a:cubicBezTo>
                <a:lnTo>
                  <a:pt x="726041" y="118475"/>
                </a:lnTo>
                <a:cubicBezTo>
                  <a:pt x="729536" y="123553"/>
                  <a:pt x="733888" y="127377"/>
                  <a:pt x="739099" y="129946"/>
                </a:cubicBezTo>
                <a:cubicBezTo>
                  <a:pt x="744310" y="132516"/>
                  <a:pt x="750378" y="133801"/>
                  <a:pt x="757305" y="133801"/>
                </a:cubicBezTo>
                <a:cubicBezTo>
                  <a:pt x="761611" y="133801"/>
                  <a:pt x="766666" y="133005"/>
                  <a:pt x="772469" y="131415"/>
                </a:cubicBezTo>
                <a:cubicBezTo>
                  <a:pt x="779833" y="129396"/>
                  <a:pt x="784576" y="126750"/>
                  <a:pt x="786697" y="123477"/>
                </a:cubicBezTo>
                <a:cubicBezTo>
                  <a:pt x="788819" y="120203"/>
                  <a:pt x="791097" y="118567"/>
                  <a:pt x="793530" y="118567"/>
                </a:cubicBezTo>
                <a:cubicBezTo>
                  <a:pt x="795715" y="118567"/>
                  <a:pt x="797665" y="119380"/>
                  <a:pt x="799381" y="121007"/>
                </a:cubicBezTo>
                <a:cubicBezTo>
                  <a:pt x="801097" y="122632"/>
                  <a:pt x="801955" y="124518"/>
                  <a:pt x="801955" y="126666"/>
                </a:cubicBezTo>
                <a:cubicBezTo>
                  <a:pt x="801955" y="133476"/>
                  <a:pt x="796370" y="139335"/>
                  <a:pt x="785200" y="144245"/>
                </a:cubicBezTo>
                <a:cubicBezTo>
                  <a:pt x="775652" y="148417"/>
                  <a:pt x="766354" y="150503"/>
                  <a:pt x="757305" y="150503"/>
                </a:cubicBezTo>
                <a:moveTo>
                  <a:pt x="754778" y="66809"/>
                </a:moveTo>
                <a:cubicBezTo>
                  <a:pt x="747165" y="66809"/>
                  <a:pt x="740831" y="69699"/>
                  <a:pt x="735776" y="75481"/>
                </a:cubicBezTo>
                <a:cubicBezTo>
                  <a:pt x="730721" y="81262"/>
                  <a:pt x="726946" y="89965"/>
                  <a:pt x="724450" y="101589"/>
                </a:cubicBezTo>
                <a:lnTo>
                  <a:pt x="753187" y="88191"/>
                </a:lnTo>
                <a:cubicBezTo>
                  <a:pt x="764482" y="82807"/>
                  <a:pt x="772532" y="78127"/>
                  <a:pt x="777337" y="74150"/>
                </a:cubicBezTo>
                <a:cubicBezTo>
                  <a:pt x="771970" y="69256"/>
                  <a:pt x="764450" y="66809"/>
                  <a:pt x="754778" y="66809"/>
                </a:cubicBezTo>
                <a:close/>
                <a:moveTo>
                  <a:pt x="885216" y="68174"/>
                </a:moveTo>
                <a:cubicBezTo>
                  <a:pt x="883906" y="68174"/>
                  <a:pt x="882361" y="68112"/>
                  <a:pt x="880583" y="67990"/>
                </a:cubicBezTo>
                <a:cubicBezTo>
                  <a:pt x="878804" y="67866"/>
                  <a:pt x="877260" y="67804"/>
                  <a:pt x="875949" y="67804"/>
                </a:cubicBezTo>
                <a:cubicBezTo>
                  <a:pt x="874514" y="67804"/>
                  <a:pt x="870271" y="68267"/>
                  <a:pt x="863219" y="69195"/>
                </a:cubicBezTo>
                <a:lnTo>
                  <a:pt x="864997" y="123370"/>
                </a:lnTo>
                <a:lnTo>
                  <a:pt x="865091" y="127405"/>
                </a:lnTo>
                <a:lnTo>
                  <a:pt x="865185" y="132080"/>
                </a:lnTo>
                <a:cubicBezTo>
                  <a:pt x="865434" y="145463"/>
                  <a:pt x="862158" y="152155"/>
                  <a:pt x="855356" y="152155"/>
                </a:cubicBezTo>
                <a:cubicBezTo>
                  <a:pt x="852860" y="152155"/>
                  <a:pt x="850691" y="151360"/>
                  <a:pt x="848851" y="149771"/>
                </a:cubicBezTo>
                <a:cubicBezTo>
                  <a:pt x="847010" y="148183"/>
                  <a:pt x="846089" y="146196"/>
                  <a:pt x="846089" y="143812"/>
                </a:cubicBezTo>
                <a:cubicBezTo>
                  <a:pt x="846089" y="141491"/>
                  <a:pt x="846183" y="138009"/>
                  <a:pt x="846370" y="133365"/>
                </a:cubicBezTo>
                <a:cubicBezTo>
                  <a:pt x="846557" y="128719"/>
                  <a:pt x="846651" y="125234"/>
                  <a:pt x="846651" y="122912"/>
                </a:cubicBezTo>
                <a:lnTo>
                  <a:pt x="844779" y="69378"/>
                </a:lnTo>
                <a:cubicBezTo>
                  <a:pt x="840223" y="69195"/>
                  <a:pt x="833296" y="68672"/>
                  <a:pt x="823998" y="67809"/>
                </a:cubicBezTo>
                <a:cubicBezTo>
                  <a:pt x="818444" y="67071"/>
                  <a:pt x="815667" y="64029"/>
                  <a:pt x="815667" y="58681"/>
                </a:cubicBezTo>
                <a:cubicBezTo>
                  <a:pt x="815667" y="55976"/>
                  <a:pt x="816510" y="53733"/>
                  <a:pt x="818195" y="51953"/>
                </a:cubicBezTo>
                <a:cubicBezTo>
                  <a:pt x="819880" y="50171"/>
                  <a:pt x="822033" y="49280"/>
                  <a:pt x="824654" y="49280"/>
                </a:cubicBezTo>
                <a:lnTo>
                  <a:pt x="844311" y="50841"/>
                </a:lnTo>
                <a:cubicBezTo>
                  <a:pt x="844311" y="47711"/>
                  <a:pt x="844170" y="43524"/>
                  <a:pt x="843889" y="38280"/>
                </a:cubicBezTo>
                <a:cubicBezTo>
                  <a:pt x="843609" y="33033"/>
                  <a:pt x="843468" y="29245"/>
                  <a:pt x="843468" y="26914"/>
                </a:cubicBezTo>
                <a:cubicBezTo>
                  <a:pt x="843468" y="24337"/>
                  <a:pt x="844373" y="22205"/>
                  <a:pt x="846183" y="20519"/>
                </a:cubicBezTo>
                <a:cubicBezTo>
                  <a:pt x="847992" y="18831"/>
                  <a:pt x="850208" y="17987"/>
                  <a:pt x="852829" y="17987"/>
                </a:cubicBezTo>
                <a:cubicBezTo>
                  <a:pt x="858445" y="17987"/>
                  <a:pt x="861721" y="22484"/>
                  <a:pt x="862657" y="31477"/>
                </a:cubicBezTo>
                <a:cubicBezTo>
                  <a:pt x="862845" y="33741"/>
                  <a:pt x="862938" y="36463"/>
                  <a:pt x="862938" y="39645"/>
                </a:cubicBezTo>
                <a:lnTo>
                  <a:pt x="862751" y="44967"/>
                </a:lnTo>
                <a:lnTo>
                  <a:pt x="862657" y="50657"/>
                </a:lnTo>
                <a:cubicBezTo>
                  <a:pt x="870395" y="49678"/>
                  <a:pt x="874826" y="49189"/>
                  <a:pt x="875949" y="49189"/>
                </a:cubicBezTo>
                <a:cubicBezTo>
                  <a:pt x="882439" y="49189"/>
                  <a:pt x="886683" y="49495"/>
                  <a:pt x="888680" y="50106"/>
                </a:cubicBezTo>
                <a:cubicBezTo>
                  <a:pt x="892486" y="51338"/>
                  <a:pt x="894390" y="54240"/>
                  <a:pt x="894390" y="58813"/>
                </a:cubicBezTo>
                <a:cubicBezTo>
                  <a:pt x="894390" y="61532"/>
                  <a:pt x="893531" y="63772"/>
                  <a:pt x="891815" y="65532"/>
                </a:cubicBezTo>
                <a:cubicBezTo>
                  <a:pt x="890099" y="67293"/>
                  <a:pt x="887900" y="68174"/>
                  <a:pt x="885216" y="68174"/>
                </a:cubicBezTo>
                <a:close/>
                <a:moveTo>
                  <a:pt x="959974" y="150503"/>
                </a:moveTo>
                <a:cubicBezTo>
                  <a:pt x="945871" y="150503"/>
                  <a:pt x="934451" y="147043"/>
                  <a:pt x="925715" y="140124"/>
                </a:cubicBezTo>
                <a:cubicBezTo>
                  <a:pt x="916167" y="132469"/>
                  <a:pt x="911393" y="121752"/>
                  <a:pt x="911393" y="107973"/>
                </a:cubicBezTo>
                <a:cubicBezTo>
                  <a:pt x="911393" y="92053"/>
                  <a:pt x="915324" y="78704"/>
                  <a:pt x="923187" y="67927"/>
                </a:cubicBezTo>
                <a:cubicBezTo>
                  <a:pt x="931737" y="56169"/>
                  <a:pt x="943156" y="50290"/>
                  <a:pt x="957447" y="50290"/>
                </a:cubicBezTo>
                <a:cubicBezTo>
                  <a:pt x="967806" y="50290"/>
                  <a:pt x="976262" y="52003"/>
                  <a:pt x="982814" y="55429"/>
                </a:cubicBezTo>
                <a:cubicBezTo>
                  <a:pt x="990864" y="59650"/>
                  <a:pt x="994889" y="66136"/>
                  <a:pt x="994889" y="74884"/>
                </a:cubicBezTo>
                <a:cubicBezTo>
                  <a:pt x="994889" y="81002"/>
                  <a:pt x="991363" y="86570"/>
                  <a:pt x="984312" y="91586"/>
                </a:cubicBezTo>
                <a:cubicBezTo>
                  <a:pt x="981191" y="93789"/>
                  <a:pt x="974577" y="97215"/>
                  <a:pt x="964467" y="101865"/>
                </a:cubicBezTo>
                <a:lnTo>
                  <a:pt x="928710" y="118475"/>
                </a:lnTo>
                <a:cubicBezTo>
                  <a:pt x="932205" y="123553"/>
                  <a:pt x="936557" y="127377"/>
                  <a:pt x="941768" y="129946"/>
                </a:cubicBezTo>
                <a:cubicBezTo>
                  <a:pt x="946979" y="132516"/>
                  <a:pt x="953047" y="133801"/>
                  <a:pt x="959974" y="133801"/>
                </a:cubicBezTo>
                <a:cubicBezTo>
                  <a:pt x="964280" y="133801"/>
                  <a:pt x="969335" y="133005"/>
                  <a:pt x="975138" y="131415"/>
                </a:cubicBezTo>
                <a:cubicBezTo>
                  <a:pt x="982502" y="129396"/>
                  <a:pt x="987245" y="126750"/>
                  <a:pt x="989366" y="123477"/>
                </a:cubicBezTo>
                <a:cubicBezTo>
                  <a:pt x="991488" y="120203"/>
                  <a:pt x="993766" y="118567"/>
                  <a:pt x="996199" y="118567"/>
                </a:cubicBezTo>
                <a:cubicBezTo>
                  <a:pt x="998384" y="118567"/>
                  <a:pt x="1000334" y="119380"/>
                  <a:pt x="1002050" y="121007"/>
                </a:cubicBezTo>
                <a:cubicBezTo>
                  <a:pt x="1003766" y="122632"/>
                  <a:pt x="1004624" y="124518"/>
                  <a:pt x="1004624" y="126666"/>
                </a:cubicBezTo>
                <a:cubicBezTo>
                  <a:pt x="1004624" y="133476"/>
                  <a:pt x="999039" y="139335"/>
                  <a:pt x="987869" y="144245"/>
                </a:cubicBezTo>
                <a:cubicBezTo>
                  <a:pt x="978321" y="148417"/>
                  <a:pt x="969023" y="150503"/>
                  <a:pt x="959974" y="150503"/>
                </a:cubicBezTo>
                <a:moveTo>
                  <a:pt x="957447" y="66809"/>
                </a:moveTo>
                <a:cubicBezTo>
                  <a:pt x="949834" y="66809"/>
                  <a:pt x="943500" y="69699"/>
                  <a:pt x="938445" y="75481"/>
                </a:cubicBezTo>
                <a:cubicBezTo>
                  <a:pt x="933390" y="81262"/>
                  <a:pt x="929615" y="89965"/>
                  <a:pt x="927119" y="101589"/>
                </a:cubicBezTo>
                <a:lnTo>
                  <a:pt x="955856" y="88191"/>
                </a:lnTo>
                <a:cubicBezTo>
                  <a:pt x="967151" y="82807"/>
                  <a:pt x="975201" y="78127"/>
                  <a:pt x="980006" y="74150"/>
                </a:cubicBezTo>
                <a:cubicBezTo>
                  <a:pt x="974639" y="69256"/>
                  <a:pt x="967119" y="66809"/>
                  <a:pt x="957447" y="66809"/>
                </a:cubicBezTo>
                <a:close/>
                <a:moveTo>
                  <a:pt x="1067573" y="152155"/>
                </a:moveTo>
                <a:cubicBezTo>
                  <a:pt x="1054780" y="152155"/>
                  <a:pt x="1044109" y="148355"/>
                  <a:pt x="1035560" y="140755"/>
                </a:cubicBezTo>
                <a:cubicBezTo>
                  <a:pt x="1026574" y="132788"/>
                  <a:pt x="1022081" y="122277"/>
                  <a:pt x="1022081" y="109221"/>
                </a:cubicBezTo>
                <a:cubicBezTo>
                  <a:pt x="1022081" y="96780"/>
                  <a:pt x="1026293" y="83941"/>
                  <a:pt x="1034718" y="70703"/>
                </a:cubicBezTo>
                <a:cubicBezTo>
                  <a:pt x="1044078" y="55993"/>
                  <a:pt x="1054624" y="48638"/>
                  <a:pt x="1066356" y="48638"/>
                </a:cubicBezTo>
                <a:cubicBezTo>
                  <a:pt x="1072472" y="48638"/>
                  <a:pt x="1079305" y="50050"/>
                  <a:pt x="1086856" y="52874"/>
                </a:cubicBezTo>
                <a:cubicBezTo>
                  <a:pt x="1096404" y="56497"/>
                  <a:pt x="1101177" y="60917"/>
                  <a:pt x="1101177" y="66135"/>
                </a:cubicBezTo>
                <a:cubicBezTo>
                  <a:pt x="1101177" y="68467"/>
                  <a:pt x="1100397" y="70540"/>
                  <a:pt x="1098837" y="72352"/>
                </a:cubicBezTo>
                <a:cubicBezTo>
                  <a:pt x="1097277" y="74163"/>
                  <a:pt x="1095343" y="75068"/>
                  <a:pt x="1093034" y="75068"/>
                </a:cubicBezTo>
                <a:cubicBezTo>
                  <a:pt x="1091224" y="75068"/>
                  <a:pt x="1089648" y="74528"/>
                  <a:pt x="1088307" y="73448"/>
                </a:cubicBezTo>
                <a:cubicBezTo>
                  <a:pt x="1086965" y="72365"/>
                  <a:pt x="1085670" y="71299"/>
                  <a:pt x="1084422" y="70247"/>
                </a:cubicBezTo>
                <a:cubicBezTo>
                  <a:pt x="1080740" y="67343"/>
                  <a:pt x="1074718" y="65891"/>
                  <a:pt x="1066356" y="65891"/>
                </a:cubicBezTo>
                <a:cubicBezTo>
                  <a:pt x="1059991" y="65891"/>
                  <a:pt x="1053688" y="71474"/>
                  <a:pt x="1047448" y="82639"/>
                </a:cubicBezTo>
                <a:cubicBezTo>
                  <a:pt x="1041769" y="92883"/>
                  <a:pt x="1038930" y="101746"/>
                  <a:pt x="1038930" y="109229"/>
                </a:cubicBezTo>
                <a:cubicBezTo>
                  <a:pt x="1038930" y="117326"/>
                  <a:pt x="1041738" y="123706"/>
                  <a:pt x="1047354" y="128369"/>
                </a:cubicBezTo>
                <a:cubicBezTo>
                  <a:pt x="1052596" y="132724"/>
                  <a:pt x="1059336" y="134902"/>
                  <a:pt x="1067573" y="134902"/>
                </a:cubicBezTo>
                <a:cubicBezTo>
                  <a:pt x="1071317" y="134902"/>
                  <a:pt x="1075311" y="133923"/>
                  <a:pt x="1079555" y="131965"/>
                </a:cubicBezTo>
                <a:lnTo>
                  <a:pt x="1090413" y="126275"/>
                </a:lnTo>
                <a:cubicBezTo>
                  <a:pt x="1092285" y="125297"/>
                  <a:pt x="1093627" y="124807"/>
                  <a:pt x="1094438" y="124807"/>
                </a:cubicBezTo>
                <a:cubicBezTo>
                  <a:pt x="1096747" y="124807"/>
                  <a:pt x="1098744" y="125710"/>
                  <a:pt x="1100429" y="127514"/>
                </a:cubicBezTo>
                <a:cubicBezTo>
                  <a:pt x="1102114" y="129319"/>
                  <a:pt x="1102956" y="131384"/>
                  <a:pt x="1102956" y="133709"/>
                </a:cubicBezTo>
                <a:cubicBezTo>
                  <a:pt x="1102956" y="138175"/>
                  <a:pt x="1098151" y="142488"/>
                  <a:pt x="1088541" y="146648"/>
                </a:cubicBezTo>
                <a:cubicBezTo>
                  <a:pt x="1080116" y="150319"/>
                  <a:pt x="1073127" y="152155"/>
                  <a:pt x="1067573" y="152155"/>
                </a:cubicBezTo>
                <a:close/>
                <a:moveTo>
                  <a:pt x="1190179" y="68174"/>
                </a:moveTo>
                <a:cubicBezTo>
                  <a:pt x="1188868" y="68174"/>
                  <a:pt x="1187324" y="68112"/>
                  <a:pt x="1185545" y="67990"/>
                </a:cubicBezTo>
                <a:cubicBezTo>
                  <a:pt x="1183767" y="67866"/>
                  <a:pt x="1182222" y="67804"/>
                  <a:pt x="1180912" y="67804"/>
                </a:cubicBezTo>
                <a:cubicBezTo>
                  <a:pt x="1179476" y="67804"/>
                  <a:pt x="1175233" y="68267"/>
                  <a:pt x="1168181" y="69195"/>
                </a:cubicBezTo>
                <a:lnTo>
                  <a:pt x="1169960" y="123370"/>
                </a:lnTo>
                <a:lnTo>
                  <a:pt x="1170053" y="127405"/>
                </a:lnTo>
                <a:lnTo>
                  <a:pt x="1170147" y="132080"/>
                </a:lnTo>
                <a:cubicBezTo>
                  <a:pt x="1170397" y="145463"/>
                  <a:pt x="1167120" y="152155"/>
                  <a:pt x="1160318" y="152155"/>
                </a:cubicBezTo>
                <a:cubicBezTo>
                  <a:pt x="1157822" y="152155"/>
                  <a:pt x="1155654" y="151360"/>
                  <a:pt x="1153813" y="149771"/>
                </a:cubicBezTo>
                <a:cubicBezTo>
                  <a:pt x="1151972" y="148183"/>
                  <a:pt x="1151052" y="146196"/>
                  <a:pt x="1151052" y="143812"/>
                </a:cubicBezTo>
                <a:cubicBezTo>
                  <a:pt x="1151052" y="141491"/>
                  <a:pt x="1151145" y="138009"/>
                  <a:pt x="1151332" y="133365"/>
                </a:cubicBezTo>
                <a:cubicBezTo>
                  <a:pt x="1151520" y="128719"/>
                  <a:pt x="1151613" y="125234"/>
                  <a:pt x="1151613" y="122912"/>
                </a:cubicBezTo>
                <a:lnTo>
                  <a:pt x="1149741" y="69378"/>
                </a:lnTo>
                <a:cubicBezTo>
                  <a:pt x="1145186" y="69195"/>
                  <a:pt x="1138259" y="68672"/>
                  <a:pt x="1128961" y="67809"/>
                </a:cubicBezTo>
                <a:cubicBezTo>
                  <a:pt x="1123407" y="67071"/>
                  <a:pt x="1120630" y="64029"/>
                  <a:pt x="1120630" y="58681"/>
                </a:cubicBezTo>
                <a:cubicBezTo>
                  <a:pt x="1120630" y="55976"/>
                  <a:pt x="1121472" y="53733"/>
                  <a:pt x="1123157" y="51953"/>
                </a:cubicBezTo>
                <a:cubicBezTo>
                  <a:pt x="1124842" y="50171"/>
                  <a:pt x="1126995" y="49280"/>
                  <a:pt x="1129616" y="49280"/>
                </a:cubicBezTo>
                <a:lnTo>
                  <a:pt x="1149273" y="50841"/>
                </a:lnTo>
                <a:cubicBezTo>
                  <a:pt x="1149273" y="47711"/>
                  <a:pt x="1149133" y="43524"/>
                  <a:pt x="1148852" y="38280"/>
                </a:cubicBezTo>
                <a:cubicBezTo>
                  <a:pt x="1148571" y="33033"/>
                  <a:pt x="1148431" y="29245"/>
                  <a:pt x="1148431" y="26914"/>
                </a:cubicBezTo>
                <a:cubicBezTo>
                  <a:pt x="1148431" y="24337"/>
                  <a:pt x="1149335" y="22205"/>
                  <a:pt x="1151145" y="20519"/>
                </a:cubicBezTo>
                <a:cubicBezTo>
                  <a:pt x="1152955" y="18831"/>
                  <a:pt x="1155170" y="17987"/>
                  <a:pt x="1157791" y="17987"/>
                </a:cubicBezTo>
                <a:cubicBezTo>
                  <a:pt x="1163407" y="17987"/>
                  <a:pt x="1166684" y="22484"/>
                  <a:pt x="1167620" y="31477"/>
                </a:cubicBezTo>
                <a:cubicBezTo>
                  <a:pt x="1167807" y="33741"/>
                  <a:pt x="1167901" y="36463"/>
                  <a:pt x="1167901" y="39645"/>
                </a:cubicBezTo>
                <a:lnTo>
                  <a:pt x="1167713" y="44967"/>
                </a:lnTo>
                <a:lnTo>
                  <a:pt x="1167620" y="50657"/>
                </a:lnTo>
                <a:cubicBezTo>
                  <a:pt x="1175358" y="49678"/>
                  <a:pt x="1179788" y="49189"/>
                  <a:pt x="1180912" y="49189"/>
                </a:cubicBezTo>
                <a:cubicBezTo>
                  <a:pt x="1187402" y="49189"/>
                  <a:pt x="1191645" y="49495"/>
                  <a:pt x="1193642" y="50106"/>
                </a:cubicBezTo>
                <a:cubicBezTo>
                  <a:pt x="1197449" y="51338"/>
                  <a:pt x="1199352" y="54240"/>
                  <a:pt x="1199352" y="58813"/>
                </a:cubicBezTo>
                <a:cubicBezTo>
                  <a:pt x="1199352" y="61532"/>
                  <a:pt x="1198494" y="63772"/>
                  <a:pt x="1196778" y="65532"/>
                </a:cubicBezTo>
                <a:cubicBezTo>
                  <a:pt x="1195062" y="67293"/>
                  <a:pt x="1192862" y="68174"/>
                  <a:pt x="1190179" y="68174"/>
                </a:cubicBezTo>
                <a:close/>
                <a:moveTo>
                  <a:pt x="1239102" y="30101"/>
                </a:moveTo>
                <a:cubicBezTo>
                  <a:pt x="1236106" y="30101"/>
                  <a:pt x="1233517" y="29060"/>
                  <a:pt x="1231333" y="26980"/>
                </a:cubicBezTo>
                <a:cubicBezTo>
                  <a:pt x="1229148" y="24900"/>
                  <a:pt x="1228056" y="22392"/>
                  <a:pt x="1228056" y="19455"/>
                </a:cubicBezTo>
                <a:cubicBezTo>
                  <a:pt x="1228056" y="16519"/>
                  <a:pt x="1229148" y="14010"/>
                  <a:pt x="1231333" y="11930"/>
                </a:cubicBezTo>
                <a:cubicBezTo>
                  <a:pt x="1233517" y="9850"/>
                  <a:pt x="1236106" y="8810"/>
                  <a:pt x="1239102" y="8810"/>
                </a:cubicBezTo>
                <a:cubicBezTo>
                  <a:pt x="1242097" y="8810"/>
                  <a:pt x="1244671" y="9850"/>
                  <a:pt x="1246824" y="11930"/>
                </a:cubicBezTo>
                <a:cubicBezTo>
                  <a:pt x="1248977" y="14010"/>
                  <a:pt x="1250054" y="16519"/>
                  <a:pt x="1250054" y="19455"/>
                </a:cubicBezTo>
                <a:cubicBezTo>
                  <a:pt x="1250054" y="22392"/>
                  <a:pt x="1248977" y="24900"/>
                  <a:pt x="1246824" y="26980"/>
                </a:cubicBezTo>
                <a:cubicBezTo>
                  <a:pt x="1244671" y="29060"/>
                  <a:pt x="1242097" y="30101"/>
                  <a:pt x="1239102" y="30101"/>
                </a:cubicBezTo>
                <a:moveTo>
                  <a:pt x="1243314" y="104669"/>
                </a:moveTo>
                <a:cubicBezTo>
                  <a:pt x="1243314" y="108344"/>
                  <a:pt x="1243423" y="113841"/>
                  <a:pt x="1243642" y="121159"/>
                </a:cubicBezTo>
                <a:cubicBezTo>
                  <a:pt x="1243860" y="128476"/>
                  <a:pt x="1243969" y="133972"/>
                  <a:pt x="1243969" y="137646"/>
                </a:cubicBezTo>
                <a:cubicBezTo>
                  <a:pt x="1243969" y="140340"/>
                  <a:pt x="1243127" y="142545"/>
                  <a:pt x="1241442" y="144260"/>
                </a:cubicBezTo>
                <a:cubicBezTo>
                  <a:pt x="1239757" y="145974"/>
                  <a:pt x="1237542" y="146832"/>
                  <a:pt x="1234796" y="146832"/>
                </a:cubicBezTo>
                <a:cubicBezTo>
                  <a:pt x="1232113" y="146832"/>
                  <a:pt x="1229913" y="145974"/>
                  <a:pt x="1228197" y="144260"/>
                </a:cubicBezTo>
                <a:cubicBezTo>
                  <a:pt x="1226481" y="142545"/>
                  <a:pt x="1225623" y="140340"/>
                  <a:pt x="1225623" y="137646"/>
                </a:cubicBezTo>
                <a:cubicBezTo>
                  <a:pt x="1225623" y="133972"/>
                  <a:pt x="1225513" y="128476"/>
                  <a:pt x="1225295" y="121159"/>
                </a:cubicBezTo>
                <a:cubicBezTo>
                  <a:pt x="1225077" y="113841"/>
                  <a:pt x="1224967" y="108344"/>
                  <a:pt x="1224967" y="104669"/>
                </a:cubicBezTo>
                <a:cubicBezTo>
                  <a:pt x="1224967" y="98913"/>
                  <a:pt x="1225279" y="91733"/>
                  <a:pt x="1225903" y="83129"/>
                </a:cubicBezTo>
                <a:cubicBezTo>
                  <a:pt x="1226527" y="74524"/>
                  <a:pt x="1226840" y="67343"/>
                  <a:pt x="1226840" y="61586"/>
                </a:cubicBezTo>
                <a:cubicBezTo>
                  <a:pt x="1226840" y="58831"/>
                  <a:pt x="1227698" y="56596"/>
                  <a:pt x="1229414" y="54881"/>
                </a:cubicBezTo>
                <a:cubicBezTo>
                  <a:pt x="1231130" y="53166"/>
                  <a:pt x="1233329" y="52309"/>
                  <a:pt x="1236013" y="52309"/>
                </a:cubicBezTo>
                <a:cubicBezTo>
                  <a:pt x="1238696" y="52309"/>
                  <a:pt x="1240896" y="53166"/>
                  <a:pt x="1242612" y="54881"/>
                </a:cubicBezTo>
                <a:cubicBezTo>
                  <a:pt x="1244328" y="56596"/>
                  <a:pt x="1245186" y="58831"/>
                  <a:pt x="1245186" y="61586"/>
                </a:cubicBezTo>
                <a:cubicBezTo>
                  <a:pt x="1245186" y="67343"/>
                  <a:pt x="1244874" y="74524"/>
                  <a:pt x="1244250" y="83129"/>
                </a:cubicBezTo>
                <a:cubicBezTo>
                  <a:pt x="1243626" y="91733"/>
                  <a:pt x="1243314" y="98913"/>
                  <a:pt x="1243314" y="104669"/>
                </a:cubicBezTo>
                <a:close/>
                <a:moveTo>
                  <a:pt x="1312993" y="151788"/>
                </a:moveTo>
                <a:cubicBezTo>
                  <a:pt x="1302509" y="151788"/>
                  <a:pt x="1293492" y="147988"/>
                  <a:pt x="1285941" y="140388"/>
                </a:cubicBezTo>
                <a:cubicBezTo>
                  <a:pt x="1277516" y="131930"/>
                  <a:pt x="1273086" y="120560"/>
                  <a:pt x="1272649" y="106278"/>
                </a:cubicBezTo>
                <a:cubicBezTo>
                  <a:pt x="1272275" y="92427"/>
                  <a:pt x="1275832" y="80230"/>
                  <a:pt x="1283320" y="69688"/>
                </a:cubicBezTo>
                <a:cubicBezTo>
                  <a:pt x="1292056" y="57245"/>
                  <a:pt x="1304225" y="51024"/>
                  <a:pt x="1319826" y="51024"/>
                </a:cubicBezTo>
                <a:cubicBezTo>
                  <a:pt x="1332307" y="51024"/>
                  <a:pt x="1341761" y="56633"/>
                  <a:pt x="1348188" y="67850"/>
                </a:cubicBezTo>
                <a:cubicBezTo>
                  <a:pt x="1353306" y="76919"/>
                  <a:pt x="1355770" y="87829"/>
                  <a:pt x="1355583" y="100577"/>
                </a:cubicBezTo>
                <a:cubicBezTo>
                  <a:pt x="1355396" y="114184"/>
                  <a:pt x="1351777" y="125799"/>
                  <a:pt x="1344725" y="135424"/>
                </a:cubicBezTo>
                <a:cubicBezTo>
                  <a:pt x="1336737" y="146333"/>
                  <a:pt x="1326160" y="151788"/>
                  <a:pt x="1312993" y="151788"/>
                </a:cubicBezTo>
                <a:moveTo>
                  <a:pt x="1318609" y="69745"/>
                </a:moveTo>
                <a:cubicBezTo>
                  <a:pt x="1309436" y="69684"/>
                  <a:pt x="1302291" y="73972"/>
                  <a:pt x="1297174" y="82610"/>
                </a:cubicBezTo>
                <a:cubicBezTo>
                  <a:pt x="1293117" y="89535"/>
                  <a:pt x="1291089" y="97439"/>
                  <a:pt x="1291089" y="106321"/>
                </a:cubicBezTo>
                <a:cubicBezTo>
                  <a:pt x="1291089" y="115206"/>
                  <a:pt x="1293554" y="122130"/>
                  <a:pt x="1298484" y="127093"/>
                </a:cubicBezTo>
                <a:cubicBezTo>
                  <a:pt x="1302603" y="131198"/>
                  <a:pt x="1307439" y="133250"/>
                  <a:pt x="1312993" y="133250"/>
                </a:cubicBezTo>
                <a:cubicBezTo>
                  <a:pt x="1319483" y="133250"/>
                  <a:pt x="1325068" y="130921"/>
                  <a:pt x="1329748" y="126264"/>
                </a:cubicBezTo>
                <a:cubicBezTo>
                  <a:pt x="1335053" y="121119"/>
                  <a:pt x="1337861" y="114166"/>
                  <a:pt x="1338173" y="105404"/>
                </a:cubicBezTo>
                <a:cubicBezTo>
                  <a:pt x="1339046" y="81692"/>
                  <a:pt x="1332525" y="69806"/>
                  <a:pt x="1318609" y="69745"/>
                </a:cubicBezTo>
                <a:close/>
                <a:moveTo>
                  <a:pt x="1454280" y="152889"/>
                </a:moveTo>
                <a:cubicBezTo>
                  <a:pt x="1448913" y="152889"/>
                  <a:pt x="1445887" y="150008"/>
                  <a:pt x="1445200" y="144245"/>
                </a:cubicBezTo>
                <a:lnTo>
                  <a:pt x="1442579" y="124105"/>
                </a:lnTo>
                <a:cubicBezTo>
                  <a:pt x="1441705" y="116931"/>
                  <a:pt x="1441269" y="110218"/>
                  <a:pt x="1441269" y="103964"/>
                </a:cubicBezTo>
                <a:cubicBezTo>
                  <a:pt x="1441269" y="102247"/>
                  <a:pt x="1441378" y="99335"/>
                  <a:pt x="1441596" y="95229"/>
                </a:cubicBezTo>
                <a:cubicBezTo>
                  <a:pt x="1441815" y="91120"/>
                  <a:pt x="1441924" y="88207"/>
                  <a:pt x="1441924" y="86490"/>
                </a:cubicBezTo>
                <a:cubicBezTo>
                  <a:pt x="1441924" y="73247"/>
                  <a:pt x="1439428" y="66625"/>
                  <a:pt x="1434435" y="66625"/>
                </a:cubicBezTo>
                <a:cubicBezTo>
                  <a:pt x="1427446" y="66625"/>
                  <a:pt x="1420769" y="70698"/>
                  <a:pt x="1414404" y="78845"/>
                </a:cubicBezTo>
                <a:cubicBezTo>
                  <a:pt x="1408663" y="86255"/>
                  <a:pt x="1404170" y="95625"/>
                  <a:pt x="1400925" y="106955"/>
                </a:cubicBezTo>
                <a:cubicBezTo>
                  <a:pt x="1400800" y="109345"/>
                  <a:pt x="1400519" y="112347"/>
                  <a:pt x="1400082" y="115960"/>
                </a:cubicBezTo>
                <a:cubicBezTo>
                  <a:pt x="1399708" y="119023"/>
                  <a:pt x="1399521" y="121993"/>
                  <a:pt x="1399521" y="124870"/>
                </a:cubicBezTo>
                <a:cubicBezTo>
                  <a:pt x="1399521" y="126708"/>
                  <a:pt x="1399708" y="129464"/>
                  <a:pt x="1400082" y="133138"/>
                </a:cubicBezTo>
                <a:cubicBezTo>
                  <a:pt x="1400457" y="136813"/>
                  <a:pt x="1400644" y="139569"/>
                  <a:pt x="1400644" y="141406"/>
                </a:cubicBezTo>
                <a:cubicBezTo>
                  <a:pt x="1400644" y="144163"/>
                  <a:pt x="1399786" y="146399"/>
                  <a:pt x="1398070" y="148114"/>
                </a:cubicBezTo>
                <a:cubicBezTo>
                  <a:pt x="1396354" y="149829"/>
                  <a:pt x="1394154" y="150686"/>
                  <a:pt x="1391471" y="150686"/>
                </a:cubicBezTo>
                <a:cubicBezTo>
                  <a:pt x="1388725" y="150686"/>
                  <a:pt x="1386510" y="149828"/>
                  <a:pt x="1384825" y="148111"/>
                </a:cubicBezTo>
                <a:cubicBezTo>
                  <a:pt x="1383140" y="146396"/>
                  <a:pt x="1382297" y="144159"/>
                  <a:pt x="1382297" y="141400"/>
                </a:cubicBezTo>
                <a:cubicBezTo>
                  <a:pt x="1382297" y="139563"/>
                  <a:pt x="1382094" y="136806"/>
                  <a:pt x="1381689" y="133130"/>
                </a:cubicBezTo>
                <a:cubicBezTo>
                  <a:pt x="1381283" y="129451"/>
                  <a:pt x="1381080" y="126692"/>
                  <a:pt x="1381080" y="124853"/>
                </a:cubicBezTo>
                <a:cubicBezTo>
                  <a:pt x="1381080" y="118540"/>
                  <a:pt x="1381533" y="109791"/>
                  <a:pt x="1382438" y="98607"/>
                </a:cubicBezTo>
                <a:cubicBezTo>
                  <a:pt x="1383343" y="87422"/>
                  <a:pt x="1383795" y="78674"/>
                  <a:pt x="1383795" y="72361"/>
                </a:cubicBezTo>
                <a:cubicBezTo>
                  <a:pt x="1383795" y="70399"/>
                  <a:pt x="1383686" y="67488"/>
                  <a:pt x="1383467" y="63628"/>
                </a:cubicBezTo>
                <a:cubicBezTo>
                  <a:pt x="1383249" y="59766"/>
                  <a:pt x="1383140" y="56855"/>
                  <a:pt x="1383140" y="54896"/>
                </a:cubicBezTo>
                <a:cubicBezTo>
                  <a:pt x="1383140" y="52259"/>
                  <a:pt x="1384029" y="50099"/>
                  <a:pt x="1385807" y="48414"/>
                </a:cubicBezTo>
                <a:cubicBezTo>
                  <a:pt x="1387586" y="46728"/>
                  <a:pt x="1389786" y="45885"/>
                  <a:pt x="1392407" y="45885"/>
                </a:cubicBezTo>
                <a:cubicBezTo>
                  <a:pt x="1398148" y="45885"/>
                  <a:pt x="1401299" y="49878"/>
                  <a:pt x="1401861" y="57864"/>
                </a:cubicBezTo>
                <a:lnTo>
                  <a:pt x="1402142" y="68644"/>
                </a:lnTo>
                <a:cubicBezTo>
                  <a:pt x="1412625" y="54940"/>
                  <a:pt x="1423390" y="48087"/>
                  <a:pt x="1434435" y="48087"/>
                </a:cubicBezTo>
                <a:cubicBezTo>
                  <a:pt x="1444420" y="48087"/>
                  <a:pt x="1451378" y="52408"/>
                  <a:pt x="1455309" y="61050"/>
                </a:cubicBezTo>
                <a:cubicBezTo>
                  <a:pt x="1457993" y="66810"/>
                  <a:pt x="1459459" y="75330"/>
                  <a:pt x="1459709" y="86608"/>
                </a:cubicBezTo>
                <a:lnTo>
                  <a:pt x="1459709" y="95891"/>
                </a:lnTo>
                <a:lnTo>
                  <a:pt x="1459615" y="104440"/>
                </a:lnTo>
                <a:cubicBezTo>
                  <a:pt x="1459615" y="109527"/>
                  <a:pt x="1460286" y="116101"/>
                  <a:pt x="1461628" y="124162"/>
                </a:cubicBezTo>
                <a:cubicBezTo>
                  <a:pt x="1462969" y="132220"/>
                  <a:pt x="1463640" y="138762"/>
                  <a:pt x="1463640" y="143786"/>
                </a:cubicBezTo>
                <a:cubicBezTo>
                  <a:pt x="1463640" y="146484"/>
                  <a:pt x="1462751" y="148675"/>
                  <a:pt x="1460973" y="150359"/>
                </a:cubicBezTo>
                <a:cubicBezTo>
                  <a:pt x="1459194" y="152046"/>
                  <a:pt x="1456963" y="152889"/>
                  <a:pt x="1454280" y="1528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B37E5-FA1D-4B0C-9948-96AC479D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928" y="4265813"/>
            <a:ext cx="3672894" cy="1204259"/>
          </a:xfrm>
          <a:custGeom xmlns:a="http://schemas.openxmlformats.org/drawingml/2006/main">
            <a:pathLst>
              <a:path w="3672894" h="1204259">
                <a:moveTo>
                  <a:pt x="0" y="200712"/>
                </a:moveTo>
                <a:cubicBezTo>
                  <a:pt x="0" y="89862"/>
                  <a:pt x="89862" y="0"/>
                  <a:pt x="200712" y="0"/>
                </a:cubicBezTo>
                <a:lnTo>
                  <a:pt x="3472182" y="0"/>
                </a:lnTo>
                <a:cubicBezTo>
                  <a:pt x="3583032" y="0"/>
                  <a:pt x="3672894" y="89862"/>
                  <a:pt x="3672894" y="200712"/>
                </a:cubicBezTo>
                <a:lnTo>
                  <a:pt x="3672894" y="1003547"/>
                </a:lnTo>
                <a:cubicBezTo>
                  <a:pt x="3672894" y="1114397"/>
                  <a:pt x="3583032" y="1204259"/>
                  <a:pt x="3472182" y="1204259"/>
                </a:cubicBezTo>
                <a:lnTo>
                  <a:pt x="200712" y="1204259"/>
                </a:lnTo>
                <a:cubicBezTo>
                  <a:pt x="89862" y="1204259"/>
                  <a:pt x="0" y="1114397"/>
                  <a:pt x="0" y="1003547"/>
                </a:cubicBezTo>
                <a:lnTo>
                  <a:pt x="0" y="200712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For">
            <a:extLst xmlns:a="http://schemas.openxmlformats.org/drawingml/2006/main">
              <a:ext uri="{FF2B5EF4-FFF2-40B4-BE49-F238E27FC236}">
                <a16:creationId xmlns:a16="http://schemas.microsoft.com/office/drawing/2014/main" id="{5A0D0E7F-84F3-4614-98B7-2B4E420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7" y="4365364"/>
            <a:ext cx="261548" cy="142961"/>
          </a:xfrm>
          <a:custGeom xmlns:a="http://schemas.openxmlformats.org/drawingml/2006/main">
            <a:pathLst>
              <a:path w="261548" h="142961">
                <a:moveTo>
                  <a:pt x="79394" y="22125"/>
                </a:moveTo>
                <a:cubicBezTo>
                  <a:pt x="78373" y="22125"/>
                  <a:pt x="77295" y="21898"/>
                  <a:pt x="76161" y="21444"/>
                </a:cubicBezTo>
                <a:cubicBezTo>
                  <a:pt x="69126" y="18835"/>
                  <a:pt x="59822" y="17530"/>
                  <a:pt x="48249" y="17530"/>
                </a:cubicBezTo>
                <a:cubicBezTo>
                  <a:pt x="44505" y="17530"/>
                  <a:pt x="40123" y="17806"/>
                  <a:pt x="35102" y="18359"/>
                </a:cubicBezTo>
                <a:cubicBezTo>
                  <a:pt x="30081" y="18913"/>
                  <a:pt x="24451" y="19771"/>
                  <a:pt x="18210" y="20934"/>
                </a:cubicBezTo>
                <a:lnTo>
                  <a:pt x="18040" y="57695"/>
                </a:lnTo>
                <a:cubicBezTo>
                  <a:pt x="28989" y="54745"/>
                  <a:pt x="37215" y="53270"/>
                  <a:pt x="42718" y="53270"/>
                </a:cubicBezTo>
                <a:cubicBezTo>
                  <a:pt x="51455" y="53270"/>
                  <a:pt x="60503" y="53781"/>
                  <a:pt x="69864" y="54802"/>
                </a:cubicBezTo>
                <a:cubicBezTo>
                  <a:pt x="75196" y="55369"/>
                  <a:pt x="77863" y="58262"/>
                  <a:pt x="77863" y="63481"/>
                </a:cubicBezTo>
                <a:cubicBezTo>
                  <a:pt x="77863" y="66034"/>
                  <a:pt x="77040" y="68148"/>
                  <a:pt x="75395" y="69821"/>
                </a:cubicBezTo>
                <a:cubicBezTo>
                  <a:pt x="73750" y="71495"/>
                  <a:pt x="71707" y="72331"/>
                  <a:pt x="69268" y="72331"/>
                </a:cubicBezTo>
                <a:cubicBezTo>
                  <a:pt x="66318" y="72331"/>
                  <a:pt x="61893" y="72076"/>
                  <a:pt x="55993" y="71566"/>
                </a:cubicBezTo>
                <a:cubicBezTo>
                  <a:pt x="50093" y="71055"/>
                  <a:pt x="45668" y="70800"/>
                  <a:pt x="42718" y="70800"/>
                </a:cubicBezTo>
                <a:cubicBezTo>
                  <a:pt x="38860" y="70800"/>
                  <a:pt x="30521" y="72445"/>
                  <a:pt x="17700" y="75735"/>
                </a:cubicBezTo>
                <a:lnTo>
                  <a:pt x="16934" y="134281"/>
                </a:lnTo>
                <a:cubicBezTo>
                  <a:pt x="16934" y="136721"/>
                  <a:pt x="16140" y="138777"/>
                  <a:pt x="14551" y="140451"/>
                </a:cubicBezTo>
                <a:cubicBezTo>
                  <a:pt x="12963" y="142124"/>
                  <a:pt x="10949" y="142961"/>
                  <a:pt x="8510" y="142961"/>
                </a:cubicBezTo>
                <a:cubicBezTo>
                  <a:pt x="6070" y="142961"/>
                  <a:pt x="4042" y="142124"/>
                  <a:pt x="2425" y="140451"/>
                </a:cubicBezTo>
                <a:cubicBezTo>
                  <a:pt x="808" y="138777"/>
                  <a:pt x="0" y="136721"/>
                  <a:pt x="0" y="134281"/>
                </a:cubicBezTo>
                <a:cubicBezTo>
                  <a:pt x="0" y="123105"/>
                  <a:pt x="213" y="106327"/>
                  <a:pt x="638" y="83947"/>
                </a:cubicBezTo>
                <a:cubicBezTo>
                  <a:pt x="1064" y="61567"/>
                  <a:pt x="1276" y="44789"/>
                  <a:pt x="1276" y="33613"/>
                </a:cubicBezTo>
                <a:cubicBezTo>
                  <a:pt x="1276" y="31117"/>
                  <a:pt x="1234" y="27358"/>
                  <a:pt x="1149" y="22338"/>
                </a:cubicBezTo>
                <a:cubicBezTo>
                  <a:pt x="1064" y="17317"/>
                  <a:pt x="1021" y="13559"/>
                  <a:pt x="1021" y="11062"/>
                </a:cubicBezTo>
                <a:cubicBezTo>
                  <a:pt x="1021" y="8566"/>
                  <a:pt x="1801" y="6467"/>
                  <a:pt x="3361" y="4765"/>
                </a:cubicBezTo>
                <a:cubicBezTo>
                  <a:pt x="4921" y="3063"/>
                  <a:pt x="6949" y="2212"/>
                  <a:pt x="9446" y="2212"/>
                </a:cubicBezTo>
                <a:cubicBezTo>
                  <a:pt x="11318" y="2212"/>
                  <a:pt x="12991" y="2723"/>
                  <a:pt x="14466" y="3744"/>
                </a:cubicBezTo>
                <a:cubicBezTo>
                  <a:pt x="21501" y="2487"/>
                  <a:pt x="27826" y="1549"/>
                  <a:pt x="33443" y="931"/>
                </a:cubicBezTo>
                <a:cubicBezTo>
                  <a:pt x="39059" y="310"/>
                  <a:pt x="43995" y="0"/>
                  <a:pt x="48249" y="0"/>
                </a:cubicBezTo>
                <a:cubicBezTo>
                  <a:pt x="54773" y="0"/>
                  <a:pt x="62233" y="940"/>
                  <a:pt x="70629" y="2819"/>
                </a:cubicBezTo>
                <a:cubicBezTo>
                  <a:pt x="82032" y="5439"/>
                  <a:pt x="87734" y="8856"/>
                  <a:pt x="87734" y="13070"/>
                </a:cubicBezTo>
                <a:cubicBezTo>
                  <a:pt x="87734" y="15348"/>
                  <a:pt x="86996" y="17370"/>
                  <a:pt x="85521" y="19136"/>
                </a:cubicBezTo>
                <a:cubicBezTo>
                  <a:pt x="83876" y="21129"/>
                  <a:pt x="81834" y="22125"/>
                  <a:pt x="79394" y="22125"/>
                </a:cubicBezTo>
                <a:close/>
                <a:moveTo>
                  <a:pt x="135762" y="139047"/>
                </a:moveTo>
                <a:cubicBezTo>
                  <a:pt x="126231" y="139047"/>
                  <a:pt x="118034" y="135523"/>
                  <a:pt x="111169" y="128476"/>
                </a:cubicBezTo>
                <a:cubicBezTo>
                  <a:pt x="103511" y="120633"/>
                  <a:pt x="99483" y="110090"/>
                  <a:pt x="99086" y="96847"/>
                </a:cubicBezTo>
                <a:cubicBezTo>
                  <a:pt x="98745" y="84003"/>
                  <a:pt x="101979" y="72693"/>
                  <a:pt x="108786" y="62918"/>
                </a:cubicBezTo>
                <a:cubicBezTo>
                  <a:pt x="116729" y="51380"/>
                  <a:pt x="127791" y="45611"/>
                  <a:pt x="141974" y="45611"/>
                </a:cubicBezTo>
                <a:cubicBezTo>
                  <a:pt x="153320" y="45611"/>
                  <a:pt x="161915" y="50812"/>
                  <a:pt x="167758" y="61213"/>
                </a:cubicBezTo>
                <a:cubicBezTo>
                  <a:pt x="172410" y="69623"/>
                  <a:pt x="174651" y="79739"/>
                  <a:pt x="174480" y="91560"/>
                </a:cubicBezTo>
                <a:cubicBezTo>
                  <a:pt x="174310" y="104178"/>
                  <a:pt x="171020" y="114948"/>
                  <a:pt x="164609" y="123873"/>
                </a:cubicBezTo>
                <a:cubicBezTo>
                  <a:pt x="157348" y="133989"/>
                  <a:pt x="147732" y="139047"/>
                  <a:pt x="135762" y="139047"/>
                </a:cubicBezTo>
                <a:moveTo>
                  <a:pt x="140868" y="62971"/>
                </a:moveTo>
                <a:cubicBezTo>
                  <a:pt x="132528" y="62914"/>
                  <a:pt x="126033" y="66891"/>
                  <a:pt x="121381" y="74900"/>
                </a:cubicBezTo>
                <a:cubicBezTo>
                  <a:pt x="117693" y="81321"/>
                  <a:pt x="115849" y="88650"/>
                  <a:pt x="115849" y="96887"/>
                </a:cubicBezTo>
                <a:cubicBezTo>
                  <a:pt x="115849" y="105125"/>
                  <a:pt x="118090" y="111545"/>
                  <a:pt x="122572" y="116148"/>
                </a:cubicBezTo>
                <a:cubicBezTo>
                  <a:pt x="126316" y="119954"/>
                  <a:pt x="130713" y="121857"/>
                  <a:pt x="135762" y="121857"/>
                </a:cubicBezTo>
                <a:cubicBezTo>
                  <a:pt x="141662" y="121857"/>
                  <a:pt x="146739" y="119698"/>
                  <a:pt x="150994" y="115379"/>
                </a:cubicBezTo>
                <a:cubicBezTo>
                  <a:pt x="155816" y="110609"/>
                  <a:pt x="158369" y="104161"/>
                  <a:pt x="158653" y="96036"/>
                </a:cubicBezTo>
                <a:cubicBezTo>
                  <a:pt x="159447" y="74049"/>
                  <a:pt x="153519" y="63028"/>
                  <a:pt x="140868" y="62971"/>
                </a:cubicBezTo>
                <a:close/>
                <a:moveTo>
                  <a:pt x="261463" y="70885"/>
                </a:moveTo>
                <a:cubicBezTo>
                  <a:pt x="261066" y="77976"/>
                  <a:pt x="258229" y="81522"/>
                  <a:pt x="252953" y="81522"/>
                </a:cubicBezTo>
                <a:cubicBezTo>
                  <a:pt x="248074" y="81522"/>
                  <a:pt x="245635" y="78725"/>
                  <a:pt x="245635" y="73132"/>
                </a:cubicBezTo>
                <a:cubicBezTo>
                  <a:pt x="245635" y="72058"/>
                  <a:pt x="245550" y="70079"/>
                  <a:pt x="245380" y="67196"/>
                </a:cubicBezTo>
                <a:lnTo>
                  <a:pt x="245124" y="60078"/>
                </a:lnTo>
                <a:cubicBezTo>
                  <a:pt x="236161" y="61157"/>
                  <a:pt x="228985" y="63687"/>
                  <a:pt x="223595" y="67667"/>
                </a:cubicBezTo>
                <a:cubicBezTo>
                  <a:pt x="218546" y="71363"/>
                  <a:pt x="214348" y="76935"/>
                  <a:pt x="211001" y="84383"/>
                </a:cubicBezTo>
                <a:lnTo>
                  <a:pt x="211171" y="131114"/>
                </a:lnTo>
                <a:cubicBezTo>
                  <a:pt x="211171" y="136856"/>
                  <a:pt x="208363" y="139727"/>
                  <a:pt x="202747" y="139727"/>
                </a:cubicBezTo>
                <a:cubicBezTo>
                  <a:pt x="197755" y="139727"/>
                  <a:pt x="195258" y="136857"/>
                  <a:pt x="195258" y="131117"/>
                </a:cubicBezTo>
                <a:lnTo>
                  <a:pt x="195258" y="71270"/>
                </a:lnTo>
                <a:cubicBezTo>
                  <a:pt x="195258" y="69395"/>
                  <a:pt x="195329" y="66582"/>
                  <a:pt x="195471" y="62833"/>
                </a:cubicBezTo>
                <a:cubicBezTo>
                  <a:pt x="195613" y="59081"/>
                  <a:pt x="195684" y="56268"/>
                  <a:pt x="195684" y="54392"/>
                </a:cubicBezTo>
                <a:cubicBezTo>
                  <a:pt x="195684" y="48652"/>
                  <a:pt x="198180" y="45782"/>
                  <a:pt x="203172" y="45782"/>
                </a:cubicBezTo>
                <a:cubicBezTo>
                  <a:pt x="208732" y="45782"/>
                  <a:pt x="211540" y="50490"/>
                  <a:pt x="211597" y="59907"/>
                </a:cubicBezTo>
                <a:cubicBezTo>
                  <a:pt x="222489" y="49356"/>
                  <a:pt x="234573" y="44080"/>
                  <a:pt x="247848" y="44080"/>
                </a:cubicBezTo>
                <a:cubicBezTo>
                  <a:pt x="252443" y="44080"/>
                  <a:pt x="255875" y="45810"/>
                  <a:pt x="258144" y="49270"/>
                </a:cubicBezTo>
                <a:cubicBezTo>
                  <a:pt x="260413" y="52731"/>
                  <a:pt x="261548" y="57950"/>
                  <a:pt x="261548" y="64928"/>
                </a:cubicBezTo>
                <a:cubicBezTo>
                  <a:pt x="261548" y="67878"/>
                  <a:pt x="261520" y="69864"/>
                  <a:pt x="261463" y="708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priming">
            <a:extLst xmlns:a="http://schemas.openxmlformats.org/drawingml/2006/main">
              <a:ext uri="{FF2B5EF4-FFF2-40B4-BE49-F238E27FC236}">
                <a16:creationId xmlns:a16="http://schemas.microsoft.com/office/drawing/2014/main" id="{581A7E33-AB01-4239-AB52-462BCC22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637" y="4358930"/>
            <a:ext cx="656558" cy="190882"/>
          </a:xfrm>
          <a:custGeom xmlns:a="http://schemas.openxmlformats.org/drawingml/2006/main">
            <a:pathLst>
              <a:path w="656558" h="190882">
                <a:moveTo>
                  <a:pt x="41654" y="140775"/>
                </a:moveTo>
                <a:cubicBezTo>
                  <a:pt x="35414" y="140775"/>
                  <a:pt x="28550" y="139796"/>
                  <a:pt x="21061" y="137839"/>
                </a:cubicBezTo>
                <a:lnTo>
                  <a:pt x="20874" y="181705"/>
                </a:lnTo>
                <a:cubicBezTo>
                  <a:pt x="20874" y="184396"/>
                  <a:pt x="20016" y="186599"/>
                  <a:pt x="18300" y="188312"/>
                </a:cubicBezTo>
                <a:cubicBezTo>
                  <a:pt x="16584" y="190025"/>
                  <a:pt x="14384" y="190882"/>
                  <a:pt x="11701" y="190882"/>
                </a:cubicBezTo>
                <a:cubicBezTo>
                  <a:pt x="9017" y="190882"/>
                  <a:pt x="6818" y="190024"/>
                  <a:pt x="5101" y="188309"/>
                </a:cubicBezTo>
                <a:cubicBezTo>
                  <a:pt x="3385" y="186594"/>
                  <a:pt x="2527" y="184389"/>
                  <a:pt x="2527" y="181693"/>
                </a:cubicBezTo>
                <a:lnTo>
                  <a:pt x="2808" y="144942"/>
                </a:lnTo>
                <a:lnTo>
                  <a:pt x="2808" y="108283"/>
                </a:lnTo>
                <a:cubicBezTo>
                  <a:pt x="2621" y="94867"/>
                  <a:pt x="2153" y="82647"/>
                  <a:pt x="1404" y="71624"/>
                </a:cubicBezTo>
                <a:lnTo>
                  <a:pt x="0" y="52971"/>
                </a:lnTo>
                <a:cubicBezTo>
                  <a:pt x="0" y="48622"/>
                  <a:pt x="811" y="44946"/>
                  <a:pt x="2434" y="41945"/>
                </a:cubicBezTo>
                <a:cubicBezTo>
                  <a:pt x="4306" y="38331"/>
                  <a:pt x="7020" y="36524"/>
                  <a:pt x="10577" y="36524"/>
                </a:cubicBezTo>
                <a:cubicBezTo>
                  <a:pt x="13011" y="36524"/>
                  <a:pt x="15055" y="37378"/>
                  <a:pt x="16709" y="39085"/>
                </a:cubicBezTo>
                <a:cubicBezTo>
                  <a:pt x="18362" y="40793"/>
                  <a:pt x="19189" y="42876"/>
                  <a:pt x="19189" y="45334"/>
                </a:cubicBezTo>
                <a:cubicBezTo>
                  <a:pt x="19189" y="45885"/>
                  <a:pt x="19095" y="46894"/>
                  <a:pt x="18908" y="48363"/>
                </a:cubicBezTo>
                <a:cubicBezTo>
                  <a:pt x="18596" y="50259"/>
                  <a:pt x="18378" y="52003"/>
                  <a:pt x="18253" y="53594"/>
                </a:cubicBezTo>
                <a:cubicBezTo>
                  <a:pt x="23620" y="49984"/>
                  <a:pt x="28799" y="47277"/>
                  <a:pt x="33792" y="45472"/>
                </a:cubicBezTo>
                <a:cubicBezTo>
                  <a:pt x="38784" y="43667"/>
                  <a:pt x="43558" y="42765"/>
                  <a:pt x="48113" y="42765"/>
                </a:cubicBezTo>
                <a:cubicBezTo>
                  <a:pt x="60906" y="42765"/>
                  <a:pt x="70266" y="48337"/>
                  <a:pt x="76195" y="59481"/>
                </a:cubicBezTo>
                <a:cubicBezTo>
                  <a:pt x="80875" y="68301"/>
                  <a:pt x="83215" y="79967"/>
                  <a:pt x="83215" y="94480"/>
                </a:cubicBezTo>
                <a:cubicBezTo>
                  <a:pt x="83215" y="107706"/>
                  <a:pt x="79596" y="118607"/>
                  <a:pt x="72357" y="127182"/>
                </a:cubicBezTo>
                <a:cubicBezTo>
                  <a:pt x="64681" y="136244"/>
                  <a:pt x="54447" y="140775"/>
                  <a:pt x="41654" y="140775"/>
                </a:cubicBezTo>
                <a:moveTo>
                  <a:pt x="48113" y="61119"/>
                </a:moveTo>
                <a:cubicBezTo>
                  <a:pt x="42372" y="61119"/>
                  <a:pt x="37193" y="62373"/>
                  <a:pt x="32575" y="64881"/>
                </a:cubicBezTo>
                <a:cubicBezTo>
                  <a:pt x="29267" y="66656"/>
                  <a:pt x="25086" y="69898"/>
                  <a:pt x="20032" y="74609"/>
                </a:cubicBezTo>
                <a:cubicBezTo>
                  <a:pt x="20843" y="88497"/>
                  <a:pt x="21248" y="103088"/>
                  <a:pt x="21248" y="118383"/>
                </a:cubicBezTo>
                <a:cubicBezTo>
                  <a:pt x="28050" y="120953"/>
                  <a:pt x="34852" y="122238"/>
                  <a:pt x="41654" y="122238"/>
                </a:cubicBezTo>
                <a:cubicBezTo>
                  <a:pt x="49455" y="122238"/>
                  <a:pt x="55414" y="119393"/>
                  <a:pt x="59533" y="113703"/>
                </a:cubicBezTo>
                <a:cubicBezTo>
                  <a:pt x="63090" y="108747"/>
                  <a:pt x="64869" y="102324"/>
                  <a:pt x="64869" y="94431"/>
                </a:cubicBezTo>
                <a:cubicBezTo>
                  <a:pt x="64869" y="83297"/>
                  <a:pt x="63480" y="74961"/>
                  <a:pt x="60703" y="69424"/>
                </a:cubicBezTo>
                <a:cubicBezTo>
                  <a:pt x="57926" y="63887"/>
                  <a:pt x="53729" y="61119"/>
                  <a:pt x="48113" y="61119"/>
                </a:cubicBezTo>
                <a:close/>
                <a:moveTo>
                  <a:pt x="181438" y="69470"/>
                </a:moveTo>
                <a:cubicBezTo>
                  <a:pt x="181001" y="77117"/>
                  <a:pt x="177881" y="80941"/>
                  <a:pt x="172077" y="80941"/>
                </a:cubicBezTo>
                <a:cubicBezTo>
                  <a:pt x="166710" y="80941"/>
                  <a:pt x="164027" y="77925"/>
                  <a:pt x="164027" y="71893"/>
                </a:cubicBezTo>
                <a:cubicBezTo>
                  <a:pt x="164027" y="70735"/>
                  <a:pt x="163933" y="68601"/>
                  <a:pt x="163746" y="65492"/>
                </a:cubicBezTo>
                <a:lnTo>
                  <a:pt x="163465" y="57815"/>
                </a:lnTo>
                <a:cubicBezTo>
                  <a:pt x="153606" y="58979"/>
                  <a:pt x="145712" y="61708"/>
                  <a:pt x="139783" y="66000"/>
                </a:cubicBezTo>
                <a:cubicBezTo>
                  <a:pt x="134229" y="69986"/>
                  <a:pt x="129611" y="75995"/>
                  <a:pt x="125930" y="84027"/>
                </a:cubicBezTo>
                <a:lnTo>
                  <a:pt x="126117" y="134423"/>
                </a:lnTo>
                <a:cubicBezTo>
                  <a:pt x="126117" y="140615"/>
                  <a:pt x="123028" y="143712"/>
                  <a:pt x="116850" y="143712"/>
                </a:cubicBezTo>
                <a:cubicBezTo>
                  <a:pt x="111358" y="143712"/>
                  <a:pt x="108613" y="140616"/>
                  <a:pt x="108613" y="134426"/>
                </a:cubicBezTo>
                <a:lnTo>
                  <a:pt x="108613" y="69886"/>
                </a:lnTo>
                <a:cubicBezTo>
                  <a:pt x="108613" y="67863"/>
                  <a:pt x="108691" y="64830"/>
                  <a:pt x="108847" y="60786"/>
                </a:cubicBezTo>
                <a:cubicBezTo>
                  <a:pt x="109003" y="56741"/>
                  <a:pt x="109081" y="53706"/>
                  <a:pt x="109081" y="51684"/>
                </a:cubicBezTo>
                <a:cubicBezTo>
                  <a:pt x="109081" y="45493"/>
                  <a:pt x="111826" y="42398"/>
                  <a:pt x="117318" y="42398"/>
                </a:cubicBezTo>
                <a:cubicBezTo>
                  <a:pt x="123433" y="42398"/>
                  <a:pt x="126522" y="47476"/>
                  <a:pt x="126585" y="57632"/>
                </a:cubicBezTo>
                <a:cubicBezTo>
                  <a:pt x="138566" y="46252"/>
                  <a:pt x="151858" y="40562"/>
                  <a:pt x="166461" y="40562"/>
                </a:cubicBezTo>
                <a:cubicBezTo>
                  <a:pt x="171515" y="40562"/>
                  <a:pt x="175291" y="42428"/>
                  <a:pt x="177787" y="46160"/>
                </a:cubicBezTo>
                <a:cubicBezTo>
                  <a:pt x="180283" y="49892"/>
                  <a:pt x="181531" y="55521"/>
                  <a:pt x="181531" y="63046"/>
                </a:cubicBezTo>
                <a:cubicBezTo>
                  <a:pt x="181531" y="66227"/>
                  <a:pt x="181500" y="68369"/>
                  <a:pt x="181438" y="69470"/>
                </a:cubicBezTo>
                <a:close/>
                <a:moveTo>
                  <a:pt x="222305" y="21291"/>
                </a:moveTo>
                <a:cubicBezTo>
                  <a:pt x="219310" y="21291"/>
                  <a:pt x="216720" y="20251"/>
                  <a:pt x="214536" y="18170"/>
                </a:cubicBezTo>
                <a:cubicBezTo>
                  <a:pt x="212352" y="16090"/>
                  <a:pt x="211260" y="13582"/>
                  <a:pt x="211260" y="10645"/>
                </a:cubicBezTo>
                <a:cubicBezTo>
                  <a:pt x="211260" y="7709"/>
                  <a:pt x="212352" y="5200"/>
                  <a:pt x="214536" y="3120"/>
                </a:cubicBezTo>
                <a:cubicBezTo>
                  <a:pt x="216720" y="1040"/>
                  <a:pt x="219310" y="0"/>
                  <a:pt x="222305" y="0"/>
                </a:cubicBezTo>
                <a:cubicBezTo>
                  <a:pt x="225301" y="0"/>
                  <a:pt x="227875" y="1040"/>
                  <a:pt x="230028" y="3120"/>
                </a:cubicBezTo>
                <a:cubicBezTo>
                  <a:pt x="232181" y="5200"/>
                  <a:pt x="233257" y="7709"/>
                  <a:pt x="233257" y="10645"/>
                </a:cubicBezTo>
                <a:cubicBezTo>
                  <a:pt x="233257" y="13582"/>
                  <a:pt x="232181" y="16090"/>
                  <a:pt x="230028" y="18170"/>
                </a:cubicBezTo>
                <a:cubicBezTo>
                  <a:pt x="227875" y="20251"/>
                  <a:pt x="225301" y="21291"/>
                  <a:pt x="222305" y="21291"/>
                </a:cubicBezTo>
                <a:moveTo>
                  <a:pt x="226517" y="95859"/>
                </a:moveTo>
                <a:cubicBezTo>
                  <a:pt x="226517" y="99534"/>
                  <a:pt x="226627" y="105031"/>
                  <a:pt x="226845" y="112349"/>
                </a:cubicBezTo>
                <a:cubicBezTo>
                  <a:pt x="227063" y="119666"/>
                  <a:pt x="227173" y="125162"/>
                  <a:pt x="227173" y="128836"/>
                </a:cubicBezTo>
                <a:cubicBezTo>
                  <a:pt x="227173" y="131530"/>
                  <a:pt x="226330" y="133735"/>
                  <a:pt x="224645" y="135450"/>
                </a:cubicBezTo>
                <a:cubicBezTo>
                  <a:pt x="222960" y="137165"/>
                  <a:pt x="220745" y="138022"/>
                  <a:pt x="217999" y="138022"/>
                </a:cubicBezTo>
                <a:cubicBezTo>
                  <a:pt x="215316" y="138022"/>
                  <a:pt x="213116" y="137165"/>
                  <a:pt x="211400" y="135450"/>
                </a:cubicBezTo>
                <a:cubicBezTo>
                  <a:pt x="209684" y="133735"/>
                  <a:pt x="208826" y="131530"/>
                  <a:pt x="208826" y="128836"/>
                </a:cubicBezTo>
                <a:cubicBezTo>
                  <a:pt x="208826" y="125162"/>
                  <a:pt x="208717" y="119666"/>
                  <a:pt x="208498" y="112349"/>
                </a:cubicBezTo>
                <a:cubicBezTo>
                  <a:pt x="208280" y="105031"/>
                  <a:pt x="208171" y="99534"/>
                  <a:pt x="208171" y="95859"/>
                </a:cubicBezTo>
                <a:cubicBezTo>
                  <a:pt x="208171" y="90103"/>
                  <a:pt x="208483" y="82923"/>
                  <a:pt x="209107" y="74319"/>
                </a:cubicBezTo>
                <a:cubicBezTo>
                  <a:pt x="209731" y="65714"/>
                  <a:pt x="210043" y="58533"/>
                  <a:pt x="210043" y="52776"/>
                </a:cubicBezTo>
                <a:cubicBezTo>
                  <a:pt x="210043" y="50021"/>
                  <a:pt x="210901" y="47786"/>
                  <a:pt x="212617" y="46071"/>
                </a:cubicBezTo>
                <a:cubicBezTo>
                  <a:pt x="214333" y="44356"/>
                  <a:pt x="216533" y="43499"/>
                  <a:pt x="219216" y="43499"/>
                </a:cubicBezTo>
                <a:cubicBezTo>
                  <a:pt x="221900" y="43499"/>
                  <a:pt x="224099" y="44356"/>
                  <a:pt x="225815" y="46071"/>
                </a:cubicBezTo>
                <a:cubicBezTo>
                  <a:pt x="227531" y="47786"/>
                  <a:pt x="228390" y="50021"/>
                  <a:pt x="228390" y="52776"/>
                </a:cubicBezTo>
                <a:cubicBezTo>
                  <a:pt x="228390" y="58533"/>
                  <a:pt x="228078" y="65714"/>
                  <a:pt x="227453" y="74319"/>
                </a:cubicBezTo>
                <a:cubicBezTo>
                  <a:pt x="226829" y="82923"/>
                  <a:pt x="226517" y="90103"/>
                  <a:pt x="226517" y="95859"/>
                </a:cubicBezTo>
                <a:close/>
                <a:moveTo>
                  <a:pt x="380011" y="145180"/>
                </a:moveTo>
                <a:cubicBezTo>
                  <a:pt x="374894" y="145180"/>
                  <a:pt x="371899" y="142513"/>
                  <a:pt x="371025" y="137179"/>
                </a:cubicBezTo>
                <a:cubicBezTo>
                  <a:pt x="369902" y="130434"/>
                  <a:pt x="368778" y="120931"/>
                  <a:pt x="367655" y="108670"/>
                </a:cubicBezTo>
                <a:lnTo>
                  <a:pt x="364473" y="80158"/>
                </a:lnTo>
                <a:cubicBezTo>
                  <a:pt x="363849" y="75929"/>
                  <a:pt x="362788" y="71791"/>
                  <a:pt x="361290" y="67743"/>
                </a:cubicBezTo>
                <a:cubicBezTo>
                  <a:pt x="359168" y="62226"/>
                  <a:pt x="356859" y="59467"/>
                  <a:pt x="354363" y="59467"/>
                </a:cubicBezTo>
                <a:cubicBezTo>
                  <a:pt x="352054" y="59467"/>
                  <a:pt x="347748" y="61396"/>
                  <a:pt x="341446" y="65254"/>
                </a:cubicBezTo>
                <a:cubicBezTo>
                  <a:pt x="335455" y="68806"/>
                  <a:pt x="331523" y="71654"/>
                  <a:pt x="329651" y="73797"/>
                </a:cubicBezTo>
                <a:cubicBezTo>
                  <a:pt x="329589" y="79554"/>
                  <a:pt x="329745" y="85311"/>
                  <a:pt x="330119" y="91067"/>
                </a:cubicBezTo>
                <a:lnTo>
                  <a:pt x="332928" y="115596"/>
                </a:lnTo>
                <a:cubicBezTo>
                  <a:pt x="334113" y="125272"/>
                  <a:pt x="334706" y="133264"/>
                  <a:pt x="334706" y="139574"/>
                </a:cubicBezTo>
                <a:cubicBezTo>
                  <a:pt x="334706" y="142267"/>
                  <a:pt x="333848" y="144487"/>
                  <a:pt x="332132" y="146233"/>
                </a:cubicBezTo>
                <a:cubicBezTo>
                  <a:pt x="330416" y="147978"/>
                  <a:pt x="328216" y="148851"/>
                  <a:pt x="325533" y="148851"/>
                </a:cubicBezTo>
                <a:cubicBezTo>
                  <a:pt x="322849" y="148851"/>
                  <a:pt x="320650" y="147978"/>
                  <a:pt x="318934" y="146233"/>
                </a:cubicBezTo>
                <a:cubicBezTo>
                  <a:pt x="317217" y="144487"/>
                  <a:pt x="316359" y="142267"/>
                  <a:pt x="316359" y="139574"/>
                </a:cubicBezTo>
                <a:cubicBezTo>
                  <a:pt x="316359" y="132163"/>
                  <a:pt x="315595" y="121216"/>
                  <a:pt x="314066" y="106731"/>
                </a:cubicBezTo>
                <a:cubicBezTo>
                  <a:pt x="312537" y="92247"/>
                  <a:pt x="311773" y="81300"/>
                  <a:pt x="311773" y="73889"/>
                </a:cubicBezTo>
                <a:cubicBezTo>
                  <a:pt x="311773" y="67398"/>
                  <a:pt x="310837" y="62346"/>
                  <a:pt x="308965" y="58733"/>
                </a:cubicBezTo>
                <a:cubicBezTo>
                  <a:pt x="304596" y="60694"/>
                  <a:pt x="300166" y="63882"/>
                  <a:pt x="295673" y="68297"/>
                </a:cubicBezTo>
                <a:lnTo>
                  <a:pt x="284627" y="80439"/>
                </a:lnTo>
                <a:cubicBezTo>
                  <a:pt x="283629" y="81909"/>
                  <a:pt x="282037" y="83840"/>
                  <a:pt x="279853" y="86232"/>
                </a:cubicBezTo>
                <a:cubicBezTo>
                  <a:pt x="279853" y="89911"/>
                  <a:pt x="279510" y="95338"/>
                  <a:pt x="278824" y="102513"/>
                </a:cubicBezTo>
                <a:cubicBezTo>
                  <a:pt x="278137" y="109686"/>
                  <a:pt x="277794" y="114990"/>
                  <a:pt x="277794" y="118423"/>
                </a:cubicBezTo>
                <a:cubicBezTo>
                  <a:pt x="277794" y="120263"/>
                  <a:pt x="278090" y="122838"/>
                  <a:pt x="278683" y="126149"/>
                </a:cubicBezTo>
                <a:cubicBezTo>
                  <a:pt x="279276" y="129459"/>
                  <a:pt x="279572" y="131850"/>
                  <a:pt x="279572" y="133322"/>
                </a:cubicBezTo>
                <a:cubicBezTo>
                  <a:pt x="279572" y="135836"/>
                  <a:pt x="278621" y="137951"/>
                  <a:pt x="276718" y="139668"/>
                </a:cubicBezTo>
                <a:cubicBezTo>
                  <a:pt x="274814" y="141385"/>
                  <a:pt x="272583" y="142243"/>
                  <a:pt x="270025" y="142243"/>
                </a:cubicBezTo>
                <a:cubicBezTo>
                  <a:pt x="262973" y="142243"/>
                  <a:pt x="259447" y="134375"/>
                  <a:pt x="259447" y="118639"/>
                </a:cubicBezTo>
                <a:cubicBezTo>
                  <a:pt x="259447" y="114964"/>
                  <a:pt x="259791" y="109483"/>
                  <a:pt x="260477" y="102197"/>
                </a:cubicBezTo>
                <a:cubicBezTo>
                  <a:pt x="261163" y="94911"/>
                  <a:pt x="261507" y="89431"/>
                  <a:pt x="261507" y="85756"/>
                </a:cubicBezTo>
                <a:cubicBezTo>
                  <a:pt x="261507" y="82512"/>
                  <a:pt x="261210" y="77644"/>
                  <a:pt x="260617" y="71153"/>
                </a:cubicBezTo>
                <a:cubicBezTo>
                  <a:pt x="260025" y="64662"/>
                  <a:pt x="259728" y="59763"/>
                  <a:pt x="259728" y="56456"/>
                </a:cubicBezTo>
                <a:cubicBezTo>
                  <a:pt x="259728" y="42556"/>
                  <a:pt x="262911" y="35607"/>
                  <a:pt x="269276" y="35607"/>
                </a:cubicBezTo>
                <a:cubicBezTo>
                  <a:pt x="271710" y="35607"/>
                  <a:pt x="273941" y="36632"/>
                  <a:pt x="275969" y="38681"/>
                </a:cubicBezTo>
                <a:cubicBezTo>
                  <a:pt x="277997" y="40731"/>
                  <a:pt x="279011" y="42979"/>
                  <a:pt x="279011" y="45426"/>
                </a:cubicBezTo>
                <a:cubicBezTo>
                  <a:pt x="279011" y="46589"/>
                  <a:pt x="278855" y="48393"/>
                  <a:pt x="278543" y="50841"/>
                </a:cubicBezTo>
                <a:cubicBezTo>
                  <a:pt x="278231" y="53288"/>
                  <a:pt x="278075" y="55154"/>
                  <a:pt x="278075" y="56439"/>
                </a:cubicBezTo>
                <a:lnTo>
                  <a:pt x="278262" y="66074"/>
                </a:lnTo>
                <a:cubicBezTo>
                  <a:pt x="281507" y="59528"/>
                  <a:pt x="286281" y="53609"/>
                  <a:pt x="292584" y="48317"/>
                </a:cubicBezTo>
                <a:cubicBezTo>
                  <a:pt x="298886" y="43025"/>
                  <a:pt x="304253" y="40379"/>
                  <a:pt x="308684" y="40379"/>
                </a:cubicBezTo>
                <a:cubicBezTo>
                  <a:pt x="318481" y="40379"/>
                  <a:pt x="325221" y="45151"/>
                  <a:pt x="328903" y="54695"/>
                </a:cubicBezTo>
                <a:cubicBezTo>
                  <a:pt x="332335" y="50229"/>
                  <a:pt x="336422" y="46879"/>
                  <a:pt x="341165" y="44646"/>
                </a:cubicBezTo>
                <a:cubicBezTo>
                  <a:pt x="345907" y="42413"/>
                  <a:pt x="351337" y="41296"/>
                  <a:pt x="357452" y="41296"/>
                </a:cubicBezTo>
                <a:cubicBezTo>
                  <a:pt x="367874" y="41296"/>
                  <a:pt x="374988" y="46812"/>
                  <a:pt x="378794" y="57844"/>
                </a:cubicBezTo>
                <a:cubicBezTo>
                  <a:pt x="379543" y="60050"/>
                  <a:pt x="380822" y="68661"/>
                  <a:pt x="382632" y="83677"/>
                </a:cubicBezTo>
                <a:cubicBezTo>
                  <a:pt x="384379" y="94219"/>
                  <a:pt x="386626" y="111779"/>
                  <a:pt x="389372" y="136356"/>
                </a:cubicBezTo>
                <a:cubicBezTo>
                  <a:pt x="389559" y="138807"/>
                  <a:pt x="388716" y="140890"/>
                  <a:pt x="386844" y="142605"/>
                </a:cubicBezTo>
                <a:cubicBezTo>
                  <a:pt x="384972" y="144322"/>
                  <a:pt x="382694" y="145180"/>
                  <a:pt x="380011" y="145180"/>
                </a:cubicBezTo>
                <a:close/>
                <a:moveTo>
                  <a:pt x="431569" y="21291"/>
                </a:moveTo>
                <a:cubicBezTo>
                  <a:pt x="428573" y="21291"/>
                  <a:pt x="425984" y="20251"/>
                  <a:pt x="423800" y="18170"/>
                </a:cubicBezTo>
                <a:cubicBezTo>
                  <a:pt x="421615" y="16090"/>
                  <a:pt x="420523" y="13582"/>
                  <a:pt x="420523" y="10645"/>
                </a:cubicBezTo>
                <a:cubicBezTo>
                  <a:pt x="420523" y="7709"/>
                  <a:pt x="421615" y="5200"/>
                  <a:pt x="423800" y="3120"/>
                </a:cubicBezTo>
                <a:cubicBezTo>
                  <a:pt x="425984" y="1040"/>
                  <a:pt x="428573" y="0"/>
                  <a:pt x="431569" y="0"/>
                </a:cubicBezTo>
                <a:cubicBezTo>
                  <a:pt x="434564" y="0"/>
                  <a:pt x="437138" y="1040"/>
                  <a:pt x="439291" y="3120"/>
                </a:cubicBezTo>
                <a:cubicBezTo>
                  <a:pt x="441444" y="5200"/>
                  <a:pt x="442521" y="7709"/>
                  <a:pt x="442521" y="10645"/>
                </a:cubicBezTo>
                <a:cubicBezTo>
                  <a:pt x="442521" y="13582"/>
                  <a:pt x="441444" y="16090"/>
                  <a:pt x="439291" y="18170"/>
                </a:cubicBezTo>
                <a:cubicBezTo>
                  <a:pt x="437138" y="20251"/>
                  <a:pt x="434564" y="21291"/>
                  <a:pt x="431569" y="21291"/>
                </a:cubicBezTo>
                <a:moveTo>
                  <a:pt x="435781" y="95859"/>
                </a:moveTo>
                <a:cubicBezTo>
                  <a:pt x="435781" y="99534"/>
                  <a:pt x="435890" y="105031"/>
                  <a:pt x="436109" y="112349"/>
                </a:cubicBezTo>
                <a:cubicBezTo>
                  <a:pt x="436327" y="119666"/>
                  <a:pt x="436436" y="125162"/>
                  <a:pt x="436436" y="128836"/>
                </a:cubicBezTo>
                <a:cubicBezTo>
                  <a:pt x="436436" y="131530"/>
                  <a:pt x="435594" y="133735"/>
                  <a:pt x="433909" y="135450"/>
                </a:cubicBezTo>
                <a:cubicBezTo>
                  <a:pt x="432224" y="137165"/>
                  <a:pt x="430009" y="138022"/>
                  <a:pt x="427263" y="138022"/>
                </a:cubicBezTo>
                <a:cubicBezTo>
                  <a:pt x="424580" y="138022"/>
                  <a:pt x="422380" y="137165"/>
                  <a:pt x="420664" y="135450"/>
                </a:cubicBezTo>
                <a:cubicBezTo>
                  <a:pt x="418948" y="133735"/>
                  <a:pt x="418090" y="131530"/>
                  <a:pt x="418090" y="128836"/>
                </a:cubicBezTo>
                <a:cubicBezTo>
                  <a:pt x="418090" y="125162"/>
                  <a:pt x="417980" y="119666"/>
                  <a:pt x="417762" y="112349"/>
                </a:cubicBezTo>
                <a:cubicBezTo>
                  <a:pt x="417544" y="105031"/>
                  <a:pt x="417434" y="99534"/>
                  <a:pt x="417434" y="95859"/>
                </a:cubicBezTo>
                <a:cubicBezTo>
                  <a:pt x="417434" y="90103"/>
                  <a:pt x="417746" y="82923"/>
                  <a:pt x="418370" y="74319"/>
                </a:cubicBezTo>
                <a:cubicBezTo>
                  <a:pt x="418994" y="65714"/>
                  <a:pt x="419306" y="58533"/>
                  <a:pt x="419306" y="52776"/>
                </a:cubicBezTo>
                <a:cubicBezTo>
                  <a:pt x="419306" y="50021"/>
                  <a:pt x="420165" y="47786"/>
                  <a:pt x="421881" y="46071"/>
                </a:cubicBezTo>
                <a:cubicBezTo>
                  <a:pt x="423597" y="44356"/>
                  <a:pt x="425796" y="43499"/>
                  <a:pt x="428480" y="43499"/>
                </a:cubicBezTo>
                <a:cubicBezTo>
                  <a:pt x="431163" y="43499"/>
                  <a:pt x="433363" y="44356"/>
                  <a:pt x="435079" y="46071"/>
                </a:cubicBezTo>
                <a:cubicBezTo>
                  <a:pt x="436795" y="47786"/>
                  <a:pt x="437653" y="50021"/>
                  <a:pt x="437653" y="52776"/>
                </a:cubicBezTo>
                <a:cubicBezTo>
                  <a:pt x="437653" y="58533"/>
                  <a:pt x="437341" y="65714"/>
                  <a:pt x="436717" y="74319"/>
                </a:cubicBezTo>
                <a:cubicBezTo>
                  <a:pt x="436093" y="82923"/>
                  <a:pt x="435781" y="90103"/>
                  <a:pt x="435781" y="95859"/>
                </a:cubicBezTo>
                <a:close/>
                <a:moveTo>
                  <a:pt x="542192" y="144079"/>
                </a:moveTo>
                <a:cubicBezTo>
                  <a:pt x="536825" y="144079"/>
                  <a:pt x="533798" y="141198"/>
                  <a:pt x="533112" y="135435"/>
                </a:cubicBezTo>
                <a:lnTo>
                  <a:pt x="530491" y="115295"/>
                </a:lnTo>
                <a:cubicBezTo>
                  <a:pt x="529617" y="108121"/>
                  <a:pt x="529181" y="101408"/>
                  <a:pt x="529181" y="95154"/>
                </a:cubicBezTo>
                <a:cubicBezTo>
                  <a:pt x="529181" y="93437"/>
                  <a:pt x="529290" y="90525"/>
                  <a:pt x="529508" y="86419"/>
                </a:cubicBezTo>
                <a:cubicBezTo>
                  <a:pt x="529727" y="82310"/>
                  <a:pt x="529836" y="79397"/>
                  <a:pt x="529836" y="77680"/>
                </a:cubicBezTo>
                <a:cubicBezTo>
                  <a:pt x="529836" y="64437"/>
                  <a:pt x="527340" y="57815"/>
                  <a:pt x="522347" y="57815"/>
                </a:cubicBezTo>
                <a:cubicBezTo>
                  <a:pt x="515358" y="57815"/>
                  <a:pt x="508681" y="61888"/>
                  <a:pt x="502316" y="70035"/>
                </a:cubicBezTo>
                <a:cubicBezTo>
                  <a:pt x="496575" y="77445"/>
                  <a:pt x="492082" y="86815"/>
                  <a:pt x="488837" y="98145"/>
                </a:cubicBezTo>
                <a:cubicBezTo>
                  <a:pt x="488712" y="100535"/>
                  <a:pt x="488431" y="103537"/>
                  <a:pt x="487994" y="107150"/>
                </a:cubicBezTo>
                <a:cubicBezTo>
                  <a:pt x="487620" y="110213"/>
                  <a:pt x="487433" y="113183"/>
                  <a:pt x="487433" y="116060"/>
                </a:cubicBezTo>
                <a:cubicBezTo>
                  <a:pt x="487433" y="117898"/>
                  <a:pt x="487620" y="120654"/>
                  <a:pt x="487994" y="124328"/>
                </a:cubicBezTo>
                <a:cubicBezTo>
                  <a:pt x="488369" y="128003"/>
                  <a:pt x="488556" y="130759"/>
                  <a:pt x="488556" y="132596"/>
                </a:cubicBezTo>
                <a:cubicBezTo>
                  <a:pt x="488556" y="135353"/>
                  <a:pt x="487698" y="137589"/>
                  <a:pt x="485982" y="139304"/>
                </a:cubicBezTo>
                <a:cubicBezTo>
                  <a:pt x="484266" y="141019"/>
                  <a:pt x="482066" y="141876"/>
                  <a:pt x="479382" y="141876"/>
                </a:cubicBezTo>
                <a:cubicBezTo>
                  <a:pt x="476637" y="141876"/>
                  <a:pt x="474421" y="141018"/>
                  <a:pt x="472737" y="139301"/>
                </a:cubicBezTo>
                <a:cubicBezTo>
                  <a:pt x="471052" y="137586"/>
                  <a:pt x="470209" y="135349"/>
                  <a:pt x="470209" y="132590"/>
                </a:cubicBezTo>
                <a:cubicBezTo>
                  <a:pt x="470209" y="130753"/>
                  <a:pt x="470006" y="127996"/>
                  <a:pt x="469601" y="124320"/>
                </a:cubicBezTo>
                <a:cubicBezTo>
                  <a:pt x="469195" y="120641"/>
                  <a:pt x="468992" y="117882"/>
                  <a:pt x="468992" y="116043"/>
                </a:cubicBezTo>
                <a:cubicBezTo>
                  <a:pt x="468992" y="109730"/>
                  <a:pt x="469445" y="100981"/>
                  <a:pt x="470350" y="89797"/>
                </a:cubicBezTo>
                <a:cubicBezTo>
                  <a:pt x="471254" y="78612"/>
                  <a:pt x="471707" y="69864"/>
                  <a:pt x="471707" y="63551"/>
                </a:cubicBezTo>
                <a:cubicBezTo>
                  <a:pt x="471707" y="61589"/>
                  <a:pt x="471598" y="58678"/>
                  <a:pt x="471379" y="54818"/>
                </a:cubicBezTo>
                <a:cubicBezTo>
                  <a:pt x="471161" y="50956"/>
                  <a:pt x="471052" y="48045"/>
                  <a:pt x="471052" y="46086"/>
                </a:cubicBezTo>
                <a:cubicBezTo>
                  <a:pt x="471052" y="43449"/>
                  <a:pt x="471941" y="41289"/>
                  <a:pt x="473719" y="39604"/>
                </a:cubicBezTo>
                <a:cubicBezTo>
                  <a:pt x="475498" y="37918"/>
                  <a:pt x="477698" y="37075"/>
                  <a:pt x="480319" y="37075"/>
                </a:cubicBezTo>
                <a:cubicBezTo>
                  <a:pt x="486060" y="37075"/>
                  <a:pt x="489211" y="41068"/>
                  <a:pt x="489773" y="49054"/>
                </a:cubicBezTo>
                <a:lnTo>
                  <a:pt x="490054" y="59834"/>
                </a:lnTo>
                <a:cubicBezTo>
                  <a:pt x="500537" y="46130"/>
                  <a:pt x="511302" y="39278"/>
                  <a:pt x="522347" y="39278"/>
                </a:cubicBezTo>
                <a:cubicBezTo>
                  <a:pt x="532332" y="39278"/>
                  <a:pt x="539290" y="43598"/>
                  <a:pt x="543221" y="52240"/>
                </a:cubicBezTo>
                <a:cubicBezTo>
                  <a:pt x="545905" y="58001"/>
                  <a:pt x="547371" y="66520"/>
                  <a:pt x="547621" y="77798"/>
                </a:cubicBezTo>
                <a:lnTo>
                  <a:pt x="547621" y="87081"/>
                </a:lnTo>
                <a:lnTo>
                  <a:pt x="547527" y="95630"/>
                </a:lnTo>
                <a:cubicBezTo>
                  <a:pt x="547527" y="100718"/>
                  <a:pt x="548198" y="107292"/>
                  <a:pt x="549540" y="115352"/>
                </a:cubicBezTo>
                <a:cubicBezTo>
                  <a:pt x="550881" y="123411"/>
                  <a:pt x="551552" y="129952"/>
                  <a:pt x="551552" y="134976"/>
                </a:cubicBezTo>
                <a:cubicBezTo>
                  <a:pt x="551552" y="137674"/>
                  <a:pt x="550663" y="139865"/>
                  <a:pt x="548884" y="141549"/>
                </a:cubicBezTo>
                <a:cubicBezTo>
                  <a:pt x="547106" y="143236"/>
                  <a:pt x="544875" y="144079"/>
                  <a:pt x="542192" y="144079"/>
                </a:cubicBezTo>
                <a:close/>
                <a:moveTo>
                  <a:pt x="652065" y="97919"/>
                </a:moveTo>
                <a:lnTo>
                  <a:pt x="649912" y="128753"/>
                </a:lnTo>
                <a:cubicBezTo>
                  <a:pt x="649538" y="140989"/>
                  <a:pt x="648259" y="150992"/>
                  <a:pt x="646075" y="158762"/>
                </a:cubicBezTo>
                <a:cubicBezTo>
                  <a:pt x="643266" y="168673"/>
                  <a:pt x="638773" y="175984"/>
                  <a:pt x="632595" y="180695"/>
                </a:cubicBezTo>
                <a:cubicBezTo>
                  <a:pt x="625107" y="186385"/>
                  <a:pt x="614280" y="189230"/>
                  <a:pt x="600114" y="189230"/>
                </a:cubicBezTo>
                <a:cubicBezTo>
                  <a:pt x="591815" y="189230"/>
                  <a:pt x="584857" y="188679"/>
                  <a:pt x="579240" y="187578"/>
                </a:cubicBezTo>
                <a:cubicBezTo>
                  <a:pt x="571377" y="186048"/>
                  <a:pt x="567446" y="182867"/>
                  <a:pt x="567446" y="178034"/>
                </a:cubicBezTo>
                <a:cubicBezTo>
                  <a:pt x="567446" y="172589"/>
                  <a:pt x="570161" y="169866"/>
                  <a:pt x="575590" y="169866"/>
                </a:cubicBezTo>
                <a:cubicBezTo>
                  <a:pt x="577836" y="169866"/>
                  <a:pt x="581580" y="170402"/>
                  <a:pt x="586822" y="171472"/>
                </a:cubicBezTo>
                <a:cubicBezTo>
                  <a:pt x="592064" y="172543"/>
                  <a:pt x="597868" y="173017"/>
                  <a:pt x="604233" y="172895"/>
                </a:cubicBezTo>
                <a:cubicBezTo>
                  <a:pt x="616214" y="172700"/>
                  <a:pt x="624483" y="166675"/>
                  <a:pt x="629038" y="154822"/>
                </a:cubicBezTo>
                <a:cubicBezTo>
                  <a:pt x="632034" y="146918"/>
                  <a:pt x="633625" y="134772"/>
                  <a:pt x="633812" y="118383"/>
                </a:cubicBezTo>
                <a:cubicBezTo>
                  <a:pt x="630442" y="125541"/>
                  <a:pt x="626433" y="130910"/>
                  <a:pt x="621784" y="134489"/>
                </a:cubicBezTo>
                <a:cubicBezTo>
                  <a:pt x="617135" y="138068"/>
                  <a:pt x="611815" y="139857"/>
                  <a:pt x="605824" y="139857"/>
                </a:cubicBezTo>
                <a:cubicBezTo>
                  <a:pt x="594529" y="139857"/>
                  <a:pt x="585340" y="136076"/>
                  <a:pt x="578257" y="128512"/>
                </a:cubicBezTo>
                <a:cubicBezTo>
                  <a:pt x="571175" y="120949"/>
                  <a:pt x="567633" y="111135"/>
                  <a:pt x="567633" y="99071"/>
                </a:cubicBezTo>
                <a:cubicBezTo>
                  <a:pt x="567633" y="82538"/>
                  <a:pt x="572469" y="69218"/>
                  <a:pt x="582142" y="59114"/>
                </a:cubicBezTo>
                <a:cubicBezTo>
                  <a:pt x="592127" y="48704"/>
                  <a:pt x="605731" y="43499"/>
                  <a:pt x="622954" y="43499"/>
                </a:cubicBezTo>
                <a:cubicBezTo>
                  <a:pt x="628758" y="43499"/>
                  <a:pt x="633625" y="44233"/>
                  <a:pt x="637556" y="45701"/>
                </a:cubicBezTo>
                <a:cubicBezTo>
                  <a:pt x="641488" y="47170"/>
                  <a:pt x="644483" y="49372"/>
                  <a:pt x="646543" y="52309"/>
                </a:cubicBezTo>
                <a:cubicBezTo>
                  <a:pt x="653220" y="52492"/>
                  <a:pt x="656558" y="56133"/>
                  <a:pt x="656558" y="63230"/>
                </a:cubicBezTo>
                <a:cubicBezTo>
                  <a:pt x="656558" y="67573"/>
                  <a:pt x="655903" y="73385"/>
                  <a:pt x="654593" y="80666"/>
                </a:cubicBezTo>
                <a:cubicBezTo>
                  <a:pt x="653157" y="89109"/>
                  <a:pt x="652315" y="94860"/>
                  <a:pt x="652065" y="97919"/>
                </a:cubicBezTo>
                <a:moveTo>
                  <a:pt x="622018" y="61853"/>
                </a:moveTo>
                <a:cubicBezTo>
                  <a:pt x="610161" y="61853"/>
                  <a:pt x="600988" y="65461"/>
                  <a:pt x="594498" y="72676"/>
                </a:cubicBezTo>
                <a:cubicBezTo>
                  <a:pt x="588694" y="79175"/>
                  <a:pt x="585793" y="87437"/>
                  <a:pt x="585793" y="97463"/>
                </a:cubicBezTo>
                <a:cubicBezTo>
                  <a:pt x="585793" y="105448"/>
                  <a:pt x="587509" y="111452"/>
                  <a:pt x="590941" y="115472"/>
                </a:cubicBezTo>
                <a:cubicBezTo>
                  <a:pt x="594373" y="119493"/>
                  <a:pt x="599521" y="121503"/>
                  <a:pt x="606386" y="121503"/>
                </a:cubicBezTo>
                <a:cubicBezTo>
                  <a:pt x="612689" y="121503"/>
                  <a:pt x="618804" y="118364"/>
                  <a:pt x="624732" y="112086"/>
                </a:cubicBezTo>
                <a:cubicBezTo>
                  <a:pt x="630099" y="106302"/>
                  <a:pt x="633157" y="100574"/>
                  <a:pt x="633906" y="94902"/>
                </a:cubicBezTo>
                <a:cubicBezTo>
                  <a:pt x="635216" y="88952"/>
                  <a:pt x="636620" y="79615"/>
                  <a:pt x="638118" y="66892"/>
                </a:cubicBezTo>
                <a:cubicBezTo>
                  <a:pt x="635622" y="65184"/>
                  <a:pt x="633032" y="63918"/>
                  <a:pt x="630349" y="63092"/>
                </a:cubicBezTo>
                <a:cubicBezTo>
                  <a:pt x="627665" y="62266"/>
                  <a:pt x="624888" y="61853"/>
                  <a:pt x="622018" y="61853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priming">
            <a:extLst xmlns:a="http://schemas.openxmlformats.org/drawingml/2006/main">
              <a:ext uri="{FF2B5EF4-FFF2-40B4-BE49-F238E27FC236}">
                <a16:creationId xmlns:a16="http://schemas.microsoft.com/office/drawing/2014/main" id="{9B4CAD3C-E9FA-401A-BF2B-B1E29489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637" y="4358930"/>
            <a:ext cx="656558" cy="190882"/>
          </a:xfrm>
          <a:custGeom xmlns:a="http://schemas.openxmlformats.org/drawingml/2006/main">
            <a:pathLst>
              <a:path w="656558" h="190882" fill="none">
                <a:moveTo>
                  <a:pt x="41654" y="140775"/>
                </a:moveTo>
                <a:cubicBezTo>
                  <a:pt x="35414" y="140775"/>
                  <a:pt x="28550" y="139796"/>
                  <a:pt x="21061" y="137839"/>
                </a:cubicBezTo>
                <a:lnTo>
                  <a:pt x="20874" y="181705"/>
                </a:lnTo>
                <a:cubicBezTo>
                  <a:pt x="20874" y="184396"/>
                  <a:pt x="20016" y="186599"/>
                  <a:pt x="18300" y="188312"/>
                </a:cubicBezTo>
                <a:cubicBezTo>
                  <a:pt x="16584" y="190025"/>
                  <a:pt x="14384" y="190882"/>
                  <a:pt x="11701" y="190882"/>
                </a:cubicBezTo>
                <a:cubicBezTo>
                  <a:pt x="9017" y="190882"/>
                  <a:pt x="6818" y="190024"/>
                  <a:pt x="5101" y="188309"/>
                </a:cubicBezTo>
                <a:cubicBezTo>
                  <a:pt x="3385" y="186594"/>
                  <a:pt x="2527" y="184389"/>
                  <a:pt x="2527" y="181693"/>
                </a:cubicBezTo>
                <a:lnTo>
                  <a:pt x="2808" y="144942"/>
                </a:lnTo>
                <a:lnTo>
                  <a:pt x="2808" y="108283"/>
                </a:lnTo>
                <a:cubicBezTo>
                  <a:pt x="2621" y="94867"/>
                  <a:pt x="2153" y="82647"/>
                  <a:pt x="1404" y="71624"/>
                </a:cubicBezTo>
                <a:lnTo>
                  <a:pt x="0" y="52971"/>
                </a:lnTo>
                <a:cubicBezTo>
                  <a:pt x="0" y="48622"/>
                  <a:pt x="811" y="44946"/>
                  <a:pt x="2434" y="41945"/>
                </a:cubicBezTo>
                <a:cubicBezTo>
                  <a:pt x="4306" y="38331"/>
                  <a:pt x="7020" y="36524"/>
                  <a:pt x="10577" y="36524"/>
                </a:cubicBezTo>
                <a:cubicBezTo>
                  <a:pt x="13011" y="36524"/>
                  <a:pt x="15055" y="37378"/>
                  <a:pt x="16709" y="39085"/>
                </a:cubicBezTo>
                <a:cubicBezTo>
                  <a:pt x="18362" y="40793"/>
                  <a:pt x="19189" y="42876"/>
                  <a:pt x="19189" y="45334"/>
                </a:cubicBezTo>
                <a:cubicBezTo>
                  <a:pt x="19189" y="45885"/>
                  <a:pt x="19095" y="46894"/>
                  <a:pt x="18908" y="48363"/>
                </a:cubicBezTo>
                <a:cubicBezTo>
                  <a:pt x="18596" y="50259"/>
                  <a:pt x="18378" y="52003"/>
                  <a:pt x="18253" y="53594"/>
                </a:cubicBezTo>
                <a:cubicBezTo>
                  <a:pt x="23620" y="49984"/>
                  <a:pt x="28799" y="47277"/>
                  <a:pt x="33792" y="45472"/>
                </a:cubicBezTo>
                <a:cubicBezTo>
                  <a:pt x="38784" y="43667"/>
                  <a:pt x="43558" y="42765"/>
                  <a:pt x="48113" y="42765"/>
                </a:cubicBezTo>
                <a:cubicBezTo>
                  <a:pt x="60906" y="42765"/>
                  <a:pt x="70266" y="48337"/>
                  <a:pt x="76195" y="59481"/>
                </a:cubicBezTo>
                <a:cubicBezTo>
                  <a:pt x="80875" y="68301"/>
                  <a:pt x="83215" y="79967"/>
                  <a:pt x="83215" y="94480"/>
                </a:cubicBezTo>
                <a:cubicBezTo>
                  <a:pt x="83215" y="107706"/>
                  <a:pt x="79596" y="118607"/>
                  <a:pt x="72357" y="127182"/>
                </a:cubicBezTo>
                <a:cubicBezTo>
                  <a:pt x="64681" y="136244"/>
                  <a:pt x="54447" y="140775"/>
                  <a:pt x="41654" y="140775"/>
                </a:cubicBezTo>
                <a:moveTo>
                  <a:pt x="48113" y="61119"/>
                </a:moveTo>
                <a:cubicBezTo>
                  <a:pt x="42372" y="61119"/>
                  <a:pt x="37193" y="62373"/>
                  <a:pt x="32575" y="64881"/>
                </a:cubicBezTo>
                <a:cubicBezTo>
                  <a:pt x="29267" y="66656"/>
                  <a:pt x="25086" y="69898"/>
                  <a:pt x="20032" y="74609"/>
                </a:cubicBezTo>
                <a:cubicBezTo>
                  <a:pt x="20843" y="88497"/>
                  <a:pt x="21248" y="103088"/>
                  <a:pt x="21248" y="118383"/>
                </a:cubicBezTo>
                <a:cubicBezTo>
                  <a:pt x="28050" y="120953"/>
                  <a:pt x="34852" y="122238"/>
                  <a:pt x="41654" y="122238"/>
                </a:cubicBezTo>
                <a:cubicBezTo>
                  <a:pt x="49455" y="122238"/>
                  <a:pt x="55414" y="119393"/>
                  <a:pt x="59533" y="113703"/>
                </a:cubicBezTo>
                <a:cubicBezTo>
                  <a:pt x="63090" y="108747"/>
                  <a:pt x="64869" y="102324"/>
                  <a:pt x="64869" y="94431"/>
                </a:cubicBezTo>
                <a:cubicBezTo>
                  <a:pt x="64869" y="83297"/>
                  <a:pt x="63480" y="74961"/>
                  <a:pt x="60703" y="69424"/>
                </a:cubicBezTo>
                <a:cubicBezTo>
                  <a:pt x="57926" y="63887"/>
                  <a:pt x="53729" y="61119"/>
                  <a:pt x="48113" y="61119"/>
                </a:cubicBezTo>
                <a:close/>
                <a:moveTo>
                  <a:pt x="181438" y="69470"/>
                </a:moveTo>
                <a:cubicBezTo>
                  <a:pt x="181001" y="77117"/>
                  <a:pt x="177881" y="80941"/>
                  <a:pt x="172077" y="80941"/>
                </a:cubicBezTo>
                <a:cubicBezTo>
                  <a:pt x="166710" y="80941"/>
                  <a:pt x="164027" y="77925"/>
                  <a:pt x="164027" y="71893"/>
                </a:cubicBezTo>
                <a:cubicBezTo>
                  <a:pt x="164027" y="70735"/>
                  <a:pt x="163933" y="68601"/>
                  <a:pt x="163746" y="65492"/>
                </a:cubicBezTo>
                <a:lnTo>
                  <a:pt x="163465" y="57815"/>
                </a:lnTo>
                <a:cubicBezTo>
                  <a:pt x="153606" y="58979"/>
                  <a:pt x="145712" y="61708"/>
                  <a:pt x="139783" y="66000"/>
                </a:cubicBezTo>
                <a:cubicBezTo>
                  <a:pt x="134229" y="69986"/>
                  <a:pt x="129611" y="75995"/>
                  <a:pt x="125930" y="84027"/>
                </a:cubicBezTo>
                <a:lnTo>
                  <a:pt x="126117" y="134423"/>
                </a:lnTo>
                <a:cubicBezTo>
                  <a:pt x="126117" y="140615"/>
                  <a:pt x="123028" y="143712"/>
                  <a:pt x="116850" y="143712"/>
                </a:cubicBezTo>
                <a:cubicBezTo>
                  <a:pt x="111358" y="143712"/>
                  <a:pt x="108613" y="140616"/>
                  <a:pt x="108613" y="134426"/>
                </a:cubicBezTo>
                <a:lnTo>
                  <a:pt x="108613" y="69886"/>
                </a:lnTo>
                <a:cubicBezTo>
                  <a:pt x="108613" y="67863"/>
                  <a:pt x="108691" y="64830"/>
                  <a:pt x="108847" y="60786"/>
                </a:cubicBezTo>
                <a:cubicBezTo>
                  <a:pt x="109003" y="56741"/>
                  <a:pt x="109081" y="53706"/>
                  <a:pt x="109081" y="51684"/>
                </a:cubicBezTo>
                <a:cubicBezTo>
                  <a:pt x="109081" y="45493"/>
                  <a:pt x="111826" y="42398"/>
                  <a:pt x="117318" y="42398"/>
                </a:cubicBezTo>
                <a:cubicBezTo>
                  <a:pt x="123433" y="42398"/>
                  <a:pt x="126522" y="47476"/>
                  <a:pt x="126585" y="57632"/>
                </a:cubicBezTo>
                <a:cubicBezTo>
                  <a:pt x="138566" y="46252"/>
                  <a:pt x="151858" y="40562"/>
                  <a:pt x="166461" y="40562"/>
                </a:cubicBezTo>
                <a:cubicBezTo>
                  <a:pt x="171515" y="40562"/>
                  <a:pt x="175291" y="42428"/>
                  <a:pt x="177787" y="46160"/>
                </a:cubicBezTo>
                <a:cubicBezTo>
                  <a:pt x="180283" y="49892"/>
                  <a:pt x="181531" y="55521"/>
                  <a:pt x="181531" y="63046"/>
                </a:cubicBezTo>
                <a:cubicBezTo>
                  <a:pt x="181531" y="66227"/>
                  <a:pt x="181500" y="68369"/>
                  <a:pt x="181438" y="69470"/>
                </a:cubicBezTo>
                <a:close/>
                <a:moveTo>
                  <a:pt x="222305" y="21291"/>
                </a:moveTo>
                <a:cubicBezTo>
                  <a:pt x="219310" y="21291"/>
                  <a:pt x="216720" y="20251"/>
                  <a:pt x="214536" y="18170"/>
                </a:cubicBezTo>
                <a:cubicBezTo>
                  <a:pt x="212352" y="16090"/>
                  <a:pt x="211260" y="13582"/>
                  <a:pt x="211260" y="10645"/>
                </a:cubicBezTo>
                <a:cubicBezTo>
                  <a:pt x="211260" y="7709"/>
                  <a:pt x="212352" y="5200"/>
                  <a:pt x="214536" y="3120"/>
                </a:cubicBezTo>
                <a:cubicBezTo>
                  <a:pt x="216720" y="1040"/>
                  <a:pt x="219310" y="0"/>
                  <a:pt x="222305" y="0"/>
                </a:cubicBezTo>
                <a:cubicBezTo>
                  <a:pt x="225301" y="0"/>
                  <a:pt x="227875" y="1040"/>
                  <a:pt x="230028" y="3120"/>
                </a:cubicBezTo>
                <a:cubicBezTo>
                  <a:pt x="232181" y="5200"/>
                  <a:pt x="233257" y="7709"/>
                  <a:pt x="233257" y="10645"/>
                </a:cubicBezTo>
                <a:cubicBezTo>
                  <a:pt x="233257" y="13582"/>
                  <a:pt x="232181" y="16090"/>
                  <a:pt x="230028" y="18170"/>
                </a:cubicBezTo>
                <a:cubicBezTo>
                  <a:pt x="227875" y="20251"/>
                  <a:pt x="225301" y="21291"/>
                  <a:pt x="222305" y="21291"/>
                </a:cubicBezTo>
                <a:moveTo>
                  <a:pt x="226517" y="95859"/>
                </a:moveTo>
                <a:cubicBezTo>
                  <a:pt x="226517" y="99534"/>
                  <a:pt x="226627" y="105031"/>
                  <a:pt x="226845" y="112349"/>
                </a:cubicBezTo>
                <a:cubicBezTo>
                  <a:pt x="227063" y="119666"/>
                  <a:pt x="227173" y="125162"/>
                  <a:pt x="227173" y="128836"/>
                </a:cubicBezTo>
                <a:cubicBezTo>
                  <a:pt x="227173" y="131530"/>
                  <a:pt x="226330" y="133735"/>
                  <a:pt x="224645" y="135450"/>
                </a:cubicBezTo>
                <a:cubicBezTo>
                  <a:pt x="222960" y="137165"/>
                  <a:pt x="220745" y="138022"/>
                  <a:pt x="217999" y="138022"/>
                </a:cubicBezTo>
                <a:cubicBezTo>
                  <a:pt x="215316" y="138022"/>
                  <a:pt x="213116" y="137165"/>
                  <a:pt x="211400" y="135450"/>
                </a:cubicBezTo>
                <a:cubicBezTo>
                  <a:pt x="209684" y="133735"/>
                  <a:pt x="208826" y="131530"/>
                  <a:pt x="208826" y="128836"/>
                </a:cubicBezTo>
                <a:cubicBezTo>
                  <a:pt x="208826" y="125162"/>
                  <a:pt x="208717" y="119666"/>
                  <a:pt x="208498" y="112349"/>
                </a:cubicBezTo>
                <a:cubicBezTo>
                  <a:pt x="208280" y="105031"/>
                  <a:pt x="208171" y="99534"/>
                  <a:pt x="208171" y="95859"/>
                </a:cubicBezTo>
                <a:cubicBezTo>
                  <a:pt x="208171" y="90103"/>
                  <a:pt x="208483" y="82923"/>
                  <a:pt x="209107" y="74319"/>
                </a:cubicBezTo>
                <a:cubicBezTo>
                  <a:pt x="209731" y="65714"/>
                  <a:pt x="210043" y="58533"/>
                  <a:pt x="210043" y="52776"/>
                </a:cubicBezTo>
                <a:cubicBezTo>
                  <a:pt x="210043" y="50021"/>
                  <a:pt x="210901" y="47786"/>
                  <a:pt x="212617" y="46071"/>
                </a:cubicBezTo>
                <a:cubicBezTo>
                  <a:pt x="214333" y="44356"/>
                  <a:pt x="216533" y="43499"/>
                  <a:pt x="219216" y="43499"/>
                </a:cubicBezTo>
                <a:cubicBezTo>
                  <a:pt x="221900" y="43499"/>
                  <a:pt x="224099" y="44356"/>
                  <a:pt x="225815" y="46071"/>
                </a:cubicBezTo>
                <a:cubicBezTo>
                  <a:pt x="227531" y="47786"/>
                  <a:pt x="228390" y="50021"/>
                  <a:pt x="228390" y="52776"/>
                </a:cubicBezTo>
                <a:cubicBezTo>
                  <a:pt x="228390" y="58533"/>
                  <a:pt x="228078" y="65714"/>
                  <a:pt x="227453" y="74319"/>
                </a:cubicBezTo>
                <a:cubicBezTo>
                  <a:pt x="226829" y="82923"/>
                  <a:pt x="226517" y="90103"/>
                  <a:pt x="226517" y="95859"/>
                </a:cubicBezTo>
                <a:close/>
                <a:moveTo>
                  <a:pt x="380011" y="145180"/>
                </a:moveTo>
                <a:cubicBezTo>
                  <a:pt x="374894" y="145180"/>
                  <a:pt x="371899" y="142513"/>
                  <a:pt x="371025" y="137179"/>
                </a:cubicBezTo>
                <a:cubicBezTo>
                  <a:pt x="369902" y="130434"/>
                  <a:pt x="368778" y="120931"/>
                  <a:pt x="367655" y="108670"/>
                </a:cubicBezTo>
                <a:lnTo>
                  <a:pt x="364473" y="80158"/>
                </a:lnTo>
                <a:cubicBezTo>
                  <a:pt x="363849" y="75929"/>
                  <a:pt x="362788" y="71791"/>
                  <a:pt x="361290" y="67743"/>
                </a:cubicBezTo>
                <a:cubicBezTo>
                  <a:pt x="359168" y="62226"/>
                  <a:pt x="356859" y="59467"/>
                  <a:pt x="354363" y="59467"/>
                </a:cubicBezTo>
                <a:cubicBezTo>
                  <a:pt x="352054" y="59467"/>
                  <a:pt x="347748" y="61396"/>
                  <a:pt x="341446" y="65254"/>
                </a:cubicBezTo>
                <a:cubicBezTo>
                  <a:pt x="335455" y="68806"/>
                  <a:pt x="331523" y="71654"/>
                  <a:pt x="329651" y="73797"/>
                </a:cubicBezTo>
                <a:cubicBezTo>
                  <a:pt x="329589" y="79554"/>
                  <a:pt x="329745" y="85311"/>
                  <a:pt x="330119" y="91067"/>
                </a:cubicBezTo>
                <a:lnTo>
                  <a:pt x="332928" y="115596"/>
                </a:lnTo>
                <a:cubicBezTo>
                  <a:pt x="334113" y="125272"/>
                  <a:pt x="334706" y="133264"/>
                  <a:pt x="334706" y="139574"/>
                </a:cubicBezTo>
                <a:cubicBezTo>
                  <a:pt x="334706" y="142267"/>
                  <a:pt x="333848" y="144487"/>
                  <a:pt x="332132" y="146233"/>
                </a:cubicBezTo>
                <a:cubicBezTo>
                  <a:pt x="330416" y="147978"/>
                  <a:pt x="328216" y="148851"/>
                  <a:pt x="325533" y="148851"/>
                </a:cubicBezTo>
                <a:cubicBezTo>
                  <a:pt x="322849" y="148851"/>
                  <a:pt x="320650" y="147978"/>
                  <a:pt x="318934" y="146233"/>
                </a:cubicBezTo>
                <a:cubicBezTo>
                  <a:pt x="317217" y="144487"/>
                  <a:pt x="316359" y="142267"/>
                  <a:pt x="316359" y="139574"/>
                </a:cubicBezTo>
                <a:cubicBezTo>
                  <a:pt x="316359" y="132163"/>
                  <a:pt x="315595" y="121216"/>
                  <a:pt x="314066" y="106731"/>
                </a:cubicBezTo>
                <a:cubicBezTo>
                  <a:pt x="312537" y="92247"/>
                  <a:pt x="311773" y="81300"/>
                  <a:pt x="311773" y="73889"/>
                </a:cubicBezTo>
                <a:cubicBezTo>
                  <a:pt x="311773" y="67398"/>
                  <a:pt x="310837" y="62346"/>
                  <a:pt x="308965" y="58733"/>
                </a:cubicBezTo>
                <a:cubicBezTo>
                  <a:pt x="304596" y="60694"/>
                  <a:pt x="300166" y="63882"/>
                  <a:pt x="295673" y="68297"/>
                </a:cubicBezTo>
                <a:lnTo>
                  <a:pt x="284627" y="80439"/>
                </a:lnTo>
                <a:cubicBezTo>
                  <a:pt x="283629" y="81909"/>
                  <a:pt x="282037" y="83840"/>
                  <a:pt x="279853" y="86232"/>
                </a:cubicBezTo>
                <a:cubicBezTo>
                  <a:pt x="279853" y="89911"/>
                  <a:pt x="279510" y="95338"/>
                  <a:pt x="278824" y="102513"/>
                </a:cubicBezTo>
                <a:cubicBezTo>
                  <a:pt x="278137" y="109686"/>
                  <a:pt x="277794" y="114990"/>
                  <a:pt x="277794" y="118423"/>
                </a:cubicBezTo>
                <a:cubicBezTo>
                  <a:pt x="277794" y="120263"/>
                  <a:pt x="278090" y="122838"/>
                  <a:pt x="278683" y="126149"/>
                </a:cubicBezTo>
                <a:cubicBezTo>
                  <a:pt x="279276" y="129459"/>
                  <a:pt x="279572" y="131850"/>
                  <a:pt x="279572" y="133322"/>
                </a:cubicBezTo>
                <a:cubicBezTo>
                  <a:pt x="279572" y="135836"/>
                  <a:pt x="278621" y="137951"/>
                  <a:pt x="276718" y="139668"/>
                </a:cubicBezTo>
                <a:cubicBezTo>
                  <a:pt x="274814" y="141385"/>
                  <a:pt x="272583" y="142243"/>
                  <a:pt x="270025" y="142243"/>
                </a:cubicBezTo>
                <a:cubicBezTo>
                  <a:pt x="262973" y="142243"/>
                  <a:pt x="259447" y="134375"/>
                  <a:pt x="259447" y="118639"/>
                </a:cubicBezTo>
                <a:cubicBezTo>
                  <a:pt x="259447" y="114964"/>
                  <a:pt x="259791" y="109483"/>
                  <a:pt x="260477" y="102197"/>
                </a:cubicBezTo>
                <a:cubicBezTo>
                  <a:pt x="261163" y="94911"/>
                  <a:pt x="261507" y="89431"/>
                  <a:pt x="261507" y="85756"/>
                </a:cubicBezTo>
                <a:cubicBezTo>
                  <a:pt x="261507" y="82512"/>
                  <a:pt x="261210" y="77644"/>
                  <a:pt x="260617" y="71153"/>
                </a:cubicBezTo>
                <a:cubicBezTo>
                  <a:pt x="260025" y="64662"/>
                  <a:pt x="259728" y="59763"/>
                  <a:pt x="259728" y="56456"/>
                </a:cubicBezTo>
                <a:cubicBezTo>
                  <a:pt x="259728" y="42556"/>
                  <a:pt x="262911" y="35607"/>
                  <a:pt x="269276" y="35607"/>
                </a:cubicBezTo>
                <a:cubicBezTo>
                  <a:pt x="271710" y="35607"/>
                  <a:pt x="273941" y="36632"/>
                  <a:pt x="275969" y="38681"/>
                </a:cubicBezTo>
                <a:cubicBezTo>
                  <a:pt x="277997" y="40731"/>
                  <a:pt x="279011" y="42979"/>
                  <a:pt x="279011" y="45426"/>
                </a:cubicBezTo>
                <a:cubicBezTo>
                  <a:pt x="279011" y="46589"/>
                  <a:pt x="278855" y="48393"/>
                  <a:pt x="278543" y="50841"/>
                </a:cubicBezTo>
                <a:cubicBezTo>
                  <a:pt x="278231" y="53288"/>
                  <a:pt x="278075" y="55154"/>
                  <a:pt x="278075" y="56439"/>
                </a:cubicBezTo>
                <a:lnTo>
                  <a:pt x="278262" y="66074"/>
                </a:lnTo>
                <a:cubicBezTo>
                  <a:pt x="281507" y="59528"/>
                  <a:pt x="286281" y="53609"/>
                  <a:pt x="292584" y="48317"/>
                </a:cubicBezTo>
                <a:cubicBezTo>
                  <a:pt x="298886" y="43025"/>
                  <a:pt x="304253" y="40379"/>
                  <a:pt x="308684" y="40379"/>
                </a:cubicBezTo>
                <a:cubicBezTo>
                  <a:pt x="318481" y="40379"/>
                  <a:pt x="325221" y="45151"/>
                  <a:pt x="328903" y="54695"/>
                </a:cubicBezTo>
                <a:cubicBezTo>
                  <a:pt x="332335" y="50229"/>
                  <a:pt x="336422" y="46879"/>
                  <a:pt x="341165" y="44646"/>
                </a:cubicBezTo>
                <a:cubicBezTo>
                  <a:pt x="345907" y="42413"/>
                  <a:pt x="351337" y="41296"/>
                  <a:pt x="357452" y="41296"/>
                </a:cubicBezTo>
                <a:cubicBezTo>
                  <a:pt x="367874" y="41296"/>
                  <a:pt x="374988" y="46812"/>
                  <a:pt x="378794" y="57844"/>
                </a:cubicBezTo>
                <a:cubicBezTo>
                  <a:pt x="379543" y="60050"/>
                  <a:pt x="380822" y="68661"/>
                  <a:pt x="382632" y="83677"/>
                </a:cubicBezTo>
                <a:cubicBezTo>
                  <a:pt x="384379" y="94219"/>
                  <a:pt x="386626" y="111779"/>
                  <a:pt x="389372" y="136356"/>
                </a:cubicBezTo>
                <a:cubicBezTo>
                  <a:pt x="389559" y="138807"/>
                  <a:pt x="388716" y="140890"/>
                  <a:pt x="386844" y="142605"/>
                </a:cubicBezTo>
                <a:cubicBezTo>
                  <a:pt x="384972" y="144322"/>
                  <a:pt x="382694" y="145180"/>
                  <a:pt x="380011" y="145180"/>
                </a:cubicBezTo>
                <a:close/>
                <a:moveTo>
                  <a:pt x="431569" y="21291"/>
                </a:moveTo>
                <a:cubicBezTo>
                  <a:pt x="428573" y="21291"/>
                  <a:pt x="425984" y="20251"/>
                  <a:pt x="423800" y="18170"/>
                </a:cubicBezTo>
                <a:cubicBezTo>
                  <a:pt x="421615" y="16090"/>
                  <a:pt x="420523" y="13582"/>
                  <a:pt x="420523" y="10645"/>
                </a:cubicBezTo>
                <a:cubicBezTo>
                  <a:pt x="420523" y="7709"/>
                  <a:pt x="421615" y="5200"/>
                  <a:pt x="423800" y="3120"/>
                </a:cubicBezTo>
                <a:cubicBezTo>
                  <a:pt x="425984" y="1040"/>
                  <a:pt x="428573" y="0"/>
                  <a:pt x="431569" y="0"/>
                </a:cubicBezTo>
                <a:cubicBezTo>
                  <a:pt x="434564" y="0"/>
                  <a:pt x="437138" y="1040"/>
                  <a:pt x="439291" y="3120"/>
                </a:cubicBezTo>
                <a:cubicBezTo>
                  <a:pt x="441444" y="5200"/>
                  <a:pt x="442521" y="7709"/>
                  <a:pt x="442521" y="10645"/>
                </a:cubicBezTo>
                <a:cubicBezTo>
                  <a:pt x="442521" y="13582"/>
                  <a:pt x="441444" y="16090"/>
                  <a:pt x="439291" y="18170"/>
                </a:cubicBezTo>
                <a:cubicBezTo>
                  <a:pt x="437138" y="20251"/>
                  <a:pt x="434564" y="21291"/>
                  <a:pt x="431569" y="21291"/>
                </a:cubicBezTo>
                <a:moveTo>
                  <a:pt x="435781" y="95859"/>
                </a:moveTo>
                <a:cubicBezTo>
                  <a:pt x="435781" y="99534"/>
                  <a:pt x="435890" y="105031"/>
                  <a:pt x="436109" y="112349"/>
                </a:cubicBezTo>
                <a:cubicBezTo>
                  <a:pt x="436327" y="119666"/>
                  <a:pt x="436436" y="125162"/>
                  <a:pt x="436436" y="128836"/>
                </a:cubicBezTo>
                <a:cubicBezTo>
                  <a:pt x="436436" y="131530"/>
                  <a:pt x="435594" y="133735"/>
                  <a:pt x="433909" y="135450"/>
                </a:cubicBezTo>
                <a:cubicBezTo>
                  <a:pt x="432224" y="137165"/>
                  <a:pt x="430009" y="138022"/>
                  <a:pt x="427263" y="138022"/>
                </a:cubicBezTo>
                <a:cubicBezTo>
                  <a:pt x="424580" y="138022"/>
                  <a:pt x="422380" y="137165"/>
                  <a:pt x="420664" y="135450"/>
                </a:cubicBezTo>
                <a:cubicBezTo>
                  <a:pt x="418948" y="133735"/>
                  <a:pt x="418090" y="131530"/>
                  <a:pt x="418090" y="128836"/>
                </a:cubicBezTo>
                <a:cubicBezTo>
                  <a:pt x="418090" y="125162"/>
                  <a:pt x="417980" y="119666"/>
                  <a:pt x="417762" y="112349"/>
                </a:cubicBezTo>
                <a:cubicBezTo>
                  <a:pt x="417544" y="105031"/>
                  <a:pt x="417434" y="99534"/>
                  <a:pt x="417434" y="95859"/>
                </a:cubicBezTo>
                <a:cubicBezTo>
                  <a:pt x="417434" y="90103"/>
                  <a:pt x="417746" y="82923"/>
                  <a:pt x="418370" y="74319"/>
                </a:cubicBezTo>
                <a:cubicBezTo>
                  <a:pt x="418994" y="65714"/>
                  <a:pt x="419306" y="58533"/>
                  <a:pt x="419306" y="52776"/>
                </a:cubicBezTo>
                <a:cubicBezTo>
                  <a:pt x="419306" y="50021"/>
                  <a:pt x="420165" y="47786"/>
                  <a:pt x="421881" y="46071"/>
                </a:cubicBezTo>
                <a:cubicBezTo>
                  <a:pt x="423597" y="44356"/>
                  <a:pt x="425796" y="43499"/>
                  <a:pt x="428480" y="43499"/>
                </a:cubicBezTo>
                <a:cubicBezTo>
                  <a:pt x="431163" y="43499"/>
                  <a:pt x="433363" y="44356"/>
                  <a:pt x="435079" y="46071"/>
                </a:cubicBezTo>
                <a:cubicBezTo>
                  <a:pt x="436795" y="47786"/>
                  <a:pt x="437653" y="50021"/>
                  <a:pt x="437653" y="52776"/>
                </a:cubicBezTo>
                <a:cubicBezTo>
                  <a:pt x="437653" y="58533"/>
                  <a:pt x="437341" y="65714"/>
                  <a:pt x="436717" y="74319"/>
                </a:cubicBezTo>
                <a:cubicBezTo>
                  <a:pt x="436093" y="82923"/>
                  <a:pt x="435781" y="90103"/>
                  <a:pt x="435781" y="95859"/>
                </a:cubicBezTo>
                <a:close/>
                <a:moveTo>
                  <a:pt x="542192" y="144079"/>
                </a:moveTo>
                <a:cubicBezTo>
                  <a:pt x="536825" y="144079"/>
                  <a:pt x="533798" y="141198"/>
                  <a:pt x="533112" y="135435"/>
                </a:cubicBezTo>
                <a:lnTo>
                  <a:pt x="530491" y="115295"/>
                </a:lnTo>
                <a:cubicBezTo>
                  <a:pt x="529617" y="108121"/>
                  <a:pt x="529181" y="101408"/>
                  <a:pt x="529181" y="95154"/>
                </a:cubicBezTo>
                <a:cubicBezTo>
                  <a:pt x="529181" y="93437"/>
                  <a:pt x="529290" y="90525"/>
                  <a:pt x="529508" y="86419"/>
                </a:cubicBezTo>
                <a:cubicBezTo>
                  <a:pt x="529727" y="82310"/>
                  <a:pt x="529836" y="79397"/>
                  <a:pt x="529836" y="77680"/>
                </a:cubicBezTo>
                <a:cubicBezTo>
                  <a:pt x="529836" y="64437"/>
                  <a:pt x="527340" y="57815"/>
                  <a:pt x="522347" y="57815"/>
                </a:cubicBezTo>
                <a:cubicBezTo>
                  <a:pt x="515358" y="57815"/>
                  <a:pt x="508681" y="61888"/>
                  <a:pt x="502316" y="70035"/>
                </a:cubicBezTo>
                <a:cubicBezTo>
                  <a:pt x="496575" y="77445"/>
                  <a:pt x="492082" y="86815"/>
                  <a:pt x="488837" y="98145"/>
                </a:cubicBezTo>
                <a:cubicBezTo>
                  <a:pt x="488712" y="100535"/>
                  <a:pt x="488431" y="103537"/>
                  <a:pt x="487994" y="107150"/>
                </a:cubicBezTo>
                <a:cubicBezTo>
                  <a:pt x="487620" y="110213"/>
                  <a:pt x="487433" y="113183"/>
                  <a:pt x="487433" y="116060"/>
                </a:cubicBezTo>
                <a:cubicBezTo>
                  <a:pt x="487433" y="117898"/>
                  <a:pt x="487620" y="120654"/>
                  <a:pt x="487994" y="124328"/>
                </a:cubicBezTo>
                <a:cubicBezTo>
                  <a:pt x="488369" y="128003"/>
                  <a:pt x="488556" y="130759"/>
                  <a:pt x="488556" y="132596"/>
                </a:cubicBezTo>
                <a:cubicBezTo>
                  <a:pt x="488556" y="135353"/>
                  <a:pt x="487698" y="137589"/>
                  <a:pt x="485982" y="139304"/>
                </a:cubicBezTo>
                <a:cubicBezTo>
                  <a:pt x="484266" y="141019"/>
                  <a:pt x="482066" y="141876"/>
                  <a:pt x="479382" y="141876"/>
                </a:cubicBezTo>
                <a:cubicBezTo>
                  <a:pt x="476637" y="141876"/>
                  <a:pt x="474421" y="141018"/>
                  <a:pt x="472737" y="139301"/>
                </a:cubicBezTo>
                <a:cubicBezTo>
                  <a:pt x="471052" y="137586"/>
                  <a:pt x="470209" y="135349"/>
                  <a:pt x="470209" y="132590"/>
                </a:cubicBezTo>
                <a:cubicBezTo>
                  <a:pt x="470209" y="130753"/>
                  <a:pt x="470006" y="127996"/>
                  <a:pt x="469601" y="124320"/>
                </a:cubicBezTo>
                <a:cubicBezTo>
                  <a:pt x="469195" y="120641"/>
                  <a:pt x="468992" y="117882"/>
                  <a:pt x="468992" y="116043"/>
                </a:cubicBezTo>
                <a:cubicBezTo>
                  <a:pt x="468992" y="109730"/>
                  <a:pt x="469445" y="100981"/>
                  <a:pt x="470350" y="89797"/>
                </a:cubicBezTo>
                <a:cubicBezTo>
                  <a:pt x="471254" y="78612"/>
                  <a:pt x="471707" y="69864"/>
                  <a:pt x="471707" y="63551"/>
                </a:cubicBezTo>
                <a:cubicBezTo>
                  <a:pt x="471707" y="61589"/>
                  <a:pt x="471598" y="58678"/>
                  <a:pt x="471379" y="54818"/>
                </a:cubicBezTo>
                <a:cubicBezTo>
                  <a:pt x="471161" y="50956"/>
                  <a:pt x="471052" y="48045"/>
                  <a:pt x="471052" y="46086"/>
                </a:cubicBezTo>
                <a:cubicBezTo>
                  <a:pt x="471052" y="43449"/>
                  <a:pt x="471941" y="41289"/>
                  <a:pt x="473719" y="39604"/>
                </a:cubicBezTo>
                <a:cubicBezTo>
                  <a:pt x="475498" y="37918"/>
                  <a:pt x="477698" y="37075"/>
                  <a:pt x="480319" y="37075"/>
                </a:cubicBezTo>
                <a:cubicBezTo>
                  <a:pt x="486060" y="37075"/>
                  <a:pt x="489211" y="41068"/>
                  <a:pt x="489773" y="49054"/>
                </a:cubicBezTo>
                <a:lnTo>
                  <a:pt x="490054" y="59834"/>
                </a:lnTo>
                <a:cubicBezTo>
                  <a:pt x="500537" y="46130"/>
                  <a:pt x="511302" y="39278"/>
                  <a:pt x="522347" y="39278"/>
                </a:cubicBezTo>
                <a:cubicBezTo>
                  <a:pt x="532332" y="39278"/>
                  <a:pt x="539290" y="43598"/>
                  <a:pt x="543221" y="52240"/>
                </a:cubicBezTo>
                <a:cubicBezTo>
                  <a:pt x="545905" y="58001"/>
                  <a:pt x="547371" y="66520"/>
                  <a:pt x="547621" y="77798"/>
                </a:cubicBezTo>
                <a:lnTo>
                  <a:pt x="547621" y="87081"/>
                </a:lnTo>
                <a:lnTo>
                  <a:pt x="547527" y="95630"/>
                </a:lnTo>
                <a:cubicBezTo>
                  <a:pt x="547527" y="100718"/>
                  <a:pt x="548198" y="107292"/>
                  <a:pt x="549540" y="115352"/>
                </a:cubicBezTo>
                <a:cubicBezTo>
                  <a:pt x="550881" y="123411"/>
                  <a:pt x="551552" y="129952"/>
                  <a:pt x="551552" y="134976"/>
                </a:cubicBezTo>
                <a:cubicBezTo>
                  <a:pt x="551552" y="137674"/>
                  <a:pt x="550663" y="139865"/>
                  <a:pt x="548884" y="141549"/>
                </a:cubicBezTo>
                <a:cubicBezTo>
                  <a:pt x="547106" y="143236"/>
                  <a:pt x="544875" y="144079"/>
                  <a:pt x="542192" y="144079"/>
                </a:cubicBezTo>
                <a:close/>
                <a:moveTo>
                  <a:pt x="652065" y="97919"/>
                </a:moveTo>
                <a:lnTo>
                  <a:pt x="649912" y="128753"/>
                </a:lnTo>
                <a:cubicBezTo>
                  <a:pt x="649538" y="140989"/>
                  <a:pt x="648259" y="150992"/>
                  <a:pt x="646075" y="158762"/>
                </a:cubicBezTo>
                <a:cubicBezTo>
                  <a:pt x="643266" y="168673"/>
                  <a:pt x="638773" y="175984"/>
                  <a:pt x="632595" y="180695"/>
                </a:cubicBezTo>
                <a:cubicBezTo>
                  <a:pt x="625107" y="186385"/>
                  <a:pt x="614280" y="189230"/>
                  <a:pt x="600114" y="189230"/>
                </a:cubicBezTo>
                <a:cubicBezTo>
                  <a:pt x="591815" y="189230"/>
                  <a:pt x="584857" y="188679"/>
                  <a:pt x="579240" y="187578"/>
                </a:cubicBezTo>
                <a:cubicBezTo>
                  <a:pt x="571377" y="186048"/>
                  <a:pt x="567446" y="182867"/>
                  <a:pt x="567446" y="178034"/>
                </a:cubicBezTo>
                <a:cubicBezTo>
                  <a:pt x="567446" y="172589"/>
                  <a:pt x="570161" y="169866"/>
                  <a:pt x="575590" y="169866"/>
                </a:cubicBezTo>
                <a:cubicBezTo>
                  <a:pt x="577836" y="169866"/>
                  <a:pt x="581580" y="170402"/>
                  <a:pt x="586822" y="171472"/>
                </a:cubicBezTo>
                <a:cubicBezTo>
                  <a:pt x="592064" y="172543"/>
                  <a:pt x="597868" y="173017"/>
                  <a:pt x="604233" y="172895"/>
                </a:cubicBezTo>
                <a:cubicBezTo>
                  <a:pt x="616214" y="172700"/>
                  <a:pt x="624483" y="166675"/>
                  <a:pt x="629038" y="154822"/>
                </a:cubicBezTo>
                <a:cubicBezTo>
                  <a:pt x="632034" y="146918"/>
                  <a:pt x="633625" y="134772"/>
                  <a:pt x="633812" y="118383"/>
                </a:cubicBezTo>
                <a:cubicBezTo>
                  <a:pt x="630442" y="125541"/>
                  <a:pt x="626433" y="130910"/>
                  <a:pt x="621784" y="134489"/>
                </a:cubicBezTo>
                <a:cubicBezTo>
                  <a:pt x="617135" y="138068"/>
                  <a:pt x="611815" y="139857"/>
                  <a:pt x="605824" y="139857"/>
                </a:cubicBezTo>
                <a:cubicBezTo>
                  <a:pt x="594529" y="139857"/>
                  <a:pt x="585340" y="136076"/>
                  <a:pt x="578257" y="128512"/>
                </a:cubicBezTo>
                <a:cubicBezTo>
                  <a:pt x="571175" y="120949"/>
                  <a:pt x="567633" y="111135"/>
                  <a:pt x="567633" y="99071"/>
                </a:cubicBezTo>
                <a:cubicBezTo>
                  <a:pt x="567633" y="82538"/>
                  <a:pt x="572469" y="69218"/>
                  <a:pt x="582142" y="59114"/>
                </a:cubicBezTo>
                <a:cubicBezTo>
                  <a:pt x="592127" y="48704"/>
                  <a:pt x="605731" y="43499"/>
                  <a:pt x="622954" y="43499"/>
                </a:cubicBezTo>
                <a:cubicBezTo>
                  <a:pt x="628758" y="43499"/>
                  <a:pt x="633625" y="44233"/>
                  <a:pt x="637556" y="45701"/>
                </a:cubicBezTo>
                <a:cubicBezTo>
                  <a:pt x="641488" y="47170"/>
                  <a:pt x="644483" y="49372"/>
                  <a:pt x="646543" y="52309"/>
                </a:cubicBezTo>
                <a:cubicBezTo>
                  <a:pt x="653220" y="52492"/>
                  <a:pt x="656558" y="56133"/>
                  <a:pt x="656558" y="63230"/>
                </a:cubicBezTo>
                <a:cubicBezTo>
                  <a:pt x="656558" y="67573"/>
                  <a:pt x="655903" y="73385"/>
                  <a:pt x="654593" y="80666"/>
                </a:cubicBezTo>
                <a:cubicBezTo>
                  <a:pt x="653157" y="89109"/>
                  <a:pt x="652315" y="94860"/>
                  <a:pt x="652065" y="97919"/>
                </a:cubicBezTo>
                <a:moveTo>
                  <a:pt x="622018" y="61853"/>
                </a:moveTo>
                <a:cubicBezTo>
                  <a:pt x="610161" y="61853"/>
                  <a:pt x="600988" y="65461"/>
                  <a:pt x="594498" y="72676"/>
                </a:cubicBezTo>
                <a:cubicBezTo>
                  <a:pt x="588694" y="79175"/>
                  <a:pt x="585793" y="87437"/>
                  <a:pt x="585793" y="97463"/>
                </a:cubicBezTo>
                <a:cubicBezTo>
                  <a:pt x="585793" y="105448"/>
                  <a:pt x="587509" y="111452"/>
                  <a:pt x="590941" y="115472"/>
                </a:cubicBezTo>
                <a:cubicBezTo>
                  <a:pt x="594373" y="119493"/>
                  <a:pt x="599521" y="121503"/>
                  <a:pt x="606386" y="121503"/>
                </a:cubicBezTo>
                <a:cubicBezTo>
                  <a:pt x="612689" y="121503"/>
                  <a:pt x="618804" y="118364"/>
                  <a:pt x="624732" y="112086"/>
                </a:cubicBezTo>
                <a:cubicBezTo>
                  <a:pt x="630099" y="106302"/>
                  <a:pt x="633157" y="100574"/>
                  <a:pt x="633906" y="94902"/>
                </a:cubicBezTo>
                <a:cubicBezTo>
                  <a:pt x="635216" y="88952"/>
                  <a:pt x="636620" y="79615"/>
                  <a:pt x="638118" y="66892"/>
                </a:cubicBezTo>
                <a:cubicBezTo>
                  <a:pt x="635622" y="65184"/>
                  <a:pt x="633032" y="63918"/>
                  <a:pt x="630349" y="63092"/>
                </a:cubicBezTo>
                <a:cubicBezTo>
                  <a:pt x="627665" y="62266"/>
                  <a:pt x="624888" y="61853"/>
                  <a:pt x="622018" y="618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97" name="Text and">
            <a:extLst xmlns:a="http://schemas.openxmlformats.org/drawingml/2006/main">
              <a:ext uri="{FF2B5EF4-FFF2-40B4-BE49-F238E27FC236}">
                <a16:creationId xmlns:a16="http://schemas.microsoft.com/office/drawing/2014/main" id="{B61120D6-FCA3-4517-9D74-3812B1E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19" y="4363663"/>
            <a:ext cx="270164" cy="141770"/>
          </a:xfrm>
          <a:custGeom xmlns:a="http://schemas.openxmlformats.org/drawingml/2006/main">
            <a:pathLst>
              <a:path w="270164" h="141770">
                <a:moveTo>
                  <a:pt x="73948" y="141259"/>
                </a:moveTo>
                <a:cubicBezTo>
                  <a:pt x="72870" y="141259"/>
                  <a:pt x="70913" y="140000"/>
                  <a:pt x="68077" y="137483"/>
                </a:cubicBezTo>
                <a:cubicBezTo>
                  <a:pt x="65524" y="135137"/>
                  <a:pt x="63623" y="133049"/>
                  <a:pt x="62375" y="131218"/>
                </a:cubicBezTo>
                <a:cubicBezTo>
                  <a:pt x="56929" y="134196"/>
                  <a:pt x="52135" y="136444"/>
                  <a:pt x="47994" y="137962"/>
                </a:cubicBezTo>
                <a:cubicBezTo>
                  <a:pt x="43853" y="139479"/>
                  <a:pt x="40392" y="140238"/>
                  <a:pt x="37612" y="140238"/>
                </a:cubicBezTo>
                <a:cubicBezTo>
                  <a:pt x="24337" y="140238"/>
                  <a:pt x="14665" y="136494"/>
                  <a:pt x="8595" y="129005"/>
                </a:cubicBezTo>
                <a:cubicBezTo>
                  <a:pt x="2865" y="121971"/>
                  <a:pt x="0" y="111192"/>
                  <a:pt x="0" y="96669"/>
                </a:cubicBezTo>
                <a:cubicBezTo>
                  <a:pt x="0" y="82940"/>
                  <a:pt x="4723" y="71197"/>
                  <a:pt x="14168" y="61439"/>
                </a:cubicBezTo>
                <a:cubicBezTo>
                  <a:pt x="23614" y="51681"/>
                  <a:pt x="34889" y="46803"/>
                  <a:pt x="47994" y="46803"/>
                </a:cubicBezTo>
                <a:cubicBezTo>
                  <a:pt x="52930" y="46803"/>
                  <a:pt x="58461" y="48079"/>
                  <a:pt x="64588" y="50632"/>
                </a:cubicBezTo>
                <a:cubicBezTo>
                  <a:pt x="72303" y="53809"/>
                  <a:pt x="76161" y="57638"/>
                  <a:pt x="76161" y="62120"/>
                </a:cubicBezTo>
                <a:cubicBezTo>
                  <a:pt x="76161" y="63652"/>
                  <a:pt x="75593" y="65013"/>
                  <a:pt x="74459" y="66205"/>
                </a:cubicBezTo>
                <a:cubicBezTo>
                  <a:pt x="73892" y="68360"/>
                  <a:pt x="73452" y="71906"/>
                  <a:pt x="73140" y="76841"/>
                </a:cubicBezTo>
                <a:cubicBezTo>
                  <a:pt x="72828" y="81777"/>
                  <a:pt x="72643" y="88102"/>
                  <a:pt x="72587" y="95818"/>
                </a:cubicBezTo>
                <a:cubicBezTo>
                  <a:pt x="72530" y="102852"/>
                  <a:pt x="73012" y="108412"/>
                  <a:pt x="74033" y="112497"/>
                </a:cubicBezTo>
                <a:cubicBezTo>
                  <a:pt x="74601" y="114993"/>
                  <a:pt x="76388" y="119985"/>
                  <a:pt x="79394" y="127473"/>
                </a:cubicBezTo>
                <a:cubicBezTo>
                  <a:pt x="79791" y="128495"/>
                  <a:pt x="80444" y="129998"/>
                  <a:pt x="81352" y="131984"/>
                </a:cubicBezTo>
                <a:lnTo>
                  <a:pt x="81862" y="133430"/>
                </a:lnTo>
                <a:cubicBezTo>
                  <a:pt x="81862" y="135699"/>
                  <a:pt x="81068" y="137572"/>
                  <a:pt x="79479" y="139046"/>
                </a:cubicBezTo>
                <a:cubicBezTo>
                  <a:pt x="77891" y="140521"/>
                  <a:pt x="76047" y="141259"/>
                  <a:pt x="73948" y="141259"/>
                </a:cubicBezTo>
                <a:moveTo>
                  <a:pt x="56248" y="82149"/>
                </a:moveTo>
                <a:cubicBezTo>
                  <a:pt x="56248" y="79715"/>
                  <a:pt x="56404" y="77070"/>
                  <a:pt x="56716" y="74214"/>
                </a:cubicBezTo>
                <a:cubicBezTo>
                  <a:pt x="57028" y="71356"/>
                  <a:pt x="57496" y="68315"/>
                  <a:pt x="58120" y="65090"/>
                </a:cubicBezTo>
                <a:cubicBezTo>
                  <a:pt x="56021" y="64014"/>
                  <a:pt x="54220" y="63222"/>
                  <a:pt x="52717" y="62713"/>
                </a:cubicBezTo>
                <a:cubicBezTo>
                  <a:pt x="51213" y="62204"/>
                  <a:pt x="50008" y="61950"/>
                  <a:pt x="49100" y="61950"/>
                </a:cubicBezTo>
                <a:cubicBezTo>
                  <a:pt x="40307" y="61950"/>
                  <a:pt x="32719" y="65528"/>
                  <a:pt x="26337" y="72685"/>
                </a:cubicBezTo>
                <a:cubicBezTo>
                  <a:pt x="19955" y="79842"/>
                  <a:pt x="16764" y="88088"/>
                  <a:pt x="16764" y="97424"/>
                </a:cubicBezTo>
                <a:cubicBezTo>
                  <a:pt x="16764" y="106703"/>
                  <a:pt x="18409" y="113662"/>
                  <a:pt x="21699" y="118302"/>
                </a:cubicBezTo>
                <a:cubicBezTo>
                  <a:pt x="24990" y="122941"/>
                  <a:pt x="29925" y="125261"/>
                  <a:pt x="36506" y="125261"/>
                </a:cubicBezTo>
                <a:cubicBezTo>
                  <a:pt x="41952" y="125261"/>
                  <a:pt x="46576" y="124271"/>
                  <a:pt x="50377" y="122291"/>
                </a:cubicBezTo>
                <a:cubicBezTo>
                  <a:pt x="52419" y="121216"/>
                  <a:pt x="55284" y="119067"/>
                  <a:pt x="58971" y="115842"/>
                </a:cubicBezTo>
                <a:cubicBezTo>
                  <a:pt x="57156" y="100847"/>
                  <a:pt x="56248" y="89616"/>
                  <a:pt x="56248" y="82149"/>
                </a:cubicBezTo>
                <a:close/>
                <a:moveTo>
                  <a:pt x="162073" y="141770"/>
                </a:moveTo>
                <a:cubicBezTo>
                  <a:pt x="157195" y="141770"/>
                  <a:pt x="154443" y="139098"/>
                  <a:pt x="153819" y="133755"/>
                </a:cubicBezTo>
                <a:lnTo>
                  <a:pt x="151437" y="115079"/>
                </a:lnTo>
                <a:cubicBezTo>
                  <a:pt x="150642" y="108427"/>
                  <a:pt x="150245" y="102202"/>
                  <a:pt x="150245" y="96403"/>
                </a:cubicBezTo>
                <a:cubicBezTo>
                  <a:pt x="150245" y="94811"/>
                  <a:pt x="150344" y="92111"/>
                  <a:pt x="150543" y="88303"/>
                </a:cubicBezTo>
                <a:cubicBezTo>
                  <a:pt x="150742" y="84493"/>
                  <a:pt x="150841" y="81792"/>
                  <a:pt x="150841" y="80200"/>
                </a:cubicBezTo>
                <a:cubicBezTo>
                  <a:pt x="150841" y="67920"/>
                  <a:pt x="148572" y="61780"/>
                  <a:pt x="144033" y="61780"/>
                </a:cubicBezTo>
                <a:cubicBezTo>
                  <a:pt x="137679" y="61780"/>
                  <a:pt x="131609" y="65557"/>
                  <a:pt x="125823" y="73111"/>
                </a:cubicBezTo>
                <a:cubicBezTo>
                  <a:pt x="120603" y="79982"/>
                  <a:pt x="116519" y="88671"/>
                  <a:pt x="113569" y="99176"/>
                </a:cubicBezTo>
                <a:cubicBezTo>
                  <a:pt x="113455" y="101393"/>
                  <a:pt x="113200" y="104176"/>
                  <a:pt x="112803" y="107526"/>
                </a:cubicBezTo>
                <a:cubicBezTo>
                  <a:pt x="112463" y="110367"/>
                  <a:pt x="112292" y="113121"/>
                  <a:pt x="112292" y="115789"/>
                </a:cubicBezTo>
                <a:cubicBezTo>
                  <a:pt x="112292" y="117492"/>
                  <a:pt x="112463" y="120048"/>
                  <a:pt x="112803" y="123455"/>
                </a:cubicBezTo>
                <a:cubicBezTo>
                  <a:pt x="113143" y="126863"/>
                  <a:pt x="113314" y="129418"/>
                  <a:pt x="113314" y="131122"/>
                </a:cubicBezTo>
                <a:cubicBezTo>
                  <a:pt x="113314" y="133678"/>
                  <a:pt x="112534" y="135752"/>
                  <a:pt x="110973" y="137342"/>
                </a:cubicBezTo>
                <a:cubicBezTo>
                  <a:pt x="109413" y="138932"/>
                  <a:pt x="107414" y="139727"/>
                  <a:pt x="104974" y="139727"/>
                </a:cubicBezTo>
                <a:cubicBezTo>
                  <a:pt x="102478" y="139727"/>
                  <a:pt x="100464" y="138931"/>
                  <a:pt x="98932" y="137339"/>
                </a:cubicBezTo>
                <a:cubicBezTo>
                  <a:pt x="97401" y="135749"/>
                  <a:pt x="96635" y="133675"/>
                  <a:pt x="96635" y="131117"/>
                </a:cubicBezTo>
                <a:cubicBezTo>
                  <a:pt x="96635" y="129413"/>
                  <a:pt x="96450" y="126857"/>
                  <a:pt x="96082" y="123447"/>
                </a:cubicBezTo>
                <a:cubicBezTo>
                  <a:pt x="95713" y="120036"/>
                  <a:pt x="95529" y="117478"/>
                  <a:pt x="95529" y="115773"/>
                </a:cubicBezTo>
                <a:cubicBezTo>
                  <a:pt x="95529" y="109919"/>
                  <a:pt x="95940" y="101806"/>
                  <a:pt x="96762" y="91435"/>
                </a:cubicBezTo>
                <a:cubicBezTo>
                  <a:pt x="97585" y="81064"/>
                  <a:pt x="97996" y="72952"/>
                  <a:pt x="97996" y="67098"/>
                </a:cubicBezTo>
                <a:cubicBezTo>
                  <a:pt x="97996" y="65279"/>
                  <a:pt x="97897" y="62580"/>
                  <a:pt x="97699" y="59001"/>
                </a:cubicBezTo>
                <a:cubicBezTo>
                  <a:pt x="97500" y="55420"/>
                  <a:pt x="97401" y="52720"/>
                  <a:pt x="97401" y="50903"/>
                </a:cubicBezTo>
                <a:cubicBezTo>
                  <a:pt x="97401" y="48458"/>
                  <a:pt x="98209" y="46455"/>
                  <a:pt x="99826" y="44893"/>
                </a:cubicBezTo>
                <a:cubicBezTo>
                  <a:pt x="101443" y="43330"/>
                  <a:pt x="103442" y="42548"/>
                  <a:pt x="105825" y="42548"/>
                </a:cubicBezTo>
                <a:cubicBezTo>
                  <a:pt x="111044" y="42548"/>
                  <a:pt x="113909" y="46250"/>
                  <a:pt x="114420" y="53656"/>
                </a:cubicBezTo>
                <a:lnTo>
                  <a:pt x="114675" y="63652"/>
                </a:lnTo>
                <a:cubicBezTo>
                  <a:pt x="124206" y="50944"/>
                  <a:pt x="133992" y="44590"/>
                  <a:pt x="144033" y="44590"/>
                </a:cubicBezTo>
                <a:cubicBezTo>
                  <a:pt x="153110" y="44590"/>
                  <a:pt x="159436" y="48597"/>
                  <a:pt x="163010" y="56610"/>
                </a:cubicBezTo>
                <a:cubicBezTo>
                  <a:pt x="165449" y="61951"/>
                  <a:pt x="166782" y="69851"/>
                  <a:pt x="167009" y="80309"/>
                </a:cubicBezTo>
                <a:lnTo>
                  <a:pt x="167009" y="88917"/>
                </a:lnTo>
                <a:lnTo>
                  <a:pt x="166924" y="96844"/>
                </a:lnTo>
                <a:cubicBezTo>
                  <a:pt x="166924" y="101562"/>
                  <a:pt x="167534" y="107658"/>
                  <a:pt x="168754" y="115132"/>
                </a:cubicBezTo>
                <a:cubicBezTo>
                  <a:pt x="169973" y="122604"/>
                  <a:pt x="170583" y="128670"/>
                  <a:pt x="170583" y="133329"/>
                </a:cubicBezTo>
                <a:cubicBezTo>
                  <a:pt x="170583" y="135831"/>
                  <a:pt x="169775" y="137862"/>
                  <a:pt x="168158" y="139424"/>
                </a:cubicBezTo>
                <a:cubicBezTo>
                  <a:pt x="166541" y="140988"/>
                  <a:pt x="164513" y="141770"/>
                  <a:pt x="162073" y="141770"/>
                </a:cubicBezTo>
                <a:close/>
                <a:moveTo>
                  <a:pt x="266760" y="60466"/>
                </a:moveTo>
                <a:cubicBezTo>
                  <a:pt x="266079" y="68800"/>
                  <a:pt x="265739" y="77134"/>
                  <a:pt x="265739" y="85468"/>
                </a:cubicBezTo>
                <a:cubicBezTo>
                  <a:pt x="265739" y="104349"/>
                  <a:pt x="266618" y="118608"/>
                  <a:pt x="268377" y="128245"/>
                </a:cubicBezTo>
                <a:cubicBezTo>
                  <a:pt x="268491" y="129039"/>
                  <a:pt x="268547" y="129691"/>
                  <a:pt x="268547" y="130202"/>
                </a:cubicBezTo>
                <a:cubicBezTo>
                  <a:pt x="268547" y="132469"/>
                  <a:pt x="267753" y="134340"/>
                  <a:pt x="266165" y="135813"/>
                </a:cubicBezTo>
                <a:cubicBezTo>
                  <a:pt x="264576" y="137288"/>
                  <a:pt x="262732" y="138025"/>
                  <a:pt x="260633" y="138025"/>
                </a:cubicBezTo>
                <a:cubicBezTo>
                  <a:pt x="257116" y="138025"/>
                  <a:pt x="254535" y="135472"/>
                  <a:pt x="252890" y="130367"/>
                </a:cubicBezTo>
                <a:cubicBezTo>
                  <a:pt x="248805" y="133373"/>
                  <a:pt x="244564" y="135657"/>
                  <a:pt x="240168" y="137217"/>
                </a:cubicBezTo>
                <a:cubicBezTo>
                  <a:pt x="235771" y="138777"/>
                  <a:pt x="231190" y="139557"/>
                  <a:pt x="226425" y="139557"/>
                </a:cubicBezTo>
                <a:cubicBezTo>
                  <a:pt x="214682" y="139557"/>
                  <a:pt x="204952" y="135639"/>
                  <a:pt x="197237" y="127803"/>
                </a:cubicBezTo>
                <a:cubicBezTo>
                  <a:pt x="189295" y="119797"/>
                  <a:pt x="185324" y="109519"/>
                  <a:pt x="185324" y="96969"/>
                </a:cubicBezTo>
                <a:cubicBezTo>
                  <a:pt x="185324" y="81808"/>
                  <a:pt x="189337" y="69657"/>
                  <a:pt x="197365" y="60516"/>
                </a:cubicBezTo>
                <a:cubicBezTo>
                  <a:pt x="205392" y="51374"/>
                  <a:pt x="215816" y="46803"/>
                  <a:pt x="228637" y="46803"/>
                </a:cubicBezTo>
                <a:cubicBezTo>
                  <a:pt x="235218" y="46803"/>
                  <a:pt x="240295" y="47824"/>
                  <a:pt x="243869" y="49866"/>
                </a:cubicBezTo>
                <a:lnTo>
                  <a:pt x="251868" y="55738"/>
                </a:lnTo>
                <a:cubicBezTo>
                  <a:pt x="252663" y="31886"/>
                  <a:pt x="253599" y="15827"/>
                  <a:pt x="254677" y="7560"/>
                </a:cubicBezTo>
                <a:cubicBezTo>
                  <a:pt x="255414" y="2520"/>
                  <a:pt x="257995" y="0"/>
                  <a:pt x="262420" y="0"/>
                </a:cubicBezTo>
                <a:cubicBezTo>
                  <a:pt x="267583" y="0"/>
                  <a:pt x="270164" y="2750"/>
                  <a:pt x="270164" y="8249"/>
                </a:cubicBezTo>
                <a:cubicBezTo>
                  <a:pt x="270164" y="16129"/>
                  <a:pt x="269029" y="33535"/>
                  <a:pt x="266760" y="60466"/>
                </a:cubicBezTo>
                <a:moveTo>
                  <a:pt x="228978" y="62630"/>
                </a:moveTo>
                <a:cubicBezTo>
                  <a:pt x="219447" y="62630"/>
                  <a:pt x="212299" y="65453"/>
                  <a:pt x="207534" y="71098"/>
                </a:cubicBezTo>
                <a:cubicBezTo>
                  <a:pt x="202768" y="76742"/>
                  <a:pt x="200386" y="85238"/>
                  <a:pt x="200386" y="96584"/>
                </a:cubicBezTo>
                <a:cubicBezTo>
                  <a:pt x="200386" y="103902"/>
                  <a:pt x="202981" y="110199"/>
                  <a:pt x="208172" y="115475"/>
                </a:cubicBezTo>
                <a:cubicBezTo>
                  <a:pt x="213363" y="120751"/>
                  <a:pt x="219447" y="123389"/>
                  <a:pt x="226425" y="123389"/>
                </a:cubicBezTo>
                <a:cubicBezTo>
                  <a:pt x="231190" y="123389"/>
                  <a:pt x="235218" y="122510"/>
                  <a:pt x="238508" y="120751"/>
                </a:cubicBezTo>
                <a:cubicBezTo>
                  <a:pt x="240437" y="119730"/>
                  <a:pt x="243586" y="117375"/>
                  <a:pt x="247954" y="113688"/>
                </a:cubicBezTo>
                <a:cubicBezTo>
                  <a:pt x="248805" y="112950"/>
                  <a:pt x="249628" y="112071"/>
                  <a:pt x="250422" y="111050"/>
                </a:cubicBezTo>
                <a:lnTo>
                  <a:pt x="250167" y="96328"/>
                </a:lnTo>
                <a:lnTo>
                  <a:pt x="250252" y="86457"/>
                </a:lnTo>
                <a:lnTo>
                  <a:pt x="250422" y="76416"/>
                </a:lnTo>
                <a:cubicBezTo>
                  <a:pt x="248266" y="71821"/>
                  <a:pt x="245401" y="68374"/>
                  <a:pt x="241827" y="66077"/>
                </a:cubicBezTo>
                <a:cubicBezTo>
                  <a:pt x="238253" y="63779"/>
                  <a:pt x="233970" y="62630"/>
                  <a:pt x="228978" y="626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classical">
            <a:extLst xmlns:a="http://schemas.openxmlformats.org/drawingml/2006/main">
              <a:ext uri="{FF2B5EF4-FFF2-40B4-BE49-F238E27FC236}">
                <a16:creationId xmlns:a16="http://schemas.microsoft.com/office/drawing/2014/main" id="{83AC92DF-934E-4750-B170-DBEA6FAE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90" y="4348651"/>
            <a:ext cx="746554" cy="153806"/>
          </a:xfrm>
          <a:custGeom xmlns:a="http://schemas.openxmlformats.org/drawingml/2006/main">
            <a:pathLst>
              <a:path w="746554" h="153806">
                <a:moveTo>
                  <a:pt x="45492" y="153623"/>
                </a:moveTo>
                <a:cubicBezTo>
                  <a:pt x="32699" y="153623"/>
                  <a:pt x="22028" y="149823"/>
                  <a:pt x="13479" y="142223"/>
                </a:cubicBezTo>
                <a:cubicBezTo>
                  <a:pt x="4493" y="134257"/>
                  <a:pt x="0" y="123745"/>
                  <a:pt x="0" y="110689"/>
                </a:cubicBezTo>
                <a:cubicBezTo>
                  <a:pt x="0" y="98248"/>
                  <a:pt x="4212" y="85409"/>
                  <a:pt x="12637" y="72171"/>
                </a:cubicBezTo>
                <a:cubicBezTo>
                  <a:pt x="21997" y="57461"/>
                  <a:pt x="32543" y="50106"/>
                  <a:pt x="44275" y="50106"/>
                </a:cubicBezTo>
                <a:cubicBezTo>
                  <a:pt x="50391" y="50106"/>
                  <a:pt x="57224" y="51518"/>
                  <a:pt x="64775" y="54342"/>
                </a:cubicBezTo>
                <a:cubicBezTo>
                  <a:pt x="74323" y="57965"/>
                  <a:pt x="79097" y="62385"/>
                  <a:pt x="79097" y="67603"/>
                </a:cubicBezTo>
                <a:cubicBezTo>
                  <a:pt x="79097" y="69935"/>
                  <a:pt x="78316" y="72008"/>
                  <a:pt x="76756" y="73820"/>
                </a:cubicBezTo>
                <a:cubicBezTo>
                  <a:pt x="75196" y="75631"/>
                  <a:pt x="73262" y="76536"/>
                  <a:pt x="70953" y="76536"/>
                </a:cubicBezTo>
                <a:cubicBezTo>
                  <a:pt x="69143" y="76536"/>
                  <a:pt x="67567" y="75996"/>
                  <a:pt x="66226" y="74916"/>
                </a:cubicBezTo>
                <a:cubicBezTo>
                  <a:pt x="64884" y="73834"/>
                  <a:pt x="63589" y="72767"/>
                  <a:pt x="62341" y="71715"/>
                </a:cubicBezTo>
                <a:cubicBezTo>
                  <a:pt x="58659" y="68811"/>
                  <a:pt x="52637" y="67359"/>
                  <a:pt x="44275" y="67359"/>
                </a:cubicBezTo>
                <a:cubicBezTo>
                  <a:pt x="37910" y="67359"/>
                  <a:pt x="31607" y="72942"/>
                  <a:pt x="25367" y="84107"/>
                </a:cubicBezTo>
                <a:cubicBezTo>
                  <a:pt x="19688" y="94351"/>
                  <a:pt x="16849" y="103214"/>
                  <a:pt x="16849" y="110698"/>
                </a:cubicBezTo>
                <a:cubicBezTo>
                  <a:pt x="16849" y="118794"/>
                  <a:pt x="19657" y="125174"/>
                  <a:pt x="25273" y="129837"/>
                </a:cubicBezTo>
                <a:cubicBezTo>
                  <a:pt x="30515" y="134193"/>
                  <a:pt x="37255" y="136370"/>
                  <a:pt x="45492" y="136370"/>
                </a:cubicBezTo>
                <a:cubicBezTo>
                  <a:pt x="49236" y="136370"/>
                  <a:pt x="53230" y="135391"/>
                  <a:pt x="57474" y="133434"/>
                </a:cubicBezTo>
                <a:lnTo>
                  <a:pt x="68332" y="127744"/>
                </a:lnTo>
                <a:cubicBezTo>
                  <a:pt x="70204" y="126765"/>
                  <a:pt x="71546" y="126275"/>
                  <a:pt x="72357" y="126275"/>
                </a:cubicBezTo>
                <a:cubicBezTo>
                  <a:pt x="74666" y="126275"/>
                  <a:pt x="76663" y="127178"/>
                  <a:pt x="78348" y="128983"/>
                </a:cubicBezTo>
                <a:cubicBezTo>
                  <a:pt x="80033" y="130788"/>
                  <a:pt x="80875" y="132852"/>
                  <a:pt x="80875" y="135177"/>
                </a:cubicBezTo>
                <a:cubicBezTo>
                  <a:pt x="80875" y="139643"/>
                  <a:pt x="76070" y="143956"/>
                  <a:pt x="66460" y="148117"/>
                </a:cubicBezTo>
                <a:cubicBezTo>
                  <a:pt x="58035" y="151788"/>
                  <a:pt x="51046" y="153623"/>
                  <a:pt x="45492" y="153623"/>
                </a:cubicBezTo>
                <a:close/>
                <a:moveTo>
                  <a:pt x="129347" y="75618"/>
                </a:moveTo>
                <a:lnTo>
                  <a:pt x="127943" y="121283"/>
                </a:lnTo>
                <a:cubicBezTo>
                  <a:pt x="127943" y="126122"/>
                  <a:pt x="127693" y="133227"/>
                  <a:pt x="127194" y="142599"/>
                </a:cubicBezTo>
                <a:cubicBezTo>
                  <a:pt x="126570" y="148725"/>
                  <a:pt x="123512" y="151788"/>
                  <a:pt x="118021" y="151788"/>
                </a:cubicBezTo>
                <a:cubicBezTo>
                  <a:pt x="111905" y="151788"/>
                  <a:pt x="108848" y="148664"/>
                  <a:pt x="108848" y="142416"/>
                </a:cubicBezTo>
                <a:cubicBezTo>
                  <a:pt x="108848" y="135003"/>
                  <a:pt x="109191" y="123870"/>
                  <a:pt x="109877" y="109017"/>
                </a:cubicBezTo>
                <a:cubicBezTo>
                  <a:pt x="110564" y="94164"/>
                  <a:pt x="110907" y="83031"/>
                  <a:pt x="110907" y="75618"/>
                </a:cubicBezTo>
                <a:cubicBezTo>
                  <a:pt x="110907" y="65941"/>
                  <a:pt x="111063" y="54869"/>
                  <a:pt x="111375" y="42403"/>
                </a:cubicBezTo>
                <a:cubicBezTo>
                  <a:pt x="111687" y="29938"/>
                  <a:pt x="111843" y="18866"/>
                  <a:pt x="111843" y="9188"/>
                </a:cubicBezTo>
                <a:cubicBezTo>
                  <a:pt x="111843" y="3063"/>
                  <a:pt x="114901" y="0"/>
                  <a:pt x="121016" y="0"/>
                </a:cubicBezTo>
                <a:cubicBezTo>
                  <a:pt x="127194" y="0"/>
                  <a:pt x="130283" y="3063"/>
                  <a:pt x="130283" y="9188"/>
                </a:cubicBezTo>
                <a:cubicBezTo>
                  <a:pt x="130283" y="18866"/>
                  <a:pt x="130127" y="29938"/>
                  <a:pt x="129815" y="42403"/>
                </a:cubicBezTo>
                <a:cubicBezTo>
                  <a:pt x="129503" y="54869"/>
                  <a:pt x="129347" y="65941"/>
                  <a:pt x="129347" y="75618"/>
                </a:cubicBezTo>
                <a:close/>
                <a:moveTo>
                  <a:pt x="235249" y="153806"/>
                </a:moveTo>
                <a:cubicBezTo>
                  <a:pt x="234063" y="153806"/>
                  <a:pt x="231911" y="152449"/>
                  <a:pt x="228790" y="149734"/>
                </a:cubicBezTo>
                <a:cubicBezTo>
                  <a:pt x="225982" y="147205"/>
                  <a:pt x="223892" y="144953"/>
                  <a:pt x="222519" y="142978"/>
                </a:cubicBezTo>
                <a:cubicBezTo>
                  <a:pt x="216528" y="146190"/>
                  <a:pt x="211255" y="148614"/>
                  <a:pt x="206699" y="150250"/>
                </a:cubicBezTo>
                <a:cubicBezTo>
                  <a:pt x="202144" y="151887"/>
                  <a:pt x="198337" y="152705"/>
                  <a:pt x="195280" y="152705"/>
                </a:cubicBezTo>
                <a:cubicBezTo>
                  <a:pt x="180677" y="152705"/>
                  <a:pt x="170037" y="148667"/>
                  <a:pt x="163360" y="140592"/>
                </a:cubicBezTo>
                <a:cubicBezTo>
                  <a:pt x="157057" y="133005"/>
                  <a:pt x="153906" y="121381"/>
                  <a:pt x="153906" y="105719"/>
                </a:cubicBezTo>
                <a:cubicBezTo>
                  <a:pt x="153906" y="90913"/>
                  <a:pt x="159101" y="78249"/>
                  <a:pt x="169491" y="67726"/>
                </a:cubicBezTo>
                <a:cubicBezTo>
                  <a:pt x="179882" y="57203"/>
                  <a:pt x="192284" y="51942"/>
                  <a:pt x="206699" y="51942"/>
                </a:cubicBezTo>
                <a:cubicBezTo>
                  <a:pt x="212129" y="51942"/>
                  <a:pt x="218213" y="53318"/>
                  <a:pt x="224953" y="56071"/>
                </a:cubicBezTo>
                <a:cubicBezTo>
                  <a:pt x="233439" y="59498"/>
                  <a:pt x="237683" y="63627"/>
                  <a:pt x="237683" y="68460"/>
                </a:cubicBezTo>
                <a:cubicBezTo>
                  <a:pt x="237683" y="70112"/>
                  <a:pt x="237059" y="71581"/>
                  <a:pt x="235811" y="72865"/>
                </a:cubicBezTo>
                <a:cubicBezTo>
                  <a:pt x="235187" y="75190"/>
                  <a:pt x="234703" y="79014"/>
                  <a:pt x="234360" y="84337"/>
                </a:cubicBezTo>
                <a:cubicBezTo>
                  <a:pt x="234017" y="89659"/>
                  <a:pt x="233814" y="96481"/>
                  <a:pt x="233751" y="104801"/>
                </a:cubicBezTo>
                <a:cubicBezTo>
                  <a:pt x="233689" y="112388"/>
                  <a:pt x="234219" y="118383"/>
                  <a:pt x="235343" y="122788"/>
                </a:cubicBezTo>
                <a:cubicBezTo>
                  <a:pt x="235967" y="125480"/>
                  <a:pt x="237932" y="130864"/>
                  <a:pt x="241240" y="138940"/>
                </a:cubicBezTo>
                <a:cubicBezTo>
                  <a:pt x="241677" y="140041"/>
                  <a:pt x="242394" y="141662"/>
                  <a:pt x="243393" y="143804"/>
                </a:cubicBezTo>
                <a:lnTo>
                  <a:pt x="243954" y="145364"/>
                </a:lnTo>
                <a:cubicBezTo>
                  <a:pt x="243954" y="147811"/>
                  <a:pt x="243081" y="149830"/>
                  <a:pt x="241333" y="151420"/>
                </a:cubicBezTo>
                <a:cubicBezTo>
                  <a:pt x="239586" y="153011"/>
                  <a:pt x="237558" y="153806"/>
                  <a:pt x="235249" y="153806"/>
                </a:cubicBezTo>
                <a:moveTo>
                  <a:pt x="215779" y="90061"/>
                </a:moveTo>
                <a:cubicBezTo>
                  <a:pt x="215779" y="87436"/>
                  <a:pt x="215951" y="84583"/>
                  <a:pt x="216294" y="81503"/>
                </a:cubicBezTo>
                <a:cubicBezTo>
                  <a:pt x="216637" y="78421"/>
                  <a:pt x="217152" y="75141"/>
                  <a:pt x="217839" y="71664"/>
                </a:cubicBezTo>
                <a:cubicBezTo>
                  <a:pt x="215530" y="70503"/>
                  <a:pt x="213548" y="69649"/>
                  <a:pt x="211895" y="69100"/>
                </a:cubicBezTo>
                <a:cubicBezTo>
                  <a:pt x="210241" y="68551"/>
                  <a:pt x="208915" y="68277"/>
                  <a:pt x="207916" y="68277"/>
                </a:cubicBezTo>
                <a:cubicBezTo>
                  <a:pt x="198244" y="68277"/>
                  <a:pt x="189897" y="72136"/>
                  <a:pt x="182877" y="79854"/>
                </a:cubicBezTo>
                <a:cubicBezTo>
                  <a:pt x="175856" y="87572"/>
                  <a:pt x="172346" y="96466"/>
                  <a:pt x="172346" y="106533"/>
                </a:cubicBezTo>
                <a:cubicBezTo>
                  <a:pt x="172346" y="116540"/>
                  <a:pt x="174156" y="124045"/>
                  <a:pt x="177775" y="129049"/>
                </a:cubicBezTo>
                <a:cubicBezTo>
                  <a:pt x="181395" y="134052"/>
                  <a:pt x="186824" y="136554"/>
                  <a:pt x="194063" y="136554"/>
                </a:cubicBezTo>
                <a:cubicBezTo>
                  <a:pt x="200053" y="136554"/>
                  <a:pt x="205139" y="135486"/>
                  <a:pt x="209320" y="133350"/>
                </a:cubicBezTo>
                <a:cubicBezTo>
                  <a:pt x="211567" y="132192"/>
                  <a:pt x="214718" y="129874"/>
                  <a:pt x="218775" y="126396"/>
                </a:cubicBezTo>
                <a:cubicBezTo>
                  <a:pt x="216778" y="110225"/>
                  <a:pt x="215779" y="98114"/>
                  <a:pt x="215779" y="90061"/>
                </a:cubicBezTo>
                <a:close/>
                <a:moveTo>
                  <a:pt x="327716" y="77087"/>
                </a:moveTo>
                <a:cubicBezTo>
                  <a:pt x="324284" y="77087"/>
                  <a:pt x="321881" y="75963"/>
                  <a:pt x="320508" y="73714"/>
                </a:cubicBezTo>
                <a:cubicBezTo>
                  <a:pt x="319572" y="72135"/>
                  <a:pt x="318761" y="68854"/>
                  <a:pt x="318075" y="63872"/>
                </a:cubicBezTo>
                <a:cubicBezTo>
                  <a:pt x="313394" y="65032"/>
                  <a:pt x="306187" y="67171"/>
                  <a:pt x="296452" y="70287"/>
                </a:cubicBezTo>
                <a:cubicBezTo>
                  <a:pt x="286405" y="74199"/>
                  <a:pt x="281350" y="79026"/>
                  <a:pt x="281288" y="84770"/>
                </a:cubicBezTo>
                <a:cubicBezTo>
                  <a:pt x="283160" y="85443"/>
                  <a:pt x="285001" y="85932"/>
                  <a:pt x="286810" y="86238"/>
                </a:cubicBezTo>
                <a:cubicBezTo>
                  <a:pt x="301163" y="88743"/>
                  <a:pt x="311834" y="92195"/>
                  <a:pt x="318824" y="96596"/>
                </a:cubicBezTo>
                <a:cubicBezTo>
                  <a:pt x="328995" y="103015"/>
                  <a:pt x="334081" y="112305"/>
                  <a:pt x="334081" y="124469"/>
                </a:cubicBezTo>
                <a:cubicBezTo>
                  <a:pt x="334081" y="134432"/>
                  <a:pt x="329682" y="141949"/>
                  <a:pt x="320883" y="147021"/>
                </a:cubicBezTo>
                <a:cubicBezTo>
                  <a:pt x="313582" y="151178"/>
                  <a:pt x="304346" y="153256"/>
                  <a:pt x="293176" y="153256"/>
                </a:cubicBezTo>
                <a:cubicBezTo>
                  <a:pt x="285001" y="153256"/>
                  <a:pt x="277200" y="151910"/>
                  <a:pt x="269774" y="149218"/>
                </a:cubicBezTo>
                <a:cubicBezTo>
                  <a:pt x="260164" y="145792"/>
                  <a:pt x="255359" y="141020"/>
                  <a:pt x="255359" y="134902"/>
                </a:cubicBezTo>
                <a:cubicBezTo>
                  <a:pt x="255359" y="132455"/>
                  <a:pt x="256342" y="130313"/>
                  <a:pt x="258308" y="128478"/>
                </a:cubicBezTo>
                <a:cubicBezTo>
                  <a:pt x="260273" y="126643"/>
                  <a:pt x="262504" y="125725"/>
                  <a:pt x="265000" y="125725"/>
                </a:cubicBezTo>
                <a:cubicBezTo>
                  <a:pt x="266935" y="125725"/>
                  <a:pt x="269431" y="127193"/>
                  <a:pt x="272489" y="130130"/>
                </a:cubicBezTo>
                <a:cubicBezTo>
                  <a:pt x="273987" y="131537"/>
                  <a:pt x="277356" y="132699"/>
                  <a:pt x="282598" y="133617"/>
                </a:cubicBezTo>
                <a:cubicBezTo>
                  <a:pt x="286779" y="134351"/>
                  <a:pt x="290305" y="134718"/>
                  <a:pt x="293176" y="134718"/>
                </a:cubicBezTo>
                <a:cubicBezTo>
                  <a:pt x="298418" y="134718"/>
                  <a:pt x="303035" y="134107"/>
                  <a:pt x="307029" y="132886"/>
                </a:cubicBezTo>
                <a:cubicBezTo>
                  <a:pt x="312833" y="131113"/>
                  <a:pt x="315735" y="128303"/>
                  <a:pt x="315735" y="124454"/>
                </a:cubicBezTo>
                <a:cubicBezTo>
                  <a:pt x="315735" y="116144"/>
                  <a:pt x="309806" y="110522"/>
                  <a:pt x="297950" y="107589"/>
                </a:cubicBezTo>
                <a:lnTo>
                  <a:pt x="288215" y="105478"/>
                </a:lnTo>
                <a:cubicBezTo>
                  <a:pt x="279915" y="103702"/>
                  <a:pt x="274018" y="101620"/>
                  <a:pt x="270523" y="99232"/>
                </a:cubicBezTo>
                <a:cubicBezTo>
                  <a:pt x="265468" y="95804"/>
                  <a:pt x="262941" y="90632"/>
                  <a:pt x="262941" y="83717"/>
                </a:cubicBezTo>
                <a:cubicBezTo>
                  <a:pt x="262941" y="70923"/>
                  <a:pt x="269088" y="61801"/>
                  <a:pt x="281381" y="56352"/>
                </a:cubicBezTo>
                <a:cubicBezTo>
                  <a:pt x="285126" y="54701"/>
                  <a:pt x="291116" y="52728"/>
                  <a:pt x="299354" y="50433"/>
                </a:cubicBezTo>
                <a:cubicBezTo>
                  <a:pt x="307591" y="48137"/>
                  <a:pt x="313488" y="46193"/>
                  <a:pt x="317045" y="44600"/>
                </a:cubicBezTo>
                <a:cubicBezTo>
                  <a:pt x="319604" y="43499"/>
                  <a:pt x="322381" y="42948"/>
                  <a:pt x="325376" y="42948"/>
                </a:cubicBezTo>
                <a:cubicBezTo>
                  <a:pt x="328059" y="42948"/>
                  <a:pt x="330259" y="43805"/>
                  <a:pt x="331975" y="45518"/>
                </a:cubicBezTo>
                <a:cubicBezTo>
                  <a:pt x="333691" y="47231"/>
                  <a:pt x="334549" y="49464"/>
                  <a:pt x="334549" y="52217"/>
                </a:cubicBezTo>
                <a:cubicBezTo>
                  <a:pt x="334549" y="53991"/>
                  <a:pt x="334939" y="56591"/>
                  <a:pt x="335719" y="60018"/>
                </a:cubicBezTo>
                <a:cubicBezTo>
                  <a:pt x="336499" y="63444"/>
                  <a:pt x="336889" y="66044"/>
                  <a:pt x="336889" y="67818"/>
                </a:cubicBezTo>
                <a:cubicBezTo>
                  <a:pt x="336889" y="70571"/>
                  <a:pt x="336031" y="72804"/>
                  <a:pt x="334315" y="74517"/>
                </a:cubicBezTo>
                <a:cubicBezTo>
                  <a:pt x="332599" y="76230"/>
                  <a:pt x="330399" y="77087"/>
                  <a:pt x="327716" y="77087"/>
                </a:cubicBezTo>
                <a:close/>
                <a:moveTo>
                  <a:pt x="425696" y="77087"/>
                </a:moveTo>
                <a:cubicBezTo>
                  <a:pt x="422264" y="77087"/>
                  <a:pt x="419861" y="75963"/>
                  <a:pt x="418488" y="73714"/>
                </a:cubicBezTo>
                <a:cubicBezTo>
                  <a:pt x="417552" y="72135"/>
                  <a:pt x="416741" y="68854"/>
                  <a:pt x="416055" y="63872"/>
                </a:cubicBezTo>
                <a:cubicBezTo>
                  <a:pt x="411374" y="65032"/>
                  <a:pt x="404167" y="67171"/>
                  <a:pt x="394432" y="70287"/>
                </a:cubicBezTo>
                <a:cubicBezTo>
                  <a:pt x="384385" y="74199"/>
                  <a:pt x="379330" y="79026"/>
                  <a:pt x="379268" y="84770"/>
                </a:cubicBezTo>
                <a:cubicBezTo>
                  <a:pt x="381140" y="85443"/>
                  <a:pt x="382981" y="85932"/>
                  <a:pt x="384790" y="86238"/>
                </a:cubicBezTo>
                <a:cubicBezTo>
                  <a:pt x="399143" y="88743"/>
                  <a:pt x="409814" y="92195"/>
                  <a:pt x="416803" y="96596"/>
                </a:cubicBezTo>
                <a:cubicBezTo>
                  <a:pt x="426975" y="103015"/>
                  <a:pt x="432061" y="112305"/>
                  <a:pt x="432061" y="124469"/>
                </a:cubicBezTo>
                <a:cubicBezTo>
                  <a:pt x="432061" y="134432"/>
                  <a:pt x="427662" y="141949"/>
                  <a:pt x="418863" y="147021"/>
                </a:cubicBezTo>
                <a:cubicBezTo>
                  <a:pt x="411562" y="151178"/>
                  <a:pt x="402326" y="153256"/>
                  <a:pt x="391156" y="153256"/>
                </a:cubicBezTo>
                <a:cubicBezTo>
                  <a:pt x="382981" y="153256"/>
                  <a:pt x="375180" y="151910"/>
                  <a:pt x="367754" y="149218"/>
                </a:cubicBezTo>
                <a:cubicBezTo>
                  <a:pt x="358144" y="145792"/>
                  <a:pt x="353339" y="141020"/>
                  <a:pt x="353339" y="134902"/>
                </a:cubicBezTo>
                <a:cubicBezTo>
                  <a:pt x="353339" y="132455"/>
                  <a:pt x="354322" y="130313"/>
                  <a:pt x="356288" y="128478"/>
                </a:cubicBezTo>
                <a:cubicBezTo>
                  <a:pt x="358253" y="126643"/>
                  <a:pt x="360484" y="125725"/>
                  <a:pt x="362980" y="125725"/>
                </a:cubicBezTo>
                <a:cubicBezTo>
                  <a:pt x="364915" y="125725"/>
                  <a:pt x="367411" y="127193"/>
                  <a:pt x="370469" y="130130"/>
                </a:cubicBezTo>
                <a:cubicBezTo>
                  <a:pt x="371966" y="131537"/>
                  <a:pt x="375336" y="132699"/>
                  <a:pt x="380578" y="133617"/>
                </a:cubicBezTo>
                <a:cubicBezTo>
                  <a:pt x="384759" y="134351"/>
                  <a:pt x="388285" y="134718"/>
                  <a:pt x="391156" y="134718"/>
                </a:cubicBezTo>
                <a:cubicBezTo>
                  <a:pt x="396397" y="134718"/>
                  <a:pt x="401015" y="134107"/>
                  <a:pt x="405009" y="132886"/>
                </a:cubicBezTo>
                <a:cubicBezTo>
                  <a:pt x="410813" y="131113"/>
                  <a:pt x="413714" y="128303"/>
                  <a:pt x="413714" y="124454"/>
                </a:cubicBezTo>
                <a:cubicBezTo>
                  <a:pt x="413714" y="116144"/>
                  <a:pt x="407786" y="110522"/>
                  <a:pt x="395929" y="107589"/>
                </a:cubicBezTo>
                <a:lnTo>
                  <a:pt x="386195" y="105478"/>
                </a:lnTo>
                <a:cubicBezTo>
                  <a:pt x="377895" y="103702"/>
                  <a:pt x="371998" y="101620"/>
                  <a:pt x="368503" y="99232"/>
                </a:cubicBezTo>
                <a:cubicBezTo>
                  <a:pt x="363448" y="95804"/>
                  <a:pt x="360921" y="90632"/>
                  <a:pt x="360921" y="83717"/>
                </a:cubicBezTo>
                <a:cubicBezTo>
                  <a:pt x="360921" y="70923"/>
                  <a:pt x="367068" y="61801"/>
                  <a:pt x="379361" y="56352"/>
                </a:cubicBezTo>
                <a:cubicBezTo>
                  <a:pt x="383106" y="54701"/>
                  <a:pt x="389096" y="52728"/>
                  <a:pt x="397334" y="50433"/>
                </a:cubicBezTo>
                <a:cubicBezTo>
                  <a:pt x="405571" y="48137"/>
                  <a:pt x="411468" y="46193"/>
                  <a:pt x="415025" y="44600"/>
                </a:cubicBezTo>
                <a:cubicBezTo>
                  <a:pt x="417584" y="43499"/>
                  <a:pt x="420360" y="42948"/>
                  <a:pt x="423356" y="42948"/>
                </a:cubicBezTo>
                <a:cubicBezTo>
                  <a:pt x="426039" y="42948"/>
                  <a:pt x="428239" y="43805"/>
                  <a:pt x="429955" y="45518"/>
                </a:cubicBezTo>
                <a:cubicBezTo>
                  <a:pt x="431671" y="47231"/>
                  <a:pt x="432529" y="49464"/>
                  <a:pt x="432529" y="52217"/>
                </a:cubicBezTo>
                <a:cubicBezTo>
                  <a:pt x="432529" y="53991"/>
                  <a:pt x="432919" y="56591"/>
                  <a:pt x="433699" y="60018"/>
                </a:cubicBezTo>
                <a:cubicBezTo>
                  <a:pt x="434479" y="63444"/>
                  <a:pt x="434869" y="66044"/>
                  <a:pt x="434869" y="67818"/>
                </a:cubicBezTo>
                <a:cubicBezTo>
                  <a:pt x="434869" y="70571"/>
                  <a:pt x="434011" y="72804"/>
                  <a:pt x="432295" y="74517"/>
                </a:cubicBezTo>
                <a:cubicBezTo>
                  <a:pt x="430579" y="76230"/>
                  <a:pt x="428379" y="77087"/>
                  <a:pt x="425696" y="77087"/>
                </a:cubicBezTo>
                <a:close/>
                <a:moveTo>
                  <a:pt x="478371" y="31569"/>
                </a:moveTo>
                <a:cubicBezTo>
                  <a:pt x="475375" y="31569"/>
                  <a:pt x="472786" y="30529"/>
                  <a:pt x="470601" y="28449"/>
                </a:cubicBezTo>
                <a:cubicBezTo>
                  <a:pt x="468417" y="26369"/>
                  <a:pt x="467325" y="23860"/>
                  <a:pt x="467325" y="20924"/>
                </a:cubicBezTo>
                <a:cubicBezTo>
                  <a:pt x="467325" y="17987"/>
                  <a:pt x="468417" y="15479"/>
                  <a:pt x="470601" y="13398"/>
                </a:cubicBezTo>
                <a:cubicBezTo>
                  <a:pt x="472786" y="11318"/>
                  <a:pt x="475375" y="10278"/>
                  <a:pt x="478371" y="10278"/>
                </a:cubicBezTo>
                <a:cubicBezTo>
                  <a:pt x="481366" y="10278"/>
                  <a:pt x="483940" y="11318"/>
                  <a:pt x="486093" y="13398"/>
                </a:cubicBezTo>
                <a:cubicBezTo>
                  <a:pt x="488246" y="15479"/>
                  <a:pt x="489322" y="17987"/>
                  <a:pt x="489322" y="20924"/>
                </a:cubicBezTo>
                <a:cubicBezTo>
                  <a:pt x="489322" y="23860"/>
                  <a:pt x="488246" y="26369"/>
                  <a:pt x="486093" y="28449"/>
                </a:cubicBezTo>
                <a:cubicBezTo>
                  <a:pt x="483940" y="30529"/>
                  <a:pt x="481366" y="31569"/>
                  <a:pt x="478371" y="31569"/>
                </a:cubicBezTo>
                <a:moveTo>
                  <a:pt x="482583" y="106138"/>
                </a:moveTo>
                <a:cubicBezTo>
                  <a:pt x="482583" y="109812"/>
                  <a:pt x="482692" y="115309"/>
                  <a:pt x="482911" y="122628"/>
                </a:cubicBezTo>
                <a:cubicBezTo>
                  <a:pt x="483129" y="129944"/>
                  <a:pt x="483238" y="135440"/>
                  <a:pt x="483238" y="139115"/>
                </a:cubicBezTo>
                <a:cubicBezTo>
                  <a:pt x="483238" y="141809"/>
                  <a:pt x="482396" y="144013"/>
                  <a:pt x="480711" y="145728"/>
                </a:cubicBezTo>
                <a:cubicBezTo>
                  <a:pt x="479026" y="147443"/>
                  <a:pt x="476811" y="148300"/>
                  <a:pt x="474065" y="148300"/>
                </a:cubicBezTo>
                <a:cubicBezTo>
                  <a:pt x="471381" y="148300"/>
                  <a:pt x="469182" y="147443"/>
                  <a:pt x="467466" y="145728"/>
                </a:cubicBezTo>
                <a:cubicBezTo>
                  <a:pt x="465750" y="144013"/>
                  <a:pt x="464891" y="141809"/>
                  <a:pt x="464891" y="139115"/>
                </a:cubicBezTo>
                <a:cubicBezTo>
                  <a:pt x="464891" y="135440"/>
                  <a:pt x="464782" y="129944"/>
                  <a:pt x="464564" y="122628"/>
                </a:cubicBezTo>
                <a:cubicBezTo>
                  <a:pt x="464345" y="115309"/>
                  <a:pt x="464236" y="109812"/>
                  <a:pt x="464236" y="106138"/>
                </a:cubicBezTo>
                <a:cubicBezTo>
                  <a:pt x="464236" y="100381"/>
                  <a:pt x="464548" y="93201"/>
                  <a:pt x="465172" y="84598"/>
                </a:cubicBezTo>
                <a:cubicBezTo>
                  <a:pt x="465796" y="75992"/>
                  <a:pt x="466108" y="68811"/>
                  <a:pt x="466108" y="63055"/>
                </a:cubicBezTo>
                <a:cubicBezTo>
                  <a:pt x="466108" y="60300"/>
                  <a:pt x="466966" y="58065"/>
                  <a:pt x="468682" y="56350"/>
                </a:cubicBezTo>
                <a:cubicBezTo>
                  <a:pt x="470399" y="54635"/>
                  <a:pt x="472598" y="53777"/>
                  <a:pt x="475282" y="53777"/>
                </a:cubicBezTo>
                <a:cubicBezTo>
                  <a:pt x="477965" y="53777"/>
                  <a:pt x="480165" y="54635"/>
                  <a:pt x="481881" y="56350"/>
                </a:cubicBezTo>
                <a:cubicBezTo>
                  <a:pt x="483597" y="58065"/>
                  <a:pt x="484455" y="60300"/>
                  <a:pt x="484455" y="63055"/>
                </a:cubicBezTo>
                <a:cubicBezTo>
                  <a:pt x="484455" y="68811"/>
                  <a:pt x="484143" y="75992"/>
                  <a:pt x="483519" y="84598"/>
                </a:cubicBezTo>
                <a:cubicBezTo>
                  <a:pt x="482895" y="93201"/>
                  <a:pt x="482583" y="100381"/>
                  <a:pt x="482583" y="106138"/>
                </a:cubicBezTo>
                <a:close/>
                <a:moveTo>
                  <a:pt x="559374" y="153623"/>
                </a:moveTo>
                <a:cubicBezTo>
                  <a:pt x="546581" y="153623"/>
                  <a:pt x="535910" y="149823"/>
                  <a:pt x="527361" y="142223"/>
                </a:cubicBezTo>
                <a:cubicBezTo>
                  <a:pt x="518374" y="134257"/>
                  <a:pt x="513881" y="123745"/>
                  <a:pt x="513881" y="110689"/>
                </a:cubicBezTo>
                <a:cubicBezTo>
                  <a:pt x="513881" y="98248"/>
                  <a:pt x="518094" y="85409"/>
                  <a:pt x="526518" y="72171"/>
                </a:cubicBezTo>
                <a:cubicBezTo>
                  <a:pt x="535879" y="57461"/>
                  <a:pt x="546425" y="50106"/>
                  <a:pt x="558157" y="50106"/>
                </a:cubicBezTo>
                <a:cubicBezTo>
                  <a:pt x="564272" y="50106"/>
                  <a:pt x="571105" y="51518"/>
                  <a:pt x="578656" y="54342"/>
                </a:cubicBezTo>
                <a:cubicBezTo>
                  <a:pt x="588204" y="57965"/>
                  <a:pt x="592978" y="62385"/>
                  <a:pt x="592978" y="67603"/>
                </a:cubicBezTo>
                <a:cubicBezTo>
                  <a:pt x="592978" y="69935"/>
                  <a:pt x="592198" y="72008"/>
                  <a:pt x="590638" y="73820"/>
                </a:cubicBezTo>
                <a:cubicBezTo>
                  <a:pt x="589078" y="75631"/>
                  <a:pt x="587143" y="76536"/>
                  <a:pt x="584834" y="76536"/>
                </a:cubicBezTo>
                <a:cubicBezTo>
                  <a:pt x="583025" y="76536"/>
                  <a:pt x="581449" y="75996"/>
                  <a:pt x="580107" y="74916"/>
                </a:cubicBezTo>
                <a:cubicBezTo>
                  <a:pt x="578765" y="73834"/>
                  <a:pt x="577471" y="72767"/>
                  <a:pt x="576223" y="71715"/>
                </a:cubicBezTo>
                <a:cubicBezTo>
                  <a:pt x="572541" y="68811"/>
                  <a:pt x="566519" y="67359"/>
                  <a:pt x="558157" y="67359"/>
                </a:cubicBezTo>
                <a:cubicBezTo>
                  <a:pt x="551792" y="67359"/>
                  <a:pt x="545489" y="72942"/>
                  <a:pt x="539248" y="84107"/>
                </a:cubicBezTo>
                <a:cubicBezTo>
                  <a:pt x="533570" y="94351"/>
                  <a:pt x="530730" y="103214"/>
                  <a:pt x="530730" y="110698"/>
                </a:cubicBezTo>
                <a:cubicBezTo>
                  <a:pt x="530730" y="118794"/>
                  <a:pt x="533538" y="125174"/>
                  <a:pt x="539155" y="129837"/>
                </a:cubicBezTo>
                <a:cubicBezTo>
                  <a:pt x="544397" y="134193"/>
                  <a:pt x="551136" y="136370"/>
                  <a:pt x="559374" y="136370"/>
                </a:cubicBezTo>
                <a:cubicBezTo>
                  <a:pt x="563118" y="136370"/>
                  <a:pt x="567112" y="135391"/>
                  <a:pt x="571355" y="133434"/>
                </a:cubicBezTo>
                <a:lnTo>
                  <a:pt x="582213" y="127744"/>
                </a:lnTo>
                <a:cubicBezTo>
                  <a:pt x="584085" y="126765"/>
                  <a:pt x="585427" y="126275"/>
                  <a:pt x="586238" y="126275"/>
                </a:cubicBezTo>
                <a:cubicBezTo>
                  <a:pt x="588547" y="126275"/>
                  <a:pt x="590544" y="127178"/>
                  <a:pt x="592229" y="128983"/>
                </a:cubicBezTo>
                <a:cubicBezTo>
                  <a:pt x="593914" y="130788"/>
                  <a:pt x="594756" y="132852"/>
                  <a:pt x="594756" y="135177"/>
                </a:cubicBezTo>
                <a:cubicBezTo>
                  <a:pt x="594756" y="139643"/>
                  <a:pt x="589951" y="143956"/>
                  <a:pt x="580341" y="148117"/>
                </a:cubicBezTo>
                <a:cubicBezTo>
                  <a:pt x="571917" y="151788"/>
                  <a:pt x="564927" y="153623"/>
                  <a:pt x="559374" y="153623"/>
                </a:cubicBezTo>
                <a:close/>
                <a:moveTo>
                  <a:pt x="692559" y="153806"/>
                </a:moveTo>
                <a:cubicBezTo>
                  <a:pt x="691373" y="153806"/>
                  <a:pt x="689220" y="152449"/>
                  <a:pt x="686100" y="149734"/>
                </a:cubicBezTo>
                <a:cubicBezTo>
                  <a:pt x="683292" y="147205"/>
                  <a:pt x="681201" y="144953"/>
                  <a:pt x="679828" y="142978"/>
                </a:cubicBezTo>
                <a:cubicBezTo>
                  <a:pt x="673837" y="146190"/>
                  <a:pt x="668564" y="148614"/>
                  <a:pt x="664009" y="150250"/>
                </a:cubicBezTo>
                <a:cubicBezTo>
                  <a:pt x="659453" y="151887"/>
                  <a:pt x="655647" y="152705"/>
                  <a:pt x="652589" y="152705"/>
                </a:cubicBezTo>
                <a:cubicBezTo>
                  <a:pt x="637987" y="152705"/>
                  <a:pt x="627347" y="148667"/>
                  <a:pt x="620670" y="140592"/>
                </a:cubicBezTo>
                <a:cubicBezTo>
                  <a:pt x="614367" y="133005"/>
                  <a:pt x="611215" y="121381"/>
                  <a:pt x="611215" y="105719"/>
                </a:cubicBezTo>
                <a:cubicBezTo>
                  <a:pt x="611215" y="90913"/>
                  <a:pt x="616411" y="78249"/>
                  <a:pt x="626801" y="67726"/>
                </a:cubicBezTo>
                <a:cubicBezTo>
                  <a:pt x="637191" y="57203"/>
                  <a:pt x="649594" y="51942"/>
                  <a:pt x="664009" y="51942"/>
                </a:cubicBezTo>
                <a:cubicBezTo>
                  <a:pt x="669438" y="51942"/>
                  <a:pt x="675522" y="53318"/>
                  <a:pt x="682262" y="56071"/>
                </a:cubicBezTo>
                <a:cubicBezTo>
                  <a:pt x="690749" y="59498"/>
                  <a:pt x="694992" y="63627"/>
                  <a:pt x="694992" y="68460"/>
                </a:cubicBezTo>
                <a:cubicBezTo>
                  <a:pt x="694992" y="70112"/>
                  <a:pt x="694368" y="71581"/>
                  <a:pt x="693120" y="72865"/>
                </a:cubicBezTo>
                <a:cubicBezTo>
                  <a:pt x="692496" y="75190"/>
                  <a:pt x="692013" y="79014"/>
                  <a:pt x="691669" y="84337"/>
                </a:cubicBezTo>
                <a:cubicBezTo>
                  <a:pt x="691326" y="89659"/>
                  <a:pt x="691123" y="96481"/>
                  <a:pt x="691061" y="104801"/>
                </a:cubicBezTo>
                <a:cubicBezTo>
                  <a:pt x="690998" y="112388"/>
                  <a:pt x="691529" y="118383"/>
                  <a:pt x="692652" y="122788"/>
                </a:cubicBezTo>
                <a:cubicBezTo>
                  <a:pt x="693276" y="125480"/>
                  <a:pt x="695242" y="130864"/>
                  <a:pt x="698549" y="138940"/>
                </a:cubicBezTo>
                <a:cubicBezTo>
                  <a:pt x="698986" y="140041"/>
                  <a:pt x="699704" y="141662"/>
                  <a:pt x="700702" y="143804"/>
                </a:cubicBezTo>
                <a:lnTo>
                  <a:pt x="701264" y="145364"/>
                </a:lnTo>
                <a:cubicBezTo>
                  <a:pt x="701264" y="147811"/>
                  <a:pt x="700390" y="149830"/>
                  <a:pt x="698643" y="151420"/>
                </a:cubicBezTo>
                <a:cubicBezTo>
                  <a:pt x="696896" y="153011"/>
                  <a:pt x="694867" y="153806"/>
                  <a:pt x="692559" y="153806"/>
                </a:cubicBezTo>
                <a:moveTo>
                  <a:pt x="673089" y="90061"/>
                </a:moveTo>
                <a:cubicBezTo>
                  <a:pt x="673089" y="87436"/>
                  <a:pt x="673260" y="84583"/>
                  <a:pt x="673603" y="81503"/>
                </a:cubicBezTo>
                <a:cubicBezTo>
                  <a:pt x="673947" y="78421"/>
                  <a:pt x="674462" y="75141"/>
                  <a:pt x="675148" y="71664"/>
                </a:cubicBezTo>
                <a:cubicBezTo>
                  <a:pt x="672839" y="70503"/>
                  <a:pt x="670858" y="69649"/>
                  <a:pt x="669204" y="69100"/>
                </a:cubicBezTo>
                <a:cubicBezTo>
                  <a:pt x="667550" y="68551"/>
                  <a:pt x="666224" y="68277"/>
                  <a:pt x="665226" y="68277"/>
                </a:cubicBezTo>
                <a:cubicBezTo>
                  <a:pt x="655553" y="68277"/>
                  <a:pt x="647207" y="72136"/>
                  <a:pt x="640186" y="79854"/>
                </a:cubicBezTo>
                <a:cubicBezTo>
                  <a:pt x="633166" y="87572"/>
                  <a:pt x="629656" y="96466"/>
                  <a:pt x="629656" y="106533"/>
                </a:cubicBezTo>
                <a:cubicBezTo>
                  <a:pt x="629656" y="116540"/>
                  <a:pt x="631465" y="124045"/>
                  <a:pt x="635085" y="129049"/>
                </a:cubicBezTo>
                <a:cubicBezTo>
                  <a:pt x="638704" y="134052"/>
                  <a:pt x="644133" y="136554"/>
                  <a:pt x="651372" y="136554"/>
                </a:cubicBezTo>
                <a:cubicBezTo>
                  <a:pt x="657363" y="136554"/>
                  <a:pt x="662449" y="135486"/>
                  <a:pt x="666630" y="133350"/>
                </a:cubicBezTo>
                <a:cubicBezTo>
                  <a:pt x="668876" y="132192"/>
                  <a:pt x="672028" y="129874"/>
                  <a:pt x="676084" y="126396"/>
                </a:cubicBezTo>
                <a:cubicBezTo>
                  <a:pt x="674087" y="110225"/>
                  <a:pt x="673089" y="98114"/>
                  <a:pt x="673089" y="90061"/>
                </a:cubicBezTo>
                <a:close/>
                <a:moveTo>
                  <a:pt x="745618" y="75618"/>
                </a:moveTo>
                <a:lnTo>
                  <a:pt x="744214" y="121283"/>
                </a:lnTo>
                <a:cubicBezTo>
                  <a:pt x="744214" y="126122"/>
                  <a:pt x="743964" y="133227"/>
                  <a:pt x="743465" y="142599"/>
                </a:cubicBezTo>
                <a:cubicBezTo>
                  <a:pt x="742841" y="148725"/>
                  <a:pt x="739783" y="151788"/>
                  <a:pt x="734291" y="151788"/>
                </a:cubicBezTo>
                <a:cubicBezTo>
                  <a:pt x="728176" y="151788"/>
                  <a:pt x="725118" y="148664"/>
                  <a:pt x="725118" y="142416"/>
                </a:cubicBezTo>
                <a:cubicBezTo>
                  <a:pt x="725118" y="135003"/>
                  <a:pt x="725461" y="123870"/>
                  <a:pt x="726148" y="109017"/>
                </a:cubicBezTo>
                <a:cubicBezTo>
                  <a:pt x="726834" y="94164"/>
                  <a:pt x="727177" y="83031"/>
                  <a:pt x="727177" y="75618"/>
                </a:cubicBezTo>
                <a:cubicBezTo>
                  <a:pt x="727177" y="65941"/>
                  <a:pt x="727333" y="54869"/>
                  <a:pt x="727645" y="42403"/>
                </a:cubicBezTo>
                <a:cubicBezTo>
                  <a:pt x="727957" y="29938"/>
                  <a:pt x="728113" y="18866"/>
                  <a:pt x="728113" y="9188"/>
                </a:cubicBezTo>
                <a:cubicBezTo>
                  <a:pt x="728113" y="3063"/>
                  <a:pt x="731171" y="0"/>
                  <a:pt x="737287" y="0"/>
                </a:cubicBezTo>
                <a:cubicBezTo>
                  <a:pt x="743465" y="0"/>
                  <a:pt x="746554" y="3063"/>
                  <a:pt x="746554" y="9188"/>
                </a:cubicBezTo>
                <a:cubicBezTo>
                  <a:pt x="746554" y="18866"/>
                  <a:pt x="746398" y="29938"/>
                  <a:pt x="746086" y="42403"/>
                </a:cubicBezTo>
                <a:cubicBezTo>
                  <a:pt x="745774" y="54869"/>
                  <a:pt x="745618" y="65941"/>
                  <a:pt x="745618" y="75618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classical">
            <a:extLst xmlns:a="http://schemas.openxmlformats.org/drawingml/2006/main">
              <a:ext uri="{FF2B5EF4-FFF2-40B4-BE49-F238E27FC236}">
                <a16:creationId xmlns:a16="http://schemas.microsoft.com/office/drawing/2014/main" id="{9CB73688-224F-4643-8529-4FE2AC88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90" y="4348651"/>
            <a:ext cx="746554" cy="153806"/>
          </a:xfrm>
          <a:custGeom xmlns:a="http://schemas.openxmlformats.org/drawingml/2006/main">
            <a:pathLst>
              <a:path w="746554" h="153806" fill="none">
                <a:moveTo>
                  <a:pt x="45492" y="153623"/>
                </a:moveTo>
                <a:cubicBezTo>
                  <a:pt x="32699" y="153623"/>
                  <a:pt x="22028" y="149823"/>
                  <a:pt x="13479" y="142223"/>
                </a:cubicBezTo>
                <a:cubicBezTo>
                  <a:pt x="4493" y="134257"/>
                  <a:pt x="0" y="123745"/>
                  <a:pt x="0" y="110689"/>
                </a:cubicBezTo>
                <a:cubicBezTo>
                  <a:pt x="0" y="98248"/>
                  <a:pt x="4212" y="85409"/>
                  <a:pt x="12637" y="72171"/>
                </a:cubicBezTo>
                <a:cubicBezTo>
                  <a:pt x="21997" y="57461"/>
                  <a:pt x="32543" y="50106"/>
                  <a:pt x="44275" y="50106"/>
                </a:cubicBezTo>
                <a:cubicBezTo>
                  <a:pt x="50391" y="50106"/>
                  <a:pt x="57224" y="51518"/>
                  <a:pt x="64775" y="54342"/>
                </a:cubicBezTo>
                <a:cubicBezTo>
                  <a:pt x="74323" y="57965"/>
                  <a:pt x="79097" y="62385"/>
                  <a:pt x="79097" y="67603"/>
                </a:cubicBezTo>
                <a:cubicBezTo>
                  <a:pt x="79097" y="69935"/>
                  <a:pt x="78316" y="72008"/>
                  <a:pt x="76756" y="73820"/>
                </a:cubicBezTo>
                <a:cubicBezTo>
                  <a:pt x="75196" y="75631"/>
                  <a:pt x="73262" y="76536"/>
                  <a:pt x="70953" y="76536"/>
                </a:cubicBezTo>
                <a:cubicBezTo>
                  <a:pt x="69143" y="76536"/>
                  <a:pt x="67567" y="75996"/>
                  <a:pt x="66226" y="74916"/>
                </a:cubicBezTo>
                <a:cubicBezTo>
                  <a:pt x="64884" y="73834"/>
                  <a:pt x="63589" y="72767"/>
                  <a:pt x="62341" y="71715"/>
                </a:cubicBezTo>
                <a:cubicBezTo>
                  <a:pt x="58659" y="68811"/>
                  <a:pt x="52637" y="67359"/>
                  <a:pt x="44275" y="67359"/>
                </a:cubicBezTo>
                <a:cubicBezTo>
                  <a:pt x="37910" y="67359"/>
                  <a:pt x="31607" y="72942"/>
                  <a:pt x="25367" y="84107"/>
                </a:cubicBezTo>
                <a:cubicBezTo>
                  <a:pt x="19688" y="94351"/>
                  <a:pt x="16849" y="103214"/>
                  <a:pt x="16849" y="110698"/>
                </a:cubicBezTo>
                <a:cubicBezTo>
                  <a:pt x="16849" y="118794"/>
                  <a:pt x="19657" y="125174"/>
                  <a:pt x="25273" y="129837"/>
                </a:cubicBezTo>
                <a:cubicBezTo>
                  <a:pt x="30515" y="134193"/>
                  <a:pt x="37255" y="136370"/>
                  <a:pt x="45492" y="136370"/>
                </a:cubicBezTo>
                <a:cubicBezTo>
                  <a:pt x="49236" y="136370"/>
                  <a:pt x="53230" y="135391"/>
                  <a:pt x="57474" y="133434"/>
                </a:cubicBezTo>
                <a:lnTo>
                  <a:pt x="68332" y="127744"/>
                </a:lnTo>
                <a:cubicBezTo>
                  <a:pt x="70204" y="126765"/>
                  <a:pt x="71546" y="126275"/>
                  <a:pt x="72357" y="126275"/>
                </a:cubicBezTo>
                <a:cubicBezTo>
                  <a:pt x="74666" y="126275"/>
                  <a:pt x="76663" y="127178"/>
                  <a:pt x="78348" y="128983"/>
                </a:cubicBezTo>
                <a:cubicBezTo>
                  <a:pt x="80033" y="130788"/>
                  <a:pt x="80875" y="132852"/>
                  <a:pt x="80875" y="135177"/>
                </a:cubicBezTo>
                <a:cubicBezTo>
                  <a:pt x="80875" y="139643"/>
                  <a:pt x="76070" y="143956"/>
                  <a:pt x="66460" y="148117"/>
                </a:cubicBezTo>
                <a:cubicBezTo>
                  <a:pt x="58035" y="151788"/>
                  <a:pt x="51046" y="153623"/>
                  <a:pt x="45492" y="153623"/>
                </a:cubicBezTo>
                <a:close/>
                <a:moveTo>
                  <a:pt x="129347" y="75618"/>
                </a:moveTo>
                <a:lnTo>
                  <a:pt x="127943" y="121283"/>
                </a:lnTo>
                <a:cubicBezTo>
                  <a:pt x="127943" y="126122"/>
                  <a:pt x="127693" y="133227"/>
                  <a:pt x="127194" y="142599"/>
                </a:cubicBezTo>
                <a:cubicBezTo>
                  <a:pt x="126570" y="148725"/>
                  <a:pt x="123512" y="151788"/>
                  <a:pt x="118021" y="151788"/>
                </a:cubicBezTo>
                <a:cubicBezTo>
                  <a:pt x="111905" y="151788"/>
                  <a:pt x="108848" y="148664"/>
                  <a:pt x="108848" y="142416"/>
                </a:cubicBezTo>
                <a:cubicBezTo>
                  <a:pt x="108848" y="135003"/>
                  <a:pt x="109191" y="123870"/>
                  <a:pt x="109877" y="109017"/>
                </a:cubicBezTo>
                <a:cubicBezTo>
                  <a:pt x="110564" y="94164"/>
                  <a:pt x="110907" y="83031"/>
                  <a:pt x="110907" y="75618"/>
                </a:cubicBezTo>
                <a:cubicBezTo>
                  <a:pt x="110907" y="65941"/>
                  <a:pt x="111063" y="54869"/>
                  <a:pt x="111375" y="42403"/>
                </a:cubicBezTo>
                <a:cubicBezTo>
                  <a:pt x="111687" y="29938"/>
                  <a:pt x="111843" y="18866"/>
                  <a:pt x="111843" y="9188"/>
                </a:cubicBezTo>
                <a:cubicBezTo>
                  <a:pt x="111843" y="3063"/>
                  <a:pt x="114901" y="0"/>
                  <a:pt x="121016" y="0"/>
                </a:cubicBezTo>
                <a:cubicBezTo>
                  <a:pt x="127194" y="0"/>
                  <a:pt x="130283" y="3063"/>
                  <a:pt x="130283" y="9188"/>
                </a:cubicBezTo>
                <a:cubicBezTo>
                  <a:pt x="130283" y="18866"/>
                  <a:pt x="130127" y="29938"/>
                  <a:pt x="129815" y="42403"/>
                </a:cubicBezTo>
                <a:cubicBezTo>
                  <a:pt x="129503" y="54869"/>
                  <a:pt x="129347" y="65941"/>
                  <a:pt x="129347" y="75618"/>
                </a:cubicBezTo>
                <a:close/>
                <a:moveTo>
                  <a:pt x="235249" y="153806"/>
                </a:moveTo>
                <a:cubicBezTo>
                  <a:pt x="234063" y="153806"/>
                  <a:pt x="231911" y="152449"/>
                  <a:pt x="228790" y="149734"/>
                </a:cubicBezTo>
                <a:cubicBezTo>
                  <a:pt x="225982" y="147205"/>
                  <a:pt x="223892" y="144953"/>
                  <a:pt x="222519" y="142978"/>
                </a:cubicBezTo>
                <a:cubicBezTo>
                  <a:pt x="216528" y="146190"/>
                  <a:pt x="211255" y="148614"/>
                  <a:pt x="206699" y="150250"/>
                </a:cubicBezTo>
                <a:cubicBezTo>
                  <a:pt x="202144" y="151887"/>
                  <a:pt x="198337" y="152705"/>
                  <a:pt x="195280" y="152705"/>
                </a:cubicBezTo>
                <a:cubicBezTo>
                  <a:pt x="180677" y="152705"/>
                  <a:pt x="170037" y="148667"/>
                  <a:pt x="163360" y="140592"/>
                </a:cubicBezTo>
                <a:cubicBezTo>
                  <a:pt x="157057" y="133005"/>
                  <a:pt x="153906" y="121381"/>
                  <a:pt x="153906" y="105719"/>
                </a:cubicBezTo>
                <a:cubicBezTo>
                  <a:pt x="153906" y="90913"/>
                  <a:pt x="159101" y="78249"/>
                  <a:pt x="169491" y="67726"/>
                </a:cubicBezTo>
                <a:cubicBezTo>
                  <a:pt x="179882" y="57203"/>
                  <a:pt x="192284" y="51942"/>
                  <a:pt x="206699" y="51942"/>
                </a:cubicBezTo>
                <a:cubicBezTo>
                  <a:pt x="212129" y="51942"/>
                  <a:pt x="218213" y="53318"/>
                  <a:pt x="224953" y="56071"/>
                </a:cubicBezTo>
                <a:cubicBezTo>
                  <a:pt x="233439" y="59498"/>
                  <a:pt x="237683" y="63627"/>
                  <a:pt x="237683" y="68460"/>
                </a:cubicBezTo>
                <a:cubicBezTo>
                  <a:pt x="237683" y="70112"/>
                  <a:pt x="237059" y="71581"/>
                  <a:pt x="235811" y="72865"/>
                </a:cubicBezTo>
                <a:cubicBezTo>
                  <a:pt x="235187" y="75190"/>
                  <a:pt x="234703" y="79014"/>
                  <a:pt x="234360" y="84337"/>
                </a:cubicBezTo>
                <a:cubicBezTo>
                  <a:pt x="234017" y="89659"/>
                  <a:pt x="233814" y="96481"/>
                  <a:pt x="233751" y="104801"/>
                </a:cubicBezTo>
                <a:cubicBezTo>
                  <a:pt x="233689" y="112388"/>
                  <a:pt x="234219" y="118383"/>
                  <a:pt x="235343" y="122788"/>
                </a:cubicBezTo>
                <a:cubicBezTo>
                  <a:pt x="235967" y="125480"/>
                  <a:pt x="237932" y="130864"/>
                  <a:pt x="241240" y="138940"/>
                </a:cubicBezTo>
                <a:cubicBezTo>
                  <a:pt x="241677" y="140041"/>
                  <a:pt x="242394" y="141662"/>
                  <a:pt x="243393" y="143804"/>
                </a:cubicBezTo>
                <a:lnTo>
                  <a:pt x="243954" y="145364"/>
                </a:lnTo>
                <a:cubicBezTo>
                  <a:pt x="243954" y="147811"/>
                  <a:pt x="243081" y="149830"/>
                  <a:pt x="241333" y="151420"/>
                </a:cubicBezTo>
                <a:cubicBezTo>
                  <a:pt x="239586" y="153011"/>
                  <a:pt x="237558" y="153806"/>
                  <a:pt x="235249" y="153806"/>
                </a:cubicBezTo>
                <a:moveTo>
                  <a:pt x="215779" y="90061"/>
                </a:moveTo>
                <a:cubicBezTo>
                  <a:pt x="215779" y="87436"/>
                  <a:pt x="215951" y="84583"/>
                  <a:pt x="216294" y="81503"/>
                </a:cubicBezTo>
                <a:cubicBezTo>
                  <a:pt x="216637" y="78421"/>
                  <a:pt x="217152" y="75141"/>
                  <a:pt x="217839" y="71664"/>
                </a:cubicBezTo>
                <a:cubicBezTo>
                  <a:pt x="215530" y="70503"/>
                  <a:pt x="213548" y="69649"/>
                  <a:pt x="211895" y="69100"/>
                </a:cubicBezTo>
                <a:cubicBezTo>
                  <a:pt x="210241" y="68551"/>
                  <a:pt x="208915" y="68277"/>
                  <a:pt x="207916" y="68277"/>
                </a:cubicBezTo>
                <a:cubicBezTo>
                  <a:pt x="198244" y="68277"/>
                  <a:pt x="189897" y="72136"/>
                  <a:pt x="182877" y="79854"/>
                </a:cubicBezTo>
                <a:cubicBezTo>
                  <a:pt x="175856" y="87572"/>
                  <a:pt x="172346" y="96466"/>
                  <a:pt x="172346" y="106533"/>
                </a:cubicBezTo>
                <a:cubicBezTo>
                  <a:pt x="172346" y="116540"/>
                  <a:pt x="174156" y="124045"/>
                  <a:pt x="177775" y="129049"/>
                </a:cubicBezTo>
                <a:cubicBezTo>
                  <a:pt x="181395" y="134052"/>
                  <a:pt x="186824" y="136554"/>
                  <a:pt x="194063" y="136554"/>
                </a:cubicBezTo>
                <a:cubicBezTo>
                  <a:pt x="200053" y="136554"/>
                  <a:pt x="205139" y="135486"/>
                  <a:pt x="209320" y="133350"/>
                </a:cubicBezTo>
                <a:cubicBezTo>
                  <a:pt x="211567" y="132192"/>
                  <a:pt x="214718" y="129874"/>
                  <a:pt x="218775" y="126396"/>
                </a:cubicBezTo>
                <a:cubicBezTo>
                  <a:pt x="216778" y="110225"/>
                  <a:pt x="215779" y="98114"/>
                  <a:pt x="215779" y="90061"/>
                </a:cubicBezTo>
                <a:close/>
                <a:moveTo>
                  <a:pt x="327716" y="77087"/>
                </a:moveTo>
                <a:cubicBezTo>
                  <a:pt x="324284" y="77087"/>
                  <a:pt x="321881" y="75963"/>
                  <a:pt x="320508" y="73714"/>
                </a:cubicBezTo>
                <a:cubicBezTo>
                  <a:pt x="319572" y="72135"/>
                  <a:pt x="318761" y="68854"/>
                  <a:pt x="318075" y="63872"/>
                </a:cubicBezTo>
                <a:cubicBezTo>
                  <a:pt x="313394" y="65032"/>
                  <a:pt x="306187" y="67171"/>
                  <a:pt x="296452" y="70287"/>
                </a:cubicBezTo>
                <a:cubicBezTo>
                  <a:pt x="286405" y="74199"/>
                  <a:pt x="281350" y="79026"/>
                  <a:pt x="281288" y="84770"/>
                </a:cubicBezTo>
                <a:cubicBezTo>
                  <a:pt x="283160" y="85443"/>
                  <a:pt x="285001" y="85932"/>
                  <a:pt x="286810" y="86238"/>
                </a:cubicBezTo>
                <a:cubicBezTo>
                  <a:pt x="301163" y="88743"/>
                  <a:pt x="311834" y="92195"/>
                  <a:pt x="318824" y="96596"/>
                </a:cubicBezTo>
                <a:cubicBezTo>
                  <a:pt x="328995" y="103015"/>
                  <a:pt x="334081" y="112305"/>
                  <a:pt x="334081" y="124469"/>
                </a:cubicBezTo>
                <a:cubicBezTo>
                  <a:pt x="334081" y="134432"/>
                  <a:pt x="329682" y="141949"/>
                  <a:pt x="320883" y="147021"/>
                </a:cubicBezTo>
                <a:cubicBezTo>
                  <a:pt x="313582" y="151178"/>
                  <a:pt x="304346" y="153256"/>
                  <a:pt x="293176" y="153256"/>
                </a:cubicBezTo>
                <a:cubicBezTo>
                  <a:pt x="285001" y="153256"/>
                  <a:pt x="277200" y="151910"/>
                  <a:pt x="269774" y="149218"/>
                </a:cubicBezTo>
                <a:cubicBezTo>
                  <a:pt x="260164" y="145792"/>
                  <a:pt x="255359" y="141020"/>
                  <a:pt x="255359" y="134902"/>
                </a:cubicBezTo>
                <a:cubicBezTo>
                  <a:pt x="255359" y="132455"/>
                  <a:pt x="256342" y="130313"/>
                  <a:pt x="258308" y="128478"/>
                </a:cubicBezTo>
                <a:cubicBezTo>
                  <a:pt x="260273" y="126643"/>
                  <a:pt x="262504" y="125725"/>
                  <a:pt x="265000" y="125725"/>
                </a:cubicBezTo>
                <a:cubicBezTo>
                  <a:pt x="266935" y="125725"/>
                  <a:pt x="269431" y="127193"/>
                  <a:pt x="272489" y="130130"/>
                </a:cubicBezTo>
                <a:cubicBezTo>
                  <a:pt x="273987" y="131537"/>
                  <a:pt x="277356" y="132699"/>
                  <a:pt x="282598" y="133617"/>
                </a:cubicBezTo>
                <a:cubicBezTo>
                  <a:pt x="286779" y="134351"/>
                  <a:pt x="290305" y="134718"/>
                  <a:pt x="293176" y="134718"/>
                </a:cubicBezTo>
                <a:cubicBezTo>
                  <a:pt x="298418" y="134718"/>
                  <a:pt x="303035" y="134107"/>
                  <a:pt x="307029" y="132886"/>
                </a:cubicBezTo>
                <a:cubicBezTo>
                  <a:pt x="312833" y="131113"/>
                  <a:pt x="315735" y="128303"/>
                  <a:pt x="315735" y="124454"/>
                </a:cubicBezTo>
                <a:cubicBezTo>
                  <a:pt x="315735" y="116144"/>
                  <a:pt x="309806" y="110522"/>
                  <a:pt x="297950" y="107589"/>
                </a:cubicBezTo>
                <a:lnTo>
                  <a:pt x="288215" y="105478"/>
                </a:lnTo>
                <a:cubicBezTo>
                  <a:pt x="279915" y="103702"/>
                  <a:pt x="274018" y="101620"/>
                  <a:pt x="270523" y="99232"/>
                </a:cubicBezTo>
                <a:cubicBezTo>
                  <a:pt x="265468" y="95804"/>
                  <a:pt x="262941" y="90632"/>
                  <a:pt x="262941" y="83717"/>
                </a:cubicBezTo>
                <a:cubicBezTo>
                  <a:pt x="262941" y="70923"/>
                  <a:pt x="269088" y="61801"/>
                  <a:pt x="281381" y="56352"/>
                </a:cubicBezTo>
                <a:cubicBezTo>
                  <a:pt x="285126" y="54701"/>
                  <a:pt x="291116" y="52728"/>
                  <a:pt x="299354" y="50433"/>
                </a:cubicBezTo>
                <a:cubicBezTo>
                  <a:pt x="307591" y="48137"/>
                  <a:pt x="313488" y="46193"/>
                  <a:pt x="317045" y="44600"/>
                </a:cubicBezTo>
                <a:cubicBezTo>
                  <a:pt x="319604" y="43499"/>
                  <a:pt x="322381" y="42948"/>
                  <a:pt x="325376" y="42948"/>
                </a:cubicBezTo>
                <a:cubicBezTo>
                  <a:pt x="328059" y="42948"/>
                  <a:pt x="330259" y="43805"/>
                  <a:pt x="331975" y="45518"/>
                </a:cubicBezTo>
                <a:cubicBezTo>
                  <a:pt x="333691" y="47231"/>
                  <a:pt x="334549" y="49464"/>
                  <a:pt x="334549" y="52217"/>
                </a:cubicBezTo>
                <a:cubicBezTo>
                  <a:pt x="334549" y="53991"/>
                  <a:pt x="334939" y="56591"/>
                  <a:pt x="335719" y="60018"/>
                </a:cubicBezTo>
                <a:cubicBezTo>
                  <a:pt x="336499" y="63444"/>
                  <a:pt x="336889" y="66044"/>
                  <a:pt x="336889" y="67818"/>
                </a:cubicBezTo>
                <a:cubicBezTo>
                  <a:pt x="336889" y="70571"/>
                  <a:pt x="336031" y="72804"/>
                  <a:pt x="334315" y="74517"/>
                </a:cubicBezTo>
                <a:cubicBezTo>
                  <a:pt x="332599" y="76230"/>
                  <a:pt x="330399" y="77087"/>
                  <a:pt x="327716" y="77087"/>
                </a:cubicBezTo>
                <a:close/>
                <a:moveTo>
                  <a:pt x="425696" y="77087"/>
                </a:moveTo>
                <a:cubicBezTo>
                  <a:pt x="422264" y="77087"/>
                  <a:pt x="419861" y="75963"/>
                  <a:pt x="418488" y="73714"/>
                </a:cubicBezTo>
                <a:cubicBezTo>
                  <a:pt x="417552" y="72135"/>
                  <a:pt x="416741" y="68854"/>
                  <a:pt x="416055" y="63872"/>
                </a:cubicBezTo>
                <a:cubicBezTo>
                  <a:pt x="411374" y="65032"/>
                  <a:pt x="404167" y="67171"/>
                  <a:pt x="394432" y="70287"/>
                </a:cubicBezTo>
                <a:cubicBezTo>
                  <a:pt x="384385" y="74199"/>
                  <a:pt x="379330" y="79026"/>
                  <a:pt x="379268" y="84770"/>
                </a:cubicBezTo>
                <a:cubicBezTo>
                  <a:pt x="381140" y="85443"/>
                  <a:pt x="382981" y="85932"/>
                  <a:pt x="384790" y="86238"/>
                </a:cubicBezTo>
                <a:cubicBezTo>
                  <a:pt x="399143" y="88743"/>
                  <a:pt x="409814" y="92195"/>
                  <a:pt x="416803" y="96596"/>
                </a:cubicBezTo>
                <a:cubicBezTo>
                  <a:pt x="426975" y="103015"/>
                  <a:pt x="432061" y="112305"/>
                  <a:pt x="432061" y="124469"/>
                </a:cubicBezTo>
                <a:cubicBezTo>
                  <a:pt x="432061" y="134432"/>
                  <a:pt x="427662" y="141949"/>
                  <a:pt x="418863" y="147021"/>
                </a:cubicBezTo>
                <a:cubicBezTo>
                  <a:pt x="411562" y="151178"/>
                  <a:pt x="402326" y="153256"/>
                  <a:pt x="391156" y="153256"/>
                </a:cubicBezTo>
                <a:cubicBezTo>
                  <a:pt x="382981" y="153256"/>
                  <a:pt x="375180" y="151910"/>
                  <a:pt x="367754" y="149218"/>
                </a:cubicBezTo>
                <a:cubicBezTo>
                  <a:pt x="358144" y="145792"/>
                  <a:pt x="353339" y="141020"/>
                  <a:pt x="353339" y="134902"/>
                </a:cubicBezTo>
                <a:cubicBezTo>
                  <a:pt x="353339" y="132455"/>
                  <a:pt x="354322" y="130313"/>
                  <a:pt x="356288" y="128478"/>
                </a:cubicBezTo>
                <a:cubicBezTo>
                  <a:pt x="358253" y="126643"/>
                  <a:pt x="360484" y="125725"/>
                  <a:pt x="362980" y="125725"/>
                </a:cubicBezTo>
                <a:cubicBezTo>
                  <a:pt x="364915" y="125725"/>
                  <a:pt x="367411" y="127193"/>
                  <a:pt x="370469" y="130130"/>
                </a:cubicBezTo>
                <a:cubicBezTo>
                  <a:pt x="371966" y="131537"/>
                  <a:pt x="375336" y="132699"/>
                  <a:pt x="380578" y="133617"/>
                </a:cubicBezTo>
                <a:cubicBezTo>
                  <a:pt x="384759" y="134351"/>
                  <a:pt x="388285" y="134718"/>
                  <a:pt x="391156" y="134718"/>
                </a:cubicBezTo>
                <a:cubicBezTo>
                  <a:pt x="396397" y="134718"/>
                  <a:pt x="401015" y="134107"/>
                  <a:pt x="405009" y="132886"/>
                </a:cubicBezTo>
                <a:cubicBezTo>
                  <a:pt x="410813" y="131113"/>
                  <a:pt x="413714" y="128303"/>
                  <a:pt x="413714" y="124454"/>
                </a:cubicBezTo>
                <a:cubicBezTo>
                  <a:pt x="413714" y="116144"/>
                  <a:pt x="407786" y="110522"/>
                  <a:pt x="395929" y="107589"/>
                </a:cubicBezTo>
                <a:lnTo>
                  <a:pt x="386195" y="105478"/>
                </a:lnTo>
                <a:cubicBezTo>
                  <a:pt x="377895" y="103702"/>
                  <a:pt x="371998" y="101620"/>
                  <a:pt x="368503" y="99232"/>
                </a:cubicBezTo>
                <a:cubicBezTo>
                  <a:pt x="363448" y="95804"/>
                  <a:pt x="360921" y="90632"/>
                  <a:pt x="360921" y="83717"/>
                </a:cubicBezTo>
                <a:cubicBezTo>
                  <a:pt x="360921" y="70923"/>
                  <a:pt x="367068" y="61801"/>
                  <a:pt x="379361" y="56352"/>
                </a:cubicBezTo>
                <a:cubicBezTo>
                  <a:pt x="383106" y="54701"/>
                  <a:pt x="389096" y="52728"/>
                  <a:pt x="397334" y="50433"/>
                </a:cubicBezTo>
                <a:cubicBezTo>
                  <a:pt x="405571" y="48137"/>
                  <a:pt x="411468" y="46193"/>
                  <a:pt x="415025" y="44600"/>
                </a:cubicBezTo>
                <a:cubicBezTo>
                  <a:pt x="417584" y="43499"/>
                  <a:pt x="420360" y="42948"/>
                  <a:pt x="423356" y="42948"/>
                </a:cubicBezTo>
                <a:cubicBezTo>
                  <a:pt x="426039" y="42948"/>
                  <a:pt x="428239" y="43805"/>
                  <a:pt x="429955" y="45518"/>
                </a:cubicBezTo>
                <a:cubicBezTo>
                  <a:pt x="431671" y="47231"/>
                  <a:pt x="432529" y="49464"/>
                  <a:pt x="432529" y="52217"/>
                </a:cubicBezTo>
                <a:cubicBezTo>
                  <a:pt x="432529" y="53991"/>
                  <a:pt x="432919" y="56591"/>
                  <a:pt x="433699" y="60018"/>
                </a:cubicBezTo>
                <a:cubicBezTo>
                  <a:pt x="434479" y="63444"/>
                  <a:pt x="434869" y="66044"/>
                  <a:pt x="434869" y="67818"/>
                </a:cubicBezTo>
                <a:cubicBezTo>
                  <a:pt x="434869" y="70571"/>
                  <a:pt x="434011" y="72804"/>
                  <a:pt x="432295" y="74517"/>
                </a:cubicBezTo>
                <a:cubicBezTo>
                  <a:pt x="430579" y="76230"/>
                  <a:pt x="428379" y="77087"/>
                  <a:pt x="425696" y="77087"/>
                </a:cubicBezTo>
                <a:close/>
                <a:moveTo>
                  <a:pt x="478371" y="31569"/>
                </a:moveTo>
                <a:cubicBezTo>
                  <a:pt x="475375" y="31569"/>
                  <a:pt x="472786" y="30529"/>
                  <a:pt x="470601" y="28449"/>
                </a:cubicBezTo>
                <a:cubicBezTo>
                  <a:pt x="468417" y="26369"/>
                  <a:pt x="467325" y="23860"/>
                  <a:pt x="467325" y="20924"/>
                </a:cubicBezTo>
                <a:cubicBezTo>
                  <a:pt x="467325" y="17987"/>
                  <a:pt x="468417" y="15479"/>
                  <a:pt x="470601" y="13398"/>
                </a:cubicBezTo>
                <a:cubicBezTo>
                  <a:pt x="472786" y="11318"/>
                  <a:pt x="475375" y="10278"/>
                  <a:pt x="478371" y="10278"/>
                </a:cubicBezTo>
                <a:cubicBezTo>
                  <a:pt x="481366" y="10278"/>
                  <a:pt x="483940" y="11318"/>
                  <a:pt x="486093" y="13398"/>
                </a:cubicBezTo>
                <a:cubicBezTo>
                  <a:pt x="488246" y="15479"/>
                  <a:pt x="489322" y="17987"/>
                  <a:pt x="489322" y="20924"/>
                </a:cubicBezTo>
                <a:cubicBezTo>
                  <a:pt x="489322" y="23860"/>
                  <a:pt x="488246" y="26369"/>
                  <a:pt x="486093" y="28449"/>
                </a:cubicBezTo>
                <a:cubicBezTo>
                  <a:pt x="483940" y="30529"/>
                  <a:pt x="481366" y="31569"/>
                  <a:pt x="478371" y="31569"/>
                </a:cubicBezTo>
                <a:moveTo>
                  <a:pt x="482583" y="106138"/>
                </a:moveTo>
                <a:cubicBezTo>
                  <a:pt x="482583" y="109812"/>
                  <a:pt x="482692" y="115309"/>
                  <a:pt x="482911" y="122628"/>
                </a:cubicBezTo>
                <a:cubicBezTo>
                  <a:pt x="483129" y="129944"/>
                  <a:pt x="483238" y="135440"/>
                  <a:pt x="483238" y="139115"/>
                </a:cubicBezTo>
                <a:cubicBezTo>
                  <a:pt x="483238" y="141809"/>
                  <a:pt x="482396" y="144013"/>
                  <a:pt x="480711" y="145728"/>
                </a:cubicBezTo>
                <a:cubicBezTo>
                  <a:pt x="479026" y="147443"/>
                  <a:pt x="476811" y="148300"/>
                  <a:pt x="474065" y="148300"/>
                </a:cubicBezTo>
                <a:cubicBezTo>
                  <a:pt x="471381" y="148300"/>
                  <a:pt x="469182" y="147443"/>
                  <a:pt x="467466" y="145728"/>
                </a:cubicBezTo>
                <a:cubicBezTo>
                  <a:pt x="465750" y="144013"/>
                  <a:pt x="464891" y="141809"/>
                  <a:pt x="464891" y="139115"/>
                </a:cubicBezTo>
                <a:cubicBezTo>
                  <a:pt x="464891" y="135440"/>
                  <a:pt x="464782" y="129944"/>
                  <a:pt x="464564" y="122628"/>
                </a:cubicBezTo>
                <a:cubicBezTo>
                  <a:pt x="464345" y="115309"/>
                  <a:pt x="464236" y="109812"/>
                  <a:pt x="464236" y="106138"/>
                </a:cubicBezTo>
                <a:cubicBezTo>
                  <a:pt x="464236" y="100381"/>
                  <a:pt x="464548" y="93201"/>
                  <a:pt x="465172" y="84598"/>
                </a:cubicBezTo>
                <a:cubicBezTo>
                  <a:pt x="465796" y="75992"/>
                  <a:pt x="466108" y="68811"/>
                  <a:pt x="466108" y="63055"/>
                </a:cubicBezTo>
                <a:cubicBezTo>
                  <a:pt x="466108" y="60300"/>
                  <a:pt x="466966" y="58065"/>
                  <a:pt x="468682" y="56350"/>
                </a:cubicBezTo>
                <a:cubicBezTo>
                  <a:pt x="470399" y="54635"/>
                  <a:pt x="472598" y="53777"/>
                  <a:pt x="475282" y="53777"/>
                </a:cubicBezTo>
                <a:cubicBezTo>
                  <a:pt x="477965" y="53777"/>
                  <a:pt x="480165" y="54635"/>
                  <a:pt x="481881" y="56350"/>
                </a:cubicBezTo>
                <a:cubicBezTo>
                  <a:pt x="483597" y="58065"/>
                  <a:pt x="484455" y="60300"/>
                  <a:pt x="484455" y="63055"/>
                </a:cubicBezTo>
                <a:cubicBezTo>
                  <a:pt x="484455" y="68811"/>
                  <a:pt x="484143" y="75992"/>
                  <a:pt x="483519" y="84598"/>
                </a:cubicBezTo>
                <a:cubicBezTo>
                  <a:pt x="482895" y="93201"/>
                  <a:pt x="482583" y="100381"/>
                  <a:pt x="482583" y="106138"/>
                </a:cubicBezTo>
                <a:close/>
                <a:moveTo>
                  <a:pt x="559374" y="153623"/>
                </a:moveTo>
                <a:cubicBezTo>
                  <a:pt x="546581" y="153623"/>
                  <a:pt x="535910" y="149823"/>
                  <a:pt x="527361" y="142223"/>
                </a:cubicBezTo>
                <a:cubicBezTo>
                  <a:pt x="518374" y="134257"/>
                  <a:pt x="513881" y="123745"/>
                  <a:pt x="513881" y="110689"/>
                </a:cubicBezTo>
                <a:cubicBezTo>
                  <a:pt x="513881" y="98248"/>
                  <a:pt x="518094" y="85409"/>
                  <a:pt x="526518" y="72171"/>
                </a:cubicBezTo>
                <a:cubicBezTo>
                  <a:pt x="535879" y="57461"/>
                  <a:pt x="546425" y="50106"/>
                  <a:pt x="558157" y="50106"/>
                </a:cubicBezTo>
                <a:cubicBezTo>
                  <a:pt x="564272" y="50106"/>
                  <a:pt x="571105" y="51518"/>
                  <a:pt x="578656" y="54342"/>
                </a:cubicBezTo>
                <a:cubicBezTo>
                  <a:pt x="588204" y="57965"/>
                  <a:pt x="592978" y="62385"/>
                  <a:pt x="592978" y="67603"/>
                </a:cubicBezTo>
                <a:cubicBezTo>
                  <a:pt x="592978" y="69935"/>
                  <a:pt x="592198" y="72008"/>
                  <a:pt x="590638" y="73820"/>
                </a:cubicBezTo>
                <a:cubicBezTo>
                  <a:pt x="589078" y="75631"/>
                  <a:pt x="587143" y="76536"/>
                  <a:pt x="584834" y="76536"/>
                </a:cubicBezTo>
                <a:cubicBezTo>
                  <a:pt x="583025" y="76536"/>
                  <a:pt x="581449" y="75996"/>
                  <a:pt x="580107" y="74916"/>
                </a:cubicBezTo>
                <a:cubicBezTo>
                  <a:pt x="578765" y="73834"/>
                  <a:pt x="577471" y="72767"/>
                  <a:pt x="576223" y="71715"/>
                </a:cubicBezTo>
                <a:cubicBezTo>
                  <a:pt x="572541" y="68811"/>
                  <a:pt x="566519" y="67359"/>
                  <a:pt x="558157" y="67359"/>
                </a:cubicBezTo>
                <a:cubicBezTo>
                  <a:pt x="551792" y="67359"/>
                  <a:pt x="545489" y="72942"/>
                  <a:pt x="539248" y="84107"/>
                </a:cubicBezTo>
                <a:cubicBezTo>
                  <a:pt x="533570" y="94351"/>
                  <a:pt x="530730" y="103214"/>
                  <a:pt x="530730" y="110698"/>
                </a:cubicBezTo>
                <a:cubicBezTo>
                  <a:pt x="530730" y="118794"/>
                  <a:pt x="533538" y="125174"/>
                  <a:pt x="539155" y="129837"/>
                </a:cubicBezTo>
                <a:cubicBezTo>
                  <a:pt x="544397" y="134193"/>
                  <a:pt x="551136" y="136370"/>
                  <a:pt x="559374" y="136370"/>
                </a:cubicBezTo>
                <a:cubicBezTo>
                  <a:pt x="563118" y="136370"/>
                  <a:pt x="567112" y="135391"/>
                  <a:pt x="571355" y="133434"/>
                </a:cubicBezTo>
                <a:lnTo>
                  <a:pt x="582213" y="127744"/>
                </a:lnTo>
                <a:cubicBezTo>
                  <a:pt x="584085" y="126765"/>
                  <a:pt x="585427" y="126275"/>
                  <a:pt x="586238" y="126275"/>
                </a:cubicBezTo>
                <a:cubicBezTo>
                  <a:pt x="588547" y="126275"/>
                  <a:pt x="590544" y="127178"/>
                  <a:pt x="592229" y="128983"/>
                </a:cubicBezTo>
                <a:cubicBezTo>
                  <a:pt x="593914" y="130788"/>
                  <a:pt x="594756" y="132852"/>
                  <a:pt x="594756" y="135177"/>
                </a:cubicBezTo>
                <a:cubicBezTo>
                  <a:pt x="594756" y="139643"/>
                  <a:pt x="589951" y="143956"/>
                  <a:pt x="580341" y="148117"/>
                </a:cubicBezTo>
                <a:cubicBezTo>
                  <a:pt x="571917" y="151788"/>
                  <a:pt x="564927" y="153623"/>
                  <a:pt x="559374" y="153623"/>
                </a:cubicBezTo>
                <a:close/>
                <a:moveTo>
                  <a:pt x="692559" y="153806"/>
                </a:moveTo>
                <a:cubicBezTo>
                  <a:pt x="691373" y="153806"/>
                  <a:pt x="689220" y="152449"/>
                  <a:pt x="686100" y="149734"/>
                </a:cubicBezTo>
                <a:cubicBezTo>
                  <a:pt x="683292" y="147205"/>
                  <a:pt x="681201" y="144953"/>
                  <a:pt x="679828" y="142978"/>
                </a:cubicBezTo>
                <a:cubicBezTo>
                  <a:pt x="673837" y="146190"/>
                  <a:pt x="668564" y="148614"/>
                  <a:pt x="664009" y="150250"/>
                </a:cubicBezTo>
                <a:cubicBezTo>
                  <a:pt x="659453" y="151887"/>
                  <a:pt x="655647" y="152705"/>
                  <a:pt x="652589" y="152705"/>
                </a:cubicBezTo>
                <a:cubicBezTo>
                  <a:pt x="637987" y="152705"/>
                  <a:pt x="627347" y="148667"/>
                  <a:pt x="620670" y="140592"/>
                </a:cubicBezTo>
                <a:cubicBezTo>
                  <a:pt x="614367" y="133005"/>
                  <a:pt x="611215" y="121381"/>
                  <a:pt x="611215" y="105719"/>
                </a:cubicBezTo>
                <a:cubicBezTo>
                  <a:pt x="611215" y="90913"/>
                  <a:pt x="616411" y="78249"/>
                  <a:pt x="626801" y="67726"/>
                </a:cubicBezTo>
                <a:cubicBezTo>
                  <a:pt x="637191" y="57203"/>
                  <a:pt x="649594" y="51942"/>
                  <a:pt x="664009" y="51942"/>
                </a:cubicBezTo>
                <a:cubicBezTo>
                  <a:pt x="669438" y="51942"/>
                  <a:pt x="675522" y="53318"/>
                  <a:pt x="682262" y="56071"/>
                </a:cubicBezTo>
                <a:cubicBezTo>
                  <a:pt x="690749" y="59498"/>
                  <a:pt x="694992" y="63627"/>
                  <a:pt x="694992" y="68460"/>
                </a:cubicBezTo>
                <a:cubicBezTo>
                  <a:pt x="694992" y="70112"/>
                  <a:pt x="694368" y="71581"/>
                  <a:pt x="693120" y="72865"/>
                </a:cubicBezTo>
                <a:cubicBezTo>
                  <a:pt x="692496" y="75190"/>
                  <a:pt x="692013" y="79014"/>
                  <a:pt x="691669" y="84337"/>
                </a:cubicBezTo>
                <a:cubicBezTo>
                  <a:pt x="691326" y="89659"/>
                  <a:pt x="691123" y="96481"/>
                  <a:pt x="691061" y="104801"/>
                </a:cubicBezTo>
                <a:cubicBezTo>
                  <a:pt x="690998" y="112388"/>
                  <a:pt x="691529" y="118383"/>
                  <a:pt x="692652" y="122788"/>
                </a:cubicBezTo>
                <a:cubicBezTo>
                  <a:pt x="693276" y="125480"/>
                  <a:pt x="695242" y="130864"/>
                  <a:pt x="698549" y="138940"/>
                </a:cubicBezTo>
                <a:cubicBezTo>
                  <a:pt x="698986" y="140041"/>
                  <a:pt x="699704" y="141662"/>
                  <a:pt x="700702" y="143804"/>
                </a:cubicBezTo>
                <a:lnTo>
                  <a:pt x="701264" y="145364"/>
                </a:lnTo>
                <a:cubicBezTo>
                  <a:pt x="701264" y="147811"/>
                  <a:pt x="700390" y="149830"/>
                  <a:pt x="698643" y="151420"/>
                </a:cubicBezTo>
                <a:cubicBezTo>
                  <a:pt x="696896" y="153011"/>
                  <a:pt x="694867" y="153806"/>
                  <a:pt x="692559" y="153806"/>
                </a:cubicBezTo>
                <a:moveTo>
                  <a:pt x="673089" y="90061"/>
                </a:moveTo>
                <a:cubicBezTo>
                  <a:pt x="673089" y="87436"/>
                  <a:pt x="673260" y="84583"/>
                  <a:pt x="673603" y="81503"/>
                </a:cubicBezTo>
                <a:cubicBezTo>
                  <a:pt x="673947" y="78421"/>
                  <a:pt x="674462" y="75141"/>
                  <a:pt x="675148" y="71664"/>
                </a:cubicBezTo>
                <a:cubicBezTo>
                  <a:pt x="672839" y="70503"/>
                  <a:pt x="670858" y="69649"/>
                  <a:pt x="669204" y="69100"/>
                </a:cubicBezTo>
                <a:cubicBezTo>
                  <a:pt x="667550" y="68551"/>
                  <a:pt x="666224" y="68277"/>
                  <a:pt x="665226" y="68277"/>
                </a:cubicBezTo>
                <a:cubicBezTo>
                  <a:pt x="655553" y="68277"/>
                  <a:pt x="647207" y="72136"/>
                  <a:pt x="640186" y="79854"/>
                </a:cubicBezTo>
                <a:cubicBezTo>
                  <a:pt x="633166" y="87572"/>
                  <a:pt x="629656" y="96466"/>
                  <a:pt x="629656" y="106533"/>
                </a:cubicBezTo>
                <a:cubicBezTo>
                  <a:pt x="629656" y="116540"/>
                  <a:pt x="631465" y="124045"/>
                  <a:pt x="635085" y="129049"/>
                </a:cubicBezTo>
                <a:cubicBezTo>
                  <a:pt x="638704" y="134052"/>
                  <a:pt x="644133" y="136554"/>
                  <a:pt x="651372" y="136554"/>
                </a:cubicBezTo>
                <a:cubicBezTo>
                  <a:pt x="657363" y="136554"/>
                  <a:pt x="662449" y="135486"/>
                  <a:pt x="666630" y="133350"/>
                </a:cubicBezTo>
                <a:cubicBezTo>
                  <a:pt x="668876" y="132192"/>
                  <a:pt x="672028" y="129874"/>
                  <a:pt x="676084" y="126396"/>
                </a:cubicBezTo>
                <a:cubicBezTo>
                  <a:pt x="674087" y="110225"/>
                  <a:pt x="673089" y="98114"/>
                  <a:pt x="673089" y="90061"/>
                </a:cubicBezTo>
                <a:close/>
                <a:moveTo>
                  <a:pt x="745618" y="75618"/>
                </a:moveTo>
                <a:lnTo>
                  <a:pt x="744214" y="121283"/>
                </a:lnTo>
                <a:cubicBezTo>
                  <a:pt x="744214" y="126122"/>
                  <a:pt x="743964" y="133227"/>
                  <a:pt x="743465" y="142599"/>
                </a:cubicBezTo>
                <a:cubicBezTo>
                  <a:pt x="742841" y="148725"/>
                  <a:pt x="739783" y="151788"/>
                  <a:pt x="734291" y="151788"/>
                </a:cubicBezTo>
                <a:cubicBezTo>
                  <a:pt x="728176" y="151788"/>
                  <a:pt x="725118" y="148664"/>
                  <a:pt x="725118" y="142416"/>
                </a:cubicBezTo>
                <a:cubicBezTo>
                  <a:pt x="725118" y="135003"/>
                  <a:pt x="725461" y="123870"/>
                  <a:pt x="726148" y="109017"/>
                </a:cubicBezTo>
                <a:cubicBezTo>
                  <a:pt x="726834" y="94164"/>
                  <a:pt x="727177" y="83031"/>
                  <a:pt x="727177" y="75618"/>
                </a:cubicBezTo>
                <a:cubicBezTo>
                  <a:pt x="727177" y="65941"/>
                  <a:pt x="727333" y="54869"/>
                  <a:pt x="727645" y="42403"/>
                </a:cubicBezTo>
                <a:cubicBezTo>
                  <a:pt x="727957" y="29938"/>
                  <a:pt x="728113" y="18866"/>
                  <a:pt x="728113" y="9188"/>
                </a:cubicBezTo>
                <a:cubicBezTo>
                  <a:pt x="728113" y="3063"/>
                  <a:pt x="731171" y="0"/>
                  <a:pt x="737287" y="0"/>
                </a:cubicBezTo>
                <a:cubicBezTo>
                  <a:pt x="743465" y="0"/>
                  <a:pt x="746554" y="3063"/>
                  <a:pt x="746554" y="9188"/>
                </a:cubicBezTo>
                <a:cubicBezTo>
                  <a:pt x="746554" y="18866"/>
                  <a:pt x="746398" y="29938"/>
                  <a:pt x="746086" y="42403"/>
                </a:cubicBezTo>
                <a:cubicBezTo>
                  <a:pt x="745774" y="54869"/>
                  <a:pt x="745618" y="65941"/>
                  <a:pt x="745618" y="7561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100" name="Text conditioning">
            <a:extLst xmlns:a="http://schemas.openxmlformats.org/drawingml/2006/main">
              <a:ext uri="{FF2B5EF4-FFF2-40B4-BE49-F238E27FC236}">
                <a16:creationId xmlns:a16="http://schemas.microsoft.com/office/drawing/2014/main" id="{A4E942AF-B1BA-4143-A409-5178C203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023" y="4592712"/>
            <a:ext cx="1088301" cy="198040"/>
          </a:xfrm>
          <a:custGeom xmlns:a="http://schemas.openxmlformats.org/drawingml/2006/main">
            <a:pathLst>
              <a:path w="1088301" h="198040">
                <a:moveTo>
                  <a:pt x="45492" y="152155"/>
                </a:moveTo>
                <a:cubicBezTo>
                  <a:pt x="32699" y="152155"/>
                  <a:pt x="22028" y="148355"/>
                  <a:pt x="13479" y="140755"/>
                </a:cubicBezTo>
                <a:cubicBezTo>
                  <a:pt x="4493" y="132788"/>
                  <a:pt x="0" y="122277"/>
                  <a:pt x="0" y="109221"/>
                </a:cubicBezTo>
                <a:cubicBezTo>
                  <a:pt x="0" y="96780"/>
                  <a:pt x="4212" y="83941"/>
                  <a:pt x="12637" y="70703"/>
                </a:cubicBezTo>
                <a:cubicBezTo>
                  <a:pt x="21997" y="55993"/>
                  <a:pt x="32543" y="48638"/>
                  <a:pt x="44275" y="48638"/>
                </a:cubicBezTo>
                <a:cubicBezTo>
                  <a:pt x="50391" y="48638"/>
                  <a:pt x="57224" y="50050"/>
                  <a:pt x="64775" y="52874"/>
                </a:cubicBezTo>
                <a:cubicBezTo>
                  <a:pt x="74323" y="56497"/>
                  <a:pt x="79097" y="60917"/>
                  <a:pt x="79097" y="66135"/>
                </a:cubicBezTo>
                <a:cubicBezTo>
                  <a:pt x="79097" y="68467"/>
                  <a:pt x="78316" y="70540"/>
                  <a:pt x="76756" y="72352"/>
                </a:cubicBezTo>
                <a:cubicBezTo>
                  <a:pt x="75196" y="74163"/>
                  <a:pt x="73262" y="75068"/>
                  <a:pt x="70953" y="75068"/>
                </a:cubicBezTo>
                <a:cubicBezTo>
                  <a:pt x="69143" y="75068"/>
                  <a:pt x="67567" y="74528"/>
                  <a:pt x="66226" y="73448"/>
                </a:cubicBezTo>
                <a:cubicBezTo>
                  <a:pt x="64884" y="72365"/>
                  <a:pt x="63589" y="71299"/>
                  <a:pt x="62341" y="70247"/>
                </a:cubicBezTo>
                <a:cubicBezTo>
                  <a:pt x="58659" y="67343"/>
                  <a:pt x="52637" y="65891"/>
                  <a:pt x="44275" y="65891"/>
                </a:cubicBezTo>
                <a:cubicBezTo>
                  <a:pt x="37910" y="65891"/>
                  <a:pt x="31607" y="71474"/>
                  <a:pt x="25367" y="82639"/>
                </a:cubicBezTo>
                <a:cubicBezTo>
                  <a:pt x="19688" y="92883"/>
                  <a:pt x="16849" y="101746"/>
                  <a:pt x="16849" y="109229"/>
                </a:cubicBezTo>
                <a:cubicBezTo>
                  <a:pt x="16849" y="117326"/>
                  <a:pt x="19657" y="123706"/>
                  <a:pt x="25273" y="128369"/>
                </a:cubicBezTo>
                <a:cubicBezTo>
                  <a:pt x="30515" y="132724"/>
                  <a:pt x="37255" y="134902"/>
                  <a:pt x="45492" y="134902"/>
                </a:cubicBezTo>
                <a:cubicBezTo>
                  <a:pt x="49236" y="134902"/>
                  <a:pt x="53230" y="133923"/>
                  <a:pt x="57474" y="131965"/>
                </a:cubicBezTo>
                <a:lnTo>
                  <a:pt x="68332" y="126275"/>
                </a:lnTo>
                <a:cubicBezTo>
                  <a:pt x="70204" y="125297"/>
                  <a:pt x="71546" y="124807"/>
                  <a:pt x="72357" y="124807"/>
                </a:cubicBezTo>
                <a:cubicBezTo>
                  <a:pt x="74666" y="124807"/>
                  <a:pt x="76663" y="125710"/>
                  <a:pt x="78348" y="127514"/>
                </a:cubicBezTo>
                <a:cubicBezTo>
                  <a:pt x="80033" y="129319"/>
                  <a:pt x="80875" y="131384"/>
                  <a:pt x="80875" y="133709"/>
                </a:cubicBezTo>
                <a:cubicBezTo>
                  <a:pt x="80875" y="138175"/>
                  <a:pt x="76070" y="142488"/>
                  <a:pt x="66460" y="146648"/>
                </a:cubicBezTo>
                <a:cubicBezTo>
                  <a:pt x="58035" y="150319"/>
                  <a:pt x="51046" y="152155"/>
                  <a:pt x="45492" y="152155"/>
                </a:cubicBezTo>
                <a:close/>
                <a:moveTo>
                  <a:pt x="140673" y="151788"/>
                </a:moveTo>
                <a:cubicBezTo>
                  <a:pt x="130190" y="151788"/>
                  <a:pt x="121172" y="147988"/>
                  <a:pt x="113621" y="140388"/>
                </a:cubicBezTo>
                <a:cubicBezTo>
                  <a:pt x="105197" y="131930"/>
                  <a:pt x="100766" y="120560"/>
                  <a:pt x="100329" y="106278"/>
                </a:cubicBezTo>
                <a:cubicBezTo>
                  <a:pt x="99955" y="92427"/>
                  <a:pt x="103512" y="80230"/>
                  <a:pt x="111000" y="69688"/>
                </a:cubicBezTo>
                <a:cubicBezTo>
                  <a:pt x="119737" y="57245"/>
                  <a:pt x="131906" y="51024"/>
                  <a:pt x="147507" y="51024"/>
                </a:cubicBezTo>
                <a:cubicBezTo>
                  <a:pt x="159987" y="51024"/>
                  <a:pt x="169441" y="56633"/>
                  <a:pt x="175869" y="67850"/>
                </a:cubicBezTo>
                <a:cubicBezTo>
                  <a:pt x="180986" y="76919"/>
                  <a:pt x="183451" y="87829"/>
                  <a:pt x="183264" y="100577"/>
                </a:cubicBezTo>
                <a:cubicBezTo>
                  <a:pt x="183077" y="114184"/>
                  <a:pt x="179457" y="125799"/>
                  <a:pt x="172406" y="135424"/>
                </a:cubicBezTo>
                <a:cubicBezTo>
                  <a:pt x="164418" y="146333"/>
                  <a:pt x="153841" y="151788"/>
                  <a:pt x="140673" y="151788"/>
                </a:cubicBezTo>
                <a:moveTo>
                  <a:pt x="146290" y="69745"/>
                </a:moveTo>
                <a:cubicBezTo>
                  <a:pt x="137116" y="69684"/>
                  <a:pt x="129971" y="73972"/>
                  <a:pt x="124854" y="82610"/>
                </a:cubicBezTo>
                <a:cubicBezTo>
                  <a:pt x="120798" y="89535"/>
                  <a:pt x="118770" y="97439"/>
                  <a:pt x="118770" y="106321"/>
                </a:cubicBezTo>
                <a:cubicBezTo>
                  <a:pt x="118770" y="115206"/>
                  <a:pt x="121235" y="122130"/>
                  <a:pt x="126165" y="127093"/>
                </a:cubicBezTo>
                <a:cubicBezTo>
                  <a:pt x="130283" y="131198"/>
                  <a:pt x="135119" y="133250"/>
                  <a:pt x="140673" y="133250"/>
                </a:cubicBezTo>
                <a:cubicBezTo>
                  <a:pt x="147163" y="133250"/>
                  <a:pt x="152748" y="130921"/>
                  <a:pt x="157429" y="126264"/>
                </a:cubicBezTo>
                <a:cubicBezTo>
                  <a:pt x="162733" y="121119"/>
                  <a:pt x="165541" y="114166"/>
                  <a:pt x="165853" y="105404"/>
                </a:cubicBezTo>
                <a:cubicBezTo>
                  <a:pt x="166727" y="81692"/>
                  <a:pt x="160206" y="69806"/>
                  <a:pt x="146290" y="69745"/>
                </a:cubicBezTo>
                <a:close/>
                <a:moveTo>
                  <a:pt x="281864" y="152889"/>
                </a:moveTo>
                <a:cubicBezTo>
                  <a:pt x="276498" y="152889"/>
                  <a:pt x="273471" y="150008"/>
                  <a:pt x="272785" y="144245"/>
                </a:cubicBezTo>
                <a:lnTo>
                  <a:pt x="270164" y="124105"/>
                </a:lnTo>
                <a:cubicBezTo>
                  <a:pt x="269290" y="116931"/>
                  <a:pt x="268853" y="110218"/>
                  <a:pt x="268853" y="103964"/>
                </a:cubicBezTo>
                <a:cubicBezTo>
                  <a:pt x="268853" y="102247"/>
                  <a:pt x="268962" y="99335"/>
                  <a:pt x="269181" y="95229"/>
                </a:cubicBezTo>
                <a:cubicBezTo>
                  <a:pt x="269399" y="91120"/>
                  <a:pt x="269508" y="88207"/>
                  <a:pt x="269508" y="86490"/>
                </a:cubicBezTo>
                <a:cubicBezTo>
                  <a:pt x="269508" y="73247"/>
                  <a:pt x="267012" y="66625"/>
                  <a:pt x="262020" y="66625"/>
                </a:cubicBezTo>
                <a:cubicBezTo>
                  <a:pt x="255031" y="66625"/>
                  <a:pt x="248354" y="70698"/>
                  <a:pt x="241988" y="78845"/>
                </a:cubicBezTo>
                <a:cubicBezTo>
                  <a:pt x="236247" y="86255"/>
                  <a:pt x="231754" y="95625"/>
                  <a:pt x="228509" y="106955"/>
                </a:cubicBezTo>
                <a:cubicBezTo>
                  <a:pt x="228384" y="109345"/>
                  <a:pt x="228104" y="112347"/>
                  <a:pt x="227667" y="115960"/>
                </a:cubicBezTo>
                <a:cubicBezTo>
                  <a:pt x="227292" y="119023"/>
                  <a:pt x="227105" y="121993"/>
                  <a:pt x="227105" y="124870"/>
                </a:cubicBezTo>
                <a:cubicBezTo>
                  <a:pt x="227105" y="126708"/>
                  <a:pt x="227292" y="129464"/>
                  <a:pt x="227667" y="133138"/>
                </a:cubicBezTo>
                <a:cubicBezTo>
                  <a:pt x="228041" y="136813"/>
                  <a:pt x="228228" y="139569"/>
                  <a:pt x="228228" y="141406"/>
                </a:cubicBezTo>
                <a:cubicBezTo>
                  <a:pt x="228228" y="144163"/>
                  <a:pt x="227370" y="146399"/>
                  <a:pt x="225654" y="148114"/>
                </a:cubicBezTo>
                <a:cubicBezTo>
                  <a:pt x="223938" y="149829"/>
                  <a:pt x="221738" y="150686"/>
                  <a:pt x="219055" y="150686"/>
                </a:cubicBezTo>
                <a:cubicBezTo>
                  <a:pt x="216309" y="150686"/>
                  <a:pt x="214094" y="149828"/>
                  <a:pt x="212409" y="148111"/>
                </a:cubicBezTo>
                <a:cubicBezTo>
                  <a:pt x="210724" y="146396"/>
                  <a:pt x="209882" y="144159"/>
                  <a:pt x="209882" y="141400"/>
                </a:cubicBezTo>
                <a:cubicBezTo>
                  <a:pt x="209882" y="139563"/>
                  <a:pt x="209679" y="136806"/>
                  <a:pt x="209273" y="133130"/>
                </a:cubicBezTo>
                <a:cubicBezTo>
                  <a:pt x="208868" y="129451"/>
                  <a:pt x="208665" y="126692"/>
                  <a:pt x="208665" y="124853"/>
                </a:cubicBezTo>
                <a:cubicBezTo>
                  <a:pt x="208665" y="118540"/>
                  <a:pt x="209117" y="109791"/>
                  <a:pt x="210022" y="98607"/>
                </a:cubicBezTo>
                <a:cubicBezTo>
                  <a:pt x="210927" y="87422"/>
                  <a:pt x="211379" y="78674"/>
                  <a:pt x="211379" y="72361"/>
                </a:cubicBezTo>
                <a:cubicBezTo>
                  <a:pt x="211379" y="70399"/>
                  <a:pt x="211270" y="67488"/>
                  <a:pt x="211052" y="63628"/>
                </a:cubicBezTo>
                <a:cubicBezTo>
                  <a:pt x="210833" y="59766"/>
                  <a:pt x="210724" y="56855"/>
                  <a:pt x="210724" y="54896"/>
                </a:cubicBezTo>
                <a:cubicBezTo>
                  <a:pt x="210724" y="52259"/>
                  <a:pt x="211614" y="50099"/>
                  <a:pt x="213392" y="48414"/>
                </a:cubicBezTo>
                <a:cubicBezTo>
                  <a:pt x="215171" y="46728"/>
                  <a:pt x="217370" y="45885"/>
                  <a:pt x="219991" y="45885"/>
                </a:cubicBezTo>
                <a:cubicBezTo>
                  <a:pt x="225732" y="45885"/>
                  <a:pt x="228884" y="49878"/>
                  <a:pt x="229445" y="57864"/>
                </a:cubicBezTo>
                <a:lnTo>
                  <a:pt x="229726" y="68644"/>
                </a:lnTo>
                <a:cubicBezTo>
                  <a:pt x="240210" y="54940"/>
                  <a:pt x="250975" y="48087"/>
                  <a:pt x="262020" y="48087"/>
                </a:cubicBezTo>
                <a:cubicBezTo>
                  <a:pt x="272005" y="48087"/>
                  <a:pt x="278963" y="52408"/>
                  <a:pt x="282894" y="61050"/>
                </a:cubicBezTo>
                <a:cubicBezTo>
                  <a:pt x="285577" y="66810"/>
                  <a:pt x="287044" y="75330"/>
                  <a:pt x="287293" y="86608"/>
                </a:cubicBezTo>
                <a:lnTo>
                  <a:pt x="287293" y="95891"/>
                </a:lnTo>
                <a:lnTo>
                  <a:pt x="287200" y="104440"/>
                </a:lnTo>
                <a:cubicBezTo>
                  <a:pt x="287200" y="109527"/>
                  <a:pt x="287871" y="116101"/>
                  <a:pt x="289212" y="124162"/>
                </a:cubicBezTo>
                <a:cubicBezTo>
                  <a:pt x="290554" y="132220"/>
                  <a:pt x="291225" y="138762"/>
                  <a:pt x="291225" y="143786"/>
                </a:cubicBezTo>
                <a:cubicBezTo>
                  <a:pt x="291225" y="146484"/>
                  <a:pt x="290336" y="148675"/>
                  <a:pt x="288557" y="150359"/>
                </a:cubicBezTo>
                <a:cubicBezTo>
                  <a:pt x="286779" y="152046"/>
                  <a:pt x="284548" y="152889"/>
                  <a:pt x="281864" y="152889"/>
                </a:cubicBezTo>
                <a:close/>
                <a:moveTo>
                  <a:pt x="400777" y="65208"/>
                </a:moveTo>
                <a:cubicBezTo>
                  <a:pt x="400029" y="74196"/>
                  <a:pt x="399654" y="83184"/>
                  <a:pt x="399654" y="92171"/>
                </a:cubicBezTo>
                <a:cubicBezTo>
                  <a:pt x="399654" y="112533"/>
                  <a:pt x="400621" y="127910"/>
                  <a:pt x="402556" y="138303"/>
                </a:cubicBezTo>
                <a:cubicBezTo>
                  <a:pt x="402681" y="139160"/>
                  <a:pt x="402743" y="139863"/>
                  <a:pt x="402743" y="140414"/>
                </a:cubicBezTo>
                <a:cubicBezTo>
                  <a:pt x="402743" y="142859"/>
                  <a:pt x="401870" y="144876"/>
                  <a:pt x="400122" y="146465"/>
                </a:cubicBezTo>
                <a:cubicBezTo>
                  <a:pt x="398375" y="148056"/>
                  <a:pt x="396347" y="148851"/>
                  <a:pt x="394038" y="148851"/>
                </a:cubicBezTo>
                <a:cubicBezTo>
                  <a:pt x="390169" y="148851"/>
                  <a:pt x="387330" y="146098"/>
                  <a:pt x="385520" y="140592"/>
                </a:cubicBezTo>
                <a:cubicBezTo>
                  <a:pt x="381027" y="143834"/>
                  <a:pt x="376362" y="146297"/>
                  <a:pt x="371526" y="147979"/>
                </a:cubicBezTo>
                <a:cubicBezTo>
                  <a:pt x="366690" y="149662"/>
                  <a:pt x="361650" y="150503"/>
                  <a:pt x="356409" y="150503"/>
                </a:cubicBezTo>
                <a:cubicBezTo>
                  <a:pt x="343491" y="150503"/>
                  <a:pt x="332789" y="146278"/>
                  <a:pt x="324302" y="137827"/>
                </a:cubicBezTo>
                <a:cubicBezTo>
                  <a:pt x="315565" y="129193"/>
                  <a:pt x="311197" y="118109"/>
                  <a:pt x="311197" y="104575"/>
                </a:cubicBezTo>
                <a:cubicBezTo>
                  <a:pt x="311197" y="88224"/>
                  <a:pt x="315612" y="75120"/>
                  <a:pt x="324442" y="65263"/>
                </a:cubicBezTo>
                <a:cubicBezTo>
                  <a:pt x="333272" y="55403"/>
                  <a:pt x="344739" y="50473"/>
                  <a:pt x="358842" y="50473"/>
                </a:cubicBezTo>
                <a:cubicBezTo>
                  <a:pt x="366081" y="50473"/>
                  <a:pt x="371666" y="51575"/>
                  <a:pt x="375598" y="53777"/>
                </a:cubicBezTo>
                <a:lnTo>
                  <a:pt x="384397" y="60109"/>
                </a:lnTo>
                <a:cubicBezTo>
                  <a:pt x="385270" y="34387"/>
                  <a:pt x="386300" y="17068"/>
                  <a:pt x="387486" y="8153"/>
                </a:cubicBezTo>
                <a:cubicBezTo>
                  <a:pt x="388297" y="2718"/>
                  <a:pt x="391136" y="0"/>
                  <a:pt x="396004" y="0"/>
                </a:cubicBezTo>
                <a:cubicBezTo>
                  <a:pt x="401682" y="0"/>
                  <a:pt x="404522" y="2965"/>
                  <a:pt x="404522" y="8896"/>
                </a:cubicBezTo>
                <a:cubicBezTo>
                  <a:pt x="404522" y="17394"/>
                  <a:pt x="403274" y="36165"/>
                  <a:pt x="400777" y="65208"/>
                </a:cubicBezTo>
                <a:moveTo>
                  <a:pt x="359217" y="67543"/>
                </a:moveTo>
                <a:cubicBezTo>
                  <a:pt x="348733" y="67543"/>
                  <a:pt x="340870" y="70586"/>
                  <a:pt x="335628" y="76674"/>
                </a:cubicBezTo>
                <a:cubicBezTo>
                  <a:pt x="330386" y="82761"/>
                  <a:pt x="327765" y="91923"/>
                  <a:pt x="327765" y="104159"/>
                </a:cubicBezTo>
                <a:cubicBezTo>
                  <a:pt x="327765" y="112051"/>
                  <a:pt x="330620" y="118842"/>
                  <a:pt x="336330" y="124532"/>
                </a:cubicBezTo>
                <a:cubicBezTo>
                  <a:pt x="342040" y="130222"/>
                  <a:pt x="348733" y="133066"/>
                  <a:pt x="356409" y="133066"/>
                </a:cubicBezTo>
                <a:cubicBezTo>
                  <a:pt x="361650" y="133066"/>
                  <a:pt x="366081" y="132118"/>
                  <a:pt x="369700" y="130222"/>
                </a:cubicBezTo>
                <a:cubicBezTo>
                  <a:pt x="371822" y="129120"/>
                  <a:pt x="375286" y="126581"/>
                  <a:pt x="380091" y="122605"/>
                </a:cubicBezTo>
                <a:cubicBezTo>
                  <a:pt x="381027" y="121809"/>
                  <a:pt x="381932" y="120861"/>
                  <a:pt x="382805" y="119760"/>
                </a:cubicBezTo>
                <a:lnTo>
                  <a:pt x="382524" y="103884"/>
                </a:lnTo>
                <a:lnTo>
                  <a:pt x="382618" y="93238"/>
                </a:lnTo>
                <a:lnTo>
                  <a:pt x="382805" y="82409"/>
                </a:lnTo>
                <a:cubicBezTo>
                  <a:pt x="380434" y="77454"/>
                  <a:pt x="377283" y="73737"/>
                  <a:pt x="373351" y="71259"/>
                </a:cubicBezTo>
                <a:cubicBezTo>
                  <a:pt x="369420" y="68782"/>
                  <a:pt x="364708" y="67543"/>
                  <a:pt x="359217" y="67543"/>
                </a:cubicBezTo>
                <a:close/>
                <a:moveTo>
                  <a:pt x="447871" y="30101"/>
                </a:moveTo>
                <a:cubicBezTo>
                  <a:pt x="444875" y="30101"/>
                  <a:pt x="442285" y="29060"/>
                  <a:pt x="440101" y="26980"/>
                </a:cubicBezTo>
                <a:cubicBezTo>
                  <a:pt x="437917" y="24900"/>
                  <a:pt x="436825" y="22392"/>
                  <a:pt x="436825" y="19455"/>
                </a:cubicBezTo>
                <a:cubicBezTo>
                  <a:pt x="436825" y="16519"/>
                  <a:pt x="437917" y="14010"/>
                  <a:pt x="440101" y="11930"/>
                </a:cubicBezTo>
                <a:cubicBezTo>
                  <a:pt x="442285" y="9850"/>
                  <a:pt x="444875" y="8810"/>
                  <a:pt x="447871" y="8810"/>
                </a:cubicBezTo>
                <a:cubicBezTo>
                  <a:pt x="450866" y="8810"/>
                  <a:pt x="453440" y="9850"/>
                  <a:pt x="455593" y="11930"/>
                </a:cubicBezTo>
                <a:cubicBezTo>
                  <a:pt x="457746" y="14010"/>
                  <a:pt x="458822" y="16519"/>
                  <a:pt x="458822" y="19455"/>
                </a:cubicBezTo>
                <a:cubicBezTo>
                  <a:pt x="458822" y="22392"/>
                  <a:pt x="457746" y="24900"/>
                  <a:pt x="455593" y="26980"/>
                </a:cubicBezTo>
                <a:cubicBezTo>
                  <a:pt x="453440" y="29060"/>
                  <a:pt x="450866" y="30101"/>
                  <a:pt x="447871" y="30101"/>
                </a:cubicBezTo>
                <a:moveTo>
                  <a:pt x="452083" y="104669"/>
                </a:moveTo>
                <a:cubicBezTo>
                  <a:pt x="452083" y="108344"/>
                  <a:pt x="452192" y="113841"/>
                  <a:pt x="452410" y="121159"/>
                </a:cubicBezTo>
                <a:cubicBezTo>
                  <a:pt x="452629" y="128476"/>
                  <a:pt x="452738" y="133972"/>
                  <a:pt x="452738" y="137646"/>
                </a:cubicBezTo>
                <a:cubicBezTo>
                  <a:pt x="452738" y="140340"/>
                  <a:pt x="451896" y="142545"/>
                  <a:pt x="450211" y="144260"/>
                </a:cubicBezTo>
                <a:cubicBezTo>
                  <a:pt x="448526" y="145974"/>
                  <a:pt x="446310" y="146832"/>
                  <a:pt x="443565" y="146832"/>
                </a:cubicBezTo>
                <a:cubicBezTo>
                  <a:pt x="440881" y="146832"/>
                  <a:pt x="438682" y="145974"/>
                  <a:pt x="436966" y="144260"/>
                </a:cubicBezTo>
                <a:cubicBezTo>
                  <a:pt x="435249" y="142545"/>
                  <a:pt x="434391" y="140340"/>
                  <a:pt x="434391" y="137646"/>
                </a:cubicBezTo>
                <a:cubicBezTo>
                  <a:pt x="434391" y="133972"/>
                  <a:pt x="434282" y="128476"/>
                  <a:pt x="434064" y="121159"/>
                </a:cubicBezTo>
                <a:cubicBezTo>
                  <a:pt x="433845" y="113841"/>
                  <a:pt x="433736" y="108344"/>
                  <a:pt x="433736" y="104669"/>
                </a:cubicBezTo>
                <a:cubicBezTo>
                  <a:pt x="433736" y="98913"/>
                  <a:pt x="434048" y="91733"/>
                  <a:pt x="434672" y="83129"/>
                </a:cubicBezTo>
                <a:cubicBezTo>
                  <a:pt x="435296" y="74524"/>
                  <a:pt x="435608" y="67343"/>
                  <a:pt x="435608" y="61586"/>
                </a:cubicBezTo>
                <a:cubicBezTo>
                  <a:pt x="435608" y="58831"/>
                  <a:pt x="436466" y="56596"/>
                  <a:pt x="438182" y="54881"/>
                </a:cubicBezTo>
                <a:cubicBezTo>
                  <a:pt x="439898" y="53166"/>
                  <a:pt x="442098" y="52309"/>
                  <a:pt x="444782" y="52309"/>
                </a:cubicBezTo>
                <a:cubicBezTo>
                  <a:pt x="447465" y="52309"/>
                  <a:pt x="449665" y="53166"/>
                  <a:pt x="451381" y="54881"/>
                </a:cubicBezTo>
                <a:cubicBezTo>
                  <a:pt x="453097" y="56596"/>
                  <a:pt x="453955" y="58831"/>
                  <a:pt x="453955" y="61586"/>
                </a:cubicBezTo>
                <a:cubicBezTo>
                  <a:pt x="453955" y="67343"/>
                  <a:pt x="453643" y="74524"/>
                  <a:pt x="453019" y="83129"/>
                </a:cubicBezTo>
                <a:cubicBezTo>
                  <a:pt x="452395" y="91733"/>
                  <a:pt x="452083" y="98913"/>
                  <a:pt x="452083" y="104669"/>
                </a:cubicBezTo>
                <a:close/>
                <a:moveTo>
                  <a:pt x="549186" y="68174"/>
                </a:moveTo>
                <a:cubicBezTo>
                  <a:pt x="547875" y="68174"/>
                  <a:pt x="546331" y="68112"/>
                  <a:pt x="544552" y="67990"/>
                </a:cubicBezTo>
                <a:cubicBezTo>
                  <a:pt x="542774" y="67866"/>
                  <a:pt x="541229" y="67804"/>
                  <a:pt x="539919" y="67804"/>
                </a:cubicBezTo>
                <a:cubicBezTo>
                  <a:pt x="538484" y="67804"/>
                  <a:pt x="534240" y="68267"/>
                  <a:pt x="527189" y="69195"/>
                </a:cubicBezTo>
                <a:lnTo>
                  <a:pt x="528967" y="123370"/>
                </a:lnTo>
                <a:lnTo>
                  <a:pt x="529061" y="127405"/>
                </a:lnTo>
                <a:lnTo>
                  <a:pt x="529154" y="132080"/>
                </a:lnTo>
                <a:cubicBezTo>
                  <a:pt x="529404" y="145463"/>
                  <a:pt x="526128" y="152155"/>
                  <a:pt x="519326" y="152155"/>
                </a:cubicBezTo>
                <a:cubicBezTo>
                  <a:pt x="516830" y="152155"/>
                  <a:pt x="514661" y="151360"/>
                  <a:pt x="512820" y="149771"/>
                </a:cubicBezTo>
                <a:cubicBezTo>
                  <a:pt x="510979" y="148183"/>
                  <a:pt x="510059" y="146196"/>
                  <a:pt x="510059" y="143812"/>
                </a:cubicBezTo>
                <a:cubicBezTo>
                  <a:pt x="510059" y="141491"/>
                  <a:pt x="510152" y="138009"/>
                  <a:pt x="510340" y="133365"/>
                </a:cubicBezTo>
                <a:cubicBezTo>
                  <a:pt x="510527" y="128719"/>
                  <a:pt x="510620" y="125234"/>
                  <a:pt x="510620" y="122912"/>
                </a:cubicBezTo>
                <a:lnTo>
                  <a:pt x="508748" y="69378"/>
                </a:lnTo>
                <a:cubicBezTo>
                  <a:pt x="504193" y="69195"/>
                  <a:pt x="497266" y="68672"/>
                  <a:pt x="487968" y="67809"/>
                </a:cubicBezTo>
                <a:cubicBezTo>
                  <a:pt x="482414" y="67071"/>
                  <a:pt x="479637" y="64029"/>
                  <a:pt x="479637" y="58681"/>
                </a:cubicBezTo>
                <a:cubicBezTo>
                  <a:pt x="479637" y="55976"/>
                  <a:pt x="480480" y="53733"/>
                  <a:pt x="482164" y="51953"/>
                </a:cubicBezTo>
                <a:cubicBezTo>
                  <a:pt x="483849" y="50171"/>
                  <a:pt x="486002" y="49280"/>
                  <a:pt x="488623" y="49280"/>
                </a:cubicBezTo>
                <a:lnTo>
                  <a:pt x="508280" y="50841"/>
                </a:lnTo>
                <a:cubicBezTo>
                  <a:pt x="508280" y="47711"/>
                  <a:pt x="508140" y="43524"/>
                  <a:pt x="507859" y="38280"/>
                </a:cubicBezTo>
                <a:cubicBezTo>
                  <a:pt x="507578" y="33033"/>
                  <a:pt x="507438" y="29245"/>
                  <a:pt x="507438" y="26914"/>
                </a:cubicBezTo>
                <a:cubicBezTo>
                  <a:pt x="507438" y="24337"/>
                  <a:pt x="508343" y="22205"/>
                  <a:pt x="510152" y="20519"/>
                </a:cubicBezTo>
                <a:cubicBezTo>
                  <a:pt x="511962" y="18831"/>
                  <a:pt x="514177" y="17987"/>
                  <a:pt x="516798" y="17987"/>
                </a:cubicBezTo>
                <a:cubicBezTo>
                  <a:pt x="522415" y="17987"/>
                  <a:pt x="525691" y="22484"/>
                  <a:pt x="526627" y="31477"/>
                </a:cubicBezTo>
                <a:cubicBezTo>
                  <a:pt x="526814" y="33741"/>
                  <a:pt x="526908" y="36463"/>
                  <a:pt x="526908" y="39645"/>
                </a:cubicBezTo>
                <a:lnTo>
                  <a:pt x="526721" y="44967"/>
                </a:lnTo>
                <a:lnTo>
                  <a:pt x="526627" y="50657"/>
                </a:lnTo>
                <a:cubicBezTo>
                  <a:pt x="534365" y="49678"/>
                  <a:pt x="538796" y="49189"/>
                  <a:pt x="539919" y="49189"/>
                </a:cubicBezTo>
                <a:cubicBezTo>
                  <a:pt x="546409" y="49189"/>
                  <a:pt x="550652" y="49495"/>
                  <a:pt x="552649" y="50106"/>
                </a:cubicBezTo>
                <a:cubicBezTo>
                  <a:pt x="556456" y="51338"/>
                  <a:pt x="558359" y="54240"/>
                  <a:pt x="558359" y="58813"/>
                </a:cubicBezTo>
                <a:cubicBezTo>
                  <a:pt x="558359" y="61532"/>
                  <a:pt x="557501" y="63772"/>
                  <a:pt x="555785" y="65532"/>
                </a:cubicBezTo>
                <a:cubicBezTo>
                  <a:pt x="554069" y="67293"/>
                  <a:pt x="551869" y="68174"/>
                  <a:pt x="549186" y="68174"/>
                </a:cubicBezTo>
                <a:close/>
                <a:moveTo>
                  <a:pt x="598013" y="30101"/>
                </a:moveTo>
                <a:cubicBezTo>
                  <a:pt x="595018" y="30101"/>
                  <a:pt x="592428" y="29060"/>
                  <a:pt x="590244" y="26980"/>
                </a:cubicBezTo>
                <a:cubicBezTo>
                  <a:pt x="588060" y="24900"/>
                  <a:pt x="586968" y="22392"/>
                  <a:pt x="586968" y="19455"/>
                </a:cubicBezTo>
                <a:cubicBezTo>
                  <a:pt x="586968" y="16519"/>
                  <a:pt x="588060" y="14010"/>
                  <a:pt x="590244" y="11930"/>
                </a:cubicBezTo>
                <a:cubicBezTo>
                  <a:pt x="592428" y="9850"/>
                  <a:pt x="595018" y="8810"/>
                  <a:pt x="598013" y="8810"/>
                </a:cubicBezTo>
                <a:cubicBezTo>
                  <a:pt x="601008" y="8810"/>
                  <a:pt x="603583" y="9850"/>
                  <a:pt x="605735" y="11930"/>
                </a:cubicBezTo>
                <a:cubicBezTo>
                  <a:pt x="607888" y="14010"/>
                  <a:pt x="608965" y="16519"/>
                  <a:pt x="608965" y="19455"/>
                </a:cubicBezTo>
                <a:cubicBezTo>
                  <a:pt x="608965" y="22392"/>
                  <a:pt x="607888" y="24900"/>
                  <a:pt x="605735" y="26980"/>
                </a:cubicBezTo>
                <a:cubicBezTo>
                  <a:pt x="603583" y="29060"/>
                  <a:pt x="601008" y="30101"/>
                  <a:pt x="598013" y="30101"/>
                </a:cubicBezTo>
                <a:moveTo>
                  <a:pt x="602225" y="104669"/>
                </a:moveTo>
                <a:cubicBezTo>
                  <a:pt x="602225" y="108344"/>
                  <a:pt x="602334" y="113841"/>
                  <a:pt x="602553" y="121159"/>
                </a:cubicBezTo>
                <a:cubicBezTo>
                  <a:pt x="602771" y="128476"/>
                  <a:pt x="602881" y="133972"/>
                  <a:pt x="602881" y="137646"/>
                </a:cubicBezTo>
                <a:cubicBezTo>
                  <a:pt x="602881" y="140340"/>
                  <a:pt x="602038" y="142545"/>
                  <a:pt x="600353" y="144260"/>
                </a:cubicBezTo>
                <a:cubicBezTo>
                  <a:pt x="598668" y="145974"/>
                  <a:pt x="596453" y="146832"/>
                  <a:pt x="593707" y="146832"/>
                </a:cubicBezTo>
                <a:cubicBezTo>
                  <a:pt x="591024" y="146832"/>
                  <a:pt x="588824" y="145974"/>
                  <a:pt x="587108" y="144260"/>
                </a:cubicBezTo>
                <a:cubicBezTo>
                  <a:pt x="585392" y="142545"/>
                  <a:pt x="584534" y="140340"/>
                  <a:pt x="584534" y="137646"/>
                </a:cubicBezTo>
                <a:cubicBezTo>
                  <a:pt x="584534" y="133972"/>
                  <a:pt x="584425" y="128476"/>
                  <a:pt x="584206" y="121159"/>
                </a:cubicBezTo>
                <a:cubicBezTo>
                  <a:pt x="583988" y="113841"/>
                  <a:pt x="583879" y="108344"/>
                  <a:pt x="583879" y="104669"/>
                </a:cubicBezTo>
                <a:cubicBezTo>
                  <a:pt x="583879" y="98913"/>
                  <a:pt x="584191" y="91733"/>
                  <a:pt x="584815" y="83129"/>
                </a:cubicBezTo>
                <a:cubicBezTo>
                  <a:pt x="585439" y="74524"/>
                  <a:pt x="585751" y="67343"/>
                  <a:pt x="585751" y="61586"/>
                </a:cubicBezTo>
                <a:cubicBezTo>
                  <a:pt x="585751" y="58831"/>
                  <a:pt x="586609" y="56596"/>
                  <a:pt x="588325" y="54881"/>
                </a:cubicBezTo>
                <a:cubicBezTo>
                  <a:pt x="590041" y="53166"/>
                  <a:pt x="592241" y="52309"/>
                  <a:pt x="594924" y="52309"/>
                </a:cubicBezTo>
                <a:cubicBezTo>
                  <a:pt x="597607" y="52309"/>
                  <a:pt x="599807" y="53166"/>
                  <a:pt x="601523" y="54881"/>
                </a:cubicBezTo>
                <a:cubicBezTo>
                  <a:pt x="603239" y="56596"/>
                  <a:pt x="604097" y="58831"/>
                  <a:pt x="604097" y="61586"/>
                </a:cubicBezTo>
                <a:cubicBezTo>
                  <a:pt x="604097" y="67343"/>
                  <a:pt x="603785" y="74524"/>
                  <a:pt x="603161" y="83129"/>
                </a:cubicBezTo>
                <a:cubicBezTo>
                  <a:pt x="602537" y="91733"/>
                  <a:pt x="602225" y="98913"/>
                  <a:pt x="602225" y="104669"/>
                </a:cubicBezTo>
                <a:close/>
                <a:moveTo>
                  <a:pt x="671808" y="151788"/>
                </a:moveTo>
                <a:cubicBezTo>
                  <a:pt x="661324" y="151788"/>
                  <a:pt x="652307" y="147988"/>
                  <a:pt x="644756" y="140388"/>
                </a:cubicBezTo>
                <a:cubicBezTo>
                  <a:pt x="636331" y="131930"/>
                  <a:pt x="631901" y="120560"/>
                  <a:pt x="631464" y="106278"/>
                </a:cubicBezTo>
                <a:cubicBezTo>
                  <a:pt x="631089" y="92427"/>
                  <a:pt x="634646" y="80230"/>
                  <a:pt x="642135" y="69688"/>
                </a:cubicBezTo>
                <a:cubicBezTo>
                  <a:pt x="650871" y="57245"/>
                  <a:pt x="663040" y="51024"/>
                  <a:pt x="678641" y="51024"/>
                </a:cubicBezTo>
                <a:cubicBezTo>
                  <a:pt x="691122" y="51024"/>
                  <a:pt x="700576" y="56633"/>
                  <a:pt x="707003" y="67850"/>
                </a:cubicBezTo>
                <a:cubicBezTo>
                  <a:pt x="712120" y="76919"/>
                  <a:pt x="714585" y="87829"/>
                  <a:pt x="714398" y="100577"/>
                </a:cubicBezTo>
                <a:cubicBezTo>
                  <a:pt x="714211" y="114184"/>
                  <a:pt x="710592" y="125799"/>
                  <a:pt x="703540" y="135424"/>
                </a:cubicBezTo>
                <a:cubicBezTo>
                  <a:pt x="695552" y="146333"/>
                  <a:pt x="684975" y="151788"/>
                  <a:pt x="671808" y="151788"/>
                </a:cubicBezTo>
                <a:moveTo>
                  <a:pt x="677424" y="69745"/>
                </a:moveTo>
                <a:cubicBezTo>
                  <a:pt x="668251" y="69684"/>
                  <a:pt x="661106" y="73972"/>
                  <a:pt x="655988" y="82610"/>
                </a:cubicBezTo>
                <a:cubicBezTo>
                  <a:pt x="651932" y="89535"/>
                  <a:pt x="649904" y="97439"/>
                  <a:pt x="649904" y="106321"/>
                </a:cubicBezTo>
                <a:cubicBezTo>
                  <a:pt x="649904" y="115206"/>
                  <a:pt x="652369" y="122130"/>
                  <a:pt x="657299" y="127093"/>
                </a:cubicBezTo>
                <a:cubicBezTo>
                  <a:pt x="661418" y="131198"/>
                  <a:pt x="666254" y="133250"/>
                  <a:pt x="671808" y="133250"/>
                </a:cubicBezTo>
                <a:cubicBezTo>
                  <a:pt x="678298" y="133250"/>
                  <a:pt x="683883" y="130921"/>
                  <a:pt x="688563" y="126264"/>
                </a:cubicBezTo>
                <a:cubicBezTo>
                  <a:pt x="693867" y="121119"/>
                  <a:pt x="696676" y="114166"/>
                  <a:pt x="696988" y="105404"/>
                </a:cubicBezTo>
                <a:cubicBezTo>
                  <a:pt x="697861" y="81692"/>
                  <a:pt x="691340" y="69806"/>
                  <a:pt x="677424" y="69745"/>
                </a:cubicBezTo>
                <a:close/>
                <a:moveTo>
                  <a:pt x="812999" y="152889"/>
                </a:moveTo>
                <a:cubicBezTo>
                  <a:pt x="807632" y="152889"/>
                  <a:pt x="804606" y="150008"/>
                  <a:pt x="803919" y="144245"/>
                </a:cubicBezTo>
                <a:lnTo>
                  <a:pt x="801298" y="124105"/>
                </a:lnTo>
                <a:cubicBezTo>
                  <a:pt x="800425" y="116931"/>
                  <a:pt x="799988" y="110218"/>
                  <a:pt x="799988" y="103964"/>
                </a:cubicBezTo>
                <a:cubicBezTo>
                  <a:pt x="799988" y="102247"/>
                  <a:pt x="800097" y="99335"/>
                  <a:pt x="800315" y="95229"/>
                </a:cubicBezTo>
                <a:cubicBezTo>
                  <a:pt x="800534" y="91120"/>
                  <a:pt x="800643" y="88207"/>
                  <a:pt x="800643" y="86490"/>
                </a:cubicBezTo>
                <a:cubicBezTo>
                  <a:pt x="800643" y="73247"/>
                  <a:pt x="798147" y="66625"/>
                  <a:pt x="793155" y="66625"/>
                </a:cubicBezTo>
                <a:cubicBezTo>
                  <a:pt x="786165" y="66625"/>
                  <a:pt x="779488" y="70698"/>
                  <a:pt x="773123" y="78845"/>
                </a:cubicBezTo>
                <a:cubicBezTo>
                  <a:pt x="767382" y="86255"/>
                  <a:pt x="762889" y="95625"/>
                  <a:pt x="759644" y="106955"/>
                </a:cubicBezTo>
                <a:cubicBezTo>
                  <a:pt x="759519" y="109345"/>
                  <a:pt x="759238" y="112347"/>
                  <a:pt x="758801" y="115960"/>
                </a:cubicBezTo>
                <a:cubicBezTo>
                  <a:pt x="758427" y="119023"/>
                  <a:pt x="758240" y="121993"/>
                  <a:pt x="758240" y="124870"/>
                </a:cubicBezTo>
                <a:cubicBezTo>
                  <a:pt x="758240" y="126708"/>
                  <a:pt x="758427" y="129464"/>
                  <a:pt x="758801" y="133138"/>
                </a:cubicBezTo>
                <a:cubicBezTo>
                  <a:pt x="759176" y="136813"/>
                  <a:pt x="759363" y="139569"/>
                  <a:pt x="759363" y="141406"/>
                </a:cubicBezTo>
                <a:cubicBezTo>
                  <a:pt x="759363" y="144163"/>
                  <a:pt x="758505" y="146399"/>
                  <a:pt x="756789" y="148114"/>
                </a:cubicBezTo>
                <a:cubicBezTo>
                  <a:pt x="755073" y="149829"/>
                  <a:pt x="752873" y="150686"/>
                  <a:pt x="750190" y="150686"/>
                </a:cubicBezTo>
                <a:cubicBezTo>
                  <a:pt x="747444" y="150686"/>
                  <a:pt x="745229" y="149828"/>
                  <a:pt x="743544" y="148111"/>
                </a:cubicBezTo>
                <a:cubicBezTo>
                  <a:pt x="741859" y="146396"/>
                  <a:pt x="741016" y="144159"/>
                  <a:pt x="741016" y="141400"/>
                </a:cubicBezTo>
                <a:cubicBezTo>
                  <a:pt x="741016" y="139563"/>
                  <a:pt x="740814" y="136806"/>
                  <a:pt x="740408" y="133130"/>
                </a:cubicBezTo>
                <a:cubicBezTo>
                  <a:pt x="740002" y="129451"/>
                  <a:pt x="739800" y="126692"/>
                  <a:pt x="739800" y="124853"/>
                </a:cubicBezTo>
                <a:cubicBezTo>
                  <a:pt x="739800" y="118540"/>
                  <a:pt x="740252" y="109791"/>
                  <a:pt x="741157" y="98607"/>
                </a:cubicBezTo>
                <a:cubicBezTo>
                  <a:pt x="742062" y="87422"/>
                  <a:pt x="742514" y="78674"/>
                  <a:pt x="742514" y="72361"/>
                </a:cubicBezTo>
                <a:cubicBezTo>
                  <a:pt x="742514" y="70399"/>
                  <a:pt x="742405" y="67488"/>
                  <a:pt x="742187" y="63628"/>
                </a:cubicBezTo>
                <a:cubicBezTo>
                  <a:pt x="741968" y="59766"/>
                  <a:pt x="741859" y="56855"/>
                  <a:pt x="741859" y="54896"/>
                </a:cubicBezTo>
                <a:cubicBezTo>
                  <a:pt x="741859" y="52259"/>
                  <a:pt x="742748" y="50099"/>
                  <a:pt x="744527" y="48414"/>
                </a:cubicBezTo>
                <a:cubicBezTo>
                  <a:pt x="746305" y="46728"/>
                  <a:pt x="748505" y="45885"/>
                  <a:pt x="751126" y="45885"/>
                </a:cubicBezTo>
                <a:cubicBezTo>
                  <a:pt x="756867" y="45885"/>
                  <a:pt x="760018" y="49878"/>
                  <a:pt x="760580" y="57864"/>
                </a:cubicBezTo>
                <a:lnTo>
                  <a:pt x="760861" y="68644"/>
                </a:lnTo>
                <a:cubicBezTo>
                  <a:pt x="771345" y="54940"/>
                  <a:pt x="782109" y="48087"/>
                  <a:pt x="793155" y="48087"/>
                </a:cubicBezTo>
                <a:cubicBezTo>
                  <a:pt x="803139" y="48087"/>
                  <a:pt x="810097" y="52408"/>
                  <a:pt x="814029" y="61050"/>
                </a:cubicBezTo>
                <a:cubicBezTo>
                  <a:pt x="816712" y="66810"/>
                  <a:pt x="818178" y="75330"/>
                  <a:pt x="818428" y="86608"/>
                </a:cubicBezTo>
                <a:lnTo>
                  <a:pt x="818428" y="95891"/>
                </a:lnTo>
                <a:lnTo>
                  <a:pt x="818335" y="104440"/>
                </a:lnTo>
                <a:cubicBezTo>
                  <a:pt x="818335" y="109527"/>
                  <a:pt x="819005" y="116101"/>
                  <a:pt x="820347" y="124162"/>
                </a:cubicBezTo>
                <a:cubicBezTo>
                  <a:pt x="821689" y="132220"/>
                  <a:pt x="822360" y="138762"/>
                  <a:pt x="822360" y="143786"/>
                </a:cubicBezTo>
                <a:cubicBezTo>
                  <a:pt x="822360" y="146484"/>
                  <a:pt x="821470" y="148675"/>
                  <a:pt x="819692" y="150359"/>
                </a:cubicBezTo>
                <a:cubicBezTo>
                  <a:pt x="817913" y="152046"/>
                  <a:pt x="815682" y="152889"/>
                  <a:pt x="812999" y="152889"/>
                </a:cubicBezTo>
                <a:close/>
                <a:moveTo>
                  <a:pt x="863580" y="30101"/>
                </a:moveTo>
                <a:cubicBezTo>
                  <a:pt x="860585" y="30101"/>
                  <a:pt x="857995" y="29060"/>
                  <a:pt x="855811" y="26980"/>
                </a:cubicBezTo>
                <a:cubicBezTo>
                  <a:pt x="853627" y="24900"/>
                  <a:pt x="852535" y="22392"/>
                  <a:pt x="852535" y="19455"/>
                </a:cubicBezTo>
                <a:cubicBezTo>
                  <a:pt x="852535" y="16519"/>
                  <a:pt x="853627" y="14010"/>
                  <a:pt x="855811" y="11930"/>
                </a:cubicBezTo>
                <a:cubicBezTo>
                  <a:pt x="857995" y="9850"/>
                  <a:pt x="860585" y="8810"/>
                  <a:pt x="863580" y="8810"/>
                </a:cubicBezTo>
                <a:cubicBezTo>
                  <a:pt x="866576" y="8810"/>
                  <a:pt x="869150" y="9850"/>
                  <a:pt x="871303" y="11930"/>
                </a:cubicBezTo>
                <a:cubicBezTo>
                  <a:pt x="873456" y="14010"/>
                  <a:pt x="874532" y="16519"/>
                  <a:pt x="874532" y="19455"/>
                </a:cubicBezTo>
                <a:cubicBezTo>
                  <a:pt x="874532" y="22392"/>
                  <a:pt x="873456" y="24900"/>
                  <a:pt x="871303" y="26980"/>
                </a:cubicBezTo>
                <a:cubicBezTo>
                  <a:pt x="869150" y="29060"/>
                  <a:pt x="866576" y="30101"/>
                  <a:pt x="863580" y="30101"/>
                </a:cubicBezTo>
                <a:moveTo>
                  <a:pt x="867792" y="104669"/>
                </a:moveTo>
                <a:cubicBezTo>
                  <a:pt x="867792" y="108344"/>
                  <a:pt x="867902" y="113841"/>
                  <a:pt x="868120" y="121159"/>
                </a:cubicBezTo>
                <a:cubicBezTo>
                  <a:pt x="868338" y="128476"/>
                  <a:pt x="868448" y="133972"/>
                  <a:pt x="868448" y="137646"/>
                </a:cubicBezTo>
                <a:cubicBezTo>
                  <a:pt x="868448" y="140340"/>
                  <a:pt x="867605" y="142545"/>
                  <a:pt x="865920" y="144260"/>
                </a:cubicBezTo>
                <a:cubicBezTo>
                  <a:pt x="864235" y="145974"/>
                  <a:pt x="862020" y="146832"/>
                  <a:pt x="859274" y="146832"/>
                </a:cubicBezTo>
                <a:cubicBezTo>
                  <a:pt x="856591" y="146832"/>
                  <a:pt x="854391" y="145974"/>
                  <a:pt x="852675" y="144260"/>
                </a:cubicBezTo>
                <a:cubicBezTo>
                  <a:pt x="850959" y="142545"/>
                  <a:pt x="850101" y="140340"/>
                  <a:pt x="850101" y="137646"/>
                </a:cubicBezTo>
                <a:cubicBezTo>
                  <a:pt x="850101" y="133972"/>
                  <a:pt x="849992" y="128476"/>
                  <a:pt x="849773" y="121159"/>
                </a:cubicBezTo>
                <a:cubicBezTo>
                  <a:pt x="849555" y="113841"/>
                  <a:pt x="849446" y="108344"/>
                  <a:pt x="849446" y="104669"/>
                </a:cubicBezTo>
                <a:cubicBezTo>
                  <a:pt x="849446" y="98913"/>
                  <a:pt x="849758" y="91733"/>
                  <a:pt x="850382" y="83129"/>
                </a:cubicBezTo>
                <a:cubicBezTo>
                  <a:pt x="851006" y="74524"/>
                  <a:pt x="851318" y="67343"/>
                  <a:pt x="851318" y="61586"/>
                </a:cubicBezTo>
                <a:cubicBezTo>
                  <a:pt x="851318" y="58831"/>
                  <a:pt x="852176" y="56596"/>
                  <a:pt x="853892" y="54881"/>
                </a:cubicBezTo>
                <a:cubicBezTo>
                  <a:pt x="855608" y="53166"/>
                  <a:pt x="857808" y="52309"/>
                  <a:pt x="860491" y="52309"/>
                </a:cubicBezTo>
                <a:cubicBezTo>
                  <a:pt x="863175" y="52309"/>
                  <a:pt x="865374" y="53166"/>
                  <a:pt x="867090" y="54881"/>
                </a:cubicBezTo>
                <a:cubicBezTo>
                  <a:pt x="868807" y="56596"/>
                  <a:pt x="869665" y="58831"/>
                  <a:pt x="869665" y="61586"/>
                </a:cubicBezTo>
                <a:cubicBezTo>
                  <a:pt x="869665" y="67343"/>
                  <a:pt x="869353" y="74524"/>
                  <a:pt x="868729" y="83129"/>
                </a:cubicBezTo>
                <a:cubicBezTo>
                  <a:pt x="868104" y="91733"/>
                  <a:pt x="867792" y="98913"/>
                  <a:pt x="867792" y="104669"/>
                </a:cubicBezTo>
                <a:close/>
                <a:moveTo>
                  <a:pt x="974069" y="152889"/>
                </a:moveTo>
                <a:cubicBezTo>
                  <a:pt x="968702" y="152889"/>
                  <a:pt x="965675" y="150008"/>
                  <a:pt x="964989" y="144245"/>
                </a:cubicBezTo>
                <a:lnTo>
                  <a:pt x="962368" y="124105"/>
                </a:lnTo>
                <a:cubicBezTo>
                  <a:pt x="961494" y="116931"/>
                  <a:pt x="961057" y="110218"/>
                  <a:pt x="961057" y="103964"/>
                </a:cubicBezTo>
                <a:cubicBezTo>
                  <a:pt x="961057" y="102247"/>
                  <a:pt x="961167" y="99335"/>
                  <a:pt x="961385" y="95229"/>
                </a:cubicBezTo>
                <a:cubicBezTo>
                  <a:pt x="961603" y="91120"/>
                  <a:pt x="961713" y="88207"/>
                  <a:pt x="961713" y="86490"/>
                </a:cubicBezTo>
                <a:cubicBezTo>
                  <a:pt x="961713" y="73247"/>
                  <a:pt x="959217" y="66625"/>
                  <a:pt x="954224" y="66625"/>
                </a:cubicBezTo>
                <a:cubicBezTo>
                  <a:pt x="947235" y="66625"/>
                  <a:pt x="940558" y="70698"/>
                  <a:pt x="934193" y="78845"/>
                </a:cubicBezTo>
                <a:cubicBezTo>
                  <a:pt x="928452" y="86255"/>
                  <a:pt x="923958" y="95625"/>
                  <a:pt x="920713" y="106955"/>
                </a:cubicBezTo>
                <a:cubicBezTo>
                  <a:pt x="920589" y="109345"/>
                  <a:pt x="920308" y="112347"/>
                  <a:pt x="919871" y="115960"/>
                </a:cubicBezTo>
                <a:cubicBezTo>
                  <a:pt x="919497" y="119023"/>
                  <a:pt x="919309" y="121993"/>
                  <a:pt x="919309" y="124870"/>
                </a:cubicBezTo>
                <a:cubicBezTo>
                  <a:pt x="919309" y="126708"/>
                  <a:pt x="919497" y="129464"/>
                  <a:pt x="919871" y="133138"/>
                </a:cubicBezTo>
                <a:cubicBezTo>
                  <a:pt x="920245" y="136813"/>
                  <a:pt x="920433" y="139569"/>
                  <a:pt x="920433" y="141406"/>
                </a:cubicBezTo>
                <a:cubicBezTo>
                  <a:pt x="920433" y="144163"/>
                  <a:pt x="919575" y="146399"/>
                  <a:pt x="917859" y="148114"/>
                </a:cubicBezTo>
                <a:cubicBezTo>
                  <a:pt x="916142" y="149829"/>
                  <a:pt x="913943" y="150686"/>
                  <a:pt x="911259" y="150686"/>
                </a:cubicBezTo>
                <a:cubicBezTo>
                  <a:pt x="908514" y="150686"/>
                  <a:pt x="906298" y="149828"/>
                  <a:pt x="904613" y="148111"/>
                </a:cubicBezTo>
                <a:cubicBezTo>
                  <a:pt x="902928" y="146396"/>
                  <a:pt x="902086" y="144159"/>
                  <a:pt x="902086" y="141400"/>
                </a:cubicBezTo>
                <a:cubicBezTo>
                  <a:pt x="902086" y="139563"/>
                  <a:pt x="901883" y="136806"/>
                  <a:pt x="901478" y="133130"/>
                </a:cubicBezTo>
                <a:cubicBezTo>
                  <a:pt x="901072" y="129451"/>
                  <a:pt x="900869" y="126692"/>
                  <a:pt x="900869" y="124853"/>
                </a:cubicBezTo>
                <a:cubicBezTo>
                  <a:pt x="900869" y="118540"/>
                  <a:pt x="901322" y="109791"/>
                  <a:pt x="902226" y="98607"/>
                </a:cubicBezTo>
                <a:cubicBezTo>
                  <a:pt x="903131" y="87422"/>
                  <a:pt x="903584" y="78674"/>
                  <a:pt x="903584" y="72361"/>
                </a:cubicBezTo>
                <a:cubicBezTo>
                  <a:pt x="903584" y="70399"/>
                  <a:pt x="903475" y="67488"/>
                  <a:pt x="903256" y="63628"/>
                </a:cubicBezTo>
                <a:cubicBezTo>
                  <a:pt x="903038" y="59766"/>
                  <a:pt x="902928" y="56855"/>
                  <a:pt x="902928" y="54896"/>
                </a:cubicBezTo>
                <a:cubicBezTo>
                  <a:pt x="902928" y="52259"/>
                  <a:pt x="903818" y="50099"/>
                  <a:pt x="905596" y="48414"/>
                </a:cubicBezTo>
                <a:cubicBezTo>
                  <a:pt x="907375" y="46728"/>
                  <a:pt x="909574" y="45885"/>
                  <a:pt x="912195" y="45885"/>
                </a:cubicBezTo>
                <a:cubicBezTo>
                  <a:pt x="917937" y="45885"/>
                  <a:pt x="921088" y="49878"/>
                  <a:pt x="921650" y="57864"/>
                </a:cubicBezTo>
                <a:lnTo>
                  <a:pt x="921930" y="68644"/>
                </a:lnTo>
                <a:cubicBezTo>
                  <a:pt x="932414" y="54940"/>
                  <a:pt x="943179" y="48087"/>
                  <a:pt x="954224" y="48087"/>
                </a:cubicBezTo>
                <a:cubicBezTo>
                  <a:pt x="964209" y="48087"/>
                  <a:pt x="971167" y="52408"/>
                  <a:pt x="975098" y="61050"/>
                </a:cubicBezTo>
                <a:cubicBezTo>
                  <a:pt x="977782" y="66810"/>
                  <a:pt x="979248" y="75330"/>
                  <a:pt x="979498" y="86608"/>
                </a:cubicBezTo>
                <a:lnTo>
                  <a:pt x="979498" y="95891"/>
                </a:lnTo>
                <a:lnTo>
                  <a:pt x="979404" y="104440"/>
                </a:lnTo>
                <a:cubicBezTo>
                  <a:pt x="979404" y="109527"/>
                  <a:pt x="980075" y="116101"/>
                  <a:pt x="981417" y="124162"/>
                </a:cubicBezTo>
                <a:cubicBezTo>
                  <a:pt x="982758" y="132220"/>
                  <a:pt x="983429" y="138762"/>
                  <a:pt x="983429" y="143786"/>
                </a:cubicBezTo>
                <a:cubicBezTo>
                  <a:pt x="983429" y="146484"/>
                  <a:pt x="982540" y="148675"/>
                  <a:pt x="980761" y="150359"/>
                </a:cubicBezTo>
                <a:cubicBezTo>
                  <a:pt x="978983" y="152046"/>
                  <a:pt x="976752" y="152889"/>
                  <a:pt x="974069" y="152889"/>
                </a:cubicBezTo>
                <a:close/>
                <a:moveTo>
                  <a:pt x="1083808" y="106728"/>
                </a:moveTo>
                <a:lnTo>
                  <a:pt x="1081655" y="137563"/>
                </a:lnTo>
                <a:cubicBezTo>
                  <a:pt x="1081281" y="149799"/>
                  <a:pt x="1080001" y="159802"/>
                  <a:pt x="1077817" y="167572"/>
                </a:cubicBezTo>
                <a:cubicBezTo>
                  <a:pt x="1075009" y="177483"/>
                  <a:pt x="1070516" y="184794"/>
                  <a:pt x="1064338" y="189505"/>
                </a:cubicBezTo>
                <a:cubicBezTo>
                  <a:pt x="1056850" y="195195"/>
                  <a:pt x="1046023" y="198040"/>
                  <a:pt x="1031857" y="198040"/>
                </a:cubicBezTo>
                <a:cubicBezTo>
                  <a:pt x="1023557" y="198040"/>
                  <a:pt x="1016599" y="197489"/>
                  <a:pt x="1010983" y="196388"/>
                </a:cubicBezTo>
                <a:cubicBezTo>
                  <a:pt x="1003120" y="194858"/>
                  <a:pt x="999189" y="191677"/>
                  <a:pt x="999189" y="186844"/>
                </a:cubicBezTo>
                <a:cubicBezTo>
                  <a:pt x="999189" y="181399"/>
                  <a:pt x="1001903" y="178676"/>
                  <a:pt x="1007333" y="178676"/>
                </a:cubicBezTo>
                <a:cubicBezTo>
                  <a:pt x="1009579" y="178676"/>
                  <a:pt x="1013323" y="179211"/>
                  <a:pt x="1018565" y="180282"/>
                </a:cubicBezTo>
                <a:cubicBezTo>
                  <a:pt x="1023807" y="181353"/>
                  <a:pt x="1029611" y="181827"/>
                  <a:pt x="1035976" y="181705"/>
                </a:cubicBezTo>
                <a:cubicBezTo>
                  <a:pt x="1047957" y="181510"/>
                  <a:pt x="1056226" y="175485"/>
                  <a:pt x="1060781" y="163632"/>
                </a:cubicBezTo>
                <a:cubicBezTo>
                  <a:pt x="1063777" y="155728"/>
                  <a:pt x="1065368" y="143582"/>
                  <a:pt x="1065555" y="127193"/>
                </a:cubicBezTo>
                <a:cubicBezTo>
                  <a:pt x="1062185" y="134351"/>
                  <a:pt x="1058176" y="139720"/>
                  <a:pt x="1053527" y="143299"/>
                </a:cubicBezTo>
                <a:cubicBezTo>
                  <a:pt x="1048878" y="146878"/>
                  <a:pt x="1043558" y="148667"/>
                  <a:pt x="1037567" y="148667"/>
                </a:cubicBezTo>
                <a:cubicBezTo>
                  <a:pt x="1026272" y="148667"/>
                  <a:pt x="1017083" y="144886"/>
                  <a:pt x="1010000" y="137322"/>
                </a:cubicBezTo>
                <a:cubicBezTo>
                  <a:pt x="1002917" y="129759"/>
                  <a:pt x="999376" y="119945"/>
                  <a:pt x="999376" y="107881"/>
                </a:cubicBezTo>
                <a:cubicBezTo>
                  <a:pt x="999376" y="91347"/>
                  <a:pt x="1004212" y="78028"/>
                  <a:pt x="1013885" y="67924"/>
                </a:cubicBezTo>
                <a:cubicBezTo>
                  <a:pt x="1023869" y="57514"/>
                  <a:pt x="1037473" y="52309"/>
                  <a:pt x="1054697" y="52309"/>
                </a:cubicBezTo>
                <a:cubicBezTo>
                  <a:pt x="1060500" y="52309"/>
                  <a:pt x="1065368" y="53043"/>
                  <a:pt x="1069299" y="54511"/>
                </a:cubicBezTo>
                <a:cubicBezTo>
                  <a:pt x="1073231" y="55980"/>
                  <a:pt x="1076226" y="58182"/>
                  <a:pt x="1078285" y="61119"/>
                </a:cubicBezTo>
                <a:cubicBezTo>
                  <a:pt x="1084963" y="61302"/>
                  <a:pt x="1088301" y="64943"/>
                  <a:pt x="1088301" y="72039"/>
                </a:cubicBezTo>
                <a:cubicBezTo>
                  <a:pt x="1088301" y="76383"/>
                  <a:pt x="1087646" y="82195"/>
                  <a:pt x="1086335" y="89476"/>
                </a:cubicBezTo>
                <a:cubicBezTo>
                  <a:pt x="1084900" y="97919"/>
                  <a:pt x="1084058" y="103669"/>
                  <a:pt x="1083808" y="106728"/>
                </a:cubicBezTo>
                <a:moveTo>
                  <a:pt x="1053761" y="70663"/>
                </a:moveTo>
                <a:cubicBezTo>
                  <a:pt x="1041904" y="70663"/>
                  <a:pt x="1032731" y="74271"/>
                  <a:pt x="1026241" y="81486"/>
                </a:cubicBezTo>
                <a:cubicBezTo>
                  <a:pt x="1020437" y="87984"/>
                  <a:pt x="1017535" y="96247"/>
                  <a:pt x="1017535" y="106272"/>
                </a:cubicBezTo>
                <a:cubicBezTo>
                  <a:pt x="1017535" y="114258"/>
                  <a:pt x="1019252" y="120262"/>
                  <a:pt x="1022684" y="124282"/>
                </a:cubicBezTo>
                <a:cubicBezTo>
                  <a:pt x="1026116" y="128303"/>
                  <a:pt x="1031264" y="130313"/>
                  <a:pt x="1038129" y="130313"/>
                </a:cubicBezTo>
                <a:cubicBezTo>
                  <a:pt x="1044431" y="130313"/>
                  <a:pt x="1050547" y="127174"/>
                  <a:pt x="1056475" y="120895"/>
                </a:cubicBezTo>
                <a:cubicBezTo>
                  <a:pt x="1061842" y="115112"/>
                  <a:pt x="1064900" y="109384"/>
                  <a:pt x="1065649" y="103712"/>
                </a:cubicBezTo>
                <a:cubicBezTo>
                  <a:pt x="1066959" y="97762"/>
                  <a:pt x="1068363" y="88425"/>
                  <a:pt x="1069861" y="75702"/>
                </a:cubicBezTo>
                <a:cubicBezTo>
                  <a:pt x="1067365" y="73994"/>
                  <a:pt x="1064775" y="72728"/>
                  <a:pt x="1062092" y="71902"/>
                </a:cubicBezTo>
                <a:cubicBezTo>
                  <a:pt x="1059408" y="71076"/>
                  <a:pt x="1056631" y="70663"/>
                  <a:pt x="1053761" y="70663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conditioning">
            <a:extLst xmlns:a="http://schemas.openxmlformats.org/drawingml/2006/main">
              <a:ext uri="{FF2B5EF4-FFF2-40B4-BE49-F238E27FC236}">
                <a16:creationId xmlns:a16="http://schemas.microsoft.com/office/drawing/2014/main" id="{89A736A3-130E-4D42-B6AB-6FBBE4FE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023" y="4592712"/>
            <a:ext cx="1088301" cy="198040"/>
          </a:xfrm>
          <a:custGeom xmlns:a="http://schemas.openxmlformats.org/drawingml/2006/main">
            <a:pathLst>
              <a:path w="1088301" h="198040" fill="none">
                <a:moveTo>
                  <a:pt x="45492" y="152155"/>
                </a:moveTo>
                <a:cubicBezTo>
                  <a:pt x="32699" y="152155"/>
                  <a:pt x="22028" y="148355"/>
                  <a:pt x="13479" y="140755"/>
                </a:cubicBezTo>
                <a:cubicBezTo>
                  <a:pt x="4493" y="132788"/>
                  <a:pt x="0" y="122277"/>
                  <a:pt x="0" y="109221"/>
                </a:cubicBezTo>
                <a:cubicBezTo>
                  <a:pt x="0" y="96780"/>
                  <a:pt x="4212" y="83941"/>
                  <a:pt x="12637" y="70703"/>
                </a:cubicBezTo>
                <a:cubicBezTo>
                  <a:pt x="21997" y="55993"/>
                  <a:pt x="32543" y="48638"/>
                  <a:pt x="44275" y="48638"/>
                </a:cubicBezTo>
                <a:cubicBezTo>
                  <a:pt x="50391" y="48638"/>
                  <a:pt x="57224" y="50050"/>
                  <a:pt x="64775" y="52874"/>
                </a:cubicBezTo>
                <a:cubicBezTo>
                  <a:pt x="74323" y="56497"/>
                  <a:pt x="79097" y="60917"/>
                  <a:pt x="79097" y="66135"/>
                </a:cubicBezTo>
                <a:cubicBezTo>
                  <a:pt x="79097" y="68467"/>
                  <a:pt x="78316" y="70540"/>
                  <a:pt x="76756" y="72352"/>
                </a:cubicBezTo>
                <a:cubicBezTo>
                  <a:pt x="75196" y="74163"/>
                  <a:pt x="73262" y="75068"/>
                  <a:pt x="70953" y="75068"/>
                </a:cubicBezTo>
                <a:cubicBezTo>
                  <a:pt x="69143" y="75068"/>
                  <a:pt x="67567" y="74528"/>
                  <a:pt x="66226" y="73448"/>
                </a:cubicBezTo>
                <a:cubicBezTo>
                  <a:pt x="64884" y="72365"/>
                  <a:pt x="63589" y="71299"/>
                  <a:pt x="62341" y="70247"/>
                </a:cubicBezTo>
                <a:cubicBezTo>
                  <a:pt x="58659" y="67343"/>
                  <a:pt x="52637" y="65891"/>
                  <a:pt x="44275" y="65891"/>
                </a:cubicBezTo>
                <a:cubicBezTo>
                  <a:pt x="37910" y="65891"/>
                  <a:pt x="31607" y="71474"/>
                  <a:pt x="25367" y="82639"/>
                </a:cubicBezTo>
                <a:cubicBezTo>
                  <a:pt x="19688" y="92883"/>
                  <a:pt x="16849" y="101746"/>
                  <a:pt x="16849" y="109229"/>
                </a:cubicBezTo>
                <a:cubicBezTo>
                  <a:pt x="16849" y="117326"/>
                  <a:pt x="19657" y="123706"/>
                  <a:pt x="25273" y="128369"/>
                </a:cubicBezTo>
                <a:cubicBezTo>
                  <a:pt x="30515" y="132724"/>
                  <a:pt x="37255" y="134902"/>
                  <a:pt x="45492" y="134902"/>
                </a:cubicBezTo>
                <a:cubicBezTo>
                  <a:pt x="49236" y="134902"/>
                  <a:pt x="53230" y="133923"/>
                  <a:pt x="57474" y="131965"/>
                </a:cubicBezTo>
                <a:lnTo>
                  <a:pt x="68332" y="126275"/>
                </a:lnTo>
                <a:cubicBezTo>
                  <a:pt x="70204" y="125297"/>
                  <a:pt x="71546" y="124807"/>
                  <a:pt x="72357" y="124807"/>
                </a:cubicBezTo>
                <a:cubicBezTo>
                  <a:pt x="74666" y="124807"/>
                  <a:pt x="76663" y="125710"/>
                  <a:pt x="78348" y="127514"/>
                </a:cubicBezTo>
                <a:cubicBezTo>
                  <a:pt x="80033" y="129319"/>
                  <a:pt x="80875" y="131384"/>
                  <a:pt x="80875" y="133709"/>
                </a:cubicBezTo>
                <a:cubicBezTo>
                  <a:pt x="80875" y="138175"/>
                  <a:pt x="76070" y="142488"/>
                  <a:pt x="66460" y="146648"/>
                </a:cubicBezTo>
                <a:cubicBezTo>
                  <a:pt x="58035" y="150319"/>
                  <a:pt x="51046" y="152155"/>
                  <a:pt x="45492" y="152155"/>
                </a:cubicBezTo>
                <a:close/>
                <a:moveTo>
                  <a:pt x="140673" y="151788"/>
                </a:moveTo>
                <a:cubicBezTo>
                  <a:pt x="130190" y="151788"/>
                  <a:pt x="121172" y="147988"/>
                  <a:pt x="113621" y="140388"/>
                </a:cubicBezTo>
                <a:cubicBezTo>
                  <a:pt x="105197" y="131930"/>
                  <a:pt x="100766" y="120560"/>
                  <a:pt x="100329" y="106278"/>
                </a:cubicBezTo>
                <a:cubicBezTo>
                  <a:pt x="99955" y="92427"/>
                  <a:pt x="103512" y="80230"/>
                  <a:pt x="111000" y="69688"/>
                </a:cubicBezTo>
                <a:cubicBezTo>
                  <a:pt x="119737" y="57245"/>
                  <a:pt x="131906" y="51024"/>
                  <a:pt x="147507" y="51024"/>
                </a:cubicBezTo>
                <a:cubicBezTo>
                  <a:pt x="159987" y="51024"/>
                  <a:pt x="169441" y="56633"/>
                  <a:pt x="175869" y="67850"/>
                </a:cubicBezTo>
                <a:cubicBezTo>
                  <a:pt x="180986" y="76919"/>
                  <a:pt x="183451" y="87829"/>
                  <a:pt x="183264" y="100577"/>
                </a:cubicBezTo>
                <a:cubicBezTo>
                  <a:pt x="183077" y="114184"/>
                  <a:pt x="179457" y="125799"/>
                  <a:pt x="172406" y="135424"/>
                </a:cubicBezTo>
                <a:cubicBezTo>
                  <a:pt x="164418" y="146333"/>
                  <a:pt x="153841" y="151788"/>
                  <a:pt x="140673" y="151788"/>
                </a:cubicBezTo>
                <a:moveTo>
                  <a:pt x="146290" y="69745"/>
                </a:moveTo>
                <a:cubicBezTo>
                  <a:pt x="137116" y="69684"/>
                  <a:pt x="129971" y="73972"/>
                  <a:pt x="124854" y="82610"/>
                </a:cubicBezTo>
                <a:cubicBezTo>
                  <a:pt x="120798" y="89535"/>
                  <a:pt x="118770" y="97439"/>
                  <a:pt x="118770" y="106321"/>
                </a:cubicBezTo>
                <a:cubicBezTo>
                  <a:pt x="118770" y="115206"/>
                  <a:pt x="121235" y="122130"/>
                  <a:pt x="126165" y="127093"/>
                </a:cubicBezTo>
                <a:cubicBezTo>
                  <a:pt x="130283" y="131198"/>
                  <a:pt x="135119" y="133250"/>
                  <a:pt x="140673" y="133250"/>
                </a:cubicBezTo>
                <a:cubicBezTo>
                  <a:pt x="147163" y="133250"/>
                  <a:pt x="152748" y="130921"/>
                  <a:pt x="157429" y="126264"/>
                </a:cubicBezTo>
                <a:cubicBezTo>
                  <a:pt x="162733" y="121119"/>
                  <a:pt x="165541" y="114166"/>
                  <a:pt x="165853" y="105404"/>
                </a:cubicBezTo>
                <a:cubicBezTo>
                  <a:pt x="166727" y="81692"/>
                  <a:pt x="160206" y="69806"/>
                  <a:pt x="146290" y="69745"/>
                </a:cubicBezTo>
                <a:close/>
                <a:moveTo>
                  <a:pt x="281864" y="152889"/>
                </a:moveTo>
                <a:cubicBezTo>
                  <a:pt x="276498" y="152889"/>
                  <a:pt x="273471" y="150008"/>
                  <a:pt x="272785" y="144245"/>
                </a:cubicBezTo>
                <a:lnTo>
                  <a:pt x="270164" y="124105"/>
                </a:lnTo>
                <a:cubicBezTo>
                  <a:pt x="269290" y="116931"/>
                  <a:pt x="268853" y="110218"/>
                  <a:pt x="268853" y="103964"/>
                </a:cubicBezTo>
                <a:cubicBezTo>
                  <a:pt x="268853" y="102247"/>
                  <a:pt x="268962" y="99335"/>
                  <a:pt x="269181" y="95229"/>
                </a:cubicBezTo>
                <a:cubicBezTo>
                  <a:pt x="269399" y="91120"/>
                  <a:pt x="269508" y="88207"/>
                  <a:pt x="269508" y="86490"/>
                </a:cubicBezTo>
                <a:cubicBezTo>
                  <a:pt x="269508" y="73247"/>
                  <a:pt x="267012" y="66625"/>
                  <a:pt x="262020" y="66625"/>
                </a:cubicBezTo>
                <a:cubicBezTo>
                  <a:pt x="255031" y="66625"/>
                  <a:pt x="248354" y="70698"/>
                  <a:pt x="241988" y="78845"/>
                </a:cubicBezTo>
                <a:cubicBezTo>
                  <a:pt x="236247" y="86255"/>
                  <a:pt x="231754" y="95625"/>
                  <a:pt x="228509" y="106955"/>
                </a:cubicBezTo>
                <a:cubicBezTo>
                  <a:pt x="228384" y="109345"/>
                  <a:pt x="228104" y="112347"/>
                  <a:pt x="227667" y="115960"/>
                </a:cubicBezTo>
                <a:cubicBezTo>
                  <a:pt x="227292" y="119023"/>
                  <a:pt x="227105" y="121993"/>
                  <a:pt x="227105" y="124870"/>
                </a:cubicBezTo>
                <a:cubicBezTo>
                  <a:pt x="227105" y="126708"/>
                  <a:pt x="227292" y="129464"/>
                  <a:pt x="227667" y="133138"/>
                </a:cubicBezTo>
                <a:cubicBezTo>
                  <a:pt x="228041" y="136813"/>
                  <a:pt x="228228" y="139569"/>
                  <a:pt x="228228" y="141406"/>
                </a:cubicBezTo>
                <a:cubicBezTo>
                  <a:pt x="228228" y="144163"/>
                  <a:pt x="227370" y="146399"/>
                  <a:pt x="225654" y="148114"/>
                </a:cubicBezTo>
                <a:cubicBezTo>
                  <a:pt x="223938" y="149829"/>
                  <a:pt x="221738" y="150686"/>
                  <a:pt x="219055" y="150686"/>
                </a:cubicBezTo>
                <a:cubicBezTo>
                  <a:pt x="216309" y="150686"/>
                  <a:pt x="214094" y="149828"/>
                  <a:pt x="212409" y="148111"/>
                </a:cubicBezTo>
                <a:cubicBezTo>
                  <a:pt x="210724" y="146396"/>
                  <a:pt x="209882" y="144159"/>
                  <a:pt x="209882" y="141400"/>
                </a:cubicBezTo>
                <a:cubicBezTo>
                  <a:pt x="209882" y="139563"/>
                  <a:pt x="209679" y="136806"/>
                  <a:pt x="209273" y="133130"/>
                </a:cubicBezTo>
                <a:cubicBezTo>
                  <a:pt x="208868" y="129451"/>
                  <a:pt x="208665" y="126692"/>
                  <a:pt x="208665" y="124853"/>
                </a:cubicBezTo>
                <a:cubicBezTo>
                  <a:pt x="208665" y="118540"/>
                  <a:pt x="209117" y="109791"/>
                  <a:pt x="210022" y="98607"/>
                </a:cubicBezTo>
                <a:cubicBezTo>
                  <a:pt x="210927" y="87422"/>
                  <a:pt x="211379" y="78674"/>
                  <a:pt x="211379" y="72361"/>
                </a:cubicBezTo>
                <a:cubicBezTo>
                  <a:pt x="211379" y="70399"/>
                  <a:pt x="211270" y="67488"/>
                  <a:pt x="211052" y="63628"/>
                </a:cubicBezTo>
                <a:cubicBezTo>
                  <a:pt x="210833" y="59766"/>
                  <a:pt x="210724" y="56855"/>
                  <a:pt x="210724" y="54896"/>
                </a:cubicBezTo>
                <a:cubicBezTo>
                  <a:pt x="210724" y="52259"/>
                  <a:pt x="211614" y="50099"/>
                  <a:pt x="213392" y="48414"/>
                </a:cubicBezTo>
                <a:cubicBezTo>
                  <a:pt x="215171" y="46728"/>
                  <a:pt x="217370" y="45885"/>
                  <a:pt x="219991" y="45885"/>
                </a:cubicBezTo>
                <a:cubicBezTo>
                  <a:pt x="225732" y="45885"/>
                  <a:pt x="228884" y="49878"/>
                  <a:pt x="229445" y="57864"/>
                </a:cubicBezTo>
                <a:lnTo>
                  <a:pt x="229726" y="68644"/>
                </a:lnTo>
                <a:cubicBezTo>
                  <a:pt x="240210" y="54940"/>
                  <a:pt x="250975" y="48087"/>
                  <a:pt x="262020" y="48087"/>
                </a:cubicBezTo>
                <a:cubicBezTo>
                  <a:pt x="272005" y="48087"/>
                  <a:pt x="278963" y="52408"/>
                  <a:pt x="282894" y="61050"/>
                </a:cubicBezTo>
                <a:cubicBezTo>
                  <a:pt x="285577" y="66810"/>
                  <a:pt x="287044" y="75330"/>
                  <a:pt x="287293" y="86608"/>
                </a:cubicBezTo>
                <a:lnTo>
                  <a:pt x="287293" y="95891"/>
                </a:lnTo>
                <a:lnTo>
                  <a:pt x="287200" y="104440"/>
                </a:lnTo>
                <a:cubicBezTo>
                  <a:pt x="287200" y="109527"/>
                  <a:pt x="287871" y="116101"/>
                  <a:pt x="289212" y="124162"/>
                </a:cubicBezTo>
                <a:cubicBezTo>
                  <a:pt x="290554" y="132220"/>
                  <a:pt x="291225" y="138762"/>
                  <a:pt x="291225" y="143786"/>
                </a:cubicBezTo>
                <a:cubicBezTo>
                  <a:pt x="291225" y="146484"/>
                  <a:pt x="290336" y="148675"/>
                  <a:pt x="288557" y="150359"/>
                </a:cubicBezTo>
                <a:cubicBezTo>
                  <a:pt x="286779" y="152046"/>
                  <a:pt x="284548" y="152889"/>
                  <a:pt x="281864" y="152889"/>
                </a:cubicBezTo>
                <a:close/>
                <a:moveTo>
                  <a:pt x="400777" y="65208"/>
                </a:moveTo>
                <a:cubicBezTo>
                  <a:pt x="400029" y="74196"/>
                  <a:pt x="399654" y="83184"/>
                  <a:pt x="399654" y="92171"/>
                </a:cubicBezTo>
                <a:cubicBezTo>
                  <a:pt x="399654" y="112533"/>
                  <a:pt x="400621" y="127910"/>
                  <a:pt x="402556" y="138303"/>
                </a:cubicBezTo>
                <a:cubicBezTo>
                  <a:pt x="402681" y="139160"/>
                  <a:pt x="402743" y="139863"/>
                  <a:pt x="402743" y="140414"/>
                </a:cubicBezTo>
                <a:cubicBezTo>
                  <a:pt x="402743" y="142859"/>
                  <a:pt x="401870" y="144876"/>
                  <a:pt x="400122" y="146465"/>
                </a:cubicBezTo>
                <a:cubicBezTo>
                  <a:pt x="398375" y="148056"/>
                  <a:pt x="396347" y="148851"/>
                  <a:pt x="394038" y="148851"/>
                </a:cubicBezTo>
                <a:cubicBezTo>
                  <a:pt x="390169" y="148851"/>
                  <a:pt x="387330" y="146098"/>
                  <a:pt x="385520" y="140592"/>
                </a:cubicBezTo>
                <a:cubicBezTo>
                  <a:pt x="381027" y="143834"/>
                  <a:pt x="376362" y="146297"/>
                  <a:pt x="371526" y="147979"/>
                </a:cubicBezTo>
                <a:cubicBezTo>
                  <a:pt x="366690" y="149662"/>
                  <a:pt x="361650" y="150503"/>
                  <a:pt x="356409" y="150503"/>
                </a:cubicBezTo>
                <a:cubicBezTo>
                  <a:pt x="343491" y="150503"/>
                  <a:pt x="332789" y="146278"/>
                  <a:pt x="324302" y="137827"/>
                </a:cubicBezTo>
                <a:cubicBezTo>
                  <a:pt x="315565" y="129193"/>
                  <a:pt x="311197" y="118109"/>
                  <a:pt x="311197" y="104575"/>
                </a:cubicBezTo>
                <a:cubicBezTo>
                  <a:pt x="311197" y="88224"/>
                  <a:pt x="315612" y="75120"/>
                  <a:pt x="324442" y="65263"/>
                </a:cubicBezTo>
                <a:cubicBezTo>
                  <a:pt x="333272" y="55403"/>
                  <a:pt x="344739" y="50473"/>
                  <a:pt x="358842" y="50473"/>
                </a:cubicBezTo>
                <a:cubicBezTo>
                  <a:pt x="366081" y="50473"/>
                  <a:pt x="371666" y="51575"/>
                  <a:pt x="375598" y="53777"/>
                </a:cubicBezTo>
                <a:lnTo>
                  <a:pt x="384397" y="60109"/>
                </a:lnTo>
                <a:cubicBezTo>
                  <a:pt x="385270" y="34387"/>
                  <a:pt x="386300" y="17068"/>
                  <a:pt x="387486" y="8153"/>
                </a:cubicBezTo>
                <a:cubicBezTo>
                  <a:pt x="388297" y="2718"/>
                  <a:pt x="391136" y="0"/>
                  <a:pt x="396004" y="0"/>
                </a:cubicBezTo>
                <a:cubicBezTo>
                  <a:pt x="401682" y="0"/>
                  <a:pt x="404522" y="2965"/>
                  <a:pt x="404522" y="8896"/>
                </a:cubicBezTo>
                <a:cubicBezTo>
                  <a:pt x="404522" y="17394"/>
                  <a:pt x="403274" y="36165"/>
                  <a:pt x="400777" y="65208"/>
                </a:cubicBezTo>
                <a:moveTo>
                  <a:pt x="359217" y="67543"/>
                </a:moveTo>
                <a:cubicBezTo>
                  <a:pt x="348733" y="67543"/>
                  <a:pt x="340870" y="70586"/>
                  <a:pt x="335628" y="76674"/>
                </a:cubicBezTo>
                <a:cubicBezTo>
                  <a:pt x="330386" y="82761"/>
                  <a:pt x="327765" y="91923"/>
                  <a:pt x="327765" y="104159"/>
                </a:cubicBezTo>
                <a:cubicBezTo>
                  <a:pt x="327765" y="112051"/>
                  <a:pt x="330620" y="118842"/>
                  <a:pt x="336330" y="124532"/>
                </a:cubicBezTo>
                <a:cubicBezTo>
                  <a:pt x="342040" y="130222"/>
                  <a:pt x="348733" y="133066"/>
                  <a:pt x="356409" y="133066"/>
                </a:cubicBezTo>
                <a:cubicBezTo>
                  <a:pt x="361650" y="133066"/>
                  <a:pt x="366081" y="132118"/>
                  <a:pt x="369700" y="130222"/>
                </a:cubicBezTo>
                <a:cubicBezTo>
                  <a:pt x="371822" y="129120"/>
                  <a:pt x="375286" y="126581"/>
                  <a:pt x="380091" y="122605"/>
                </a:cubicBezTo>
                <a:cubicBezTo>
                  <a:pt x="381027" y="121809"/>
                  <a:pt x="381932" y="120861"/>
                  <a:pt x="382805" y="119760"/>
                </a:cubicBezTo>
                <a:lnTo>
                  <a:pt x="382524" y="103884"/>
                </a:lnTo>
                <a:lnTo>
                  <a:pt x="382618" y="93238"/>
                </a:lnTo>
                <a:lnTo>
                  <a:pt x="382805" y="82409"/>
                </a:lnTo>
                <a:cubicBezTo>
                  <a:pt x="380434" y="77454"/>
                  <a:pt x="377283" y="73737"/>
                  <a:pt x="373351" y="71259"/>
                </a:cubicBezTo>
                <a:cubicBezTo>
                  <a:pt x="369420" y="68782"/>
                  <a:pt x="364708" y="67543"/>
                  <a:pt x="359217" y="67543"/>
                </a:cubicBezTo>
                <a:close/>
                <a:moveTo>
                  <a:pt x="447871" y="30101"/>
                </a:moveTo>
                <a:cubicBezTo>
                  <a:pt x="444875" y="30101"/>
                  <a:pt x="442285" y="29060"/>
                  <a:pt x="440101" y="26980"/>
                </a:cubicBezTo>
                <a:cubicBezTo>
                  <a:pt x="437917" y="24900"/>
                  <a:pt x="436825" y="22392"/>
                  <a:pt x="436825" y="19455"/>
                </a:cubicBezTo>
                <a:cubicBezTo>
                  <a:pt x="436825" y="16519"/>
                  <a:pt x="437917" y="14010"/>
                  <a:pt x="440101" y="11930"/>
                </a:cubicBezTo>
                <a:cubicBezTo>
                  <a:pt x="442285" y="9850"/>
                  <a:pt x="444875" y="8810"/>
                  <a:pt x="447871" y="8810"/>
                </a:cubicBezTo>
                <a:cubicBezTo>
                  <a:pt x="450866" y="8810"/>
                  <a:pt x="453440" y="9850"/>
                  <a:pt x="455593" y="11930"/>
                </a:cubicBezTo>
                <a:cubicBezTo>
                  <a:pt x="457746" y="14010"/>
                  <a:pt x="458822" y="16519"/>
                  <a:pt x="458822" y="19455"/>
                </a:cubicBezTo>
                <a:cubicBezTo>
                  <a:pt x="458822" y="22392"/>
                  <a:pt x="457746" y="24900"/>
                  <a:pt x="455593" y="26980"/>
                </a:cubicBezTo>
                <a:cubicBezTo>
                  <a:pt x="453440" y="29060"/>
                  <a:pt x="450866" y="30101"/>
                  <a:pt x="447871" y="30101"/>
                </a:cubicBezTo>
                <a:moveTo>
                  <a:pt x="452083" y="104669"/>
                </a:moveTo>
                <a:cubicBezTo>
                  <a:pt x="452083" y="108344"/>
                  <a:pt x="452192" y="113841"/>
                  <a:pt x="452410" y="121159"/>
                </a:cubicBezTo>
                <a:cubicBezTo>
                  <a:pt x="452629" y="128476"/>
                  <a:pt x="452738" y="133972"/>
                  <a:pt x="452738" y="137646"/>
                </a:cubicBezTo>
                <a:cubicBezTo>
                  <a:pt x="452738" y="140340"/>
                  <a:pt x="451896" y="142545"/>
                  <a:pt x="450211" y="144260"/>
                </a:cubicBezTo>
                <a:cubicBezTo>
                  <a:pt x="448526" y="145974"/>
                  <a:pt x="446310" y="146832"/>
                  <a:pt x="443565" y="146832"/>
                </a:cubicBezTo>
                <a:cubicBezTo>
                  <a:pt x="440881" y="146832"/>
                  <a:pt x="438682" y="145974"/>
                  <a:pt x="436966" y="144260"/>
                </a:cubicBezTo>
                <a:cubicBezTo>
                  <a:pt x="435249" y="142545"/>
                  <a:pt x="434391" y="140340"/>
                  <a:pt x="434391" y="137646"/>
                </a:cubicBezTo>
                <a:cubicBezTo>
                  <a:pt x="434391" y="133972"/>
                  <a:pt x="434282" y="128476"/>
                  <a:pt x="434064" y="121159"/>
                </a:cubicBezTo>
                <a:cubicBezTo>
                  <a:pt x="433845" y="113841"/>
                  <a:pt x="433736" y="108344"/>
                  <a:pt x="433736" y="104669"/>
                </a:cubicBezTo>
                <a:cubicBezTo>
                  <a:pt x="433736" y="98913"/>
                  <a:pt x="434048" y="91733"/>
                  <a:pt x="434672" y="83129"/>
                </a:cubicBezTo>
                <a:cubicBezTo>
                  <a:pt x="435296" y="74524"/>
                  <a:pt x="435608" y="67343"/>
                  <a:pt x="435608" y="61586"/>
                </a:cubicBezTo>
                <a:cubicBezTo>
                  <a:pt x="435608" y="58831"/>
                  <a:pt x="436466" y="56596"/>
                  <a:pt x="438182" y="54881"/>
                </a:cubicBezTo>
                <a:cubicBezTo>
                  <a:pt x="439898" y="53166"/>
                  <a:pt x="442098" y="52309"/>
                  <a:pt x="444782" y="52309"/>
                </a:cubicBezTo>
                <a:cubicBezTo>
                  <a:pt x="447465" y="52309"/>
                  <a:pt x="449665" y="53166"/>
                  <a:pt x="451381" y="54881"/>
                </a:cubicBezTo>
                <a:cubicBezTo>
                  <a:pt x="453097" y="56596"/>
                  <a:pt x="453955" y="58831"/>
                  <a:pt x="453955" y="61586"/>
                </a:cubicBezTo>
                <a:cubicBezTo>
                  <a:pt x="453955" y="67343"/>
                  <a:pt x="453643" y="74524"/>
                  <a:pt x="453019" y="83129"/>
                </a:cubicBezTo>
                <a:cubicBezTo>
                  <a:pt x="452395" y="91733"/>
                  <a:pt x="452083" y="98913"/>
                  <a:pt x="452083" y="104669"/>
                </a:cubicBezTo>
                <a:close/>
                <a:moveTo>
                  <a:pt x="549186" y="68174"/>
                </a:moveTo>
                <a:cubicBezTo>
                  <a:pt x="547875" y="68174"/>
                  <a:pt x="546331" y="68112"/>
                  <a:pt x="544552" y="67990"/>
                </a:cubicBezTo>
                <a:cubicBezTo>
                  <a:pt x="542774" y="67866"/>
                  <a:pt x="541229" y="67804"/>
                  <a:pt x="539919" y="67804"/>
                </a:cubicBezTo>
                <a:cubicBezTo>
                  <a:pt x="538484" y="67804"/>
                  <a:pt x="534240" y="68267"/>
                  <a:pt x="527189" y="69195"/>
                </a:cubicBezTo>
                <a:lnTo>
                  <a:pt x="528967" y="123370"/>
                </a:lnTo>
                <a:lnTo>
                  <a:pt x="529061" y="127405"/>
                </a:lnTo>
                <a:lnTo>
                  <a:pt x="529154" y="132080"/>
                </a:lnTo>
                <a:cubicBezTo>
                  <a:pt x="529404" y="145463"/>
                  <a:pt x="526128" y="152155"/>
                  <a:pt x="519326" y="152155"/>
                </a:cubicBezTo>
                <a:cubicBezTo>
                  <a:pt x="516830" y="152155"/>
                  <a:pt x="514661" y="151360"/>
                  <a:pt x="512820" y="149771"/>
                </a:cubicBezTo>
                <a:cubicBezTo>
                  <a:pt x="510979" y="148183"/>
                  <a:pt x="510059" y="146196"/>
                  <a:pt x="510059" y="143812"/>
                </a:cubicBezTo>
                <a:cubicBezTo>
                  <a:pt x="510059" y="141491"/>
                  <a:pt x="510152" y="138009"/>
                  <a:pt x="510340" y="133365"/>
                </a:cubicBezTo>
                <a:cubicBezTo>
                  <a:pt x="510527" y="128719"/>
                  <a:pt x="510620" y="125234"/>
                  <a:pt x="510620" y="122912"/>
                </a:cubicBezTo>
                <a:lnTo>
                  <a:pt x="508748" y="69378"/>
                </a:lnTo>
                <a:cubicBezTo>
                  <a:pt x="504193" y="69195"/>
                  <a:pt x="497266" y="68672"/>
                  <a:pt x="487968" y="67809"/>
                </a:cubicBezTo>
                <a:cubicBezTo>
                  <a:pt x="482414" y="67071"/>
                  <a:pt x="479637" y="64029"/>
                  <a:pt x="479637" y="58681"/>
                </a:cubicBezTo>
                <a:cubicBezTo>
                  <a:pt x="479637" y="55976"/>
                  <a:pt x="480480" y="53733"/>
                  <a:pt x="482164" y="51953"/>
                </a:cubicBezTo>
                <a:cubicBezTo>
                  <a:pt x="483849" y="50171"/>
                  <a:pt x="486002" y="49280"/>
                  <a:pt x="488623" y="49280"/>
                </a:cubicBezTo>
                <a:lnTo>
                  <a:pt x="508280" y="50841"/>
                </a:lnTo>
                <a:cubicBezTo>
                  <a:pt x="508280" y="47711"/>
                  <a:pt x="508140" y="43524"/>
                  <a:pt x="507859" y="38280"/>
                </a:cubicBezTo>
                <a:cubicBezTo>
                  <a:pt x="507578" y="33033"/>
                  <a:pt x="507438" y="29245"/>
                  <a:pt x="507438" y="26914"/>
                </a:cubicBezTo>
                <a:cubicBezTo>
                  <a:pt x="507438" y="24337"/>
                  <a:pt x="508343" y="22205"/>
                  <a:pt x="510152" y="20519"/>
                </a:cubicBezTo>
                <a:cubicBezTo>
                  <a:pt x="511962" y="18831"/>
                  <a:pt x="514177" y="17987"/>
                  <a:pt x="516798" y="17987"/>
                </a:cubicBezTo>
                <a:cubicBezTo>
                  <a:pt x="522415" y="17987"/>
                  <a:pt x="525691" y="22484"/>
                  <a:pt x="526627" y="31477"/>
                </a:cubicBezTo>
                <a:cubicBezTo>
                  <a:pt x="526814" y="33741"/>
                  <a:pt x="526908" y="36463"/>
                  <a:pt x="526908" y="39645"/>
                </a:cubicBezTo>
                <a:lnTo>
                  <a:pt x="526721" y="44967"/>
                </a:lnTo>
                <a:lnTo>
                  <a:pt x="526627" y="50657"/>
                </a:lnTo>
                <a:cubicBezTo>
                  <a:pt x="534365" y="49678"/>
                  <a:pt x="538796" y="49189"/>
                  <a:pt x="539919" y="49189"/>
                </a:cubicBezTo>
                <a:cubicBezTo>
                  <a:pt x="546409" y="49189"/>
                  <a:pt x="550652" y="49495"/>
                  <a:pt x="552649" y="50106"/>
                </a:cubicBezTo>
                <a:cubicBezTo>
                  <a:pt x="556456" y="51338"/>
                  <a:pt x="558359" y="54240"/>
                  <a:pt x="558359" y="58813"/>
                </a:cubicBezTo>
                <a:cubicBezTo>
                  <a:pt x="558359" y="61532"/>
                  <a:pt x="557501" y="63772"/>
                  <a:pt x="555785" y="65532"/>
                </a:cubicBezTo>
                <a:cubicBezTo>
                  <a:pt x="554069" y="67293"/>
                  <a:pt x="551869" y="68174"/>
                  <a:pt x="549186" y="68174"/>
                </a:cubicBezTo>
                <a:close/>
                <a:moveTo>
                  <a:pt x="598013" y="30101"/>
                </a:moveTo>
                <a:cubicBezTo>
                  <a:pt x="595018" y="30101"/>
                  <a:pt x="592428" y="29060"/>
                  <a:pt x="590244" y="26980"/>
                </a:cubicBezTo>
                <a:cubicBezTo>
                  <a:pt x="588060" y="24900"/>
                  <a:pt x="586968" y="22392"/>
                  <a:pt x="586968" y="19455"/>
                </a:cubicBezTo>
                <a:cubicBezTo>
                  <a:pt x="586968" y="16519"/>
                  <a:pt x="588060" y="14010"/>
                  <a:pt x="590244" y="11930"/>
                </a:cubicBezTo>
                <a:cubicBezTo>
                  <a:pt x="592428" y="9850"/>
                  <a:pt x="595018" y="8810"/>
                  <a:pt x="598013" y="8810"/>
                </a:cubicBezTo>
                <a:cubicBezTo>
                  <a:pt x="601008" y="8810"/>
                  <a:pt x="603583" y="9850"/>
                  <a:pt x="605735" y="11930"/>
                </a:cubicBezTo>
                <a:cubicBezTo>
                  <a:pt x="607888" y="14010"/>
                  <a:pt x="608965" y="16519"/>
                  <a:pt x="608965" y="19455"/>
                </a:cubicBezTo>
                <a:cubicBezTo>
                  <a:pt x="608965" y="22392"/>
                  <a:pt x="607888" y="24900"/>
                  <a:pt x="605735" y="26980"/>
                </a:cubicBezTo>
                <a:cubicBezTo>
                  <a:pt x="603583" y="29060"/>
                  <a:pt x="601008" y="30101"/>
                  <a:pt x="598013" y="30101"/>
                </a:cubicBezTo>
                <a:moveTo>
                  <a:pt x="602225" y="104669"/>
                </a:moveTo>
                <a:cubicBezTo>
                  <a:pt x="602225" y="108344"/>
                  <a:pt x="602334" y="113841"/>
                  <a:pt x="602553" y="121159"/>
                </a:cubicBezTo>
                <a:cubicBezTo>
                  <a:pt x="602771" y="128476"/>
                  <a:pt x="602881" y="133972"/>
                  <a:pt x="602881" y="137646"/>
                </a:cubicBezTo>
                <a:cubicBezTo>
                  <a:pt x="602881" y="140340"/>
                  <a:pt x="602038" y="142545"/>
                  <a:pt x="600353" y="144260"/>
                </a:cubicBezTo>
                <a:cubicBezTo>
                  <a:pt x="598668" y="145974"/>
                  <a:pt x="596453" y="146832"/>
                  <a:pt x="593707" y="146832"/>
                </a:cubicBezTo>
                <a:cubicBezTo>
                  <a:pt x="591024" y="146832"/>
                  <a:pt x="588824" y="145974"/>
                  <a:pt x="587108" y="144260"/>
                </a:cubicBezTo>
                <a:cubicBezTo>
                  <a:pt x="585392" y="142545"/>
                  <a:pt x="584534" y="140340"/>
                  <a:pt x="584534" y="137646"/>
                </a:cubicBezTo>
                <a:cubicBezTo>
                  <a:pt x="584534" y="133972"/>
                  <a:pt x="584425" y="128476"/>
                  <a:pt x="584206" y="121159"/>
                </a:cubicBezTo>
                <a:cubicBezTo>
                  <a:pt x="583988" y="113841"/>
                  <a:pt x="583879" y="108344"/>
                  <a:pt x="583879" y="104669"/>
                </a:cubicBezTo>
                <a:cubicBezTo>
                  <a:pt x="583879" y="98913"/>
                  <a:pt x="584191" y="91733"/>
                  <a:pt x="584815" y="83129"/>
                </a:cubicBezTo>
                <a:cubicBezTo>
                  <a:pt x="585439" y="74524"/>
                  <a:pt x="585751" y="67343"/>
                  <a:pt x="585751" y="61586"/>
                </a:cubicBezTo>
                <a:cubicBezTo>
                  <a:pt x="585751" y="58831"/>
                  <a:pt x="586609" y="56596"/>
                  <a:pt x="588325" y="54881"/>
                </a:cubicBezTo>
                <a:cubicBezTo>
                  <a:pt x="590041" y="53166"/>
                  <a:pt x="592241" y="52309"/>
                  <a:pt x="594924" y="52309"/>
                </a:cubicBezTo>
                <a:cubicBezTo>
                  <a:pt x="597607" y="52309"/>
                  <a:pt x="599807" y="53166"/>
                  <a:pt x="601523" y="54881"/>
                </a:cubicBezTo>
                <a:cubicBezTo>
                  <a:pt x="603239" y="56596"/>
                  <a:pt x="604097" y="58831"/>
                  <a:pt x="604097" y="61586"/>
                </a:cubicBezTo>
                <a:cubicBezTo>
                  <a:pt x="604097" y="67343"/>
                  <a:pt x="603785" y="74524"/>
                  <a:pt x="603161" y="83129"/>
                </a:cubicBezTo>
                <a:cubicBezTo>
                  <a:pt x="602537" y="91733"/>
                  <a:pt x="602225" y="98913"/>
                  <a:pt x="602225" y="104669"/>
                </a:cubicBezTo>
                <a:close/>
                <a:moveTo>
                  <a:pt x="671808" y="151788"/>
                </a:moveTo>
                <a:cubicBezTo>
                  <a:pt x="661324" y="151788"/>
                  <a:pt x="652307" y="147988"/>
                  <a:pt x="644756" y="140388"/>
                </a:cubicBezTo>
                <a:cubicBezTo>
                  <a:pt x="636331" y="131930"/>
                  <a:pt x="631901" y="120560"/>
                  <a:pt x="631464" y="106278"/>
                </a:cubicBezTo>
                <a:cubicBezTo>
                  <a:pt x="631089" y="92427"/>
                  <a:pt x="634646" y="80230"/>
                  <a:pt x="642135" y="69688"/>
                </a:cubicBezTo>
                <a:cubicBezTo>
                  <a:pt x="650871" y="57245"/>
                  <a:pt x="663040" y="51024"/>
                  <a:pt x="678641" y="51024"/>
                </a:cubicBezTo>
                <a:cubicBezTo>
                  <a:pt x="691122" y="51024"/>
                  <a:pt x="700576" y="56633"/>
                  <a:pt x="707003" y="67850"/>
                </a:cubicBezTo>
                <a:cubicBezTo>
                  <a:pt x="712120" y="76919"/>
                  <a:pt x="714585" y="87829"/>
                  <a:pt x="714398" y="100577"/>
                </a:cubicBezTo>
                <a:cubicBezTo>
                  <a:pt x="714211" y="114184"/>
                  <a:pt x="710592" y="125799"/>
                  <a:pt x="703540" y="135424"/>
                </a:cubicBezTo>
                <a:cubicBezTo>
                  <a:pt x="695552" y="146333"/>
                  <a:pt x="684975" y="151788"/>
                  <a:pt x="671808" y="151788"/>
                </a:cubicBezTo>
                <a:moveTo>
                  <a:pt x="677424" y="69745"/>
                </a:moveTo>
                <a:cubicBezTo>
                  <a:pt x="668251" y="69684"/>
                  <a:pt x="661106" y="73972"/>
                  <a:pt x="655988" y="82610"/>
                </a:cubicBezTo>
                <a:cubicBezTo>
                  <a:pt x="651932" y="89535"/>
                  <a:pt x="649904" y="97439"/>
                  <a:pt x="649904" y="106321"/>
                </a:cubicBezTo>
                <a:cubicBezTo>
                  <a:pt x="649904" y="115206"/>
                  <a:pt x="652369" y="122130"/>
                  <a:pt x="657299" y="127093"/>
                </a:cubicBezTo>
                <a:cubicBezTo>
                  <a:pt x="661418" y="131198"/>
                  <a:pt x="666254" y="133250"/>
                  <a:pt x="671808" y="133250"/>
                </a:cubicBezTo>
                <a:cubicBezTo>
                  <a:pt x="678298" y="133250"/>
                  <a:pt x="683883" y="130921"/>
                  <a:pt x="688563" y="126264"/>
                </a:cubicBezTo>
                <a:cubicBezTo>
                  <a:pt x="693867" y="121119"/>
                  <a:pt x="696676" y="114166"/>
                  <a:pt x="696988" y="105404"/>
                </a:cubicBezTo>
                <a:cubicBezTo>
                  <a:pt x="697861" y="81692"/>
                  <a:pt x="691340" y="69806"/>
                  <a:pt x="677424" y="69745"/>
                </a:cubicBezTo>
                <a:close/>
                <a:moveTo>
                  <a:pt x="812999" y="152889"/>
                </a:moveTo>
                <a:cubicBezTo>
                  <a:pt x="807632" y="152889"/>
                  <a:pt x="804606" y="150008"/>
                  <a:pt x="803919" y="144245"/>
                </a:cubicBezTo>
                <a:lnTo>
                  <a:pt x="801298" y="124105"/>
                </a:lnTo>
                <a:cubicBezTo>
                  <a:pt x="800425" y="116931"/>
                  <a:pt x="799988" y="110218"/>
                  <a:pt x="799988" y="103964"/>
                </a:cubicBezTo>
                <a:cubicBezTo>
                  <a:pt x="799988" y="102247"/>
                  <a:pt x="800097" y="99335"/>
                  <a:pt x="800315" y="95229"/>
                </a:cubicBezTo>
                <a:cubicBezTo>
                  <a:pt x="800534" y="91120"/>
                  <a:pt x="800643" y="88207"/>
                  <a:pt x="800643" y="86490"/>
                </a:cubicBezTo>
                <a:cubicBezTo>
                  <a:pt x="800643" y="73247"/>
                  <a:pt x="798147" y="66625"/>
                  <a:pt x="793155" y="66625"/>
                </a:cubicBezTo>
                <a:cubicBezTo>
                  <a:pt x="786165" y="66625"/>
                  <a:pt x="779488" y="70698"/>
                  <a:pt x="773123" y="78845"/>
                </a:cubicBezTo>
                <a:cubicBezTo>
                  <a:pt x="767382" y="86255"/>
                  <a:pt x="762889" y="95625"/>
                  <a:pt x="759644" y="106955"/>
                </a:cubicBezTo>
                <a:cubicBezTo>
                  <a:pt x="759519" y="109345"/>
                  <a:pt x="759238" y="112347"/>
                  <a:pt x="758801" y="115960"/>
                </a:cubicBezTo>
                <a:cubicBezTo>
                  <a:pt x="758427" y="119023"/>
                  <a:pt x="758240" y="121993"/>
                  <a:pt x="758240" y="124870"/>
                </a:cubicBezTo>
                <a:cubicBezTo>
                  <a:pt x="758240" y="126708"/>
                  <a:pt x="758427" y="129464"/>
                  <a:pt x="758801" y="133138"/>
                </a:cubicBezTo>
                <a:cubicBezTo>
                  <a:pt x="759176" y="136813"/>
                  <a:pt x="759363" y="139569"/>
                  <a:pt x="759363" y="141406"/>
                </a:cubicBezTo>
                <a:cubicBezTo>
                  <a:pt x="759363" y="144163"/>
                  <a:pt x="758505" y="146399"/>
                  <a:pt x="756789" y="148114"/>
                </a:cubicBezTo>
                <a:cubicBezTo>
                  <a:pt x="755073" y="149829"/>
                  <a:pt x="752873" y="150686"/>
                  <a:pt x="750190" y="150686"/>
                </a:cubicBezTo>
                <a:cubicBezTo>
                  <a:pt x="747444" y="150686"/>
                  <a:pt x="745229" y="149828"/>
                  <a:pt x="743544" y="148111"/>
                </a:cubicBezTo>
                <a:cubicBezTo>
                  <a:pt x="741859" y="146396"/>
                  <a:pt x="741016" y="144159"/>
                  <a:pt x="741016" y="141400"/>
                </a:cubicBezTo>
                <a:cubicBezTo>
                  <a:pt x="741016" y="139563"/>
                  <a:pt x="740814" y="136806"/>
                  <a:pt x="740408" y="133130"/>
                </a:cubicBezTo>
                <a:cubicBezTo>
                  <a:pt x="740002" y="129451"/>
                  <a:pt x="739800" y="126692"/>
                  <a:pt x="739800" y="124853"/>
                </a:cubicBezTo>
                <a:cubicBezTo>
                  <a:pt x="739800" y="118540"/>
                  <a:pt x="740252" y="109791"/>
                  <a:pt x="741157" y="98607"/>
                </a:cubicBezTo>
                <a:cubicBezTo>
                  <a:pt x="742062" y="87422"/>
                  <a:pt x="742514" y="78674"/>
                  <a:pt x="742514" y="72361"/>
                </a:cubicBezTo>
                <a:cubicBezTo>
                  <a:pt x="742514" y="70399"/>
                  <a:pt x="742405" y="67488"/>
                  <a:pt x="742187" y="63628"/>
                </a:cubicBezTo>
                <a:cubicBezTo>
                  <a:pt x="741968" y="59766"/>
                  <a:pt x="741859" y="56855"/>
                  <a:pt x="741859" y="54896"/>
                </a:cubicBezTo>
                <a:cubicBezTo>
                  <a:pt x="741859" y="52259"/>
                  <a:pt x="742748" y="50099"/>
                  <a:pt x="744527" y="48414"/>
                </a:cubicBezTo>
                <a:cubicBezTo>
                  <a:pt x="746305" y="46728"/>
                  <a:pt x="748505" y="45885"/>
                  <a:pt x="751126" y="45885"/>
                </a:cubicBezTo>
                <a:cubicBezTo>
                  <a:pt x="756867" y="45885"/>
                  <a:pt x="760018" y="49878"/>
                  <a:pt x="760580" y="57864"/>
                </a:cubicBezTo>
                <a:lnTo>
                  <a:pt x="760861" y="68644"/>
                </a:lnTo>
                <a:cubicBezTo>
                  <a:pt x="771345" y="54940"/>
                  <a:pt x="782109" y="48087"/>
                  <a:pt x="793155" y="48087"/>
                </a:cubicBezTo>
                <a:cubicBezTo>
                  <a:pt x="803139" y="48087"/>
                  <a:pt x="810097" y="52408"/>
                  <a:pt x="814029" y="61050"/>
                </a:cubicBezTo>
                <a:cubicBezTo>
                  <a:pt x="816712" y="66810"/>
                  <a:pt x="818178" y="75330"/>
                  <a:pt x="818428" y="86608"/>
                </a:cubicBezTo>
                <a:lnTo>
                  <a:pt x="818428" y="95891"/>
                </a:lnTo>
                <a:lnTo>
                  <a:pt x="818335" y="104440"/>
                </a:lnTo>
                <a:cubicBezTo>
                  <a:pt x="818335" y="109527"/>
                  <a:pt x="819005" y="116101"/>
                  <a:pt x="820347" y="124162"/>
                </a:cubicBezTo>
                <a:cubicBezTo>
                  <a:pt x="821689" y="132220"/>
                  <a:pt x="822360" y="138762"/>
                  <a:pt x="822360" y="143786"/>
                </a:cubicBezTo>
                <a:cubicBezTo>
                  <a:pt x="822360" y="146484"/>
                  <a:pt x="821470" y="148675"/>
                  <a:pt x="819692" y="150359"/>
                </a:cubicBezTo>
                <a:cubicBezTo>
                  <a:pt x="817913" y="152046"/>
                  <a:pt x="815682" y="152889"/>
                  <a:pt x="812999" y="152889"/>
                </a:cubicBezTo>
                <a:close/>
                <a:moveTo>
                  <a:pt x="863580" y="30101"/>
                </a:moveTo>
                <a:cubicBezTo>
                  <a:pt x="860585" y="30101"/>
                  <a:pt x="857995" y="29060"/>
                  <a:pt x="855811" y="26980"/>
                </a:cubicBezTo>
                <a:cubicBezTo>
                  <a:pt x="853627" y="24900"/>
                  <a:pt x="852535" y="22392"/>
                  <a:pt x="852535" y="19455"/>
                </a:cubicBezTo>
                <a:cubicBezTo>
                  <a:pt x="852535" y="16519"/>
                  <a:pt x="853627" y="14010"/>
                  <a:pt x="855811" y="11930"/>
                </a:cubicBezTo>
                <a:cubicBezTo>
                  <a:pt x="857995" y="9850"/>
                  <a:pt x="860585" y="8810"/>
                  <a:pt x="863580" y="8810"/>
                </a:cubicBezTo>
                <a:cubicBezTo>
                  <a:pt x="866576" y="8810"/>
                  <a:pt x="869150" y="9850"/>
                  <a:pt x="871303" y="11930"/>
                </a:cubicBezTo>
                <a:cubicBezTo>
                  <a:pt x="873456" y="14010"/>
                  <a:pt x="874532" y="16519"/>
                  <a:pt x="874532" y="19455"/>
                </a:cubicBezTo>
                <a:cubicBezTo>
                  <a:pt x="874532" y="22392"/>
                  <a:pt x="873456" y="24900"/>
                  <a:pt x="871303" y="26980"/>
                </a:cubicBezTo>
                <a:cubicBezTo>
                  <a:pt x="869150" y="29060"/>
                  <a:pt x="866576" y="30101"/>
                  <a:pt x="863580" y="30101"/>
                </a:cubicBezTo>
                <a:moveTo>
                  <a:pt x="867792" y="104669"/>
                </a:moveTo>
                <a:cubicBezTo>
                  <a:pt x="867792" y="108344"/>
                  <a:pt x="867902" y="113841"/>
                  <a:pt x="868120" y="121159"/>
                </a:cubicBezTo>
                <a:cubicBezTo>
                  <a:pt x="868338" y="128476"/>
                  <a:pt x="868448" y="133972"/>
                  <a:pt x="868448" y="137646"/>
                </a:cubicBezTo>
                <a:cubicBezTo>
                  <a:pt x="868448" y="140340"/>
                  <a:pt x="867605" y="142545"/>
                  <a:pt x="865920" y="144260"/>
                </a:cubicBezTo>
                <a:cubicBezTo>
                  <a:pt x="864235" y="145974"/>
                  <a:pt x="862020" y="146832"/>
                  <a:pt x="859274" y="146832"/>
                </a:cubicBezTo>
                <a:cubicBezTo>
                  <a:pt x="856591" y="146832"/>
                  <a:pt x="854391" y="145974"/>
                  <a:pt x="852675" y="144260"/>
                </a:cubicBezTo>
                <a:cubicBezTo>
                  <a:pt x="850959" y="142545"/>
                  <a:pt x="850101" y="140340"/>
                  <a:pt x="850101" y="137646"/>
                </a:cubicBezTo>
                <a:cubicBezTo>
                  <a:pt x="850101" y="133972"/>
                  <a:pt x="849992" y="128476"/>
                  <a:pt x="849773" y="121159"/>
                </a:cubicBezTo>
                <a:cubicBezTo>
                  <a:pt x="849555" y="113841"/>
                  <a:pt x="849446" y="108344"/>
                  <a:pt x="849446" y="104669"/>
                </a:cubicBezTo>
                <a:cubicBezTo>
                  <a:pt x="849446" y="98913"/>
                  <a:pt x="849758" y="91733"/>
                  <a:pt x="850382" y="83129"/>
                </a:cubicBezTo>
                <a:cubicBezTo>
                  <a:pt x="851006" y="74524"/>
                  <a:pt x="851318" y="67343"/>
                  <a:pt x="851318" y="61586"/>
                </a:cubicBezTo>
                <a:cubicBezTo>
                  <a:pt x="851318" y="58831"/>
                  <a:pt x="852176" y="56596"/>
                  <a:pt x="853892" y="54881"/>
                </a:cubicBezTo>
                <a:cubicBezTo>
                  <a:pt x="855608" y="53166"/>
                  <a:pt x="857808" y="52309"/>
                  <a:pt x="860491" y="52309"/>
                </a:cubicBezTo>
                <a:cubicBezTo>
                  <a:pt x="863175" y="52309"/>
                  <a:pt x="865374" y="53166"/>
                  <a:pt x="867090" y="54881"/>
                </a:cubicBezTo>
                <a:cubicBezTo>
                  <a:pt x="868807" y="56596"/>
                  <a:pt x="869665" y="58831"/>
                  <a:pt x="869665" y="61586"/>
                </a:cubicBezTo>
                <a:cubicBezTo>
                  <a:pt x="869665" y="67343"/>
                  <a:pt x="869353" y="74524"/>
                  <a:pt x="868729" y="83129"/>
                </a:cubicBezTo>
                <a:cubicBezTo>
                  <a:pt x="868104" y="91733"/>
                  <a:pt x="867792" y="98913"/>
                  <a:pt x="867792" y="104669"/>
                </a:cubicBezTo>
                <a:close/>
                <a:moveTo>
                  <a:pt x="974069" y="152889"/>
                </a:moveTo>
                <a:cubicBezTo>
                  <a:pt x="968702" y="152889"/>
                  <a:pt x="965675" y="150008"/>
                  <a:pt x="964989" y="144245"/>
                </a:cubicBezTo>
                <a:lnTo>
                  <a:pt x="962368" y="124105"/>
                </a:lnTo>
                <a:cubicBezTo>
                  <a:pt x="961494" y="116931"/>
                  <a:pt x="961057" y="110218"/>
                  <a:pt x="961057" y="103964"/>
                </a:cubicBezTo>
                <a:cubicBezTo>
                  <a:pt x="961057" y="102247"/>
                  <a:pt x="961167" y="99335"/>
                  <a:pt x="961385" y="95229"/>
                </a:cubicBezTo>
                <a:cubicBezTo>
                  <a:pt x="961603" y="91120"/>
                  <a:pt x="961713" y="88207"/>
                  <a:pt x="961713" y="86490"/>
                </a:cubicBezTo>
                <a:cubicBezTo>
                  <a:pt x="961713" y="73247"/>
                  <a:pt x="959217" y="66625"/>
                  <a:pt x="954224" y="66625"/>
                </a:cubicBezTo>
                <a:cubicBezTo>
                  <a:pt x="947235" y="66625"/>
                  <a:pt x="940558" y="70698"/>
                  <a:pt x="934193" y="78845"/>
                </a:cubicBezTo>
                <a:cubicBezTo>
                  <a:pt x="928452" y="86255"/>
                  <a:pt x="923958" y="95625"/>
                  <a:pt x="920713" y="106955"/>
                </a:cubicBezTo>
                <a:cubicBezTo>
                  <a:pt x="920589" y="109345"/>
                  <a:pt x="920308" y="112347"/>
                  <a:pt x="919871" y="115960"/>
                </a:cubicBezTo>
                <a:cubicBezTo>
                  <a:pt x="919497" y="119023"/>
                  <a:pt x="919309" y="121993"/>
                  <a:pt x="919309" y="124870"/>
                </a:cubicBezTo>
                <a:cubicBezTo>
                  <a:pt x="919309" y="126708"/>
                  <a:pt x="919497" y="129464"/>
                  <a:pt x="919871" y="133138"/>
                </a:cubicBezTo>
                <a:cubicBezTo>
                  <a:pt x="920245" y="136813"/>
                  <a:pt x="920433" y="139569"/>
                  <a:pt x="920433" y="141406"/>
                </a:cubicBezTo>
                <a:cubicBezTo>
                  <a:pt x="920433" y="144163"/>
                  <a:pt x="919575" y="146399"/>
                  <a:pt x="917859" y="148114"/>
                </a:cubicBezTo>
                <a:cubicBezTo>
                  <a:pt x="916142" y="149829"/>
                  <a:pt x="913943" y="150686"/>
                  <a:pt x="911259" y="150686"/>
                </a:cubicBezTo>
                <a:cubicBezTo>
                  <a:pt x="908514" y="150686"/>
                  <a:pt x="906298" y="149828"/>
                  <a:pt x="904613" y="148111"/>
                </a:cubicBezTo>
                <a:cubicBezTo>
                  <a:pt x="902928" y="146396"/>
                  <a:pt x="902086" y="144159"/>
                  <a:pt x="902086" y="141400"/>
                </a:cubicBezTo>
                <a:cubicBezTo>
                  <a:pt x="902086" y="139563"/>
                  <a:pt x="901883" y="136806"/>
                  <a:pt x="901478" y="133130"/>
                </a:cubicBezTo>
                <a:cubicBezTo>
                  <a:pt x="901072" y="129451"/>
                  <a:pt x="900869" y="126692"/>
                  <a:pt x="900869" y="124853"/>
                </a:cubicBezTo>
                <a:cubicBezTo>
                  <a:pt x="900869" y="118540"/>
                  <a:pt x="901322" y="109791"/>
                  <a:pt x="902226" y="98607"/>
                </a:cubicBezTo>
                <a:cubicBezTo>
                  <a:pt x="903131" y="87422"/>
                  <a:pt x="903584" y="78674"/>
                  <a:pt x="903584" y="72361"/>
                </a:cubicBezTo>
                <a:cubicBezTo>
                  <a:pt x="903584" y="70399"/>
                  <a:pt x="903475" y="67488"/>
                  <a:pt x="903256" y="63628"/>
                </a:cubicBezTo>
                <a:cubicBezTo>
                  <a:pt x="903038" y="59766"/>
                  <a:pt x="902928" y="56855"/>
                  <a:pt x="902928" y="54896"/>
                </a:cubicBezTo>
                <a:cubicBezTo>
                  <a:pt x="902928" y="52259"/>
                  <a:pt x="903818" y="50099"/>
                  <a:pt x="905596" y="48414"/>
                </a:cubicBezTo>
                <a:cubicBezTo>
                  <a:pt x="907375" y="46728"/>
                  <a:pt x="909574" y="45885"/>
                  <a:pt x="912195" y="45885"/>
                </a:cubicBezTo>
                <a:cubicBezTo>
                  <a:pt x="917937" y="45885"/>
                  <a:pt x="921088" y="49878"/>
                  <a:pt x="921650" y="57864"/>
                </a:cubicBezTo>
                <a:lnTo>
                  <a:pt x="921930" y="68644"/>
                </a:lnTo>
                <a:cubicBezTo>
                  <a:pt x="932414" y="54940"/>
                  <a:pt x="943179" y="48087"/>
                  <a:pt x="954224" y="48087"/>
                </a:cubicBezTo>
                <a:cubicBezTo>
                  <a:pt x="964209" y="48087"/>
                  <a:pt x="971167" y="52408"/>
                  <a:pt x="975098" y="61050"/>
                </a:cubicBezTo>
                <a:cubicBezTo>
                  <a:pt x="977782" y="66810"/>
                  <a:pt x="979248" y="75330"/>
                  <a:pt x="979498" y="86608"/>
                </a:cubicBezTo>
                <a:lnTo>
                  <a:pt x="979498" y="95891"/>
                </a:lnTo>
                <a:lnTo>
                  <a:pt x="979404" y="104440"/>
                </a:lnTo>
                <a:cubicBezTo>
                  <a:pt x="979404" y="109527"/>
                  <a:pt x="980075" y="116101"/>
                  <a:pt x="981417" y="124162"/>
                </a:cubicBezTo>
                <a:cubicBezTo>
                  <a:pt x="982758" y="132220"/>
                  <a:pt x="983429" y="138762"/>
                  <a:pt x="983429" y="143786"/>
                </a:cubicBezTo>
                <a:cubicBezTo>
                  <a:pt x="983429" y="146484"/>
                  <a:pt x="982540" y="148675"/>
                  <a:pt x="980761" y="150359"/>
                </a:cubicBezTo>
                <a:cubicBezTo>
                  <a:pt x="978983" y="152046"/>
                  <a:pt x="976752" y="152889"/>
                  <a:pt x="974069" y="152889"/>
                </a:cubicBezTo>
                <a:close/>
                <a:moveTo>
                  <a:pt x="1083808" y="106728"/>
                </a:moveTo>
                <a:lnTo>
                  <a:pt x="1081655" y="137563"/>
                </a:lnTo>
                <a:cubicBezTo>
                  <a:pt x="1081281" y="149799"/>
                  <a:pt x="1080001" y="159802"/>
                  <a:pt x="1077817" y="167572"/>
                </a:cubicBezTo>
                <a:cubicBezTo>
                  <a:pt x="1075009" y="177483"/>
                  <a:pt x="1070516" y="184794"/>
                  <a:pt x="1064338" y="189505"/>
                </a:cubicBezTo>
                <a:cubicBezTo>
                  <a:pt x="1056850" y="195195"/>
                  <a:pt x="1046023" y="198040"/>
                  <a:pt x="1031857" y="198040"/>
                </a:cubicBezTo>
                <a:cubicBezTo>
                  <a:pt x="1023557" y="198040"/>
                  <a:pt x="1016599" y="197489"/>
                  <a:pt x="1010983" y="196388"/>
                </a:cubicBezTo>
                <a:cubicBezTo>
                  <a:pt x="1003120" y="194858"/>
                  <a:pt x="999189" y="191677"/>
                  <a:pt x="999189" y="186844"/>
                </a:cubicBezTo>
                <a:cubicBezTo>
                  <a:pt x="999189" y="181399"/>
                  <a:pt x="1001903" y="178676"/>
                  <a:pt x="1007333" y="178676"/>
                </a:cubicBezTo>
                <a:cubicBezTo>
                  <a:pt x="1009579" y="178676"/>
                  <a:pt x="1013323" y="179211"/>
                  <a:pt x="1018565" y="180282"/>
                </a:cubicBezTo>
                <a:cubicBezTo>
                  <a:pt x="1023807" y="181353"/>
                  <a:pt x="1029611" y="181827"/>
                  <a:pt x="1035976" y="181705"/>
                </a:cubicBezTo>
                <a:cubicBezTo>
                  <a:pt x="1047957" y="181510"/>
                  <a:pt x="1056226" y="175485"/>
                  <a:pt x="1060781" y="163632"/>
                </a:cubicBezTo>
                <a:cubicBezTo>
                  <a:pt x="1063777" y="155728"/>
                  <a:pt x="1065368" y="143582"/>
                  <a:pt x="1065555" y="127193"/>
                </a:cubicBezTo>
                <a:cubicBezTo>
                  <a:pt x="1062185" y="134351"/>
                  <a:pt x="1058176" y="139720"/>
                  <a:pt x="1053527" y="143299"/>
                </a:cubicBezTo>
                <a:cubicBezTo>
                  <a:pt x="1048878" y="146878"/>
                  <a:pt x="1043558" y="148667"/>
                  <a:pt x="1037567" y="148667"/>
                </a:cubicBezTo>
                <a:cubicBezTo>
                  <a:pt x="1026272" y="148667"/>
                  <a:pt x="1017083" y="144886"/>
                  <a:pt x="1010000" y="137322"/>
                </a:cubicBezTo>
                <a:cubicBezTo>
                  <a:pt x="1002917" y="129759"/>
                  <a:pt x="999376" y="119945"/>
                  <a:pt x="999376" y="107881"/>
                </a:cubicBezTo>
                <a:cubicBezTo>
                  <a:pt x="999376" y="91347"/>
                  <a:pt x="1004212" y="78028"/>
                  <a:pt x="1013885" y="67924"/>
                </a:cubicBezTo>
                <a:cubicBezTo>
                  <a:pt x="1023869" y="57514"/>
                  <a:pt x="1037473" y="52309"/>
                  <a:pt x="1054697" y="52309"/>
                </a:cubicBezTo>
                <a:cubicBezTo>
                  <a:pt x="1060500" y="52309"/>
                  <a:pt x="1065368" y="53043"/>
                  <a:pt x="1069299" y="54511"/>
                </a:cubicBezTo>
                <a:cubicBezTo>
                  <a:pt x="1073231" y="55980"/>
                  <a:pt x="1076226" y="58182"/>
                  <a:pt x="1078285" y="61119"/>
                </a:cubicBezTo>
                <a:cubicBezTo>
                  <a:pt x="1084963" y="61302"/>
                  <a:pt x="1088301" y="64943"/>
                  <a:pt x="1088301" y="72039"/>
                </a:cubicBezTo>
                <a:cubicBezTo>
                  <a:pt x="1088301" y="76383"/>
                  <a:pt x="1087646" y="82195"/>
                  <a:pt x="1086335" y="89476"/>
                </a:cubicBezTo>
                <a:cubicBezTo>
                  <a:pt x="1084900" y="97919"/>
                  <a:pt x="1084058" y="103669"/>
                  <a:pt x="1083808" y="106728"/>
                </a:cubicBezTo>
                <a:moveTo>
                  <a:pt x="1053761" y="70663"/>
                </a:moveTo>
                <a:cubicBezTo>
                  <a:pt x="1041904" y="70663"/>
                  <a:pt x="1032731" y="74271"/>
                  <a:pt x="1026241" y="81486"/>
                </a:cubicBezTo>
                <a:cubicBezTo>
                  <a:pt x="1020437" y="87984"/>
                  <a:pt x="1017535" y="96247"/>
                  <a:pt x="1017535" y="106272"/>
                </a:cubicBezTo>
                <a:cubicBezTo>
                  <a:pt x="1017535" y="114258"/>
                  <a:pt x="1019252" y="120262"/>
                  <a:pt x="1022684" y="124282"/>
                </a:cubicBezTo>
                <a:cubicBezTo>
                  <a:pt x="1026116" y="128303"/>
                  <a:pt x="1031264" y="130313"/>
                  <a:pt x="1038129" y="130313"/>
                </a:cubicBezTo>
                <a:cubicBezTo>
                  <a:pt x="1044431" y="130313"/>
                  <a:pt x="1050547" y="127174"/>
                  <a:pt x="1056475" y="120895"/>
                </a:cubicBezTo>
                <a:cubicBezTo>
                  <a:pt x="1061842" y="115112"/>
                  <a:pt x="1064900" y="109384"/>
                  <a:pt x="1065649" y="103712"/>
                </a:cubicBezTo>
                <a:cubicBezTo>
                  <a:pt x="1066959" y="97762"/>
                  <a:pt x="1068363" y="88425"/>
                  <a:pt x="1069861" y="75702"/>
                </a:cubicBezTo>
                <a:cubicBezTo>
                  <a:pt x="1067365" y="73994"/>
                  <a:pt x="1064775" y="72728"/>
                  <a:pt x="1062092" y="71902"/>
                </a:cubicBezTo>
                <a:cubicBezTo>
                  <a:pt x="1059408" y="71076"/>
                  <a:pt x="1056631" y="70663"/>
                  <a:pt x="1053761" y="706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102" name="Text ,weuseonly">
            <a:extLst xmlns:a="http://schemas.openxmlformats.org/drawingml/2006/main">
              <a:ext uri="{FF2B5EF4-FFF2-40B4-BE49-F238E27FC236}">
                <a16:creationId xmlns:a16="http://schemas.microsoft.com/office/drawing/2014/main" id="{215FBA54-7301-470D-9534-6AFBC757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876" y="4604893"/>
            <a:ext cx="994127" cy="186360"/>
          </a:xfrm>
          <a:custGeom xmlns:a="http://schemas.openxmlformats.org/drawingml/2006/main">
            <a:pathLst>
              <a:path w="994127" h="186360">
                <a:moveTo>
                  <a:pt x="7403" y="166277"/>
                </a:moveTo>
                <a:cubicBezTo>
                  <a:pt x="5418" y="166277"/>
                  <a:pt x="3687" y="165511"/>
                  <a:pt x="2212" y="163980"/>
                </a:cubicBezTo>
                <a:cubicBezTo>
                  <a:pt x="737" y="162448"/>
                  <a:pt x="0" y="160689"/>
                  <a:pt x="0" y="158704"/>
                </a:cubicBezTo>
                <a:cubicBezTo>
                  <a:pt x="0" y="157058"/>
                  <a:pt x="1759" y="152180"/>
                  <a:pt x="5276" y="144067"/>
                </a:cubicBezTo>
                <a:cubicBezTo>
                  <a:pt x="8339" y="137033"/>
                  <a:pt x="10694" y="132012"/>
                  <a:pt x="12339" y="129005"/>
                </a:cubicBezTo>
                <a:cubicBezTo>
                  <a:pt x="13814" y="126282"/>
                  <a:pt x="15771" y="124921"/>
                  <a:pt x="18210" y="124921"/>
                </a:cubicBezTo>
                <a:cubicBezTo>
                  <a:pt x="20253" y="124921"/>
                  <a:pt x="21997" y="125701"/>
                  <a:pt x="23444" y="127261"/>
                </a:cubicBezTo>
                <a:cubicBezTo>
                  <a:pt x="24891" y="128821"/>
                  <a:pt x="25614" y="130594"/>
                  <a:pt x="25614" y="132579"/>
                </a:cubicBezTo>
                <a:cubicBezTo>
                  <a:pt x="25614" y="133941"/>
                  <a:pt x="21586" y="143642"/>
                  <a:pt x="13530" y="161682"/>
                </a:cubicBezTo>
                <a:cubicBezTo>
                  <a:pt x="12225" y="164745"/>
                  <a:pt x="10183" y="166277"/>
                  <a:pt x="7403" y="166277"/>
                </a:cubicBezTo>
                <a:close/>
                <a:moveTo>
                  <a:pt x="197048" y="60780"/>
                </a:moveTo>
                <a:cubicBezTo>
                  <a:pt x="192623" y="79307"/>
                  <a:pt x="186836" y="100251"/>
                  <a:pt x="179688" y="123610"/>
                </a:cubicBezTo>
                <a:cubicBezTo>
                  <a:pt x="178100" y="128772"/>
                  <a:pt x="175462" y="134076"/>
                  <a:pt x="171774" y="139523"/>
                </a:cubicBezTo>
                <a:cubicBezTo>
                  <a:pt x="169789" y="142529"/>
                  <a:pt x="167094" y="144004"/>
                  <a:pt x="163690" y="143947"/>
                </a:cubicBezTo>
                <a:cubicBezTo>
                  <a:pt x="157506" y="143834"/>
                  <a:pt x="152684" y="136145"/>
                  <a:pt x="149224" y="120881"/>
                </a:cubicBezTo>
                <a:cubicBezTo>
                  <a:pt x="148089" y="115994"/>
                  <a:pt x="146926" y="109344"/>
                  <a:pt x="145735" y="100932"/>
                </a:cubicBezTo>
                <a:lnTo>
                  <a:pt x="142927" y="81921"/>
                </a:lnTo>
                <a:lnTo>
                  <a:pt x="135949" y="98203"/>
                </a:lnTo>
                <a:lnTo>
                  <a:pt x="123014" y="133412"/>
                </a:lnTo>
                <a:cubicBezTo>
                  <a:pt x="122277" y="135571"/>
                  <a:pt x="121199" y="137219"/>
                  <a:pt x="119781" y="138355"/>
                </a:cubicBezTo>
                <a:cubicBezTo>
                  <a:pt x="118079" y="141653"/>
                  <a:pt x="115356" y="143358"/>
                  <a:pt x="111611" y="143471"/>
                </a:cubicBezTo>
                <a:cubicBezTo>
                  <a:pt x="107300" y="143642"/>
                  <a:pt x="103130" y="135174"/>
                  <a:pt x="99102" y="118068"/>
                </a:cubicBezTo>
                <a:cubicBezTo>
                  <a:pt x="97060" y="109259"/>
                  <a:pt x="95018" y="97324"/>
                  <a:pt x="92975" y="82264"/>
                </a:cubicBezTo>
                <a:lnTo>
                  <a:pt x="90933" y="69475"/>
                </a:lnTo>
                <a:cubicBezTo>
                  <a:pt x="90196" y="64361"/>
                  <a:pt x="89827" y="60070"/>
                  <a:pt x="89827" y="56602"/>
                </a:cubicBezTo>
                <a:cubicBezTo>
                  <a:pt x="89827" y="54216"/>
                  <a:pt x="90664" y="52242"/>
                  <a:pt x="92337" y="50680"/>
                </a:cubicBezTo>
                <a:cubicBezTo>
                  <a:pt x="94011" y="49116"/>
                  <a:pt x="96039" y="48334"/>
                  <a:pt x="98422" y="48334"/>
                </a:cubicBezTo>
                <a:cubicBezTo>
                  <a:pt x="102733" y="48334"/>
                  <a:pt x="105399" y="50693"/>
                  <a:pt x="106421" y="55411"/>
                </a:cubicBezTo>
                <a:cubicBezTo>
                  <a:pt x="107158" y="58763"/>
                  <a:pt x="107754" y="62911"/>
                  <a:pt x="108208" y="67856"/>
                </a:cubicBezTo>
                <a:lnTo>
                  <a:pt x="109484" y="80389"/>
                </a:lnTo>
                <a:lnTo>
                  <a:pt x="114505" y="118663"/>
                </a:lnTo>
                <a:cubicBezTo>
                  <a:pt x="120802" y="101158"/>
                  <a:pt x="127326" y="80983"/>
                  <a:pt x="134077" y="58136"/>
                </a:cubicBezTo>
                <a:cubicBezTo>
                  <a:pt x="135949" y="51829"/>
                  <a:pt x="139211" y="48675"/>
                  <a:pt x="143863" y="48675"/>
                </a:cubicBezTo>
                <a:cubicBezTo>
                  <a:pt x="148344" y="48675"/>
                  <a:pt x="151379" y="52198"/>
                  <a:pt x="152968" y="59245"/>
                </a:cubicBezTo>
                <a:cubicBezTo>
                  <a:pt x="154443" y="65895"/>
                  <a:pt x="156287" y="76125"/>
                  <a:pt x="158499" y="89936"/>
                </a:cubicBezTo>
                <a:cubicBezTo>
                  <a:pt x="160768" y="104257"/>
                  <a:pt x="162782" y="115424"/>
                  <a:pt x="164541" y="123437"/>
                </a:cubicBezTo>
                <a:lnTo>
                  <a:pt x="170753" y="100248"/>
                </a:lnTo>
                <a:lnTo>
                  <a:pt x="181730" y="53789"/>
                </a:lnTo>
                <a:cubicBezTo>
                  <a:pt x="182581" y="50379"/>
                  <a:pt x="185021" y="48675"/>
                  <a:pt x="189049" y="48675"/>
                </a:cubicBezTo>
                <a:cubicBezTo>
                  <a:pt x="191431" y="48675"/>
                  <a:pt x="193502" y="49479"/>
                  <a:pt x="195261" y="51087"/>
                </a:cubicBezTo>
                <a:cubicBezTo>
                  <a:pt x="197019" y="52695"/>
                  <a:pt x="197898" y="54628"/>
                  <a:pt x="197898" y="56887"/>
                </a:cubicBezTo>
                <a:cubicBezTo>
                  <a:pt x="197898" y="57168"/>
                  <a:pt x="197615" y="58466"/>
                  <a:pt x="197048" y="60780"/>
                </a:cubicBezTo>
                <a:close/>
                <a:moveTo>
                  <a:pt x="254830" y="140919"/>
                </a:moveTo>
                <a:cubicBezTo>
                  <a:pt x="242009" y="140919"/>
                  <a:pt x="231627" y="137711"/>
                  <a:pt x="223685" y="131295"/>
                </a:cubicBezTo>
                <a:cubicBezTo>
                  <a:pt x="215005" y="124196"/>
                  <a:pt x="210665" y="114259"/>
                  <a:pt x="210665" y="101482"/>
                </a:cubicBezTo>
                <a:cubicBezTo>
                  <a:pt x="210665" y="86720"/>
                  <a:pt x="214239" y="74342"/>
                  <a:pt x="221387" y="64348"/>
                </a:cubicBezTo>
                <a:cubicBezTo>
                  <a:pt x="229159" y="53445"/>
                  <a:pt x="239541" y="47994"/>
                  <a:pt x="252532" y="47994"/>
                </a:cubicBezTo>
                <a:cubicBezTo>
                  <a:pt x="261949" y="47994"/>
                  <a:pt x="269636" y="49582"/>
                  <a:pt x="275593" y="52759"/>
                </a:cubicBezTo>
                <a:cubicBezTo>
                  <a:pt x="282911" y="56674"/>
                  <a:pt x="286570" y="62687"/>
                  <a:pt x="286570" y="70800"/>
                </a:cubicBezTo>
                <a:cubicBezTo>
                  <a:pt x="286570" y="76473"/>
                  <a:pt x="283365" y="81635"/>
                  <a:pt x="276955" y="86287"/>
                </a:cubicBezTo>
                <a:cubicBezTo>
                  <a:pt x="274118" y="88329"/>
                  <a:pt x="268105" y="91506"/>
                  <a:pt x="258914" y="95818"/>
                </a:cubicBezTo>
                <a:lnTo>
                  <a:pt x="226408" y="111220"/>
                </a:lnTo>
                <a:cubicBezTo>
                  <a:pt x="229585" y="115929"/>
                  <a:pt x="233542" y="119474"/>
                  <a:pt x="238279" y="121857"/>
                </a:cubicBezTo>
                <a:cubicBezTo>
                  <a:pt x="243016" y="124240"/>
                  <a:pt x="248533" y="125431"/>
                  <a:pt x="254830" y="125431"/>
                </a:cubicBezTo>
                <a:cubicBezTo>
                  <a:pt x="258744" y="125431"/>
                  <a:pt x="263339" y="124694"/>
                  <a:pt x="268615" y="123219"/>
                </a:cubicBezTo>
                <a:cubicBezTo>
                  <a:pt x="275309" y="121347"/>
                  <a:pt x="279621" y="118893"/>
                  <a:pt x="281550" y="115858"/>
                </a:cubicBezTo>
                <a:cubicBezTo>
                  <a:pt x="283479" y="112823"/>
                  <a:pt x="285549" y="111305"/>
                  <a:pt x="287762" y="111305"/>
                </a:cubicBezTo>
                <a:cubicBezTo>
                  <a:pt x="289747" y="111305"/>
                  <a:pt x="291520" y="112060"/>
                  <a:pt x="293080" y="113568"/>
                </a:cubicBezTo>
                <a:cubicBezTo>
                  <a:pt x="294640" y="115075"/>
                  <a:pt x="295420" y="116824"/>
                  <a:pt x="295420" y="118815"/>
                </a:cubicBezTo>
                <a:cubicBezTo>
                  <a:pt x="295420" y="125130"/>
                  <a:pt x="290343" y="130564"/>
                  <a:pt x="280188" y="135116"/>
                </a:cubicBezTo>
                <a:cubicBezTo>
                  <a:pt x="271509" y="138984"/>
                  <a:pt x="263056" y="140919"/>
                  <a:pt x="254830" y="140919"/>
                </a:cubicBezTo>
                <a:moveTo>
                  <a:pt x="252532" y="63311"/>
                </a:moveTo>
                <a:cubicBezTo>
                  <a:pt x="245611" y="63311"/>
                  <a:pt x="239853" y="65992"/>
                  <a:pt x="235258" y="71353"/>
                </a:cubicBezTo>
                <a:cubicBezTo>
                  <a:pt x="230663" y="76714"/>
                  <a:pt x="227230" y="84784"/>
                  <a:pt x="224961" y="95563"/>
                </a:cubicBezTo>
                <a:lnTo>
                  <a:pt x="251086" y="83139"/>
                </a:lnTo>
                <a:cubicBezTo>
                  <a:pt x="261354" y="78146"/>
                  <a:pt x="268672" y="73806"/>
                  <a:pt x="273040" y="70119"/>
                </a:cubicBezTo>
                <a:cubicBezTo>
                  <a:pt x="268161" y="65580"/>
                  <a:pt x="261325" y="63311"/>
                  <a:pt x="252532" y="63311"/>
                </a:cubicBezTo>
                <a:close/>
                <a:moveTo>
                  <a:pt x="432663" y="87308"/>
                </a:moveTo>
                <a:cubicBezTo>
                  <a:pt x="432663" y="91393"/>
                  <a:pt x="432691" y="97520"/>
                  <a:pt x="432748" y="105689"/>
                </a:cubicBezTo>
                <a:cubicBezTo>
                  <a:pt x="432804" y="113858"/>
                  <a:pt x="432833" y="119985"/>
                  <a:pt x="432833" y="124070"/>
                </a:cubicBezTo>
                <a:cubicBezTo>
                  <a:pt x="432833" y="125318"/>
                  <a:pt x="432932" y="127218"/>
                  <a:pt x="433131" y="129771"/>
                </a:cubicBezTo>
                <a:cubicBezTo>
                  <a:pt x="433329" y="132324"/>
                  <a:pt x="433429" y="134224"/>
                  <a:pt x="433429" y="135472"/>
                </a:cubicBezTo>
                <a:cubicBezTo>
                  <a:pt x="433429" y="137912"/>
                  <a:pt x="432606" y="139912"/>
                  <a:pt x="430961" y="141472"/>
                </a:cubicBezTo>
                <a:cubicBezTo>
                  <a:pt x="429316" y="143032"/>
                  <a:pt x="427302" y="143812"/>
                  <a:pt x="424919" y="143812"/>
                </a:cubicBezTo>
                <a:cubicBezTo>
                  <a:pt x="420551" y="143812"/>
                  <a:pt x="417771" y="141117"/>
                  <a:pt x="416580" y="135728"/>
                </a:cubicBezTo>
                <a:cubicBezTo>
                  <a:pt x="409488" y="139415"/>
                  <a:pt x="401319" y="141259"/>
                  <a:pt x="392072" y="141259"/>
                </a:cubicBezTo>
                <a:cubicBezTo>
                  <a:pt x="384640" y="141259"/>
                  <a:pt x="378485" y="139614"/>
                  <a:pt x="373606" y="136323"/>
                </a:cubicBezTo>
                <a:cubicBezTo>
                  <a:pt x="368217" y="132693"/>
                  <a:pt x="365012" y="127388"/>
                  <a:pt x="363990" y="120411"/>
                </a:cubicBezTo>
                <a:cubicBezTo>
                  <a:pt x="361778" y="105377"/>
                  <a:pt x="360672" y="91989"/>
                  <a:pt x="360672" y="80245"/>
                </a:cubicBezTo>
                <a:cubicBezTo>
                  <a:pt x="360672" y="72473"/>
                  <a:pt x="361523" y="63623"/>
                  <a:pt x="363225" y="53695"/>
                </a:cubicBezTo>
                <a:cubicBezTo>
                  <a:pt x="364019" y="48760"/>
                  <a:pt x="366713" y="46292"/>
                  <a:pt x="371309" y="46292"/>
                </a:cubicBezTo>
                <a:cubicBezTo>
                  <a:pt x="373748" y="46292"/>
                  <a:pt x="375790" y="47071"/>
                  <a:pt x="377436" y="48630"/>
                </a:cubicBezTo>
                <a:cubicBezTo>
                  <a:pt x="379081" y="50188"/>
                  <a:pt x="379903" y="52186"/>
                  <a:pt x="379903" y="54624"/>
                </a:cubicBezTo>
                <a:cubicBezTo>
                  <a:pt x="379903" y="57230"/>
                  <a:pt x="379492" y="61395"/>
                  <a:pt x="378669" y="67119"/>
                </a:cubicBezTo>
                <a:cubicBezTo>
                  <a:pt x="377847" y="72842"/>
                  <a:pt x="377436" y="77205"/>
                  <a:pt x="377436" y="80208"/>
                </a:cubicBezTo>
                <a:cubicBezTo>
                  <a:pt x="377436" y="89671"/>
                  <a:pt x="377748" y="97775"/>
                  <a:pt x="378372" y="104519"/>
                </a:cubicBezTo>
                <a:cubicBezTo>
                  <a:pt x="378996" y="111263"/>
                  <a:pt x="379932" y="116674"/>
                  <a:pt x="381180" y="120754"/>
                </a:cubicBezTo>
                <a:cubicBezTo>
                  <a:pt x="383052" y="121775"/>
                  <a:pt x="384896" y="122555"/>
                  <a:pt x="386711" y="123094"/>
                </a:cubicBezTo>
                <a:cubicBezTo>
                  <a:pt x="388526" y="123631"/>
                  <a:pt x="390313" y="123899"/>
                  <a:pt x="392072" y="123899"/>
                </a:cubicBezTo>
                <a:cubicBezTo>
                  <a:pt x="399674" y="123899"/>
                  <a:pt x="407701" y="122682"/>
                  <a:pt x="416154" y="120246"/>
                </a:cubicBezTo>
                <a:lnTo>
                  <a:pt x="416069" y="102990"/>
                </a:lnTo>
                <a:lnTo>
                  <a:pt x="415899" y="86500"/>
                </a:lnTo>
                <a:cubicBezTo>
                  <a:pt x="415899" y="74258"/>
                  <a:pt x="416438" y="63633"/>
                  <a:pt x="417516" y="54624"/>
                </a:cubicBezTo>
                <a:cubicBezTo>
                  <a:pt x="418140" y="49410"/>
                  <a:pt x="420891" y="46803"/>
                  <a:pt x="425770" y="46803"/>
                </a:cubicBezTo>
                <a:cubicBezTo>
                  <a:pt x="428209" y="46803"/>
                  <a:pt x="430252" y="47597"/>
                  <a:pt x="431897" y="49185"/>
                </a:cubicBezTo>
                <a:cubicBezTo>
                  <a:pt x="433542" y="50774"/>
                  <a:pt x="434308" y="52759"/>
                  <a:pt x="434194" y="55142"/>
                </a:cubicBezTo>
                <a:lnTo>
                  <a:pt x="432663" y="87308"/>
                </a:lnTo>
                <a:close/>
                <a:moveTo>
                  <a:pt x="512160" y="71480"/>
                </a:moveTo>
                <a:cubicBezTo>
                  <a:pt x="509039" y="71480"/>
                  <a:pt x="506855" y="70438"/>
                  <a:pt x="505607" y="68353"/>
                </a:cubicBezTo>
                <a:cubicBezTo>
                  <a:pt x="504756" y="66889"/>
                  <a:pt x="504019" y="63847"/>
                  <a:pt x="503395" y="59227"/>
                </a:cubicBezTo>
                <a:cubicBezTo>
                  <a:pt x="499140" y="60303"/>
                  <a:pt x="492588" y="62286"/>
                  <a:pt x="483738" y="65175"/>
                </a:cubicBezTo>
                <a:cubicBezTo>
                  <a:pt x="474604" y="68803"/>
                  <a:pt x="470009" y="73279"/>
                  <a:pt x="469952" y="78605"/>
                </a:cubicBezTo>
                <a:cubicBezTo>
                  <a:pt x="471654" y="79229"/>
                  <a:pt x="473328" y="79682"/>
                  <a:pt x="474973" y="79966"/>
                </a:cubicBezTo>
                <a:cubicBezTo>
                  <a:pt x="488021" y="82289"/>
                  <a:pt x="497722" y="85490"/>
                  <a:pt x="504076" y="89571"/>
                </a:cubicBezTo>
                <a:cubicBezTo>
                  <a:pt x="513323" y="95523"/>
                  <a:pt x="517946" y="104138"/>
                  <a:pt x="517946" y="115416"/>
                </a:cubicBezTo>
                <a:cubicBezTo>
                  <a:pt x="517946" y="124655"/>
                  <a:pt x="513947" y="131625"/>
                  <a:pt x="505948" y="136329"/>
                </a:cubicBezTo>
                <a:cubicBezTo>
                  <a:pt x="499310" y="140183"/>
                  <a:pt x="490914" y="142110"/>
                  <a:pt x="480759" y="142110"/>
                </a:cubicBezTo>
                <a:cubicBezTo>
                  <a:pt x="473328" y="142110"/>
                  <a:pt x="466236" y="140862"/>
                  <a:pt x="459485" y="138366"/>
                </a:cubicBezTo>
                <a:cubicBezTo>
                  <a:pt x="450749" y="135189"/>
                  <a:pt x="446381" y="130764"/>
                  <a:pt x="446381" y="125091"/>
                </a:cubicBezTo>
                <a:cubicBezTo>
                  <a:pt x="446381" y="122822"/>
                  <a:pt x="447274" y="120836"/>
                  <a:pt x="449061" y="119134"/>
                </a:cubicBezTo>
                <a:cubicBezTo>
                  <a:pt x="450848" y="117432"/>
                  <a:pt x="452876" y="116581"/>
                  <a:pt x="455145" y="116581"/>
                </a:cubicBezTo>
                <a:cubicBezTo>
                  <a:pt x="456904" y="116581"/>
                  <a:pt x="459173" y="117943"/>
                  <a:pt x="461953" y="120666"/>
                </a:cubicBezTo>
                <a:cubicBezTo>
                  <a:pt x="463315" y="121971"/>
                  <a:pt x="466378" y="123048"/>
                  <a:pt x="471143" y="123899"/>
                </a:cubicBezTo>
                <a:cubicBezTo>
                  <a:pt x="474944" y="124580"/>
                  <a:pt x="478150" y="124921"/>
                  <a:pt x="480759" y="124921"/>
                </a:cubicBezTo>
                <a:cubicBezTo>
                  <a:pt x="485525" y="124921"/>
                  <a:pt x="489723" y="124354"/>
                  <a:pt x="493353" y="123221"/>
                </a:cubicBezTo>
                <a:cubicBezTo>
                  <a:pt x="498629" y="121578"/>
                  <a:pt x="501267" y="118972"/>
                  <a:pt x="501267" y="115403"/>
                </a:cubicBezTo>
                <a:cubicBezTo>
                  <a:pt x="501267" y="107697"/>
                  <a:pt x="495878" y="102484"/>
                  <a:pt x="485099" y="99764"/>
                </a:cubicBezTo>
                <a:lnTo>
                  <a:pt x="476249" y="97807"/>
                </a:lnTo>
                <a:cubicBezTo>
                  <a:pt x="468704" y="96160"/>
                  <a:pt x="463343" y="94229"/>
                  <a:pt x="460166" y="92015"/>
                </a:cubicBezTo>
                <a:cubicBezTo>
                  <a:pt x="455571" y="88836"/>
                  <a:pt x="453273" y="84041"/>
                  <a:pt x="453273" y="77629"/>
                </a:cubicBezTo>
                <a:cubicBezTo>
                  <a:pt x="453273" y="65765"/>
                  <a:pt x="458861" y="57307"/>
                  <a:pt x="470037" y="52254"/>
                </a:cubicBezTo>
                <a:cubicBezTo>
                  <a:pt x="473441" y="50722"/>
                  <a:pt x="478887" y="48893"/>
                  <a:pt x="486376" y="46765"/>
                </a:cubicBezTo>
                <a:cubicBezTo>
                  <a:pt x="493864" y="44636"/>
                  <a:pt x="499225" y="42833"/>
                  <a:pt x="502459" y="41357"/>
                </a:cubicBezTo>
                <a:cubicBezTo>
                  <a:pt x="504785" y="40335"/>
                  <a:pt x="507309" y="39825"/>
                  <a:pt x="510032" y="39825"/>
                </a:cubicBezTo>
                <a:cubicBezTo>
                  <a:pt x="512472" y="39825"/>
                  <a:pt x="514471" y="40619"/>
                  <a:pt x="516031" y="42208"/>
                </a:cubicBezTo>
                <a:cubicBezTo>
                  <a:pt x="517592" y="43796"/>
                  <a:pt x="518372" y="45867"/>
                  <a:pt x="518372" y="48419"/>
                </a:cubicBezTo>
                <a:cubicBezTo>
                  <a:pt x="518372" y="50065"/>
                  <a:pt x="518726" y="52476"/>
                  <a:pt x="519435" y="55653"/>
                </a:cubicBezTo>
                <a:cubicBezTo>
                  <a:pt x="520144" y="58830"/>
                  <a:pt x="520499" y="61241"/>
                  <a:pt x="520499" y="62886"/>
                </a:cubicBezTo>
                <a:cubicBezTo>
                  <a:pt x="520499" y="65439"/>
                  <a:pt x="519719" y="67509"/>
                  <a:pt x="518159" y="69098"/>
                </a:cubicBezTo>
                <a:cubicBezTo>
                  <a:pt x="516599" y="70686"/>
                  <a:pt x="514599" y="71480"/>
                  <a:pt x="512160" y="71480"/>
                </a:cubicBezTo>
                <a:close/>
                <a:moveTo>
                  <a:pt x="579506" y="140919"/>
                </a:moveTo>
                <a:cubicBezTo>
                  <a:pt x="566685" y="140919"/>
                  <a:pt x="556304" y="137711"/>
                  <a:pt x="548361" y="131295"/>
                </a:cubicBezTo>
                <a:cubicBezTo>
                  <a:pt x="539681" y="124196"/>
                  <a:pt x="535342" y="114259"/>
                  <a:pt x="535342" y="101482"/>
                </a:cubicBezTo>
                <a:cubicBezTo>
                  <a:pt x="535342" y="86720"/>
                  <a:pt x="538916" y="74342"/>
                  <a:pt x="546064" y="64348"/>
                </a:cubicBezTo>
                <a:cubicBezTo>
                  <a:pt x="553836" y="53445"/>
                  <a:pt x="564217" y="47994"/>
                  <a:pt x="577209" y="47994"/>
                </a:cubicBezTo>
                <a:cubicBezTo>
                  <a:pt x="586626" y="47994"/>
                  <a:pt x="594313" y="49582"/>
                  <a:pt x="600270" y="52759"/>
                </a:cubicBezTo>
                <a:cubicBezTo>
                  <a:pt x="607588" y="56674"/>
                  <a:pt x="611247" y="62687"/>
                  <a:pt x="611247" y="70800"/>
                </a:cubicBezTo>
                <a:cubicBezTo>
                  <a:pt x="611247" y="76473"/>
                  <a:pt x="608042" y="81635"/>
                  <a:pt x="601631" y="86287"/>
                </a:cubicBezTo>
                <a:cubicBezTo>
                  <a:pt x="598795" y="88329"/>
                  <a:pt x="592781" y="91506"/>
                  <a:pt x="583591" y="95818"/>
                </a:cubicBezTo>
                <a:lnTo>
                  <a:pt x="551084" y="111220"/>
                </a:lnTo>
                <a:cubicBezTo>
                  <a:pt x="554261" y="115929"/>
                  <a:pt x="558218" y="119474"/>
                  <a:pt x="562955" y="121857"/>
                </a:cubicBezTo>
                <a:cubicBezTo>
                  <a:pt x="567692" y="124240"/>
                  <a:pt x="573209" y="125431"/>
                  <a:pt x="579506" y="125431"/>
                </a:cubicBezTo>
                <a:cubicBezTo>
                  <a:pt x="583421" y="125431"/>
                  <a:pt x="588016" y="124694"/>
                  <a:pt x="593292" y="123219"/>
                </a:cubicBezTo>
                <a:cubicBezTo>
                  <a:pt x="599986" y="121347"/>
                  <a:pt x="604298" y="118893"/>
                  <a:pt x="606226" y="115858"/>
                </a:cubicBezTo>
                <a:cubicBezTo>
                  <a:pt x="608155" y="112823"/>
                  <a:pt x="610226" y="111305"/>
                  <a:pt x="612438" y="111305"/>
                </a:cubicBezTo>
                <a:cubicBezTo>
                  <a:pt x="614424" y="111305"/>
                  <a:pt x="616197" y="112060"/>
                  <a:pt x="617757" y="113568"/>
                </a:cubicBezTo>
                <a:cubicBezTo>
                  <a:pt x="619317" y="115075"/>
                  <a:pt x="620097" y="116824"/>
                  <a:pt x="620097" y="118815"/>
                </a:cubicBezTo>
                <a:cubicBezTo>
                  <a:pt x="620097" y="125130"/>
                  <a:pt x="615020" y="130564"/>
                  <a:pt x="604865" y="135116"/>
                </a:cubicBezTo>
                <a:cubicBezTo>
                  <a:pt x="596185" y="138984"/>
                  <a:pt x="587732" y="140919"/>
                  <a:pt x="579506" y="140919"/>
                </a:cubicBezTo>
                <a:moveTo>
                  <a:pt x="577209" y="63311"/>
                </a:moveTo>
                <a:cubicBezTo>
                  <a:pt x="570288" y="63311"/>
                  <a:pt x="564529" y="65992"/>
                  <a:pt x="559934" y="71353"/>
                </a:cubicBezTo>
                <a:cubicBezTo>
                  <a:pt x="555339" y="76714"/>
                  <a:pt x="551907" y="84784"/>
                  <a:pt x="549638" y="95563"/>
                </a:cubicBezTo>
                <a:lnTo>
                  <a:pt x="575762" y="83139"/>
                </a:lnTo>
                <a:cubicBezTo>
                  <a:pt x="586030" y="78146"/>
                  <a:pt x="593349" y="73806"/>
                  <a:pt x="597717" y="70119"/>
                </a:cubicBezTo>
                <a:cubicBezTo>
                  <a:pt x="592838" y="65580"/>
                  <a:pt x="586002" y="63311"/>
                  <a:pt x="577209" y="63311"/>
                </a:cubicBezTo>
                <a:close/>
                <a:moveTo>
                  <a:pt x="719812" y="142110"/>
                </a:moveTo>
                <a:cubicBezTo>
                  <a:pt x="710281" y="142110"/>
                  <a:pt x="702084" y="138586"/>
                  <a:pt x="695219" y="131539"/>
                </a:cubicBezTo>
                <a:cubicBezTo>
                  <a:pt x="687561" y="123696"/>
                  <a:pt x="683533" y="113153"/>
                  <a:pt x="683136" y="99910"/>
                </a:cubicBezTo>
                <a:cubicBezTo>
                  <a:pt x="682795" y="87066"/>
                  <a:pt x="686029" y="75757"/>
                  <a:pt x="692837" y="65981"/>
                </a:cubicBezTo>
                <a:cubicBezTo>
                  <a:pt x="700779" y="54444"/>
                  <a:pt x="711841" y="48675"/>
                  <a:pt x="726024" y="48675"/>
                </a:cubicBezTo>
                <a:cubicBezTo>
                  <a:pt x="737370" y="48675"/>
                  <a:pt x="745965" y="53875"/>
                  <a:pt x="751808" y="64277"/>
                </a:cubicBezTo>
                <a:cubicBezTo>
                  <a:pt x="756460" y="72687"/>
                  <a:pt x="758701" y="82803"/>
                  <a:pt x="758531" y="94624"/>
                </a:cubicBezTo>
                <a:cubicBezTo>
                  <a:pt x="758360" y="107241"/>
                  <a:pt x="755070" y="118012"/>
                  <a:pt x="748659" y="126936"/>
                </a:cubicBezTo>
                <a:cubicBezTo>
                  <a:pt x="741398" y="137052"/>
                  <a:pt x="731782" y="142110"/>
                  <a:pt x="719812" y="142110"/>
                </a:cubicBezTo>
                <a:moveTo>
                  <a:pt x="724918" y="66034"/>
                </a:moveTo>
                <a:cubicBezTo>
                  <a:pt x="716578" y="65978"/>
                  <a:pt x="710083" y="69954"/>
                  <a:pt x="705431" y="77964"/>
                </a:cubicBezTo>
                <a:cubicBezTo>
                  <a:pt x="701743" y="84385"/>
                  <a:pt x="699900" y="91714"/>
                  <a:pt x="699900" y="99950"/>
                </a:cubicBezTo>
                <a:cubicBezTo>
                  <a:pt x="699900" y="108189"/>
                  <a:pt x="702140" y="114609"/>
                  <a:pt x="706622" y="119211"/>
                </a:cubicBezTo>
                <a:cubicBezTo>
                  <a:pt x="710366" y="123017"/>
                  <a:pt x="714763" y="124921"/>
                  <a:pt x="719812" y="124921"/>
                </a:cubicBezTo>
                <a:cubicBezTo>
                  <a:pt x="725712" y="124921"/>
                  <a:pt x="730789" y="122761"/>
                  <a:pt x="735044" y="118443"/>
                </a:cubicBezTo>
                <a:cubicBezTo>
                  <a:pt x="739866" y="113672"/>
                  <a:pt x="742419" y="107224"/>
                  <a:pt x="742703" y="99099"/>
                </a:cubicBezTo>
                <a:cubicBezTo>
                  <a:pt x="743497" y="77113"/>
                  <a:pt x="737569" y="66091"/>
                  <a:pt x="724918" y="66034"/>
                </a:cubicBezTo>
                <a:close/>
                <a:moveTo>
                  <a:pt x="844665" y="143131"/>
                </a:moveTo>
                <a:cubicBezTo>
                  <a:pt x="839786" y="143131"/>
                  <a:pt x="837035" y="140459"/>
                  <a:pt x="836411" y="135116"/>
                </a:cubicBezTo>
                <a:lnTo>
                  <a:pt x="834028" y="116440"/>
                </a:lnTo>
                <a:cubicBezTo>
                  <a:pt x="833234" y="109789"/>
                  <a:pt x="832837" y="103563"/>
                  <a:pt x="832837" y="97764"/>
                </a:cubicBezTo>
                <a:cubicBezTo>
                  <a:pt x="832837" y="96172"/>
                  <a:pt x="832936" y="93472"/>
                  <a:pt x="833135" y="89664"/>
                </a:cubicBezTo>
                <a:cubicBezTo>
                  <a:pt x="833333" y="85855"/>
                  <a:pt x="833432" y="83154"/>
                  <a:pt x="833432" y="81562"/>
                </a:cubicBezTo>
                <a:cubicBezTo>
                  <a:pt x="833432" y="69281"/>
                  <a:pt x="831163" y="63141"/>
                  <a:pt x="826625" y="63141"/>
                </a:cubicBezTo>
                <a:cubicBezTo>
                  <a:pt x="820271" y="63141"/>
                  <a:pt x="814201" y="66918"/>
                  <a:pt x="808414" y="74472"/>
                </a:cubicBezTo>
                <a:cubicBezTo>
                  <a:pt x="803195" y="81344"/>
                  <a:pt x="799110" y="90032"/>
                  <a:pt x="796160" y="100538"/>
                </a:cubicBezTo>
                <a:cubicBezTo>
                  <a:pt x="796047" y="102754"/>
                  <a:pt x="795792" y="105537"/>
                  <a:pt x="795395" y="108888"/>
                </a:cubicBezTo>
                <a:cubicBezTo>
                  <a:pt x="795054" y="111728"/>
                  <a:pt x="794884" y="114482"/>
                  <a:pt x="794884" y="117150"/>
                </a:cubicBezTo>
                <a:cubicBezTo>
                  <a:pt x="794884" y="118854"/>
                  <a:pt x="795054" y="121410"/>
                  <a:pt x="795395" y="124817"/>
                </a:cubicBezTo>
                <a:cubicBezTo>
                  <a:pt x="795735" y="128224"/>
                  <a:pt x="795905" y="130780"/>
                  <a:pt x="795905" y="132483"/>
                </a:cubicBezTo>
                <a:cubicBezTo>
                  <a:pt x="795905" y="135040"/>
                  <a:pt x="795125" y="137113"/>
                  <a:pt x="793565" y="138703"/>
                </a:cubicBezTo>
                <a:cubicBezTo>
                  <a:pt x="792005" y="140294"/>
                  <a:pt x="790005" y="141089"/>
                  <a:pt x="787566" y="141089"/>
                </a:cubicBezTo>
                <a:cubicBezTo>
                  <a:pt x="785070" y="141089"/>
                  <a:pt x="783056" y="140293"/>
                  <a:pt x="781524" y="138701"/>
                </a:cubicBezTo>
                <a:cubicBezTo>
                  <a:pt x="779992" y="137111"/>
                  <a:pt x="779226" y="135036"/>
                  <a:pt x="779226" y="132478"/>
                </a:cubicBezTo>
                <a:cubicBezTo>
                  <a:pt x="779226" y="130774"/>
                  <a:pt x="779042" y="128218"/>
                  <a:pt x="778673" y="124809"/>
                </a:cubicBezTo>
                <a:cubicBezTo>
                  <a:pt x="778304" y="121398"/>
                  <a:pt x="778120" y="118840"/>
                  <a:pt x="778120" y="117134"/>
                </a:cubicBezTo>
                <a:cubicBezTo>
                  <a:pt x="778120" y="111280"/>
                  <a:pt x="778531" y="103168"/>
                  <a:pt x="779354" y="92797"/>
                </a:cubicBezTo>
                <a:cubicBezTo>
                  <a:pt x="780177" y="82426"/>
                  <a:pt x="780588" y="74313"/>
                  <a:pt x="780588" y="68460"/>
                </a:cubicBezTo>
                <a:cubicBezTo>
                  <a:pt x="780588" y="66641"/>
                  <a:pt x="780489" y="63941"/>
                  <a:pt x="780290" y="60362"/>
                </a:cubicBezTo>
                <a:cubicBezTo>
                  <a:pt x="780091" y="56781"/>
                  <a:pt x="779992" y="54082"/>
                  <a:pt x="779992" y="52265"/>
                </a:cubicBezTo>
                <a:cubicBezTo>
                  <a:pt x="779992" y="49820"/>
                  <a:pt x="780801" y="47817"/>
                  <a:pt x="782417" y="46255"/>
                </a:cubicBezTo>
                <a:cubicBezTo>
                  <a:pt x="784034" y="44691"/>
                  <a:pt x="786034" y="43909"/>
                  <a:pt x="788417" y="43909"/>
                </a:cubicBezTo>
                <a:cubicBezTo>
                  <a:pt x="793636" y="43909"/>
                  <a:pt x="796501" y="47612"/>
                  <a:pt x="797011" y="55017"/>
                </a:cubicBezTo>
                <a:lnTo>
                  <a:pt x="797267" y="65013"/>
                </a:lnTo>
                <a:cubicBezTo>
                  <a:pt x="806797" y="52306"/>
                  <a:pt x="816583" y="45952"/>
                  <a:pt x="826625" y="45952"/>
                </a:cubicBezTo>
                <a:cubicBezTo>
                  <a:pt x="835702" y="45952"/>
                  <a:pt x="842027" y="49958"/>
                  <a:pt x="845601" y="57971"/>
                </a:cubicBezTo>
                <a:cubicBezTo>
                  <a:pt x="848040" y="63313"/>
                  <a:pt x="849374" y="71213"/>
                  <a:pt x="849601" y="81671"/>
                </a:cubicBezTo>
                <a:lnTo>
                  <a:pt x="849601" y="90279"/>
                </a:lnTo>
                <a:lnTo>
                  <a:pt x="849515" y="98206"/>
                </a:lnTo>
                <a:cubicBezTo>
                  <a:pt x="849515" y="102923"/>
                  <a:pt x="850125" y="109019"/>
                  <a:pt x="851345" y="116493"/>
                </a:cubicBezTo>
                <a:cubicBezTo>
                  <a:pt x="852565" y="123966"/>
                  <a:pt x="853175" y="130032"/>
                  <a:pt x="853175" y="134691"/>
                </a:cubicBezTo>
                <a:cubicBezTo>
                  <a:pt x="853175" y="137192"/>
                  <a:pt x="852366" y="139224"/>
                  <a:pt x="850749" y="140786"/>
                </a:cubicBezTo>
                <a:cubicBezTo>
                  <a:pt x="849133" y="142349"/>
                  <a:pt x="847104" y="143131"/>
                  <a:pt x="844665" y="143131"/>
                </a:cubicBezTo>
                <a:close/>
                <a:moveTo>
                  <a:pt x="892506" y="70119"/>
                </a:moveTo>
                <a:lnTo>
                  <a:pt x="891229" y="112462"/>
                </a:lnTo>
                <a:cubicBezTo>
                  <a:pt x="891229" y="116949"/>
                  <a:pt x="891002" y="123538"/>
                  <a:pt x="890549" y="132228"/>
                </a:cubicBezTo>
                <a:cubicBezTo>
                  <a:pt x="889981" y="137908"/>
                  <a:pt x="887201" y="140748"/>
                  <a:pt x="882209" y="140748"/>
                </a:cubicBezTo>
                <a:cubicBezTo>
                  <a:pt x="876650" y="140748"/>
                  <a:pt x="873870" y="137852"/>
                  <a:pt x="873870" y="132058"/>
                </a:cubicBezTo>
                <a:cubicBezTo>
                  <a:pt x="873870" y="125185"/>
                  <a:pt x="874182" y="114862"/>
                  <a:pt x="874806" y="101088"/>
                </a:cubicBezTo>
                <a:cubicBezTo>
                  <a:pt x="875430" y="87315"/>
                  <a:pt x="875742" y="76992"/>
                  <a:pt x="875742" y="70119"/>
                </a:cubicBezTo>
                <a:cubicBezTo>
                  <a:pt x="875742" y="61145"/>
                  <a:pt x="875884" y="50878"/>
                  <a:pt x="876167" y="39320"/>
                </a:cubicBezTo>
                <a:cubicBezTo>
                  <a:pt x="876451" y="27761"/>
                  <a:pt x="876593" y="17494"/>
                  <a:pt x="876593" y="8520"/>
                </a:cubicBezTo>
                <a:cubicBezTo>
                  <a:pt x="876593" y="2840"/>
                  <a:pt x="879373" y="0"/>
                  <a:pt x="884932" y="0"/>
                </a:cubicBezTo>
                <a:cubicBezTo>
                  <a:pt x="890549" y="0"/>
                  <a:pt x="893357" y="2840"/>
                  <a:pt x="893357" y="8520"/>
                </a:cubicBezTo>
                <a:cubicBezTo>
                  <a:pt x="893357" y="17494"/>
                  <a:pt x="893215" y="27761"/>
                  <a:pt x="892931" y="39320"/>
                </a:cubicBezTo>
                <a:cubicBezTo>
                  <a:pt x="892648" y="50878"/>
                  <a:pt x="892506" y="61145"/>
                  <a:pt x="892506" y="70119"/>
                </a:cubicBezTo>
                <a:close/>
                <a:moveTo>
                  <a:pt x="993021" y="61085"/>
                </a:moveTo>
                <a:lnTo>
                  <a:pt x="963578" y="124745"/>
                </a:lnTo>
                <a:cubicBezTo>
                  <a:pt x="956316" y="140234"/>
                  <a:pt x="950757" y="153198"/>
                  <a:pt x="946899" y="163637"/>
                </a:cubicBezTo>
                <a:lnTo>
                  <a:pt x="941283" y="180148"/>
                </a:lnTo>
                <a:cubicBezTo>
                  <a:pt x="939808" y="184289"/>
                  <a:pt x="937255" y="186360"/>
                  <a:pt x="933624" y="186360"/>
                </a:cubicBezTo>
                <a:cubicBezTo>
                  <a:pt x="931241" y="186360"/>
                  <a:pt x="929185" y="185575"/>
                  <a:pt x="927455" y="184006"/>
                </a:cubicBezTo>
                <a:cubicBezTo>
                  <a:pt x="925724" y="182439"/>
                  <a:pt x="924859" y="180486"/>
                  <a:pt x="924859" y="178148"/>
                </a:cubicBezTo>
                <a:cubicBezTo>
                  <a:pt x="924859" y="172447"/>
                  <a:pt x="930986" y="156042"/>
                  <a:pt x="943240" y="128933"/>
                </a:cubicBezTo>
                <a:lnTo>
                  <a:pt x="912776" y="70223"/>
                </a:lnTo>
                <a:lnTo>
                  <a:pt x="908946" y="64000"/>
                </a:lnTo>
                <a:cubicBezTo>
                  <a:pt x="907415" y="61387"/>
                  <a:pt x="906649" y="59200"/>
                  <a:pt x="906649" y="57440"/>
                </a:cubicBezTo>
                <a:cubicBezTo>
                  <a:pt x="906649" y="55114"/>
                  <a:pt x="907542" y="53071"/>
                  <a:pt x="909329" y="51313"/>
                </a:cubicBezTo>
                <a:cubicBezTo>
                  <a:pt x="911116" y="49554"/>
                  <a:pt x="913116" y="48675"/>
                  <a:pt x="915328" y="48675"/>
                </a:cubicBezTo>
                <a:cubicBezTo>
                  <a:pt x="917938" y="48675"/>
                  <a:pt x="919952" y="49668"/>
                  <a:pt x="921370" y="51653"/>
                </a:cubicBezTo>
                <a:cubicBezTo>
                  <a:pt x="931014" y="65061"/>
                  <a:pt x="941368" y="84150"/>
                  <a:pt x="952430" y="108920"/>
                </a:cubicBezTo>
                <a:lnTo>
                  <a:pt x="965024" y="79471"/>
                </a:lnTo>
                <a:cubicBezTo>
                  <a:pt x="969563" y="69311"/>
                  <a:pt x="973931" y="60578"/>
                  <a:pt x="978129" y="53270"/>
                </a:cubicBezTo>
                <a:cubicBezTo>
                  <a:pt x="979945" y="50093"/>
                  <a:pt x="982327" y="48505"/>
                  <a:pt x="985277" y="48505"/>
                </a:cubicBezTo>
                <a:cubicBezTo>
                  <a:pt x="987603" y="48505"/>
                  <a:pt x="989660" y="49326"/>
                  <a:pt x="991447" y="50970"/>
                </a:cubicBezTo>
                <a:cubicBezTo>
                  <a:pt x="993234" y="52613"/>
                  <a:pt x="994127" y="54569"/>
                  <a:pt x="994127" y="56836"/>
                </a:cubicBezTo>
                <a:cubicBezTo>
                  <a:pt x="994127" y="58082"/>
                  <a:pt x="993758" y="59499"/>
                  <a:pt x="993021" y="610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LLM">
            <a:extLst xmlns:a="http://schemas.openxmlformats.org/drawingml/2006/main">
              <a:ext uri="{FF2B5EF4-FFF2-40B4-BE49-F238E27FC236}">
                <a16:creationId xmlns:a16="http://schemas.microsoft.com/office/drawing/2014/main" id="{AC596664-DF7E-4903-B232-156648AF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062" y="4610516"/>
            <a:ext cx="339123" cy="136487"/>
          </a:xfrm>
          <a:custGeom xmlns:a="http://schemas.openxmlformats.org/drawingml/2006/main">
            <a:pathLst>
              <a:path w="339123" h="136487">
                <a:moveTo>
                  <a:pt x="78629" y="125308"/>
                </a:moveTo>
                <a:cubicBezTo>
                  <a:pt x="72218" y="128255"/>
                  <a:pt x="62148" y="130897"/>
                  <a:pt x="48419" y="133233"/>
                </a:cubicBezTo>
                <a:cubicBezTo>
                  <a:pt x="35769" y="135402"/>
                  <a:pt x="25444" y="136487"/>
                  <a:pt x="17445" y="136487"/>
                </a:cubicBezTo>
                <a:cubicBezTo>
                  <a:pt x="11715" y="136487"/>
                  <a:pt x="7602" y="135624"/>
                  <a:pt x="5106" y="133898"/>
                </a:cubicBezTo>
                <a:cubicBezTo>
                  <a:pt x="1702" y="131562"/>
                  <a:pt x="0" y="127277"/>
                  <a:pt x="0" y="121043"/>
                </a:cubicBezTo>
                <a:lnTo>
                  <a:pt x="1702" y="93412"/>
                </a:lnTo>
                <a:cubicBezTo>
                  <a:pt x="3177" y="67924"/>
                  <a:pt x="3914" y="39652"/>
                  <a:pt x="3914" y="8598"/>
                </a:cubicBezTo>
                <a:cubicBezTo>
                  <a:pt x="3914" y="6205"/>
                  <a:pt x="4723" y="4174"/>
                  <a:pt x="6340" y="2505"/>
                </a:cubicBezTo>
                <a:cubicBezTo>
                  <a:pt x="7956" y="835"/>
                  <a:pt x="9956" y="0"/>
                  <a:pt x="12339" y="0"/>
                </a:cubicBezTo>
                <a:cubicBezTo>
                  <a:pt x="14778" y="0"/>
                  <a:pt x="16806" y="834"/>
                  <a:pt x="18423" y="2503"/>
                </a:cubicBezTo>
                <a:cubicBezTo>
                  <a:pt x="20040" y="4171"/>
                  <a:pt x="20848" y="6201"/>
                  <a:pt x="20848" y="8593"/>
                </a:cubicBezTo>
                <a:cubicBezTo>
                  <a:pt x="20848" y="40017"/>
                  <a:pt x="20083" y="68605"/>
                  <a:pt x="18551" y="94356"/>
                </a:cubicBezTo>
                <a:lnTo>
                  <a:pt x="17445" y="107037"/>
                </a:lnTo>
                <a:cubicBezTo>
                  <a:pt x="16991" y="111653"/>
                  <a:pt x="16821" y="115741"/>
                  <a:pt x="16934" y="119301"/>
                </a:cubicBezTo>
                <a:cubicBezTo>
                  <a:pt x="31741" y="119468"/>
                  <a:pt x="50462" y="116047"/>
                  <a:pt x="73097" y="109039"/>
                </a:cubicBezTo>
                <a:cubicBezTo>
                  <a:pt x="74062" y="108761"/>
                  <a:pt x="74969" y="108622"/>
                  <a:pt x="75820" y="108622"/>
                </a:cubicBezTo>
                <a:cubicBezTo>
                  <a:pt x="78260" y="108622"/>
                  <a:pt x="80302" y="109572"/>
                  <a:pt x="81947" y="111472"/>
                </a:cubicBezTo>
                <a:cubicBezTo>
                  <a:pt x="83365" y="113205"/>
                  <a:pt x="84075" y="115190"/>
                  <a:pt x="84075" y="117426"/>
                </a:cubicBezTo>
                <a:cubicBezTo>
                  <a:pt x="84075" y="121003"/>
                  <a:pt x="82259" y="123630"/>
                  <a:pt x="78629" y="125308"/>
                </a:cubicBezTo>
                <a:close/>
                <a:moveTo>
                  <a:pt x="178837" y="125308"/>
                </a:moveTo>
                <a:cubicBezTo>
                  <a:pt x="172427" y="128255"/>
                  <a:pt x="162357" y="130897"/>
                  <a:pt x="148628" y="133233"/>
                </a:cubicBezTo>
                <a:cubicBezTo>
                  <a:pt x="135977" y="135402"/>
                  <a:pt x="125652" y="136487"/>
                  <a:pt x="117653" y="136487"/>
                </a:cubicBezTo>
                <a:cubicBezTo>
                  <a:pt x="111924" y="136487"/>
                  <a:pt x="107811" y="135624"/>
                  <a:pt x="105315" y="133898"/>
                </a:cubicBezTo>
                <a:cubicBezTo>
                  <a:pt x="101911" y="131562"/>
                  <a:pt x="100209" y="127277"/>
                  <a:pt x="100209" y="121043"/>
                </a:cubicBezTo>
                <a:lnTo>
                  <a:pt x="101911" y="93412"/>
                </a:lnTo>
                <a:cubicBezTo>
                  <a:pt x="103386" y="67924"/>
                  <a:pt x="104123" y="39652"/>
                  <a:pt x="104123" y="8598"/>
                </a:cubicBezTo>
                <a:cubicBezTo>
                  <a:pt x="104123" y="6205"/>
                  <a:pt x="104932" y="4174"/>
                  <a:pt x="106548" y="2505"/>
                </a:cubicBezTo>
                <a:cubicBezTo>
                  <a:pt x="108165" y="835"/>
                  <a:pt x="110165" y="0"/>
                  <a:pt x="112548" y="0"/>
                </a:cubicBezTo>
                <a:cubicBezTo>
                  <a:pt x="114987" y="0"/>
                  <a:pt x="117015" y="834"/>
                  <a:pt x="118632" y="2503"/>
                </a:cubicBezTo>
                <a:cubicBezTo>
                  <a:pt x="120249" y="4171"/>
                  <a:pt x="121057" y="6201"/>
                  <a:pt x="121057" y="8593"/>
                </a:cubicBezTo>
                <a:cubicBezTo>
                  <a:pt x="121057" y="40017"/>
                  <a:pt x="120291" y="68605"/>
                  <a:pt x="118760" y="94356"/>
                </a:cubicBezTo>
                <a:lnTo>
                  <a:pt x="117653" y="107037"/>
                </a:lnTo>
                <a:cubicBezTo>
                  <a:pt x="117200" y="111653"/>
                  <a:pt x="117029" y="115741"/>
                  <a:pt x="117143" y="119301"/>
                </a:cubicBezTo>
                <a:cubicBezTo>
                  <a:pt x="131950" y="119468"/>
                  <a:pt x="150671" y="116047"/>
                  <a:pt x="173306" y="109039"/>
                </a:cubicBezTo>
                <a:cubicBezTo>
                  <a:pt x="174271" y="108761"/>
                  <a:pt x="175178" y="108622"/>
                  <a:pt x="176029" y="108622"/>
                </a:cubicBezTo>
                <a:cubicBezTo>
                  <a:pt x="178469" y="108622"/>
                  <a:pt x="180511" y="109572"/>
                  <a:pt x="182156" y="111472"/>
                </a:cubicBezTo>
                <a:cubicBezTo>
                  <a:pt x="183574" y="113205"/>
                  <a:pt x="184283" y="115190"/>
                  <a:pt x="184283" y="117426"/>
                </a:cubicBezTo>
                <a:cubicBezTo>
                  <a:pt x="184283" y="121003"/>
                  <a:pt x="182468" y="123630"/>
                  <a:pt x="178837" y="125308"/>
                </a:cubicBezTo>
                <a:close/>
                <a:moveTo>
                  <a:pt x="330103" y="135486"/>
                </a:moveTo>
                <a:cubicBezTo>
                  <a:pt x="327040" y="135486"/>
                  <a:pt x="324515" y="133929"/>
                  <a:pt x="322530" y="130814"/>
                </a:cubicBezTo>
                <a:cubicBezTo>
                  <a:pt x="320828" y="128144"/>
                  <a:pt x="319296" y="123695"/>
                  <a:pt x="317935" y="117466"/>
                </a:cubicBezTo>
                <a:lnTo>
                  <a:pt x="314871" y="103116"/>
                </a:lnTo>
                <a:cubicBezTo>
                  <a:pt x="312545" y="94217"/>
                  <a:pt x="308858" y="74584"/>
                  <a:pt x="303809" y="44216"/>
                </a:cubicBezTo>
                <a:lnTo>
                  <a:pt x="286790" y="94523"/>
                </a:lnTo>
                <a:lnTo>
                  <a:pt x="281769" y="110374"/>
                </a:lnTo>
                <a:cubicBezTo>
                  <a:pt x="279727" y="116659"/>
                  <a:pt x="277599" y="121804"/>
                  <a:pt x="275387" y="125808"/>
                </a:cubicBezTo>
                <a:cubicBezTo>
                  <a:pt x="273004" y="130035"/>
                  <a:pt x="269799" y="132149"/>
                  <a:pt x="265771" y="132149"/>
                </a:cubicBezTo>
                <a:cubicBezTo>
                  <a:pt x="262424" y="132149"/>
                  <a:pt x="259786" y="130369"/>
                  <a:pt x="257857" y="126809"/>
                </a:cubicBezTo>
                <a:cubicBezTo>
                  <a:pt x="256609" y="124473"/>
                  <a:pt x="255474" y="121498"/>
                  <a:pt x="254453" y="117883"/>
                </a:cubicBezTo>
                <a:lnTo>
                  <a:pt x="251985" y="108622"/>
                </a:lnTo>
                <a:cubicBezTo>
                  <a:pt x="246256" y="88989"/>
                  <a:pt x="241207" y="67965"/>
                  <a:pt x="236838" y="45551"/>
                </a:cubicBezTo>
                <a:lnTo>
                  <a:pt x="233775" y="60485"/>
                </a:lnTo>
                <a:lnTo>
                  <a:pt x="222798" y="104534"/>
                </a:lnTo>
                <a:cubicBezTo>
                  <a:pt x="222344" y="109707"/>
                  <a:pt x="220925" y="117354"/>
                  <a:pt x="218543" y="127477"/>
                </a:cubicBezTo>
                <a:cubicBezTo>
                  <a:pt x="216841" y="131815"/>
                  <a:pt x="214033" y="133984"/>
                  <a:pt x="210118" y="133984"/>
                </a:cubicBezTo>
                <a:cubicBezTo>
                  <a:pt x="207338" y="133984"/>
                  <a:pt x="205126" y="133011"/>
                  <a:pt x="203481" y="131064"/>
                </a:cubicBezTo>
                <a:cubicBezTo>
                  <a:pt x="202063" y="129396"/>
                  <a:pt x="201353" y="127338"/>
                  <a:pt x="201353" y="124891"/>
                </a:cubicBezTo>
                <a:cubicBezTo>
                  <a:pt x="201353" y="115602"/>
                  <a:pt x="203311" y="104201"/>
                  <a:pt x="207225" y="90685"/>
                </a:cubicBezTo>
                <a:lnTo>
                  <a:pt x="216586" y="57064"/>
                </a:lnTo>
                <a:lnTo>
                  <a:pt x="221521" y="30785"/>
                </a:lnTo>
                <a:cubicBezTo>
                  <a:pt x="224017" y="18493"/>
                  <a:pt x="226655" y="10456"/>
                  <a:pt x="229435" y="6674"/>
                </a:cubicBezTo>
                <a:cubicBezTo>
                  <a:pt x="231704" y="3448"/>
                  <a:pt x="234512" y="1835"/>
                  <a:pt x="237859" y="1835"/>
                </a:cubicBezTo>
                <a:cubicBezTo>
                  <a:pt x="241547" y="1835"/>
                  <a:pt x="244298" y="3893"/>
                  <a:pt x="246114" y="8009"/>
                </a:cubicBezTo>
                <a:cubicBezTo>
                  <a:pt x="248326" y="12959"/>
                  <a:pt x="250709" y="23054"/>
                  <a:pt x="253262" y="38293"/>
                </a:cubicBezTo>
                <a:cubicBezTo>
                  <a:pt x="256269" y="56591"/>
                  <a:pt x="260949" y="76392"/>
                  <a:pt x="267303" y="97693"/>
                </a:cubicBezTo>
                <a:cubicBezTo>
                  <a:pt x="275699" y="76280"/>
                  <a:pt x="282960" y="53977"/>
                  <a:pt x="289087" y="30785"/>
                </a:cubicBezTo>
                <a:lnTo>
                  <a:pt x="291640" y="18604"/>
                </a:lnTo>
                <a:cubicBezTo>
                  <a:pt x="292661" y="13710"/>
                  <a:pt x="293994" y="9761"/>
                  <a:pt x="295640" y="6758"/>
                </a:cubicBezTo>
                <a:cubicBezTo>
                  <a:pt x="297852" y="2697"/>
                  <a:pt x="300887" y="667"/>
                  <a:pt x="304745" y="667"/>
                </a:cubicBezTo>
                <a:cubicBezTo>
                  <a:pt x="309624" y="667"/>
                  <a:pt x="313339" y="5256"/>
                  <a:pt x="315892" y="14433"/>
                </a:cubicBezTo>
                <a:cubicBezTo>
                  <a:pt x="316800" y="17603"/>
                  <a:pt x="317906" y="24166"/>
                  <a:pt x="319211" y="34122"/>
                </a:cubicBezTo>
                <a:cubicBezTo>
                  <a:pt x="322558" y="59261"/>
                  <a:pt x="326728" y="80730"/>
                  <a:pt x="331720" y="98528"/>
                </a:cubicBezTo>
                <a:lnTo>
                  <a:pt x="335890" y="112877"/>
                </a:lnTo>
                <a:cubicBezTo>
                  <a:pt x="338046" y="120552"/>
                  <a:pt x="339123" y="125280"/>
                  <a:pt x="339123" y="127060"/>
                </a:cubicBezTo>
                <a:cubicBezTo>
                  <a:pt x="339123" y="129451"/>
                  <a:pt x="338202" y="131454"/>
                  <a:pt x="336358" y="133066"/>
                </a:cubicBezTo>
                <a:cubicBezTo>
                  <a:pt x="334514" y="134679"/>
                  <a:pt x="332429" y="135486"/>
                  <a:pt x="330103" y="135486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LLM">
            <a:extLst xmlns:a="http://schemas.openxmlformats.org/drawingml/2006/main">
              <a:ext uri="{FF2B5EF4-FFF2-40B4-BE49-F238E27FC236}">
                <a16:creationId xmlns:a16="http://schemas.microsoft.com/office/drawing/2014/main" id="{5B0AAC26-817A-4035-9DD4-61256363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062" y="4610516"/>
            <a:ext cx="339123" cy="136487"/>
          </a:xfrm>
          <a:custGeom xmlns:a="http://schemas.openxmlformats.org/drawingml/2006/main">
            <a:pathLst>
              <a:path w="339123" h="136487" fill="none">
                <a:moveTo>
                  <a:pt x="78629" y="125308"/>
                </a:moveTo>
                <a:cubicBezTo>
                  <a:pt x="72218" y="128255"/>
                  <a:pt x="62148" y="130897"/>
                  <a:pt x="48419" y="133233"/>
                </a:cubicBezTo>
                <a:cubicBezTo>
                  <a:pt x="35769" y="135402"/>
                  <a:pt x="25444" y="136487"/>
                  <a:pt x="17445" y="136487"/>
                </a:cubicBezTo>
                <a:cubicBezTo>
                  <a:pt x="11715" y="136487"/>
                  <a:pt x="7602" y="135624"/>
                  <a:pt x="5106" y="133898"/>
                </a:cubicBezTo>
                <a:cubicBezTo>
                  <a:pt x="1702" y="131562"/>
                  <a:pt x="0" y="127277"/>
                  <a:pt x="0" y="121043"/>
                </a:cubicBezTo>
                <a:lnTo>
                  <a:pt x="1702" y="93412"/>
                </a:lnTo>
                <a:cubicBezTo>
                  <a:pt x="3177" y="67924"/>
                  <a:pt x="3914" y="39652"/>
                  <a:pt x="3914" y="8598"/>
                </a:cubicBezTo>
                <a:cubicBezTo>
                  <a:pt x="3914" y="6205"/>
                  <a:pt x="4723" y="4174"/>
                  <a:pt x="6340" y="2505"/>
                </a:cubicBezTo>
                <a:cubicBezTo>
                  <a:pt x="7956" y="835"/>
                  <a:pt x="9956" y="0"/>
                  <a:pt x="12339" y="0"/>
                </a:cubicBezTo>
                <a:cubicBezTo>
                  <a:pt x="14778" y="0"/>
                  <a:pt x="16806" y="834"/>
                  <a:pt x="18423" y="2503"/>
                </a:cubicBezTo>
                <a:cubicBezTo>
                  <a:pt x="20040" y="4171"/>
                  <a:pt x="20848" y="6201"/>
                  <a:pt x="20848" y="8593"/>
                </a:cubicBezTo>
                <a:cubicBezTo>
                  <a:pt x="20848" y="40017"/>
                  <a:pt x="20083" y="68605"/>
                  <a:pt x="18551" y="94356"/>
                </a:cubicBezTo>
                <a:lnTo>
                  <a:pt x="17445" y="107037"/>
                </a:lnTo>
                <a:cubicBezTo>
                  <a:pt x="16991" y="111653"/>
                  <a:pt x="16821" y="115741"/>
                  <a:pt x="16934" y="119301"/>
                </a:cubicBezTo>
                <a:cubicBezTo>
                  <a:pt x="31741" y="119468"/>
                  <a:pt x="50462" y="116047"/>
                  <a:pt x="73097" y="109039"/>
                </a:cubicBezTo>
                <a:cubicBezTo>
                  <a:pt x="74062" y="108761"/>
                  <a:pt x="74969" y="108622"/>
                  <a:pt x="75820" y="108622"/>
                </a:cubicBezTo>
                <a:cubicBezTo>
                  <a:pt x="78260" y="108622"/>
                  <a:pt x="80302" y="109572"/>
                  <a:pt x="81947" y="111472"/>
                </a:cubicBezTo>
                <a:cubicBezTo>
                  <a:pt x="83365" y="113205"/>
                  <a:pt x="84075" y="115190"/>
                  <a:pt x="84075" y="117426"/>
                </a:cubicBezTo>
                <a:cubicBezTo>
                  <a:pt x="84075" y="121003"/>
                  <a:pt x="82259" y="123630"/>
                  <a:pt x="78629" y="125308"/>
                </a:cubicBezTo>
                <a:close/>
                <a:moveTo>
                  <a:pt x="178837" y="125308"/>
                </a:moveTo>
                <a:cubicBezTo>
                  <a:pt x="172427" y="128255"/>
                  <a:pt x="162357" y="130897"/>
                  <a:pt x="148628" y="133233"/>
                </a:cubicBezTo>
                <a:cubicBezTo>
                  <a:pt x="135977" y="135402"/>
                  <a:pt x="125652" y="136487"/>
                  <a:pt x="117653" y="136487"/>
                </a:cubicBezTo>
                <a:cubicBezTo>
                  <a:pt x="111924" y="136487"/>
                  <a:pt x="107811" y="135624"/>
                  <a:pt x="105315" y="133898"/>
                </a:cubicBezTo>
                <a:cubicBezTo>
                  <a:pt x="101911" y="131562"/>
                  <a:pt x="100209" y="127277"/>
                  <a:pt x="100209" y="121043"/>
                </a:cubicBezTo>
                <a:lnTo>
                  <a:pt x="101911" y="93412"/>
                </a:lnTo>
                <a:cubicBezTo>
                  <a:pt x="103386" y="67924"/>
                  <a:pt x="104123" y="39652"/>
                  <a:pt x="104123" y="8598"/>
                </a:cubicBezTo>
                <a:cubicBezTo>
                  <a:pt x="104123" y="6205"/>
                  <a:pt x="104932" y="4174"/>
                  <a:pt x="106548" y="2505"/>
                </a:cubicBezTo>
                <a:cubicBezTo>
                  <a:pt x="108165" y="835"/>
                  <a:pt x="110165" y="0"/>
                  <a:pt x="112548" y="0"/>
                </a:cubicBezTo>
                <a:cubicBezTo>
                  <a:pt x="114987" y="0"/>
                  <a:pt x="117015" y="834"/>
                  <a:pt x="118632" y="2503"/>
                </a:cubicBezTo>
                <a:cubicBezTo>
                  <a:pt x="120249" y="4171"/>
                  <a:pt x="121057" y="6201"/>
                  <a:pt x="121057" y="8593"/>
                </a:cubicBezTo>
                <a:cubicBezTo>
                  <a:pt x="121057" y="40017"/>
                  <a:pt x="120291" y="68605"/>
                  <a:pt x="118760" y="94356"/>
                </a:cubicBezTo>
                <a:lnTo>
                  <a:pt x="117653" y="107037"/>
                </a:lnTo>
                <a:cubicBezTo>
                  <a:pt x="117200" y="111653"/>
                  <a:pt x="117029" y="115741"/>
                  <a:pt x="117143" y="119301"/>
                </a:cubicBezTo>
                <a:cubicBezTo>
                  <a:pt x="131950" y="119468"/>
                  <a:pt x="150671" y="116047"/>
                  <a:pt x="173306" y="109039"/>
                </a:cubicBezTo>
                <a:cubicBezTo>
                  <a:pt x="174271" y="108761"/>
                  <a:pt x="175178" y="108622"/>
                  <a:pt x="176029" y="108622"/>
                </a:cubicBezTo>
                <a:cubicBezTo>
                  <a:pt x="178469" y="108622"/>
                  <a:pt x="180511" y="109572"/>
                  <a:pt x="182156" y="111472"/>
                </a:cubicBezTo>
                <a:cubicBezTo>
                  <a:pt x="183574" y="113205"/>
                  <a:pt x="184283" y="115190"/>
                  <a:pt x="184283" y="117426"/>
                </a:cubicBezTo>
                <a:cubicBezTo>
                  <a:pt x="184283" y="121003"/>
                  <a:pt x="182468" y="123630"/>
                  <a:pt x="178837" y="125308"/>
                </a:cubicBezTo>
                <a:close/>
                <a:moveTo>
                  <a:pt x="330103" y="135486"/>
                </a:moveTo>
                <a:cubicBezTo>
                  <a:pt x="327040" y="135486"/>
                  <a:pt x="324515" y="133929"/>
                  <a:pt x="322530" y="130814"/>
                </a:cubicBezTo>
                <a:cubicBezTo>
                  <a:pt x="320828" y="128144"/>
                  <a:pt x="319296" y="123695"/>
                  <a:pt x="317935" y="117466"/>
                </a:cubicBezTo>
                <a:lnTo>
                  <a:pt x="314871" y="103116"/>
                </a:lnTo>
                <a:cubicBezTo>
                  <a:pt x="312545" y="94217"/>
                  <a:pt x="308858" y="74584"/>
                  <a:pt x="303809" y="44216"/>
                </a:cubicBezTo>
                <a:lnTo>
                  <a:pt x="286790" y="94523"/>
                </a:lnTo>
                <a:lnTo>
                  <a:pt x="281769" y="110374"/>
                </a:lnTo>
                <a:cubicBezTo>
                  <a:pt x="279727" y="116659"/>
                  <a:pt x="277599" y="121804"/>
                  <a:pt x="275387" y="125808"/>
                </a:cubicBezTo>
                <a:cubicBezTo>
                  <a:pt x="273004" y="130035"/>
                  <a:pt x="269799" y="132149"/>
                  <a:pt x="265771" y="132149"/>
                </a:cubicBezTo>
                <a:cubicBezTo>
                  <a:pt x="262424" y="132149"/>
                  <a:pt x="259786" y="130369"/>
                  <a:pt x="257857" y="126809"/>
                </a:cubicBezTo>
                <a:cubicBezTo>
                  <a:pt x="256609" y="124473"/>
                  <a:pt x="255474" y="121498"/>
                  <a:pt x="254453" y="117883"/>
                </a:cubicBezTo>
                <a:lnTo>
                  <a:pt x="251985" y="108622"/>
                </a:lnTo>
                <a:cubicBezTo>
                  <a:pt x="246256" y="88989"/>
                  <a:pt x="241207" y="67965"/>
                  <a:pt x="236838" y="45551"/>
                </a:cubicBezTo>
                <a:lnTo>
                  <a:pt x="233775" y="60485"/>
                </a:lnTo>
                <a:lnTo>
                  <a:pt x="222798" y="104534"/>
                </a:lnTo>
                <a:cubicBezTo>
                  <a:pt x="222344" y="109707"/>
                  <a:pt x="220925" y="117354"/>
                  <a:pt x="218543" y="127477"/>
                </a:cubicBezTo>
                <a:cubicBezTo>
                  <a:pt x="216841" y="131815"/>
                  <a:pt x="214033" y="133984"/>
                  <a:pt x="210118" y="133984"/>
                </a:cubicBezTo>
                <a:cubicBezTo>
                  <a:pt x="207338" y="133984"/>
                  <a:pt x="205126" y="133011"/>
                  <a:pt x="203481" y="131064"/>
                </a:cubicBezTo>
                <a:cubicBezTo>
                  <a:pt x="202063" y="129396"/>
                  <a:pt x="201353" y="127338"/>
                  <a:pt x="201353" y="124891"/>
                </a:cubicBezTo>
                <a:cubicBezTo>
                  <a:pt x="201353" y="115602"/>
                  <a:pt x="203311" y="104201"/>
                  <a:pt x="207225" y="90685"/>
                </a:cubicBezTo>
                <a:lnTo>
                  <a:pt x="216586" y="57064"/>
                </a:lnTo>
                <a:lnTo>
                  <a:pt x="221521" y="30785"/>
                </a:lnTo>
                <a:cubicBezTo>
                  <a:pt x="224017" y="18493"/>
                  <a:pt x="226655" y="10456"/>
                  <a:pt x="229435" y="6674"/>
                </a:cubicBezTo>
                <a:cubicBezTo>
                  <a:pt x="231704" y="3448"/>
                  <a:pt x="234512" y="1835"/>
                  <a:pt x="237859" y="1835"/>
                </a:cubicBezTo>
                <a:cubicBezTo>
                  <a:pt x="241547" y="1835"/>
                  <a:pt x="244298" y="3893"/>
                  <a:pt x="246114" y="8009"/>
                </a:cubicBezTo>
                <a:cubicBezTo>
                  <a:pt x="248326" y="12959"/>
                  <a:pt x="250709" y="23054"/>
                  <a:pt x="253262" y="38293"/>
                </a:cubicBezTo>
                <a:cubicBezTo>
                  <a:pt x="256269" y="56591"/>
                  <a:pt x="260949" y="76392"/>
                  <a:pt x="267303" y="97693"/>
                </a:cubicBezTo>
                <a:cubicBezTo>
                  <a:pt x="275699" y="76280"/>
                  <a:pt x="282960" y="53977"/>
                  <a:pt x="289087" y="30785"/>
                </a:cubicBezTo>
                <a:lnTo>
                  <a:pt x="291640" y="18604"/>
                </a:lnTo>
                <a:cubicBezTo>
                  <a:pt x="292661" y="13710"/>
                  <a:pt x="293994" y="9761"/>
                  <a:pt x="295640" y="6758"/>
                </a:cubicBezTo>
                <a:cubicBezTo>
                  <a:pt x="297852" y="2697"/>
                  <a:pt x="300887" y="667"/>
                  <a:pt x="304745" y="667"/>
                </a:cubicBezTo>
                <a:cubicBezTo>
                  <a:pt x="309624" y="667"/>
                  <a:pt x="313339" y="5256"/>
                  <a:pt x="315892" y="14433"/>
                </a:cubicBezTo>
                <a:cubicBezTo>
                  <a:pt x="316800" y="17603"/>
                  <a:pt x="317906" y="24166"/>
                  <a:pt x="319211" y="34122"/>
                </a:cubicBezTo>
                <a:cubicBezTo>
                  <a:pt x="322558" y="59261"/>
                  <a:pt x="326728" y="80730"/>
                  <a:pt x="331720" y="98528"/>
                </a:cubicBezTo>
                <a:lnTo>
                  <a:pt x="335890" y="112877"/>
                </a:lnTo>
                <a:cubicBezTo>
                  <a:pt x="338046" y="120552"/>
                  <a:pt x="339123" y="125280"/>
                  <a:pt x="339123" y="127060"/>
                </a:cubicBezTo>
                <a:cubicBezTo>
                  <a:pt x="339123" y="129451"/>
                  <a:pt x="338202" y="131454"/>
                  <a:pt x="336358" y="133066"/>
                </a:cubicBezTo>
                <a:cubicBezTo>
                  <a:pt x="334514" y="134679"/>
                  <a:pt x="332429" y="135486"/>
                  <a:pt x="330103" y="1354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309" cap="flat">
            <a:solidFill>
              <a:srgbClr val="4472C4"/>
            </a:solidFill>
            <a:miter/>
          </a:ln>
        </p:spPr>
      </p:sp>
      <p:sp>
        <p:nvSpPr>
          <p:cNvPr id="105" name="Text -">
            <a:extLst xmlns:a="http://schemas.openxmlformats.org/drawingml/2006/main">
              <a:ext uri="{FF2B5EF4-FFF2-40B4-BE49-F238E27FC236}">
                <a16:creationId xmlns:a16="http://schemas.microsoft.com/office/drawing/2014/main" id="{FC5C0265-11AE-4167-BF80-CC7CCA90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181" y="4686435"/>
            <a:ext cx="55057" cy="14183"/>
          </a:xfrm>
          <a:custGeom xmlns:a="http://schemas.openxmlformats.org/drawingml/2006/main">
            <a:pathLst>
              <a:path w="55057" h="14183">
                <a:moveTo>
                  <a:pt x="48334" y="13015"/>
                </a:moveTo>
                <a:cubicBezTo>
                  <a:pt x="40619" y="13793"/>
                  <a:pt x="26890" y="14183"/>
                  <a:pt x="7148" y="14183"/>
                </a:cubicBezTo>
                <a:cubicBezTo>
                  <a:pt x="2383" y="14183"/>
                  <a:pt x="0" y="12014"/>
                  <a:pt x="0" y="7675"/>
                </a:cubicBezTo>
                <a:cubicBezTo>
                  <a:pt x="0" y="3337"/>
                  <a:pt x="2383" y="1168"/>
                  <a:pt x="7148" y="1168"/>
                </a:cubicBezTo>
                <a:cubicBezTo>
                  <a:pt x="11630" y="1168"/>
                  <a:pt x="18352" y="973"/>
                  <a:pt x="27316" y="584"/>
                </a:cubicBezTo>
                <a:cubicBezTo>
                  <a:pt x="36279" y="195"/>
                  <a:pt x="43002" y="0"/>
                  <a:pt x="47483" y="0"/>
                </a:cubicBezTo>
                <a:cubicBezTo>
                  <a:pt x="52532" y="0"/>
                  <a:pt x="55057" y="2169"/>
                  <a:pt x="55057" y="6507"/>
                </a:cubicBezTo>
                <a:cubicBezTo>
                  <a:pt x="55057" y="10345"/>
                  <a:pt x="52816" y="12514"/>
                  <a:pt x="48334" y="13015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-">
            <a:extLst xmlns:a="http://schemas.openxmlformats.org/drawingml/2006/main">
              <a:ext uri="{FF2B5EF4-FFF2-40B4-BE49-F238E27FC236}">
                <a16:creationId xmlns:a16="http://schemas.microsoft.com/office/drawing/2014/main" id="{0E59C146-6565-486A-B76A-EF631780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181" y="4686435"/>
            <a:ext cx="55057" cy="14183"/>
          </a:xfrm>
          <a:custGeom xmlns:a="http://schemas.openxmlformats.org/drawingml/2006/main">
            <a:pathLst>
              <a:path w="55057" h="14183" fill="none">
                <a:moveTo>
                  <a:pt x="48334" y="13015"/>
                </a:moveTo>
                <a:cubicBezTo>
                  <a:pt x="40619" y="13793"/>
                  <a:pt x="26890" y="14183"/>
                  <a:pt x="7148" y="14183"/>
                </a:cubicBezTo>
                <a:cubicBezTo>
                  <a:pt x="2383" y="14183"/>
                  <a:pt x="0" y="12014"/>
                  <a:pt x="0" y="7675"/>
                </a:cubicBezTo>
                <a:cubicBezTo>
                  <a:pt x="0" y="3337"/>
                  <a:pt x="2383" y="1168"/>
                  <a:pt x="7148" y="1168"/>
                </a:cubicBezTo>
                <a:cubicBezTo>
                  <a:pt x="11630" y="1168"/>
                  <a:pt x="18352" y="973"/>
                  <a:pt x="27316" y="584"/>
                </a:cubicBezTo>
                <a:cubicBezTo>
                  <a:pt x="36279" y="195"/>
                  <a:pt x="43002" y="0"/>
                  <a:pt x="47483" y="0"/>
                </a:cubicBezTo>
                <a:cubicBezTo>
                  <a:pt x="52532" y="0"/>
                  <a:pt x="55057" y="2169"/>
                  <a:pt x="55057" y="6507"/>
                </a:cubicBezTo>
                <a:cubicBezTo>
                  <a:pt x="55057" y="10345"/>
                  <a:pt x="52816" y="12514"/>
                  <a:pt x="48334" y="130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309" cap="flat">
            <a:solidFill>
              <a:srgbClr val="4472C4"/>
            </a:solidFill>
            <a:miter/>
          </a:ln>
        </p:spPr>
      </p:sp>
      <p:sp>
        <p:nvSpPr>
          <p:cNvPr id="107" name="Text as">
            <a:extLst xmlns:a="http://schemas.openxmlformats.org/drawingml/2006/main">
              <a:ext uri="{FF2B5EF4-FFF2-40B4-BE49-F238E27FC236}">
                <a16:creationId xmlns:a16="http://schemas.microsoft.com/office/drawing/2014/main" id="{0B26E9BA-032A-4DC6-A5A1-CD05C561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20" y="4643887"/>
            <a:ext cx="166941" cy="100780"/>
          </a:xfrm>
          <a:custGeom xmlns:a="http://schemas.openxmlformats.org/drawingml/2006/main">
            <a:pathLst>
              <a:path w="166941" h="100780">
                <a:moveTo>
                  <a:pt x="73948" y="100780"/>
                </a:moveTo>
                <a:cubicBezTo>
                  <a:pt x="72870" y="100780"/>
                  <a:pt x="70913" y="99546"/>
                  <a:pt x="68077" y="97078"/>
                </a:cubicBezTo>
                <a:cubicBezTo>
                  <a:pt x="65524" y="94779"/>
                  <a:pt x="63623" y="92731"/>
                  <a:pt x="62375" y="90936"/>
                </a:cubicBezTo>
                <a:cubicBezTo>
                  <a:pt x="56929" y="93856"/>
                  <a:pt x="52135" y="96060"/>
                  <a:pt x="47994" y="97547"/>
                </a:cubicBezTo>
                <a:cubicBezTo>
                  <a:pt x="43853" y="99035"/>
                  <a:pt x="40392" y="99779"/>
                  <a:pt x="37612" y="99779"/>
                </a:cubicBezTo>
                <a:cubicBezTo>
                  <a:pt x="24337" y="99779"/>
                  <a:pt x="14665" y="96108"/>
                  <a:pt x="8595" y="88767"/>
                </a:cubicBezTo>
                <a:cubicBezTo>
                  <a:pt x="2865" y="81870"/>
                  <a:pt x="0" y="71302"/>
                  <a:pt x="0" y="57064"/>
                </a:cubicBezTo>
                <a:cubicBezTo>
                  <a:pt x="0" y="43605"/>
                  <a:pt x="4723" y="32092"/>
                  <a:pt x="14168" y="22525"/>
                </a:cubicBezTo>
                <a:cubicBezTo>
                  <a:pt x="23614" y="12959"/>
                  <a:pt x="34889" y="8176"/>
                  <a:pt x="47994" y="8176"/>
                </a:cubicBezTo>
                <a:cubicBezTo>
                  <a:pt x="52930" y="8176"/>
                  <a:pt x="58461" y="9427"/>
                  <a:pt x="64588" y="11930"/>
                </a:cubicBezTo>
                <a:cubicBezTo>
                  <a:pt x="72303" y="15045"/>
                  <a:pt x="76161" y="18799"/>
                  <a:pt x="76161" y="23193"/>
                </a:cubicBezTo>
                <a:cubicBezTo>
                  <a:pt x="76161" y="24694"/>
                  <a:pt x="75593" y="26029"/>
                  <a:pt x="74459" y="27197"/>
                </a:cubicBezTo>
                <a:cubicBezTo>
                  <a:pt x="73892" y="29311"/>
                  <a:pt x="73452" y="32787"/>
                  <a:pt x="73140" y="37626"/>
                </a:cubicBezTo>
                <a:cubicBezTo>
                  <a:pt x="72828" y="42464"/>
                  <a:pt x="72643" y="48666"/>
                  <a:pt x="72587" y="56230"/>
                </a:cubicBezTo>
                <a:cubicBezTo>
                  <a:pt x="72530" y="63127"/>
                  <a:pt x="73012" y="68577"/>
                  <a:pt x="74033" y="72582"/>
                </a:cubicBezTo>
                <a:cubicBezTo>
                  <a:pt x="74601" y="75029"/>
                  <a:pt x="76388" y="79923"/>
                  <a:pt x="79394" y="87265"/>
                </a:cubicBezTo>
                <a:cubicBezTo>
                  <a:pt x="79791" y="88266"/>
                  <a:pt x="80444" y="89740"/>
                  <a:pt x="81352" y="91687"/>
                </a:cubicBezTo>
                <a:lnTo>
                  <a:pt x="81862" y="93105"/>
                </a:lnTo>
                <a:cubicBezTo>
                  <a:pt x="81862" y="95330"/>
                  <a:pt x="81068" y="97165"/>
                  <a:pt x="79479" y="98611"/>
                </a:cubicBezTo>
                <a:cubicBezTo>
                  <a:pt x="77891" y="100057"/>
                  <a:pt x="76047" y="100780"/>
                  <a:pt x="73948" y="100780"/>
                </a:cubicBezTo>
                <a:moveTo>
                  <a:pt x="56248" y="42829"/>
                </a:moveTo>
                <a:cubicBezTo>
                  <a:pt x="56248" y="40443"/>
                  <a:pt x="56404" y="37850"/>
                  <a:pt x="56716" y="35050"/>
                </a:cubicBezTo>
                <a:cubicBezTo>
                  <a:pt x="57028" y="32248"/>
                  <a:pt x="57496" y="29266"/>
                  <a:pt x="58120" y="26105"/>
                </a:cubicBezTo>
                <a:cubicBezTo>
                  <a:pt x="56021" y="25050"/>
                  <a:pt x="54220" y="24273"/>
                  <a:pt x="52717" y="23774"/>
                </a:cubicBezTo>
                <a:cubicBezTo>
                  <a:pt x="51213" y="23275"/>
                  <a:pt x="50008" y="23026"/>
                  <a:pt x="49100" y="23026"/>
                </a:cubicBezTo>
                <a:cubicBezTo>
                  <a:pt x="40307" y="23026"/>
                  <a:pt x="32719" y="26534"/>
                  <a:pt x="26337" y="33551"/>
                </a:cubicBezTo>
                <a:cubicBezTo>
                  <a:pt x="19955" y="40567"/>
                  <a:pt x="16764" y="48652"/>
                  <a:pt x="16764" y="57805"/>
                </a:cubicBezTo>
                <a:cubicBezTo>
                  <a:pt x="16764" y="66902"/>
                  <a:pt x="18409" y="73724"/>
                  <a:pt x="21699" y="78273"/>
                </a:cubicBezTo>
                <a:cubicBezTo>
                  <a:pt x="24990" y="82822"/>
                  <a:pt x="29925" y="85096"/>
                  <a:pt x="36506" y="85096"/>
                </a:cubicBezTo>
                <a:cubicBezTo>
                  <a:pt x="41952" y="85096"/>
                  <a:pt x="46576" y="84125"/>
                  <a:pt x="50377" y="82184"/>
                </a:cubicBezTo>
                <a:cubicBezTo>
                  <a:pt x="52419" y="81130"/>
                  <a:pt x="55284" y="79023"/>
                  <a:pt x="58971" y="75861"/>
                </a:cubicBezTo>
                <a:cubicBezTo>
                  <a:pt x="57156" y="61161"/>
                  <a:pt x="56248" y="50150"/>
                  <a:pt x="56248" y="42829"/>
                </a:cubicBezTo>
                <a:close/>
                <a:moveTo>
                  <a:pt x="158602" y="31035"/>
                </a:moveTo>
                <a:cubicBezTo>
                  <a:pt x="155482" y="31035"/>
                  <a:pt x="153297" y="30013"/>
                  <a:pt x="152049" y="27969"/>
                </a:cubicBezTo>
                <a:cubicBezTo>
                  <a:pt x="151198" y="26533"/>
                  <a:pt x="150461" y="23551"/>
                  <a:pt x="149837" y="19021"/>
                </a:cubicBezTo>
                <a:cubicBezTo>
                  <a:pt x="145582" y="20076"/>
                  <a:pt x="139030" y="22020"/>
                  <a:pt x="130180" y="24854"/>
                </a:cubicBezTo>
                <a:cubicBezTo>
                  <a:pt x="121046" y="28410"/>
                  <a:pt x="116451" y="32798"/>
                  <a:pt x="116394" y="38019"/>
                </a:cubicBezTo>
                <a:cubicBezTo>
                  <a:pt x="118096" y="38631"/>
                  <a:pt x="119770" y="39076"/>
                  <a:pt x="121415" y="39354"/>
                </a:cubicBezTo>
                <a:cubicBezTo>
                  <a:pt x="134463" y="41631"/>
                  <a:pt x="144164" y="44770"/>
                  <a:pt x="150518" y="48771"/>
                </a:cubicBezTo>
                <a:cubicBezTo>
                  <a:pt x="159765" y="54606"/>
                  <a:pt x="164388" y="63052"/>
                  <a:pt x="164388" y="74109"/>
                </a:cubicBezTo>
                <a:cubicBezTo>
                  <a:pt x="164388" y="83167"/>
                  <a:pt x="160389" y="90001"/>
                  <a:pt x="152390" y="94612"/>
                </a:cubicBezTo>
                <a:cubicBezTo>
                  <a:pt x="145752" y="98390"/>
                  <a:pt x="137356" y="100280"/>
                  <a:pt x="127201" y="100280"/>
                </a:cubicBezTo>
                <a:cubicBezTo>
                  <a:pt x="119770" y="100280"/>
                  <a:pt x="112678" y="99056"/>
                  <a:pt x="105928" y="96609"/>
                </a:cubicBezTo>
                <a:cubicBezTo>
                  <a:pt x="97191" y="93494"/>
                  <a:pt x="92823" y="89156"/>
                  <a:pt x="92823" y="83594"/>
                </a:cubicBezTo>
                <a:cubicBezTo>
                  <a:pt x="92823" y="81369"/>
                  <a:pt x="93716" y="79423"/>
                  <a:pt x="95503" y="77754"/>
                </a:cubicBezTo>
                <a:cubicBezTo>
                  <a:pt x="97290" y="76086"/>
                  <a:pt x="99318" y="75251"/>
                  <a:pt x="101588" y="75251"/>
                </a:cubicBezTo>
                <a:cubicBezTo>
                  <a:pt x="103346" y="75251"/>
                  <a:pt x="105615" y="76586"/>
                  <a:pt x="108395" y="79256"/>
                </a:cubicBezTo>
                <a:cubicBezTo>
                  <a:pt x="109757" y="80535"/>
                  <a:pt x="112820" y="81592"/>
                  <a:pt x="117586" y="82426"/>
                </a:cubicBezTo>
                <a:cubicBezTo>
                  <a:pt x="121387" y="83094"/>
                  <a:pt x="124592" y="83427"/>
                  <a:pt x="127201" y="83427"/>
                </a:cubicBezTo>
                <a:cubicBezTo>
                  <a:pt x="131967" y="83427"/>
                  <a:pt x="136165" y="82872"/>
                  <a:pt x="139796" y="81761"/>
                </a:cubicBezTo>
                <a:cubicBezTo>
                  <a:pt x="145072" y="80150"/>
                  <a:pt x="147710" y="77595"/>
                  <a:pt x="147710" y="74096"/>
                </a:cubicBezTo>
                <a:cubicBezTo>
                  <a:pt x="147710" y="66541"/>
                  <a:pt x="142320" y="61430"/>
                  <a:pt x="131541" y="58764"/>
                </a:cubicBezTo>
                <a:lnTo>
                  <a:pt x="122691" y="56845"/>
                </a:lnTo>
                <a:cubicBezTo>
                  <a:pt x="115146" y="55231"/>
                  <a:pt x="109785" y="53338"/>
                  <a:pt x="106608" y="51167"/>
                </a:cubicBezTo>
                <a:cubicBezTo>
                  <a:pt x="102013" y="48051"/>
                  <a:pt x="99716" y="43349"/>
                  <a:pt x="99716" y="37063"/>
                </a:cubicBezTo>
                <a:cubicBezTo>
                  <a:pt x="99716" y="25431"/>
                  <a:pt x="105303" y="17139"/>
                  <a:pt x="116479" y="12186"/>
                </a:cubicBezTo>
                <a:cubicBezTo>
                  <a:pt x="119883" y="10684"/>
                  <a:pt x="125329" y="8890"/>
                  <a:pt x="132818" y="6805"/>
                </a:cubicBezTo>
                <a:cubicBezTo>
                  <a:pt x="140306" y="4717"/>
                  <a:pt x="145667" y="2949"/>
                  <a:pt x="148901" y="1502"/>
                </a:cubicBezTo>
                <a:cubicBezTo>
                  <a:pt x="151227" y="501"/>
                  <a:pt x="153751" y="0"/>
                  <a:pt x="156474" y="0"/>
                </a:cubicBezTo>
                <a:cubicBezTo>
                  <a:pt x="158914" y="0"/>
                  <a:pt x="160914" y="779"/>
                  <a:pt x="162474" y="2336"/>
                </a:cubicBezTo>
                <a:cubicBezTo>
                  <a:pt x="164034" y="3893"/>
                  <a:pt x="164814" y="5923"/>
                  <a:pt x="164814" y="8426"/>
                </a:cubicBezTo>
                <a:cubicBezTo>
                  <a:pt x="164814" y="10039"/>
                  <a:pt x="165168" y="12403"/>
                  <a:pt x="165877" y="15517"/>
                </a:cubicBezTo>
                <a:cubicBezTo>
                  <a:pt x="166587" y="18632"/>
                  <a:pt x="166941" y="20996"/>
                  <a:pt x="166941" y="22609"/>
                </a:cubicBezTo>
                <a:cubicBezTo>
                  <a:pt x="166941" y="25112"/>
                  <a:pt x="166161" y="27142"/>
                  <a:pt x="164601" y="28699"/>
                </a:cubicBezTo>
                <a:cubicBezTo>
                  <a:pt x="163041" y="30256"/>
                  <a:pt x="161041" y="31035"/>
                  <a:pt x="158602" y="31035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as">
            <a:extLst xmlns:a="http://schemas.openxmlformats.org/drawingml/2006/main">
              <a:ext uri="{FF2B5EF4-FFF2-40B4-BE49-F238E27FC236}">
                <a16:creationId xmlns:a16="http://schemas.microsoft.com/office/drawing/2014/main" id="{96683488-B3C6-4134-B0EA-45F7974F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20" y="4643887"/>
            <a:ext cx="166941" cy="100780"/>
          </a:xfrm>
          <a:custGeom xmlns:a="http://schemas.openxmlformats.org/drawingml/2006/main">
            <a:pathLst>
              <a:path w="166941" h="100780" fill="none">
                <a:moveTo>
                  <a:pt x="73948" y="100780"/>
                </a:moveTo>
                <a:cubicBezTo>
                  <a:pt x="72870" y="100780"/>
                  <a:pt x="70913" y="99546"/>
                  <a:pt x="68077" y="97078"/>
                </a:cubicBezTo>
                <a:cubicBezTo>
                  <a:pt x="65524" y="94779"/>
                  <a:pt x="63623" y="92731"/>
                  <a:pt x="62375" y="90936"/>
                </a:cubicBezTo>
                <a:cubicBezTo>
                  <a:pt x="56929" y="93856"/>
                  <a:pt x="52135" y="96060"/>
                  <a:pt x="47994" y="97547"/>
                </a:cubicBezTo>
                <a:cubicBezTo>
                  <a:pt x="43853" y="99035"/>
                  <a:pt x="40392" y="99779"/>
                  <a:pt x="37612" y="99779"/>
                </a:cubicBezTo>
                <a:cubicBezTo>
                  <a:pt x="24337" y="99779"/>
                  <a:pt x="14665" y="96108"/>
                  <a:pt x="8595" y="88767"/>
                </a:cubicBezTo>
                <a:cubicBezTo>
                  <a:pt x="2865" y="81870"/>
                  <a:pt x="0" y="71302"/>
                  <a:pt x="0" y="57064"/>
                </a:cubicBezTo>
                <a:cubicBezTo>
                  <a:pt x="0" y="43605"/>
                  <a:pt x="4723" y="32092"/>
                  <a:pt x="14168" y="22525"/>
                </a:cubicBezTo>
                <a:cubicBezTo>
                  <a:pt x="23614" y="12959"/>
                  <a:pt x="34889" y="8176"/>
                  <a:pt x="47994" y="8176"/>
                </a:cubicBezTo>
                <a:cubicBezTo>
                  <a:pt x="52930" y="8176"/>
                  <a:pt x="58461" y="9427"/>
                  <a:pt x="64588" y="11930"/>
                </a:cubicBezTo>
                <a:cubicBezTo>
                  <a:pt x="72303" y="15045"/>
                  <a:pt x="76161" y="18799"/>
                  <a:pt x="76161" y="23193"/>
                </a:cubicBezTo>
                <a:cubicBezTo>
                  <a:pt x="76161" y="24694"/>
                  <a:pt x="75593" y="26029"/>
                  <a:pt x="74459" y="27197"/>
                </a:cubicBezTo>
                <a:cubicBezTo>
                  <a:pt x="73892" y="29311"/>
                  <a:pt x="73452" y="32787"/>
                  <a:pt x="73140" y="37626"/>
                </a:cubicBezTo>
                <a:cubicBezTo>
                  <a:pt x="72828" y="42464"/>
                  <a:pt x="72643" y="48666"/>
                  <a:pt x="72587" y="56230"/>
                </a:cubicBezTo>
                <a:cubicBezTo>
                  <a:pt x="72530" y="63127"/>
                  <a:pt x="73012" y="68577"/>
                  <a:pt x="74033" y="72582"/>
                </a:cubicBezTo>
                <a:cubicBezTo>
                  <a:pt x="74601" y="75029"/>
                  <a:pt x="76388" y="79923"/>
                  <a:pt x="79394" y="87265"/>
                </a:cubicBezTo>
                <a:cubicBezTo>
                  <a:pt x="79791" y="88266"/>
                  <a:pt x="80444" y="89740"/>
                  <a:pt x="81352" y="91687"/>
                </a:cubicBezTo>
                <a:lnTo>
                  <a:pt x="81862" y="93105"/>
                </a:lnTo>
                <a:cubicBezTo>
                  <a:pt x="81862" y="95330"/>
                  <a:pt x="81068" y="97165"/>
                  <a:pt x="79479" y="98611"/>
                </a:cubicBezTo>
                <a:cubicBezTo>
                  <a:pt x="77891" y="100057"/>
                  <a:pt x="76047" y="100780"/>
                  <a:pt x="73948" y="100780"/>
                </a:cubicBezTo>
                <a:moveTo>
                  <a:pt x="56248" y="42829"/>
                </a:moveTo>
                <a:cubicBezTo>
                  <a:pt x="56248" y="40443"/>
                  <a:pt x="56404" y="37850"/>
                  <a:pt x="56716" y="35050"/>
                </a:cubicBezTo>
                <a:cubicBezTo>
                  <a:pt x="57028" y="32248"/>
                  <a:pt x="57496" y="29266"/>
                  <a:pt x="58120" y="26105"/>
                </a:cubicBezTo>
                <a:cubicBezTo>
                  <a:pt x="56021" y="25050"/>
                  <a:pt x="54220" y="24273"/>
                  <a:pt x="52717" y="23774"/>
                </a:cubicBezTo>
                <a:cubicBezTo>
                  <a:pt x="51213" y="23275"/>
                  <a:pt x="50008" y="23026"/>
                  <a:pt x="49100" y="23026"/>
                </a:cubicBezTo>
                <a:cubicBezTo>
                  <a:pt x="40307" y="23026"/>
                  <a:pt x="32719" y="26534"/>
                  <a:pt x="26337" y="33551"/>
                </a:cubicBezTo>
                <a:cubicBezTo>
                  <a:pt x="19955" y="40567"/>
                  <a:pt x="16764" y="48652"/>
                  <a:pt x="16764" y="57805"/>
                </a:cubicBezTo>
                <a:cubicBezTo>
                  <a:pt x="16764" y="66902"/>
                  <a:pt x="18409" y="73724"/>
                  <a:pt x="21699" y="78273"/>
                </a:cubicBezTo>
                <a:cubicBezTo>
                  <a:pt x="24990" y="82822"/>
                  <a:pt x="29925" y="85096"/>
                  <a:pt x="36506" y="85096"/>
                </a:cubicBezTo>
                <a:cubicBezTo>
                  <a:pt x="41952" y="85096"/>
                  <a:pt x="46576" y="84125"/>
                  <a:pt x="50377" y="82184"/>
                </a:cubicBezTo>
                <a:cubicBezTo>
                  <a:pt x="52419" y="81130"/>
                  <a:pt x="55284" y="79023"/>
                  <a:pt x="58971" y="75861"/>
                </a:cubicBezTo>
                <a:cubicBezTo>
                  <a:pt x="57156" y="61161"/>
                  <a:pt x="56248" y="50150"/>
                  <a:pt x="56248" y="42829"/>
                </a:cubicBezTo>
                <a:close/>
                <a:moveTo>
                  <a:pt x="158602" y="31035"/>
                </a:moveTo>
                <a:cubicBezTo>
                  <a:pt x="155482" y="31035"/>
                  <a:pt x="153297" y="30013"/>
                  <a:pt x="152049" y="27969"/>
                </a:cubicBezTo>
                <a:cubicBezTo>
                  <a:pt x="151198" y="26533"/>
                  <a:pt x="150461" y="23551"/>
                  <a:pt x="149837" y="19021"/>
                </a:cubicBezTo>
                <a:cubicBezTo>
                  <a:pt x="145582" y="20076"/>
                  <a:pt x="139030" y="22020"/>
                  <a:pt x="130180" y="24854"/>
                </a:cubicBezTo>
                <a:cubicBezTo>
                  <a:pt x="121046" y="28410"/>
                  <a:pt x="116451" y="32798"/>
                  <a:pt x="116394" y="38019"/>
                </a:cubicBezTo>
                <a:cubicBezTo>
                  <a:pt x="118096" y="38631"/>
                  <a:pt x="119770" y="39076"/>
                  <a:pt x="121415" y="39354"/>
                </a:cubicBezTo>
                <a:cubicBezTo>
                  <a:pt x="134463" y="41631"/>
                  <a:pt x="144164" y="44770"/>
                  <a:pt x="150518" y="48771"/>
                </a:cubicBezTo>
                <a:cubicBezTo>
                  <a:pt x="159765" y="54606"/>
                  <a:pt x="164388" y="63052"/>
                  <a:pt x="164388" y="74109"/>
                </a:cubicBezTo>
                <a:cubicBezTo>
                  <a:pt x="164388" y="83167"/>
                  <a:pt x="160389" y="90001"/>
                  <a:pt x="152390" y="94612"/>
                </a:cubicBezTo>
                <a:cubicBezTo>
                  <a:pt x="145752" y="98390"/>
                  <a:pt x="137356" y="100280"/>
                  <a:pt x="127201" y="100280"/>
                </a:cubicBezTo>
                <a:cubicBezTo>
                  <a:pt x="119770" y="100280"/>
                  <a:pt x="112678" y="99056"/>
                  <a:pt x="105928" y="96609"/>
                </a:cubicBezTo>
                <a:cubicBezTo>
                  <a:pt x="97191" y="93494"/>
                  <a:pt x="92823" y="89156"/>
                  <a:pt x="92823" y="83594"/>
                </a:cubicBezTo>
                <a:cubicBezTo>
                  <a:pt x="92823" y="81369"/>
                  <a:pt x="93716" y="79423"/>
                  <a:pt x="95503" y="77754"/>
                </a:cubicBezTo>
                <a:cubicBezTo>
                  <a:pt x="97290" y="76086"/>
                  <a:pt x="99318" y="75251"/>
                  <a:pt x="101588" y="75251"/>
                </a:cubicBezTo>
                <a:cubicBezTo>
                  <a:pt x="103346" y="75251"/>
                  <a:pt x="105615" y="76586"/>
                  <a:pt x="108395" y="79256"/>
                </a:cubicBezTo>
                <a:cubicBezTo>
                  <a:pt x="109757" y="80535"/>
                  <a:pt x="112820" y="81592"/>
                  <a:pt x="117586" y="82426"/>
                </a:cubicBezTo>
                <a:cubicBezTo>
                  <a:pt x="121387" y="83094"/>
                  <a:pt x="124592" y="83427"/>
                  <a:pt x="127201" y="83427"/>
                </a:cubicBezTo>
                <a:cubicBezTo>
                  <a:pt x="131967" y="83427"/>
                  <a:pt x="136165" y="82872"/>
                  <a:pt x="139796" y="81761"/>
                </a:cubicBezTo>
                <a:cubicBezTo>
                  <a:pt x="145072" y="80150"/>
                  <a:pt x="147710" y="77595"/>
                  <a:pt x="147710" y="74096"/>
                </a:cubicBezTo>
                <a:cubicBezTo>
                  <a:pt x="147710" y="66541"/>
                  <a:pt x="142320" y="61430"/>
                  <a:pt x="131541" y="58764"/>
                </a:cubicBezTo>
                <a:lnTo>
                  <a:pt x="122691" y="56845"/>
                </a:lnTo>
                <a:cubicBezTo>
                  <a:pt x="115146" y="55231"/>
                  <a:pt x="109785" y="53338"/>
                  <a:pt x="106608" y="51167"/>
                </a:cubicBezTo>
                <a:cubicBezTo>
                  <a:pt x="102013" y="48051"/>
                  <a:pt x="99716" y="43349"/>
                  <a:pt x="99716" y="37063"/>
                </a:cubicBezTo>
                <a:cubicBezTo>
                  <a:pt x="99716" y="25431"/>
                  <a:pt x="105303" y="17139"/>
                  <a:pt x="116479" y="12186"/>
                </a:cubicBezTo>
                <a:cubicBezTo>
                  <a:pt x="119883" y="10684"/>
                  <a:pt x="125329" y="8890"/>
                  <a:pt x="132818" y="6805"/>
                </a:cubicBezTo>
                <a:cubicBezTo>
                  <a:pt x="140306" y="4717"/>
                  <a:pt x="145667" y="2949"/>
                  <a:pt x="148901" y="1502"/>
                </a:cubicBezTo>
                <a:cubicBezTo>
                  <a:pt x="151227" y="501"/>
                  <a:pt x="153751" y="0"/>
                  <a:pt x="156474" y="0"/>
                </a:cubicBezTo>
                <a:cubicBezTo>
                  <a:pt x="158914" y="0"/>
                  <a:pt x="160914" y="779"/>
                  <a:pt x="162474" y="2336"/>
                </a:cubicBezTo>
                <a:cubicBezTo>
                  <a:pt x="164034" y="3893"/>
                  <a:pt x="164814" y="5923"/>
                  <a:pt x="164814" y="8426"/>
                </a:cubicBezTo>
                <a:cubicBezTo>
                  <a:pt x="164814" y="10039"/>
                  <a:pt x="165168" y="12403"/>
                  <a:pt x="165877" y="15517"/>
                </a:cubicBezTo>
                <a:cubicBezTo>
                  <a:pt x="166587" y="18632"/>
                  <a:pt x="166941" y="20996"/>
                  <a:pt x="166941" y="22609"/>
                </a:cubicBezTo>
                <a:cubicBezTo>
                  <a:pt x="166941" y="25112"/>
                  <a:pt x="166161" y="27142"/>
                  <a:pt x="164601" y="28699"/>
                </a:cubicBezTo>
                <a:cubicBezTo>
                  <a:pt x="163041" y="30256"/>
                  <a:pt x="161041" y="31035"/>
                  <a:pt x="158602" y="3103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309" cap="flat">
            <a:solidFill>
              <a:srgbClr val="4472C4"/>
            </a:solidFill>
            <a:miter/>
          </a:ln>
        </p:spPr>
      </p:sp>
      <p:sp>
        <p:nvSpPr>
          <p:cNvPr id="109" name="Text -">
            <a:extLst xmlns:a="http://schemas.openxmlformats.org/drawingml/2006/main">
              <a:ext uri="{FF2B5EF4-FFF2-40B4-BE49-F238E27FC236}">
                <a16:creationId xmlns:a16="http://schemas.microsoft.com/office/drawing/2014/main" id="{178A97BE-2068-4D7D-8421-7548029D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417" y="4686435"/>
            <a:ext cx="55057" cy="14183"/>
          </a:xfrm>
          <a:custGeom xmlns:a="http://schemas.openxmlformats.org/drawingml/2006/main">
            <a:pathLst>
              <a:path w="55057" h="14183">
                <a:moveTo>
                  <a:pt x="48334" y="13015"/>
                </a:moveTo>
                <a:cubicBezTo>
                  <a:pt x="40619" y="13793"/>
                  <a:pt x="26890" y="14183"/>
                  <a:pt x="7148" y="14183"/>
                </a:cubicBezTo>
                <a:cubicBezTo>
                  <a:pt x="2383" y="14183"/>
                  <a:pt x="0" y="12014"/>
                  <a:pt x="0" y="7675"/>
                </a:cubicBezTo>
                <a:cubicBezTo>
                  <a:pt x="0" y="3337"/>
                  <a:pt x="2383" y="1168"/>
                  <a:pt x="7148" y="1168"/>
                </a:cubicBezTo>
                <a:cubicBezTo>
                  <a:pt x="11630" y="1168"/>
                  <a:pt x="18352" y="973"/>
                  <a:pt x="27316" y="584"/>
                </a:cubicBezTo>
                <a:cubicBezTo>
                  <a:pt x="36279" y="195"/>
                  <a:pt x="43002" y="0"/>
                  <a:pt x="47483" y="0"/>
                </a:cubicBezTo>
                <a:cubicBezTo>
                  <a:pt x="52532" y="0"/>
                  <a:pt x="55057" y="2169"/>
                  <a:pt x="55057" y="6507"/>
                </a:cubicBezTo>
                <a:cubicBezTo>
                  <a:pt x="55057" y="10345"/>
                  <a:pt x="52816" y="12514"/>
                  <a:pt x="48334" y="13015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-">
            <a:extLst xmlns:a="http://schemas.openxmlformats.org/drawingml/2006/main">
              <a:ext uri="{FF2B5EF4-FFF2-40B4-BE49-F238E27FC236}">
                <a16:creationId xmlns:a16="http://schemas.microsoft.com/office/drawing/2014/main" id="{C04779B3-F496-498A-883E-0D6B708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417" y="4686435"/>
            <a:ext cx="55057" cy="14183"/>
          </a:xfrm>
          <a:custGeom xmlns:a="http://schemas.openxmlformats.org/drawingml/2006/main">
            <a:pathLst>
              <a:path w="55057" h="14183" fill="none">
                <a:moveTo>
                  <a:pt x="48334" y="13015"/>
                </a:moveTo>
                <a:cubicBezTo>
                  <a:pt x="40619" y="13793"/>
                  <a:pt x="26890" y="14183"/>
                  <a:pt x="7148" y="14183"/>
                </a:cubicBezTo>
                <a:cubicBezTo>
                  <a:pt x="2383" y="14183"/>
                  <a:pt x="0" y="12014"/>
                  <a:pt x="0" y="7675"/>
                </a:cubicBezTo>
                <a:cubicBezTo>
                  <a:pt x="0" y="3337"/>
                  <a:pt x="2383" y="1168"/>
                  <a:pt x="7148" y="1168"/>
                </a:cubicBezTo>
                <a:cubicBezTo>
                  <a:pt x="11630" y="1168"/>
                  <a:pt x="18352" y="973"/>
                  <a:pt x="27316" y="584"/>
                </a:cubicBezTo>
                <a:cubicBezTo>
                  <a:pt x="36279" y="195"/>
                  <a:pt x="43002" y="0"/>
                  <a:pt x="47483" y="0"/>
                </a:cubicBezTo>
                <a:cubicBezTo>
                  <a:pt x="52532" y="0"/>
                  <a:pt x="55057" y="2169"/>
                  <a:pt x="55057" y="6507"/>
                </a:cubicBezTo>
                <a:cubicBezTo>
                  <a:pt x="55057" y="10345"/>
                  <a:pt x="52816" y="12514"/>
                  <a:pt x="48334" y="130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309" cap="flat">
            <a:solidFill>
              <a:srgbClr val="4472C4"/>
            </a:solidFill>
            <a:miter/>
          </a:ln>
        </p:spPr>
      </p:sp>
      <p:sp>
        <p:nvSpPr>
          <p:cNvPr id="111" name="Text judge">
            <a:extLst xmlns:a="http://schemas.openxmlformats.org/drawingml/2006/main">
              <a:ext uri="{FF2B5EF4-FFF2-40B4-BE49-F238E27FC236}">
                <a16:creationId xmlns:a16="http://schemas.microsoft.com/office/drawing/2014/main" id="{617DB441-8787-4AB6-9CDE-1C17E1C2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663" y="4815309"/>
            <a:ext cx="464027" cy="182873"/>
          </a:xfrm>
          <a:custGeom xmlns:a="http://schemas.openxmlformats.org/drawingml/2006/main">
            <a:pathLst>
              <a:path w="464027" h="182873">
                <a:moveTo>
                  <a:pt x="41271" y="27364"/>
                </a:moveTo>
                <a:cubicBezTo>
                  <a:pt x="38548" y="27364"/>
                  <a:pt x="36208" y="26415"/>
                  <a:pt x="34251" y="24517"/>
                </a:cubicBezTo>
                <a:cubicBezTo>
                  <a:pt x="32294" y="22617"/>
                  <a:pt x="31315" y="20355"/>
                  <a:pt x="31315" y="17728"/>
                </a:cubicBezTo>
                <a:cubicBezTo>
                  <a:pt x="31315" y="15046"/>
                  <a:pt x="32294" y="12757"/>
                  <a:pt x="34251" y="10859"/>
                </a:cubicBezTo>
                <a:cubicBezTo>
                  <a:pt x="36208" y="8959"/>
                  <a:pt x="38548" y="8009"/>
                  <a:pt x="41271" y="8009"/>
                </a:cubicBezTo>
                <a:cubicBezTo>
                  <a:pt x="43995" y="8009"/>
                  <a:pt x="46349" y="8959"/>
                  <a:pt x="48334" y="10859"/>
                </a:cubicBezTo>
                <a:cubicBezTo>
                  <a:pt x="50320" y="12757"/>
                  <a:pt x="51313" y="15046"/>
                  <a:pt x="51313" y="17728"/>
                </a:cubicBezTo>
                <a:cubicBezTo>
                  <a:pt x="51313" y="20355"/>
                  <a:pt x="50320" y="22617"/>
                  <a:pt x="48334" y="24517"/>
                </a:cubicBezTo>
                <a:cubicBezTo>
                  <a:pt x="46349" y="26415"/>
                  <a:pt x="43995" y="27364"/>
                  <a:pt x="41271" y="27364"/>
                </a:cubicBezTo>
                <a:moveTo>
                  <a:pt x="40591" y="152338"/>
                </a:moveTo>
                <a:cubicBezTo>
                  <a:pt x="40647" y="145831"/>
                  <a:pt x="39683" y="129173"/>
                  <a:pt x="37697" y="102365"/>
                </a:cubicBezTo>
                <a:lnTo>
                  <a:pt x="34804" y="56397"/>
                </a:lnTo>
                <a:cubicBezTo>
                  <a:pt x="34804" y="53616"/>
                  <a:pt x="35613" y="51141"/>
                  <a:pt x="37229" y="48972"/>
                </a:cubicBezTo>
                <a:cubicBezTo>
                  <a:pt x="38846" y="46803"/>
                  <a:pt x="40903" y="45718"/>
                  <a:pt x="43399" y="45718"/>
                </a:cubicBezTo>
                <a:cubicBezTo>
                  <a:pt x="45328" y="45718"/>
                  <a:pt x="47257" y="46414"/>
                  <a:pt x="49185" y="47806"/>
                </a:cubicBezTo>
                <a:cubicBezTo>
                  <a:pt x="51114" y="49197"/>
                  <a:pt x="52135" y="50615"/>
                  <a:pt x="52249" y="52061"/>
                </a:cubicBezTo>
                <a:lnTo>
                  <a:pt x="55057" y="100147"/>
                </a:lnTo>
                <a:lnTo>
                  <a:pt x="57355" y="151569"/>
                </a:lnTo>
                <a:cubicBezTo>
                  <a:pt x="57355" y="159303"/>
                  <a:pt x="55000" y="166316"/>
                  <a:pt x="50292" y="172606"/>
                </a:cubicBezTo>
                <a:cubicBezTo>
                  <a:pt x="45186" y="179450"/>
                  <a:pt x="38974" y="182873"/>
                  <a:pt x="31656" y="182873"/>
                </a:cubicBezTo>
                <a:cubicBezTo>
                  <a:pt x="19459" y="182873"/>
                  <a:pt x="9247" y="173649"/>
                  <a:pt x="1021" y="155201"/>
                </a:cubicBezTo>
                <a:cubicBezTo>
                  <a:pt x="340" y="153696"/>
                  <a:pt x="0" y="152358"/>
                  <a:pt x="0" y="151188"/>
                </a:cubicBezTo>
                <a:cubicBezTo>
                  <a:pt x="0" y="148958"/>
                  <a:pt x="894" y="147035"/>
                  <a:pt x="2681" y="145419"/>
                </a:cubicBezTo>
                <a:cubicBezTo>
                  <a:pt x="4468" y="143803"/>
                  <a:pt x="6496" y="142994"/>
                  <a:pt x="8765" y="142994"/>
                </a:cubicBezTo>
                <a:cubicBezTo>
                  <a:pt x="12112" y="142994"/>
                  <a:pt x="15601" y="146609"/>
                  <a:pt x="19232" y="153840"/>
                </a:cubicBezTo>
                <a:cubicBezTo>
                  <a:pt x="20139" y="155731"/>
                  <a:pt x="21728" y="158456"/>
                  <a:pt x="23997" y="162016"/>
                </a:cubicBezTo>
                <a:cubicBezTo>
                  <a:pt x="26209" y="164797"/>
                  <a:pt x="28762" y="166187"/>
                  <a:pt x="31656" y="166187"/>
                </a:cubicBezTo>
                <a:cubicBezTo>
                  <a:pt x="34152" y="166187"/>
                  <a:pt x="36279" y="164352"/>
                  <a:pt x="38038" y="160681"/>
                </a:cubicBezTo>
                <a:cubicBezTo>
                  <a:pt x="39399" y="157900"/>
                  <a:pt x="40250" y="155119"/>
                  <a:pt x="40591" y="152338"/>
                </a:cubicBezTo>
                <a:close/>
                <a:moveTo>
                  <a:pt x="156866" y="84262"/>
                </a:moveTo>
                <a:cubicBezTo>
                  <a:pt x="156866" y="88266"/>
                  <a:pt x="156894" y="94273"/>
                  <a:pt x="156951" y="102282"/>
                </a:cubicBezTo>
                <a:cubicBezTo>
                  <a:pt x="157008" y="110291"/>
                  <a:pt x="157036" y="116298"/>
                  <a:pt x="157036" y="120302"/>
                </a:cubicBezTo>
                <a:cubicBezTo>
                  <a:pt x="157036" y="121526"/>
                  <a:pt x="157135" y="123389"/>
                  <a:pt x="157334" y="125892"/>
                </a:cubicBezTo>
                <a:cubicBezTo>
                  <a:pt x="157532" y="128395"/>
                  <a:pt x="157632" y="130258"/>
                  <a:pt x="157632" y="131481"/>
                </a:cubicBezTo>
                <a:cubicBezTo>
                  <a:pt x="157632" y="133873"/>
                  <a:pt x="156809" y="135833"/>
                  <a:pt x="155164" y="137363"/>
                </a:cubicBezTo>
                <a:cubicBezTo>
                  <a:pt x="153519" y="138892"/>
                  <a:pt x="151505" y="139657"/>
                  <a:pt x="149122" y="139657"/>
                </a:cubicBezTo>
                <a:cubicBezTo>
                  <a:pt x="144754" y="139657"/>
                  <a:pt x="141974" y="137015"/>
                  <a:pt x="140783" y="131732"/>
                </a:cubicBezTo>
                <a:cubicBezTo>
                  <a:pt x="133691" y="135347"/>
                  <a:pt x="125522" y="137154"/>
                  <a:pt x="116275" y="137154"/>
                </a:cubicBezTo>
                <a:cubicBezTo>
                  <a:pt x="108843" y="137154"/>
                  <a:pt x="102688" y="135541"/>
                  <a:pt x="97809" y="132316"/>
                </a:cubicBezTo>
                <a:cubicBezTo>
                  <a:pt x="92420" y="128756"/>
                  <a:pt x="89215" y="123556"/>
                  <a:pt x="88193" y="116715"/>
                </a:cubicBezTo>
                <a:cubicBezTo>
                  <a:pt x="85981" y="101976"/>
                  <a:pt x="84875" y="88850"/>
                  <a:pt x="84875" y="77337"/>
                </a:cubicBezTo>
                <a:cubicBezTo>
                  <a:pt x="84875" y="69717"/>
                  <a:pt x="85726" y="61041"/>
                  <a:pt x="87428" y="51308"/>
                </a:cubicBezTo>
                <a:cubicBezTo>
                  <a:pt x="88222" y="46469"/>
                  <a:pt x="90917" y="44050"/>
                  <a:pt x="95512" y="44050"/>
                </a:cubicBezTo>
                <a:cubicBezTo>
                  <a:pt x="97951" y="44050"/>
                  <a:pt x="99993" y="44813"/>
                  <a:pt x="101639" y="46341"/>
                </a:cubicBezTo>
                <a:cubicBezTo>
                  <a:pt x="103284" y="47869"/>
                  <a:pt x="104106" y="49828"/>
                  <a:pt x="104106" y="52218"/>
                </a:cubicBezTo>
                <a:cubicBezTo>
                  <a:pt x="104106" y="54773"/>
                  <a:pt x="103695" y="58856"/>
                  <a:pt x="102872" y="64468"/>
                </a:cubicBezTo>
                <a:cubicBezTo>
                  <a:pt x="102050" y="70079"/>
                  <a:pt x="101639" y="74356"/>
                  <a:pt x="101639" y="77301"/>
                </a:cubicBezTo>
                <a:cubicBezTo>
                  <a:pt x="101639" y="86578"/>
                  <a:pt x="101951" y="94523"/>
                  <a:pt x="102575" y="101135"/>
                </a:cubicBezTo>
                <a:cubicBezTo>
                  <a:pt x="103199" y="107746"/>
                  <a:pt x="104135" y="113052"/>
                  <a:pt x="105383" y="117051"/>
                </a:cubicBezTo>
                <a:cubicBezTo>
                  <a:pt x="107255" y="118052"/>
                  <a:pt x="109099" y="118817"/>
                  <a:pt x="110914" y="119345"/>
                </a:cubicBezTo>
                <a:cubicBezTo>
                  <a:pt x="112729" y="119872"/>
                  <a:pt x="114516" y="120135"/>
                  <a:pt x="116275" y="120135"/>
                </a:cubicBezTo>
                <a:cubicBezTo>
                  <a:pt x="123877" y="120135"/>
                  <a:pt x="131904" y="118941"/>
                  <a:pt x="140357" y="116553"/>
                </a:cubicBezTo>
                <a:lnTo>
                  <a:pt x="140272" y="99636"/>
                </a:lnTo>
                <a:lnTo>
                  <a:pt x="140102" y="83469"/>
                </a:lnTo>
                <a:cubicBezTo>
                  <a:pt x="140102" y="71468"/>
                  <a:pt x="140641" y="61050"/>
                  <a:pt x="141719" y="52218"/>
                </a:cubicBezTo>
                <a:cubicBezTo>
                  <a:pt x="142343" y="47106"/>
                  <a:pt x="145094" y="44550"/>
                  <a:pt x="149973" y="44550"/>
                </a:cubicBezTo>
                <a:cubicBezTo>
                  <a:pt x="152412" y="44550"/>
                  <a:pt x="154455" y="45329"/>
                  <a:pt x="156100" y="46886"/>
                </a:cubicBezTo>
                <a:cubicBezTo>
                  <a:pt x="157745" y="48443"/>
                  <a:pt x="158511" y="50390"/>
                  <a:pt x="158397" y="52726"/>
                </a:cubicBezTo>
                <a:lnTo>
                  <a:pt x="156866" y="84262"/>
                </a:lnTo>
                <a:close/>
                <a:moveTo>
                  <a:pt x="259387" y="59280"/>
                </a:moveTo>
                <a:cubicBezTo>
                  <a:pt x="258706" y="67451"/>
                  <a:pt x="258366" y="75622"/>
                  <a:pt x="258366" y="83792"/>
                </a:cubicBezTo>
                <a:cubicBezTo>
                  <a:pt x="258366" y="102303"/>
                  <a:pt x="259245" y="116282"/>
                  <a:pt x="261004" y="125730"/>
                </a:cubicBezTo>
                <a:cubicBezTo>
                  <a:pt x="261117" y="126509"/>
                  <a:pt x="261174" y="127148"/>
                  <a:pt x="261174" y="127649"/>
                </a:cubicBezTo>
                <a:cubicBezTo>
                  <a:pt x="261174" y="129872"/>
                  <a:pt x="260380" y="131706"/>
                  <a:pt x="258791" y="133150"/>
                </a:cubicBezTo>
                <a:cubicBezTo>
                  <a:pt x="257203" y="134596"/>
                  <a:pt x="255359" y="135319"/>
                  <a:pt x="253260" y="135319"/>
                </a:cubicBezTo>
                <a:cubicBezTo>
                  <a:pt x="249743" y="135319"/>
                  <a:pt x="247161" y="132816"/>
                  <a:pt x="245516" y="127811"/>
                </a:cubicBezTo>
                <a:cubicBezTo>
                  <a:pt x="241432" y="130758"/>
                  <a:pt x="237191" y="132997"/>
                  <a:pt x="232794" y="134526"/>
                </a:cubicBezTo>
                <a:cubicBezTo>
                  <a:pt x="228398" y="136056"/>
                  <a:pt x="223817" y="136821"/>
                  <a:pt x="219051" y="136821"/>
                </a:cubicBezTo>
                <a:cubicBezTo>
                  <a:pt x="207308" y="136821"/>
                  <a:pt x="197579" y="132980"/>
                  <a:pt x="189864" y="125297"/>
                </a:cubicBezTo>
                <a:cubicBezTo>
                  <a:pt x="181921" y="117448"/>
                  <a:pt x="177950" y="107372"/>
                  <a:pt x="177950" y="95068"/>
                </a:cubicBezTo>
                <a:cubicBezTo>
                  <a:pt x="177950" y="80204"/>
                  <a:pt x="181964" y="68291"/>
                  <a:pt x="189991" y="59330"/>
                </a:cubicBezTo>
                <a:cubicBezTo>
                  <a:pt x="198019" y="50367"/>
                  <a:pt x="208443" y="45885"/>
                  <a:pt x="221264" y="45885"/>
                </a:cubicBezTo>
                <a:cubicBezTo>
                  <a:pt x="227845" y="45885"/>
                  <a:pt x="232922" y="46886"/>
                  <a:pt x="236496" y="48888"/>
                </a:cubicBezTo>
                <a:lnTo>
                  <a:pt x="244495" y="54645"/>
                </a:lnTo>
                <a:cubicBezTo>
                  <a:pt x="245289" y="31261"/>
                  <a:pt x="246225" y="15517"/>
                  <a:pt x="247303" y="7412"/>
                </a:cubicBezTo>
                <a:cubicBezTo>
                  <a:pt x="248041" y="2471"/>
                  <a:pt x="250622" y="0"/>
                  <a:pt x="255047" y="0"/>
                </a:cubicBezTo>
                <a:cubicBezTo>
                  <a:pt x="260209" y="0"/>
                  <a:pt x="262791" y="2696"/>
                  <a:pt x="262791" y="8087"/>
                </a:cubicBezTo>
                <a:cubicBezTo>
                  <a:pt x="262791" y="15813"/>
                  <a:pt x="261656" y="32877"/>
                  <a:pt x="259387" y="59280"/>
                </a:cubicBezTo>
                <a:moveTo>
                  <a:pt x="221604" y="61402"/>
                </a:moveTo>
                <a:cubicBezTo>
                  <a:pt x="212074" y="61402"/>
                  <a:pt x="204925" y="64169"/>
                  <a:pt x="200160" y="69703"/>
                </a:cubicBezTo>
                <a:cubicBezTo>
                  <a:pt x="195395" y="75237"/>
                  <a:pt x="193012" y="83566"/>
                  <a:pt x="193012" y="94690"/>
                </a:cubicBezTo>
                <a:cubicBezTo>
                  <a:pt x="193012" y="101865"/>
                  <a:pt x="195607" y="108038"/>
                  <a:pt x="200798" y="113211"/>
                </a:cubicBezTo>
                <a:cubicBezTo>
                  <a:pt x="205989" y="118383"/>
                  <a:pt x="212074" y="120970"/>
                  <a:pt x="219051" y="120970"/>
                </a:cubicBezTo>
                <a:cubicBezTo>
                  <a:pt x="223817" y="120970"/>
                  <a:pt x="227845" y="120107"/>
                  <a:pt x="231135" y="118383"/>
                </a:cubicBezTo>
                <a:cubicBezTo>
                  <a:pt x="233064" y="117382"/>
                  <a:pt x="236212" y="115074"/>
                  <a:pt x="240581" y="111459"/>
                </a:cubicBezTo>
                <a:cubicBezTo>
                  <a:pt x="241432" y="110736"/>
                  <a:pt x="242254" y="109874"/>
                  <a:pt x="243048" y="108873"/>
                </a:cubicBezTo>
                <a:lnTo>
                  <a:pt x="242793" y="94440"/>
                </a:lnTo>
                <a:lnTo>
                  <a:pt x="242878" y="84762"/>
                </a:lnTo>
                <a:lnTo>
                  <a:pt x="243048" y="74918"/>
                </a:lnTo>
                <a:cubicBezTo>
                  <a:pt x="240893" y="70413"/>
                  <a:pt x="238028" y="67034"/>
                  <a:pt x="234454" y="64781"/>
                </a:cubicBezTo>
                <a:cubicBezTo>
                  <a:pt x="230880" y="62529"/>
                  <a:pt x="226597" y="61402"/>
                  <a:pt x="221604" y="61402"/>
                </a:cubicBezTo>
                <a:close/>
                <a:moveTo>
                  <a:pt x="357879" y="97026"/>
                </a:moveTo>
                <a:lnTo>
                  <a:pt x="355922" y="125057"/>
                </a:lnTo>
                <a:cubicBezTo>
                  <a:pt x="355581" y="136181"/>
                  <a:pt x="354418" y="145275"/>
                  <a:pt x="352433" y="152338"/>
                </a:cubicBezTo>
                <a:cubicBezTo>
                  <a:pt x="349880" y="161348"/>
                  <a:pt x="345795" y="167995"/>
                  <a:pt x="340179" y="172277"/>
                </a:cubicBezTo>
                <a:cubicBezTo>
                  <a:pt x="333371" y="177450"/>
                  <a:pt x="323528" y="180036"/>
                  <a:pt x="310651" y="180036"/>
                </a:cubicBezTo>
                <a:cubicBezTo>
                  <a:pt x="303105" y="180036"/>
                  <a:pt x="296780" y="179535"/>
                  <a:pt x="291674" y="178534"/>
                </a:cubicBezTo>
                <a:cubicBezTo>
                  <a:pt x="284526" y="177144"/>
                  <a:pt x="280952" y="174252"/>
                  <a:pt x="280952" y="169858"/>
                </a:cubicBezTo>
                <a:cubicBezTo>
                  <a:pt x="280952" y="164908"/>
                  <a:pt x="283420" y="162433"/>
                  <a:pt x="288355" y="162433"/>
                </a:cubicBezTo>
                <a:cubicBezTo>
                  <a:pt x="290398" y="162433"/>
                  <a:pt x="293802" y="162920"/>
                  <a:pt x="298567" y="163893"/>
                </a:cubicBezTo>
                <a:cubicBezTo>
                  <a:pt x="303332" y="164866"/>
                  <a:pt x="308608" y="165297"/>
                  <a:pt x="314395" y="165186"/>
                </a:cubicBezTo>
                <a:cubicBezTo>
                  <a:pt x="325287" y="165009"/>
                  <a:pt x="332804" y="159532"/>
                  <a:pt x="336945" y="148756"/>
                </a:cubicBezTo>
                <a:cubicBezTo>
                  <a:pt x="339668" y="141571"/>
                  <a:pt x="341115" y="130529"/>
                  <a:pt x="341285" y="115630"/>
                </a:cubicBezTo>
                <a:cubicBezTo>
                  <a:pt x="338222" y="122137"/>
                  <a:pt x="334577" y="127018"/>
                  <a:pt x="330350" y="130272"/>
                </a:cubicBezTo>
                <a:cubicBezTo>
                  <a:pt x="326124" y="133525"/>
                  <a:pt x="321288" y="135152"/>
                  <a:pt x="315841" y="135152"/>
                </a:cubicBezTo>
                <a:cubicBezTo>
                  <a:pt x="305573" y="135152"/>
                  <a:pt x="297220" y="131714"/>
                  <a:pt x="290781" y="124838"/>
                </a:cubicBezTo>
                <a:cubicBezTo>
                  <a:pt x="284342" y="117963"/>
                  <a:pt x="281122" y="109041"/>
                  <a:pt x="281122" y="98074"/>
                </a:cubicBezTo>
                <a:cubicBezTo>
                  <a:pt x="281122" y="83043"/>
                  <a:pt x="285519" y="70935"/>
                  <a:pt x="294312" y="61749"/>
                </a:cubicBezTo>
                <a:cubicBezTo>
                  <a:pt x="303389" y="52285"/>
                  <a:pt x="315756" y="47554"/>
                  <a:pt x="331414" y="47554"/>
                </a:cubicBezTo>
                <a:cubicBezTo>
                  <a:pt x="336690" y="47554"/>
                  <a:pt x="341115" y="48221"/>
                  <a:pt x="344689" y="49556"/>
                </a:cubicBezTo>
                <a:cubicBezTo>
                  <a:pt x="348263" y="50891"/>
                  <a:pt x="350986" y="52893"/>
                  <a:pt x="352858" y="55563"/>
                </a:cubicBezTo>
                <a:cubicBezTo>
                  <a:pt x="358928" y="55729"/>
                  <a:pt x="361963" y="59039"/>
                  <a:pt x="361963" y="65490"/>
                </a:cubicBezTo>
                <a:cubicBezTo>
                  <a:pt x="361963" y="69439"/>
                  <a:pt x="361368" y="74723"/>
                  <a:pt x="360176" y="81342"/>
                </a:cubicBezTo>
                <a:cubicBezTo>
                  <a:pt x="358872" y="89017"/>
                  <a:pt x="358106" y="94245"/>
                  <a:pt x="357879" y="97026"/>
                </a:cubicBezTo>
                <a:moveTo>
                  <a:pt x="330563" y="64239"/>
                </a:moveTo>
                <a:cubicBezTo>
                  <a:pt x="319784" y="64239"/>
                  <a:pt x="311445" y="67519"/>
                  <a:pt x="305545" y="74078"/>
                </a:cubicBezTo>
                <a:cubicBezTo>
                  <a:pt x="300269" y="79986"/>
                  <a:pt x="297631" y="87497"/>
                  <a:pt x="297631" y="96611"/>
                </a:cubicBezTo>
                <a:cubicBezTo>
                  <a:pt x="297631" y="103871"/>
                  <a:pt x="299191" y="109329"/>
                  <a:pt x="302311" y="112984"/>
                </a:cubicBezTo>
                <a:cubicBezTo>
                  <a:pt x="305431" y="116639"/>
                  <a:pt x="310112" y="118467"/>
                  <a:pt x="316352" y="118467"/>
                </a:cubicBezTo>
                <a:cubicBezTo>
                  <a:pt x="322082" y="118467"/>
                  <a:pt x="327641" y="115613"/>
                  <a:pt x="333031" y="109905"/>
                </a:cubicBezTo>
                <a:cubicBezTo>
                  <a:pt x="337910" y="104647"/>
                  <a:pt x="340689" y="99440"/>
                  <a:pt x="341370" y="94283"/>
                </a:cubicBezTo>
                <a:cubicBezTo>
                  <a:pt x="342562" y="88874"/>
                  <a:pt x="343838" y="80386"/>
                  <a:pt x="345199" y="68820"/>
                </a:cubicBezTo>
                <a:cubicBezTo>
                  <a:pt x="342930" y="67268"/>
                  <a:pt x="340576" y="66116"/>
                  <a:pt x="338137" y="65365"/>
                </a:cubicBezTo>
                <a:cubicBezTo>
                  <a:pt x="335697" y="64614"/>
                  <a:pt x="333173" y="64239"/>
                  <a:pt x="330563" y="64239"/>
                </a:cubicBezTo>
                <a:close/>
                <a:moveTo>
                  <a:pt x="423437" y="136821"/>
                </a:moveTo>
                <a:cubicBezTo>
                  <a:pt x="410616" y="136821"/>
                  <a:pt x="400234" y="133676"/>
                  <a:pt x="392292" y="127386"/>
                </a:cubicBezTo>
                <a:cubicBezTo>
                  <a:pt x="383612" y="120426"/>
                  <a:pt x="379272" y="110684"/>
                  <a:pt x="379272" y="98157"/>
                </a:cubicBezTo>
                <a:cubicBezTo>
                  <a:pt x="379272" y="83684"/>
                  <a:pt x="382846" y="71549"/>
                  <a:pt x="389994" y="61752"/>
                </a:cubicBezTo>
                <a:cubicBezTo>
                  <a:pt x="397766" y="51063"/>
                  <a:pt x="408148" y="45718"/>
                  <a:pt x="421139" y="45718"/>
                </a:cubicBezTo>
                <a:cubicBezTo>
                  <a:pt x="430556" y="45718"/>
                  <a:pt x="438243" y="47275"/>
                  <a:pt x="444200" y="50390"/>
                </a:cubicBezTo>
                <a:cubicBezTo>
                  <a:pt x="451518" y="54228"/>
                  <a:pt x="455177" y="60123"/>
                  <a:pt x="455177" y="68077"/>
                </a:cubicBezTo>
                <a:cubicBezTo>
                  <a:pt x="455177" y="73638"/>
                  <a:pt x="451972" y="78700"/>
                  <a:pt x="445562" y="83260"/>
                </a:cubicBezTo>
                <a:cubicBezTo>
                  <a:pt x="442725" y="85263"/>
                  <a:pt x="436712" y="88377"/>
                  <a:pt x="427521" y="92604"/>
                </a:cubicBezTo>
                <a:lnTo>
                  <a:pt x="395015" y="107705"/>
                </a:lnTo>
                <a:cubicBezTo>
                  <a:pt x="398192" y="112321"/>
                  <a:pt x="402148" y="115797"/>
                  <a:pt x="406885" y="118133"/>
                </a:cubicBezTo>
                <a:cubicBezTo>
                  <a:pt x="411622" y="120469"/>
                  <a:pt x="417140" y="121637"/>
                  <a:pt x="423437" y="121637"/>
                </a:cubicBezTo>
                <a:cubicBezTo>
                  <a:pt x="427351" y="121637"/>
                  <a:pt x="431946" y="120914"/>
                  <a:pt x="437222" y="119468"/>
                </a:cubicBezTo>
                <a:cubicBezTo>
                  <a:pt x="443916" y="117632"/>
                  <a:pt x="448228" y="115227"/>
                  <a:pt x="450157" y="112251"/>
                </a:cubicBezTo>
                <a:cubicBezTo>
                  <a:pt x="452086" y="109276"/>
                  <a:pt x="454156" y="107788"/>
                  <a:pt x="456369" y="107788"/>
                </a:cubicBezTo>
                <a:cubicBezTo>
                  <a:pt x="458354" y="107788"/>
                  <a:pt x="460127" y="108528"/>
                  <a:pt x="461687" y="110007"/>
                </a:cubicBezTo>
                <a:cubicBezTo>
                  <a:pt x="463247" y="111484"/>
                  <a:pt x="464027" y="113199"/>
                  <a:pt x="464027" y="115150"/>
                </a:cubicBezTo>
                <a:cubicBezTo>
                  <a:pt x="464027" y="121341"/>
                  <a:pt x="458950" y="126669"/>
                  <a:pt x="448795" y="131132"/>
                </a:cubicBezTo>
                <a:cubicBezTo>
                  <a:pt x="440115" y="134924"/>
                  <a:pt x="431663" y="136821"/>
                  <a:pt x="423437" y="136821"/>
                </a:cubicBezTo>
                <a:moveTo>
                  <a:pt x="421139" y="60735"/>
                </a:moveTo>
                <a:cubicBezTo>
                  <a:pt x="414218" y="60735"/>
                  <a:pt x="408460" y="63363"/>
                  <a:pt x="403865" y="68619"/>
                </a:cubicBezTo>
                <a:cubicBezTo>
                  <a:pt x="399269" y="73875"/>
                  <a:pt x="395837" y="81787"/>
                  <a:pt x="393568" y="92354"/>
                </a:cubicBezTo>
                <a:lnTo>
                  <a:pt x="419692" y="80174"/>
                </a:lnTo>
                <a:cubicBezTo>
                  <a:pt x="429961" y="75279"/>
                  <a:pt x="437279" y="71024"/>
                  <a:pt x="441647" y="67409"/>
                </a:cubicBezTo>
                <a:cubicBezTo>
                  <a:pt x="436768" y="62960"/>
                  <a:pt x="429932" y="60735"/>
                  <a:pt x="421139" y="60735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judge">
            <a:extLst xmlns:a="http://schemas.openxmlformats.org/drawingml/2006/main">
              <a:ext uri="{FF2B5EF4-FFF2-40B4-BE49-F238E27FC236}">
                <a16:creationId xmlns:a16="http://schemas.microsoft.com/office/drawing/2014/main" id="{63158D68-C2FA-4BDB-9F70-4B2C0AC6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663" y="4815309"/>
            <a:ext cx="464027" cy="182873"/>
          </a:xfrm>
          <a:custGeom xmlns:a="http://schemas.openxmlformats.org/drawingml/2006/main">
            <a:pathLst>
              <a:path w="464027" h="182873" fill="none">
                <a:moveTo>
                  <a:pt x="41271" y="27364"/>
                </a:moveTo>
                <a:cubicBezTo>
                  <a:pt x="38548" y="27364"/>
                  <a:pt x="36208" y="26415"/>
                  <a:pt x="34251" y="24517"/>
                </a:cubicBezTo>
                <a:cubicBezTo>
                  <a:pt x="32294" y="22617"/>
                  <a:pt x="31315" y="20355"/>
                  <a:pt x="31315" y="17728"/>
                </a:cubicBezTo>
                <a:cubicBezTo>
                  <a:pt x="31315" y="15046"/>
                  <a:pt x="32294" y="12757"/>
                  <a:pt x="34251" y="10859"/>
                </a:cubicBezTo>
                <a:cubicBezTo>
                  <a:pt x="36208" y="8959"/>
                  <a:pt x="38548" y="8009"/>
                  <a:pt x="41271" y="8009"/>
                </a:cubicBezTo>
                <a:cubicBezTo>
                  <a:pt x="43995" y="8009"/>
                  <a:pt x="46349" y="8959"/>
                  <a:pt x="48334" y="10859"/>
                </a:cubicBezTo>
                <a:cubicBezTo>
                  <a:pt x="50320" y="12757"/>
                  <a:pt x="51313" y="15046"/>
                  <a:pt x="51313" y="17728"/>
                </a:cubicBezTo>
                <a:cubicBezTo>
                  <a:pt x="51313" y="20355"/>
                  <a:pt x="50320" y="22617"/>
                  <a:pt x="48334" y="24517"/>
                </a:cubicBezTo>
                <a:cubicBezTo>
                  <a:pt x="46349" y="26415"/>
                  <a:pt x="43995" y="27364"/>
                  <a:pt x="41271" y="27364"/>
                </a:cubicBezTo>
                <a:moveTo>
                  <a:pt x="40591" y="152338"/>
                </a:moveTo>
                <a:cubicBezTo>
                  <a:pt x="40647" y="145831"/>
                  <a:pt x="39683" y="129173"/>
                  <a:pt x="37697" y="102365"/>
                </a:cubicBezTo>
                <a:lnTo>
                  <a:pt x="34804" y="56397"/>
                </a:lnTo>
                <a:cubicBezTo>
                  <a:pt x="34804" y="53616"/>
                  <a:pt x="35613" y="51141"/>
                  <a:pt x="37229" y="48972"/>
                </a:cubicBezTo>
                <a:cubicBezTo>
                  <a:pt x="38846" y="46803"/>
                  <a:pt x="40903" y="45718"/>
                  <a:pt x="43399" y="45718"/>
                </a:cubicBezTo>
                <a:cubicBezTo>
                  <a:pt x="45328" y="45718"/>
                  <a:pt x="47257" y="46414"/>
                  <a:pt x="49185" y="47806"/>
                </a:cubicBezTo>
                <a:cubicBezTo>
                  <a:pt x="51114" y="49197"/>
                  <a:pt x="52135" y="50615"/>
                  <a:pt x="52249" y="52061"/>
                </a:cubicBezTo>
                <a:lnTo>
                  <a:pt x="55057" y="100147"/>
                </a:lnTo>
                <a:lnTo>
                  <a:pt x="57355" y="151569"/>
                </a:lnTo>
                <a:cubicBezTo>
                  <a:pt x="57355" y="159303"/>
                  <a:pt x="55000" y="166316"/>
                  <a:pt x="50292" y="172606"/>
                </a:cubicBezTo>
                <a:cubicBezTo>
                  <a:pt x="45186" y="179450"/>
                  <a:pt x="38974" y="182873"/>
                  <a:pt x="31656" y="182873"/>
                </a:cubicBezTo>
                <a:cubicBezTo>
                  <a:pt x="19459" y="182873"/>
                  <a:pt x="9247" y="173649"/>
                  <a:pt x="1021" y="155201"/>
                </a:cubicBezTo>
                <a:cubicBezTo>
                  <a:pt x="340" y="153696"/>
                  <a:pt x="0" y="152358"/>
                  <a:pt x="0" y="151188"/>
                </a:cubicBezTo>
                <a:cubicBezTo>
                  <a:pt x="0" y="148958"/>
                  <a:pt x="894" y="147035"/>
                  <a:pt x="2681" y="145419"/>
                </a:cubicBezTo>
                <a:cubicBezTo>
                  <a:pt x="4468" y="143803"/>
                  <a:pt x="6496" y="142994"/>
                  <a:pt x="8765" y="142994"/>
                </a:cubicBezTo>
                <a:cubicBezTo>
                  <a:pt x="12112" y="142994"/>
                  <a:pt x="15601" y="146609"/>
                  <a:pt x="19232" y="153840"/>
                </a:cubicBezTo>
                <a:cubicBezTo>
                  <a:pt x="20139" y="155731"/>
                  <a:pt x="21728" y="158456"/>
                  <a:pt x="23997" y="162016"/>
                </a:cubicBezTo>
                <a:cubicBezTo>
                  <a:pt x="26209" y="164797"/>
                  <a:pt x="28762" y="166187"/>
                  <a:pt x="31656" y="166187"/>
                </a:cubicBezTo>
                <a:cubicBezTo>
                  <a:pt x="34152" y="166187"/>
                  <a:pt x="36279" y="164352"/>
                  <a:pt x="38038" y="160681"/>
                </a:cubicBezTo>
                <a:cubicBezTo>
                  <a:pt x="39399" y="157900"/>
                  <a:pt x="40250" y="155119"/>
                  <a:pt x="40591" y="152338"/>
                </a:cubicBezTo>
                <a:close/>
                <a:moveTo>
                  <a:pt x="156866" y="84262"/>
                </a:moveTo>
                <a:cubicBezTo>
                  <a:pt x="156866" y="88266"/>
                  <a:pt x="156894" y="94273"/>
                  <a:pt x="156951" y="102282"/>
                </a:cubicBezTo>
                <a:cubicBezTo>
                  <a:pt x="157008" y="110291"/>
                  <a:pt x="157036" y="116298"/>
                  <a:pt x="157036" y="120302"/>
                </a:cubicBezTo>
                <a:cubicBezTo>
                  <a:pt x="157036" y="121526"/>
                  <a:pt x="157135" y="123389"/>
                  <a:pt x="157334" y="125892"/>
                </a:cubicBezTo>
                <a:cubicBezTo>
                  <a:pt x="157532" y="128395"/>
                  <a:pt x="157632" y="130258"/>
                  <a:pt x="157632" y="131481"/>
                </a:cubicBezTo>
                <a:cubicBezTo>
                  <a:pt x="157632" y="133873"/>
                  <a:pt x="156809" y="135833"/>
                  <a:pt x="155164" y="137363"/>
                </a:cubicBezTo>
                <a:cubicBezTo>
                  <a:pt x="153519" y="138892"/>
                  <a:pt x="151505" y="139657"/>
                  <a:pt x="149122" y="139657"/>
                </a:cubicBezTo>
                <a:cubicBezTo>
                  <a:pt x="144754" y="139657"/>
                  <a:pt x="141974" y="137015"/>
                  <a:pt x="140783" y="131732"/>
                </a:cubicBezTo>
                <a:cubicBezTo>
                  <a:pt x="133691" y="135347"/>
                  <a:pt x="125522" y="137154"/>
                  <a:pt x="116275" y="137154"/>
                </a:cubicBezTo>
                <a:cubicBezTo>
                  <a:pt x="108843" y="137154"/>
                  <a:pt x="102688" y="135541"/>
                  <a:pt x="97809" y="132316"/>
                </a:cubicBezTo>
                <a:cubicBezTo>
                  <a:pt x="92420" y="128756"/>
                  <a:pt x="89215" y="123556"/>
                  <a:pt x="88193" y="116715"/>
                </a:cubicBezTo>
                <a:cubicBezTo>
                  <a:pt x="85981" y="101976"/>
                  <a:pt x="84875" y="88850"/>
                  <a:pt x="84875" y="77337"/>
                </a:cubicBezTo>
                <a:cubicBezTo>
                  <a:pt x="84875" y="69717"/>
                  <a:pt x="85726" y="61041"/>
                  <a:pt x="87428" y="51308"/>
                </a:cubicBezTo>
                <a:cubicBezTo>
                  <a:pt x="88222" y="46469"/>
                  <a:pt x="90917" y="44050"/>
                  <a:pt x="95512" y="44050"/>
                </a:cubicBezTo>
                <a:cubicBezTo>
                  <a:pt x="97951" y="44050"/>
                  <a:pt x="99993" y="44813"/>
                  <a:pt x="101639" y="46341"/>
                </a:cubicBezTo>
                <a:cubicBezTo>
                  <a:pt x="103284" y="47869"/>
                  <a:pt x="104106" y="49828"/>
                  <a:pt x="104106" y="52218"/>
                </a:cubicBezTo>
                <a:cubicBezTo>
                  <a:pt x="104106" y="54773"/>
                  <a:pt x="103695" y="58856"/>
                  <a:pt x="102872" y="64468"/>
                </a:cubicBezTo>
                <a:cubicBezTo>
                  <a:pt x="102050" y="70079"/>
                  <a:pt x="101639" y="74356"/>
                  <a:pt x="101639" y="77301"/>
                </a:cubicBezTo>
                <a:cubicBezTo>
                  <a:pt x="101639" y="86578"/>
                  <a:pt x="101951" y="94523"/>
                  <a:pt x="102575" y="101135"/>
                </a:cubicBezTo>
                <a:cubicBezTo>
                  <a:pt x="103199" y="107746"/>
                  <a:pt x="104135" y="113052"/>
                  <a:pt x="105383" y="117051"/>
                </a:cubicBezTo>
                <a:cubicBezTo>
                  <a:pt x="107255" y="118052"/>
                  <a:pt x="109099" y="118817"/>
                  <a:pt x="110914" y="119345"/>
                </a:cubicBezTo>
                <a:cubicBezTo>
                  <a:pt x="112729" y="119872"/>
                  <a:pt x="114516" y="120135"/>
                  <a:pt x="116275" y="120135"/>
                </a:cubicBezTo>
                <a:cubicBezTo>
                  <a:pt x="123877" y="120135"/>
                  <a:pt x="131904" y="118941"/>
                  <a:pt x="140357" y="116553"/>
                </a:cubicBezTo>
                <a:lnTo>
                  <a:pt x="140272" y="99636"/>
                </a:lnTo>
                <a:lnTo>
                  <a:pt x="140102" y="83469"/>
                </a:lnTo>
                <a:cubicBezTo>
                  <a:pt x="140102" y="71468"/>
                  <a:pt x="140641" y="61050"/>
                  <a:pt x="141719" y="52218"/>
                </a:cubicBezTo>
                <a:cubicBezTo>
                  <a:pt x="142343" y="47106"/>
                  <a:pt x="145094" y="44550"/>
                  <a:pt x="149973" y="44550"/>
                </a:cubicBezTo>
                <a:cubicBezTo>
                  <a:pt x="152412" y="44550"/>
                  <a:pt x="154455" y="45329"/>
                  <a:pt x="156100" y="46886"/>
                </a:cubicBezTo>
                <a:cubicBezTo>
                  <a:pt x="157745" y="48443"/>
                  <a:pt x="158511" y="50390"/>
                  <a:pt x="158397" y="52726"/>
                </a:cubicBezTo>
                <a:lnTo>
                  <a:pt x="156866" y="84262"/>
                </a:lnTo>
                <a:close/>
                <a:moveTo>
                  <a:pt x="259387" y="59280"/>
                </a:moveTo>
                <a:cubicBezTo>
                  <a:pt x="258706" y="67451"/>
                  <a:pt x="258366" y="75622"/>
                  <a:pt x="258366" y="83792"/>
                </a:cubicBezTo>
                <a:cubicBezTo>
                  <a:pt x="258366" y="102303"/>
                  <a:pt x="259245" y="116282"/>
                  <a:pt x="261004" y="125730"/>
                </a:cubicBezTo>
                <a:cubicBezTo>
                  <a:pt x="261117" y="126509"/>
                  <a:pt x="261174" y="127148"/>
                  <a:pt x="261174" y="127649"/>
                </a:cubicBezTo>
                <a:cubicBezTo>
                  <a:pt x="261174" y="129872"/>
                  <a:pt x="260380" y="131706"/>
                  <a:pt x="258791" y="133150"/>
                </a:cubicBezTo>
                <a:cubicBezTo>
                  <a:pt x="257203" y="134596"/>
                  <a:pt x="255359" y="135319"/>
                  <a:pt x="253260" y="135319"/>
                </a:cubicBezTo>
                <a:cubicBezTo>
                  <a:pt x="249743" y="135319"/>
                  <a:pt x="247161" y="132816"/>
                  <a:pt x="245516" y="127811"/>
                </a:cubicBezTo>
                <a:cubicBezTo>
                  <a:pt x="241432" y="130758"/>
                  <a:pt x="237191" y="132997"/>
                  <a:pt x="232794" y="134526"/>
                </a:cubicBezTo>
                <a:cubicBezTo>
                  <a:pt x="228398" y="136056"/>
                  <a:pt x="223817" y="136821"/>
                  <a:pt x="219051" y="136821"/>
                </a:cubicBezTo>
                <a:cubicBezTo>
                  <a:pt x="207308" y="136821"/>
                  <a:pt x="197579" y="132980"/>
                  <a:pt x="189864" y="125297"/>
                </a:cubicBezTo>
                <a:cubicBezTo>
                  <a:pt x="181921" y="117448"/>
                  <a:pt x="177950" y="107372"/>
                  <a:pt x="177950" y="95068"/>
                </a:cubicBezTo>
                <a:cubicBezTo>
                  <a:pt x="177950" y="80204"/>
                  <a:pt x="181964" y="68291"/>
                  <a:pt x="189991" y="59330"/>
                </a:cubicBezTo>
                <a:cubicBezTo>
                  <a:pt x="198019" y="50367"/>
                  <a:pt x="208443" y="45885"/>
                  <a:pt x="221264" y="45885"/>
                </a:cubicBezTo>
                <a:cubicBezTo>
                  <a:pt x="227845" y="45885"/>
                  <a:pt x="232922" y="46886"/>
                  <a:pt x="236496" y="48888"/>
                </a:cubicBezTo>
                <a:lnTo>
                  <a:pt x="244495" y="54645"/>
                </a:lnTo>
                <a:cubicBezTo>
                  <a:pt x="245289" y="31261"/>
                  <a:pt x="246225" y="15517"/>
                  <a:pt x="247303" y="7412"/>
                </a:cubicBezTo>
                <a:cubicBezTo>
                  <a:pt x="248041" y="2471"/>
                  <a:pt x="250622" y="0"/>
                  <a:pt x="255047" y="0"/>
                </a:cubicBezTo>
                <a:cubicBezTo>
                  <a:pt x="260209" y="0"/>
                  <a:pt x="262791" y="2696"/>
                  <a:pt x="262791" y="8087"/>
                </a:cubicBezTo>
                <a:cubicBezTo>
                  <a:pt x="262791" y="15813"/>
                  <a:pt x="261656" y="32877"/>
                  <a:pt x="259387" y="59280"/>
                </a:cubicBezTo>
                <a:moveTo>
                  <a:pt x="221604" y="61402"/>
                </a:moveTo>
                <a:cubicBezTo>
                  <a:pt x="212074" y="61402"/>
                  <a:pt x="204925" y="64169"/>
                  <a:pt x="200160" y="69703"/>
                </a:cubicBezTo>
                <a:cubicBezTo>
                  <a:pt x="195395" y="75237"/>
                  <a:pt x="193012" y="83566"/>
                  <a:pt x="193012" y="94690"/>
                </a:cubicBezTo>
                <a:cubicBezTo>
                  <a:pt x="193012" y="101865"/>
                  <a:pt x="195607" y="108038"/>
                  <a:pt x="200798" y="113211"/>
                </a:cubicBezTo>
                <a:cubicBezTo>
                  <a:pt x="205989" y="118383"/>
                  <a:pt x="212074" y="120970"/>
                  <a:pt x="219051" y="120970"/>
                </a:cubicBezTo>
                <a:cubicBezTo>
                  <a:pt x="223817" y="120970"/>
                  <a:pt x="227845" y="120107"/>
                  <a:pt x="231135" y="118383"/>
                </a:cubicBezTo>
                <a:cubicBezTo>
                  <a:pt x="233064" y="117382"/>
                  <a:pt x="236212" y="115074"/>
                  <a:pt x="240581" y="111459"/>
                </a:cubicBezTo>
                <a:cubicBezTo>
                  <a:pt x="241432" y="110736"/>
                  <a:pt x="242254" y="109874"/>
                  <a:pt x="243048" y="108873"/>
                </a:cubicBezTo>
                <a:lnTo>
                  <a:pt x="242793" y="94440"/>
                </a:lnTo>
                <a:lnTo>
                  <a:pt x="242878" y="84762"/>
                </a:lnTo>
                <a:lnTo>
                  <a:pt x="243048" y="74918"/>
                </a:lnTo>
                <a:cubicBezTo>
                  <a:pt x="240893" y="70413"/>
                  <a:pt x="238028" y="67034"/>
                  <a:pt x="234454" y="64781"/>
                </a:cubicBezTo>
                <a:cubicBezTo>
                  <a:pt x="230880" y="62529"/>
                  <a:pt x="226597" y="61402"/>
                  <a:pt x="221604" y="61402"/>
                </a:cubicBezTo>
                <a:close/>
                <a:moveTo>
                  <a:pt x="357879" y="97026"/>
                </a:moveTo>
                <a:lnTo>
                  <a:pt x="355922" y="125057"/>
                </a:lnTo>
                <a:cubicBezTo>
                  <a:pt x="355581" y="136181"/>
                  <a:pt x="354418" y="145275"/>
                  <a:pt x="352433" y="152338"/>
                </a:cubicBezTo>
                <a:cubicBezTo>
                  <a:pt x="349880" y="161348"/>
                  <a:pt x="345795" y="167995"/>
                  <a:pt x="340179" y="172277"/>
                </a:cubicBezTo>
                <a:cubicBezTo>
                  <a:pt x="333371" y="177450"/>
                  <a:pt x="323528" y="180036"/>
                  <a:pt x="310651" y="180036"/>
                </a:cubicBezTo>
                <a:cubicBezTo>
                  <a:pt x="303105" y="180036"/>
                  <a:pt x="296780" y="179535"/>
                  <a:pt x="291674" y="178534"/>
                </a:cubicBezTo>
                <a:cubicBezTo>
                  <a:pt x="284526" y="177144"/>
                  <a:pt x="280952" y="174252"/>
                  <a:pt x="280952" y="169858"/>
                </a:cubicBezTo>
                <a:cubicBezTo>
                  <a:pt x="280952" y="164908"/>
                  <a:pt x="283420" y="162433"/>
                  <a:pt x="288355" y="162433"/>
                </a:cubicBezTo>
                <a:cubicBezTo>
                  <a:pt x="290398" y="162433"/>
                  <a:pt x="293802" y="162920"/>
                  <a:pt x="298567" y="163893"/>
                </a:cubicBezTo>
                <a:cubicBezTo>
                  <a:pt x="303332" y="164866"/>
                  <a:pt x="308608" y="165297"/>
                  <a:pt x="314395" y="165186"/>
                </a:cubicBezTo>
                <a:cubicBezTo>
                  <a:pt x="325287" y="165009"/>
                  <a:pt x="332804" y="159532"/>
                  <a:pt x="336945" y="148756"/>
                </a:cubicBezTo>
                <a:cubicBezTo>
                  <a:pt x="339668" y="141571"/>
                  <a:pt x="341115" y="130529"/>
                  <a:pt x="341285" y="115630"/>
                </a:cubicBezTo>
                <a:cubicBezTo>
                  <a:pt x="338222" y="122137"/>
                  <a:pt x="334577" y="127018"/>
                  <a:pt x="330350" y="130272"/>
                </a:cubicBezTo>
                <a:cubicBezTo>
                  <a:pt x="326124" y="133525"/>
                  <a:pt x="321288" y="135152"/>
                  <a:pt x="315841" y="135152"/>
                </a:cubicBezTo>
                <a:cubicBezTo>
                  <a:pt x="305573" y="135152"/>
                  <a:pt x="297220" y="131714"/>
                  <a:pt x="290781" y="124838"/>
                </a:cubicBezTo>
                <a:cubicBezTo>
                  <a:pt x="284342" y="117963"/>
                  <a:pt x="281122" y="109041"/>
                  <a:pt x="281122" y="98074"/>
                </a:cubicBezTo>
                <a:cubicBezTo>
                  <a:pt x="281122" y="83043"/>
                  <a:pt x="285519" y="70935"/>
                  <a:pt x="294312" y="61749"/>
                </a:cubicBezTo>
                <a:cubicBezTo>
                  <a:pt x="303389" y="52285"/>
                  <a:pt x="315756" y="47554"/>
                  <a:pt x="331414" y="47554"/>
                </a:cubicBezTo>
                <a:cubicBezTo>
                  <a:pt x="336690" y="47554"/>
                  <a:pt x="341115" y="48221"/>
                  <a:pt x="344689" y="49556"/>
                </a:cubicBezTo>
                <a:cubicBezTo>
                  <a:pt x="348263" y="50891"/>
                  <a:pt x="350986" y="52893"/>
                  <a:pt x="352858" y="55563"/>
                </a:cubicBezTo>
                <a:cubicBezTo>
                  <a:pt x="358928" y="55729"/>
                  <a:pt x="361963" y="59039"/>
                  <a:pt x="361963" y="65490"/>
                </a:cubicBezTo>
                <a:cubicBezTo>
                  <a:pt x="361963" y="69439"/>
                  <a:pt x="361368" y="74723"/>
                  <a:pt x="360176" y="81342"/>
                </a:cubicBezTo>
                <a:cubicBezTo>
                  <a:pt x="358872" y="89017"/>
                  <a:pt x="358106" y="94245"/>
                  <a:pt x="357879" y="97026"/>
                </a:cubicBezTo>
                <a:moveTo>
                  <a:pt x="330563" y="64239"/>
                </a:moveTo>
                <a:cubicBezTo>
                  <a:pt x="319784" y="64239"/>
                  <a:pt x="311445" y="67519"/>
                  <a:pt x="305545" y="74078"/>
                </a:cubicBezTo>
                <a:cubicBezTo>
                  <a:pt x="300269" y="79986"/>
                  <a:pt x="297631" y="87497"/>
                  <a:pt x="297631" y="96611"/>
                </a:cubicBezTo>
                <a:cubicBezTo>
                  <a:pt x="297631" y="103871"/>
                  <a:pt x="299191" y="109329"/>
                  <a:pt x="302311" y="112984"/>
                </a:cubicBezTo>
                <a:cubicBezTo>
                  <a:pt x="305431" y="116639"/>
                  <a:pt x="310112" y="118467"/>
                  <a:pt x="316352" y="118467"/>
                </a:cubicBezTo>
                <a:cubicBezTo>
                  <a:pt x="322082" y="118467"/>
                  <a:pt x="327641" y="115613"/>
                  <a:pt x="333031" y="109905"/>
                </a:cubicBezTo>
                <a:cubicBezTo>
                  <a:pt x="337910" y="104647"/>
                  <a:pt x="340689" y="99440"/>
                  <a:pt x="341370" y="94283"/>
                </a:cubicBezTo>
                <a:cubicBezTo>
                  <a:pt x="342562" y="88874"/>
                  <a:pt x="343838" y="80386"/>
                  <a:pt x="345199" y="68820"/>
                </a:cubicBezTo>
                <a:cubicBezTo>
                  <a:pt x="342930" y="67268"/>
                  <a:pt x="340576" y="66116"/>
                  <a:pt x="338137" y="65365"/>
                </a:cubicBezTo>
                <a:cubicBezTo>
                  <a:pt x="335697" y="64614"/>
                  <a:pt x="333173" y="64239"/>
                  <a:pt x="330563" y="64239"/>
                </a:cubicBezTo>
                <a:close/>
                <a:moveTo>
                  <a:pt x="423437" y="136821"/>
                </a:moveTo>
                <a:cubicBezTo>
                  <a:pt x="410616" y="136821"/>
                  <a:pt x="400234" y="133676"/>
                  <a:pt x="392292" y="127386"/>
                </a:cubicBezTo>
                <a:cubicBezTo>
                  <a:pt x="383612" y="120426"/>
                  <a:pt x="379272" y="110684"/>
                  <a:pt x="379272" y="98157"/>
                </a:cubicBezTo>
                <a:cubicBezTo>
                  <a:pt x="379272" y="83684"/>
                  <a:pt x="382846" y="71549"/>
                  <a:pt x="389994" y="61752"/>
                </a:cubicBezTo>
                <a:cubicBezTo>
                  <a:pt x="397766" y="51063"/>
                  <a:pt x="408148" y="45718"/>
                  <a:pt x="421139" y="45718"/>
                </a:cubicBezTo>
                <a:cubicBezTo>
                  <a:pt x="430556" y="45718"/>
                  <a:pt x="438243" y="47275"/>
                  <a:pt x="444200" y="50390"/>
                </a:cubicBezTo>
                <a:cubicBezTo>
                  <a:pt x="451518" y="54228"/>
                  <a:pt x="455177" y="60123"/>
                  <a:pt x="455177" y="68077"/>
                </a:cubicBezTo>
                <a:cubicBezTo>
                  <a:pt x="455177" y="73638"/>
                  <a:pt x="451972" y="78700"/>
                  <a:pt x="445562" y="83260"/>
                </a:cubicBezTo>
                <a:cubicBezTo>
                  <a:pt x="442725" y="85263"/>
                  <a:pt x="436712" y="88377"/>
                  <a:pt x="427521" y="92604"/>
                </a:cubicBezTo>
                <a:lnTo>
                  <a:pt x="395015" y="107705"/>
                </a:lnTo>
                <a:cubicBezTo>
                  <a:pt x="398192" y="112321"/>
                  <a:pt x="402148" y="115797"/>
                  <a:pt x="406885" y="118133"/>
                </a:cubicBezTo>
                <a:cubicBezTo>
                  <a:pt x="411622" y="120469"/>
                  <a:pt x="417140" y="121637"/>
                  <a:pt x="423437" y="121637"/>
                </a:cubicBezTo>
                <a:cubicBezTo>
                  <a:pt x="427351" y="121637"/>
                  <a:pt x="431946" y="120914"/>
                  <a:pt x="437222" y="119468"/>
                </a:cubicBezTo>
                <a:cubicBezTo>
                  <a:pt x="443916" y="117632"/>
                  <a:pt x="448228" y="115227"/>
                  <a:pt x="450157" y="112251"/>
                </a:cubicBezTo>
                <a:cubicBezTo>
                  <a:pt x="452086" y="109276"/>
                  <a:pt x="454156" y="107788"/>
                  <a:pt x="456369" y="107788"/>
                </a:cubicBezTo>
                <a:cubicBezTo>
                  <a:pt x="458354" y="107788"/>
                  <a:pt x="460127" y="108528"/>
                  <a:pt x="461687" y="110007"/>
                </a:cubicBezTo>
                <a:cubicBezTo>
                  <a:pt x="463247" y="111484"/>
                  <a:pt x="464027" y="113199"/>
                  <a:pt x="464027" y="115150"/>
                </a:cubicBezTo>
                <a:cubicBezTo>
                  <a:pt x="464027" y="121341"/>
                  <a:pt x="458950" y="126669"/>
                  <a:pt x="448795" y="131132"/>
                </a:cubicBezTo>
                <a:cubicBezTo>
                  <a:pt x="440115" y="134924"/>
                  <a:pt x="431663" y="136821"/>
                  <a:pt x="423437" y="136821"/>
                </a:cubicBezTo>
                <a:moveTo>
                  <a:pt x="421139" y="60735"/>
                </a:moveTo>
                <a:cubicBezTo>
                  <a:pt x="414218" y="60735"/>
                  <a:pt x="408460" y="63363"/>
                  <a:pt x="403865" y="68619"/>
                </a:cubicBezTo>
                <a:cubicBezTo>
                  <a:pt x="399269" y="73875"/>
                  <a:pt x="395837" y="81787"/>
                  <a:pt x="393568" y="92354"/>
                </a:cubicBezTo>
                <a:lnTo>
                  <a:pt x="419692" y="80174"/>
                </a:lnTo>
                <a:cubicBezTo>
                  <a:pt x="429961" y="75279"/>
                  <a:pt x="437279" y="71024"/>
                  <a:pt x="441647" y="67409"/>
                </a:cubicBezTo>
                <a:cubicBezTo>
                  <a:pt x="436768" y="62960"/>
                  <a:pt x="429932" y="60735"/>
                  <a:pt x="421139" y="6073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309" cap="flat">
            <a:solidFill>
              <a:srgbClr val="4472C4"/>
            </a:solidFill>
            <a:miter/>
          </a:ln>
        </p:spPr>
      </p:sp>
      <p:sp>
        <p:nvSpPr>
          <p:cNvPr id="113" name="Text ,sincecorrectnessandinfluence">
            <a:extLst xmlns:a="http://schemas.openxmlformats.org/drawingml/2006/main">
              <a:ext uri="{FF2B5EF4-FFF2-40B4-BE49-F238E27FC236}">
                <a16:creationId xmlns:a16="http://schemas.microsoft.com/office/drawing/2014/main" id="{E20A84B2-8404-45ED-8091-1E524B76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411" y="4814025"/>
            <a:ext cx="2642398" cy="166277"/>
          </a:xfrm>
          <a:custGeom xmlns:a="http://schemas.openxmlformats.org/drawingml/2006/main">
            <a:pathLst>
              <a:path w="2642398" h="166277">
                <a:moveTo>
                  <a:pt x="7403" y="166277"/>
                </a:moveTo>
                <a:cubicBezTo>
                  <a:pt x="5418" y="166277"/>
                  <a:pt x="3687" y="165511"/>
                  <a:pt x="2212" y="163980"/>
                </a:cubicBezTo>
                <a:cubicBezTo>
                  <a:pt x="737" y="162448"/>
                  <a:pt x="0" y="160689"/>
                  <a:pt x="0" y="158704"/>
                </a:cubicBezTo>
                <a:cubicBezTo>
                  <a:pt x="0" y="157058"/>
                  <a:pt x="1759" y="152180"/>
                  <a:pt x="5276" y="144067"/>
                </a:cubicBezTo>
                <a:cubicBezTo>
                  <a:pt x="8339" y="137033"/>
                  <a:pt x="10694" y="132012"/>
                  <a:pt x="12339" y="129005"/>
                </a:cubicBezTo>
                <a:cubicBezTo>
                  <a:pt x="13814" y="126282"/>
                  <a:pt x="15771" y="124921"/>
                  <a:pt x="18210" y="124921"/>
                </a:cubicBezTo>
                <a:cubicBezTo>
                  <a:pt x="20253" y="124921"/>
                  <a:pt x="21997" y="125701"/>
                  <a:pt x="23444" y="127261"/>
                </a:cubicBezTo>
                <a:cubicBezTo>
                  <a:pt x="24891" y="128821"/>
                  <a:pt x="25614" y="130594"/>
                  <a:pt x="25614" y="132579"/>
                </a:cubicBezTo>
                <a:cubicBezTo>
                  <a:pt x="25614" y="133941"/>
                  <a:pt x="21586" y="143642"/>
                  <a:pt x="13530" y="161682"/>
                </a:cubicBezTo>
                <a:cubicBezTo>
                  <a:pt x="12225" y="164745"/>
                  <a:pt x="10183" y="166277"/>
                  <a:pt x="7403" y="166277"/>
                </a:cubicBezTo>
                <a:close/>
                <a:moveTo>
                  <a:pt x="152628" y="71480"/>
                </a:moveTo>
                <a:cubicBezTo>
                  <a:pt x="149508" y="71480"/>
                  <a:pt x="147324" y="70438"/>
                  <a:pt x="146075" y="68353"/>
                </a:cubicBezTo>
                <a:cubicBezTo>
                  <a:pt x="145224" y="66889"/>
                  <a:pt x="144487" y="63847"/>
                  <a:pt x="143863" y="59227"/>
                </a:cubicBezTo>
                <a:cubicBezTo>
                  <a:pt x="139608" y="60303"/>
                  <a:pt x="133056" y="62286"/>
                  <a:pt x="124206" y="65175"/>
                </a:cubicBezTo>
                <a:cubicBezTo>
                  <a:pt x="115072" y="68803"/>
                  <a:pt x="110477" y="73279"/>
                  <a:pt x="110420" y="78605"/>
                </a:cubicBezTo>
                <a:cubicBezTo>
                  <a:pt x="112122" y="79229"/>
                  <a:pt x="113796" y="79682"/>
                  <a:pt x="115441" y="79966"/>
                </a:cubicBezTo>
                <a:cubicBezTo>
                  <a:pt x="128489" y="82289"/>
                  <a:pt x="138190" y="85490"/>
                  <a:pt x="144544" y="89571"/>
                </a:cubicBezTo>
                <a:cubicBezTo>
                  <a:pt x="153791" y="95523"/>
                  <a:pt x="158414" y="104138"/>
                  <a:pt x="158414" y="115416"/>
                </a:cubicBezTo>
                <a:cubicBezTo>
                  <a:pt x="158414" y="124655"/>
                  <a:pt x="154415" y="131625"/>
                  <a:pt x="146416" y="136329"/>
                </a:cubicBezTo>
                <a:cubicBezTo>
                  <a:pt x="139778" y="140183"/>
                  <a:pt x="131382" y="142110"/>
                  <a:pt x="121227" y="142110"/>
                </a:cubicBezTo>
                <a:cubicBezTo>
                  <a:pt x="113796" y="142110"/>
                  <a:pt x="106704" y="140862"/>
                  <a:pt x="99954" y="138366"/>
                </a:cubicBezTo>
                <a:cubicBezTo>
                  <a:pt x="91217" y="135189"/>
                  <a:pt x="86849" y="130764"/>
                  <a:pt x="86849" y="125091"/>
                </a:cubicBezTo>
                <a:cubicBezTo>
                  <a:pt x="86849" y="122822"/>
                  <a:pt x="87742" y="120836"/>
                  <a:pt x="89529" y="119134"/>
                </a:cubicBezTo>
                <a:cubicBezTo>
                  <a:pt x="91316" y="117432"/>
                  <a:pt x="93344" y="116581"/>
                  <a:pt x="95614" y="116581"/>
                </a:cubicBezTo>
                <a:cubicBezTo>
                  <a:pt x="97372" y="116581"/>
                  <a:pt x="99642" y="117943"/>
                  <a:pt x="102421" y="120666"/>
                </a:cubicBezTo>
                <a:cubicBezTo>
                  <a:pt x="103783" y="121971"/>
                  <a:pt x="106846" y="123048"/>
                  <a:pt x="111612" y="123899"/>
                </a:cubicBezTo>
                <a:cubicBezTo>
                  <a:pt x="115413" y="124580"/>
                  <a:pt x="118618" y="124921"/>
                  <a:pt x="121227" y="124921"/>
                </a:cubicBezTo>
                <a:cubicBezTo>
                  <a:pt x="125993" y="124921"/>
                  <a:pt x="130191" y="124354"/>
                  <a:pt x="133822" y="123221"/>
                </a:cubicBezTo>
                <a:cubicBezTo>
                  <a:pt x="139098" y="121578"/>
                  <a:pt x="141736" y="118972"/>
                  <a:pt x="141736" y="115403"/>
                </a:cubicBezTo>
                <a:cubicBezTo>
                  <a:pt x="141736" y="107697"/>
                  <a:pt x="136346" y="102484"/>
                  <a:pt x="125567" y="99764"/>
                </a:cubicBezTo>
                <a:lnTo>
                  <a:pt x="116717" y="97807"/>
                </a:lnTo>
                <a:cubicBezTo>
                  <a:pt x="109172" y="96160"/>
                  <a:pt x="103811" y="94229"/>
                  <a:pt x="100634" y="92015"/>
                </a:cubicBezTo>
                <a:cubicBezTo>
                  <a:pt x="96039" y="88836"/>
                  <a:pt x="93742" y="84041"/>
                  <a:pt x="93742" y="77629"/>
                </a:cubicBezTo>
                <a:cubicBezTo>
                  <a:pt x="93742" y="65765"/>
                  <a:pt x="99329" y="57307"/>
                  <a:pt x="110505" y="52254"/>
                </a:cubicBezTo>
                <a:cubicBezTo>
                  <a:pt x="113909" y="50722"/>
                  <a:pt x="119355" y="48893"/>
                  <a:pt x="126844" y="46765"/>
                </a:cubicBezTo>
                <a:cubicBezTo>
                  <a:pt x="134332" y="44636"/>
                  <a:pt x="139693" y="42833"/>
                  <a:pt x="142927" y="41357"/>
                </a:cubicBezTo>
                <a:cubicBezTo>
                  <a:pt x="145253" y="40335"/>
                  <a:pt x="147777" y="39825"/>
                  <a:pt x="150500" y="39825"/>
                </a:cubicBezTo>
                <a:cubicBezTo>
                  <a:pt x="152940" y="39825"/>
                  <a:pt x="154940" y="40619"/>
                  <a:pt x="156500" y="42208"/>
                </a:cubicBezTo>
                <a:cubicBezTo>
                  <a:pt x="158060" y="43796"/>
                  <a:pt x="158840" y="45867"/>
                  <a:pt x="158840" y="48419"/>
                </a:cubicBezTo>
                <a:cubicBezTo>
                  <a:pt x="158840" y="50065"/>
                  <a:pt x="159194" y="52476"/>
                  <a:pt x="159903" y="55653"/>
                </a:cubicBezTo>
                <a:cubicBezTo>
                  <a:pt x="160613" y="58830"/>
                  <a:pt x="160967" y="61241"/>
                  <a:pt x="160967" y="62886"/>
                </a:cubicBezTo>
                <a:cubicBezTo>
                  <a:pt x="160967" y="65439"/>
                  <a:pt x="160187" y="67509"/>
                  <a:pt x="158627" y="69098"/>
                </a:cubicBezTo>
                <a:cubicBezTo>
                  <a:pt x="157067" y="70686"/>
                  <a:pt x="155067" y="71480"/>
                  <a:pt x="152628" y="71480"/>
                </a:cubicBezTo>
                <a:close/>
                <a:moveTo>
                  <a:pt x="196488" y="29273"/>
                </a:moveTo>
                <a:cubicBezTo>
                  <a:pt x="193765" y="29273"/>
                  <a:pt x="191411" y="28309"/>
                  <a:pt x="189425" y="26380"/>
                </a:cubicBezTo>
                <a:cubicBezTo>
                  <a:pt x="187440" y="24451"/>
                  <a:pt x="186447" y="22125"/>
                  <a:pt x="186447" y="19402"/>
                </a:cubicBezTo>
                <a:cubicBezTo>
                  <a:pt x="186447" y="16679"/>
                  <a:pt x="187440" y="14353"/>
                  <a:pt x="189425" y="12424"/>
                </a:cubicBezTo>
                <a:cubicBezTo>
                  <a:pt x="191411" y="10495"/>
                  <a:pt x="193765" y="9531"/>
                  <a:pt x="196488" y="9531"/>
                </a:cubicBezTo>
                <a:cubicBezTo>
                  <a:pt x="199211" y="9531"/>
                  <a:pt x="201552" y="10495"/>
                  <a:pt x="203509" y="12424"/>
                </a:cubicBezTo>
                <a:cubicBezTo>
                  <a:pt x="205466" y="14353"/>
                  <a:pt x="206445" y="16679"/>
                  <a:pt x="206445" y="19402"/>
                </a:cubicBezTo>
                <a:cubicBezTo>
                  <a:pt x="206445" y="22125"/>
                  <a:pt x="205466" y="24451"/>
                  <a:pt x="203509" y="26380"/>
                </a:cubicBezTo>
                <a:cubicBezTo>
                  <a:pt x="201552" y="28309"/>
                  <a:pt x="199211" y="29273"/>
                  <a:pt x="196488" y="29273"/>
                </a:cubicBezTo>
                <a:moveTo>
                  <a:pt x="200318" y="98419"/>
                </a:moveTo>
                <a:cubicBezTo>
                  <a:pt x="200318" y="101826"/>
                  <a:pt x="200417" y="106923"/>
                  <a:pt x="200616" y="113709"/>
                </a:cubicBezTo>
                <a:cubicBezTo>
                  <a:pt x="200814" y="120494"/>
                  <a:pt x="200913" y="125590"/>
                  <a:pt x="200913" y="128997"/>
                </a:cubicBezTo>
                <a:cubicBezTo>
                  <a:pt x="200913" y="131495"/>
                  <a:pt x="200147" y="133539"/>
                  <a:pt x="198616" y="135129"/>
                </a:cubicBezTo>
                <a:cubicBezTo>
                  <a:pt x="197084" y="136720"/>
                  <a:pt x="195070" y="137515"/>
                  <a:pt x="192574" y="137515"/>
                </a:cubicBezTo>
                <a:cubicBezTo>
                  <a:pt x="190135" y="137515"/>
                  <a:pt x="188135" y="136720"/>
                  <a:pt x="186575" y="135129"/>
                </a:cubicBezTo>
                <a:cubicBezTo>
                  <a:pt x="185015" y="133539"/>
                  <a:pt x="184235" y="131495"/>
                  <a:pt x="184235" y="128997"/>
                </a:cubicBezTo>
                <a:cubicBezTo>
                  <a:pt x="184235" y="125590"/>
                  <a:pt x="184135" y="120494"/>
                  <a:pt x="183937" y="113709"/>
                </a:cubicBezTo>
                <a:cubicBezTo>
                  <a:pt x="183738" y="106923"/>
                  <a:pt x="183639" y="101826"/>
                  <a:pt x="183639" y="98419"/>
                </a:cubicBezTo>
                <a:cubicBezTo>
                  <a:pt x="183639" y="93081"/>
                  <a:pt x="183923" y="86423"/>
                  <a:pt x="184490" y="78445"/>
                </a:cubicBezTo>
                <a:cubicBezTo>
                  <a:pt x="185057" y="70466"/>
                  <a:pt x="185341" y="63807"/>
                  <a:pt x="185341" y="58469"/>
                </a:cubicBezTo>
                <a:cubicBezTo>
                  <a:pt x="185341" y="55914"/>
                  <a:pt x="186121" y="53842"/>
                  <a:pt x="187681" y="52251"/>
                </a:cubicBezTo>
                <a:cubicBezTo>
                  <a:pt x="189241" y="50661"/>
                  <a:pt x="191241" y="49866"/>
                  <a:pt x="193680" y="49866"/>
                </a:cubicBezTo>
                <a:cubicBezTo>
                  <a:pt x="196120" y="49866"/>
                  <a:pt x="198119" y="50661"/>
                  <a:pt x="199679" y="52251"/>
                </a:cubicBezTo>
                <a:cubicBezTo>
                  <a:pt x="201240" y="53842"/>
                  <a:pt x="202020" y="55914"/>
                  <a:pt x="202020" y="58469"/>
                </a:cubicBezTo>
                <a:cubicBezTo>
                  <a:pt x="202020" y="63807"/>
                  <a:pt x="201736" y="70466"/>
                  <a:pt x="201169" y="78445"/>
                </a:cubicBezTo>
                <a:cubicBezTo>
                  <a:pt x="200601" y="86423"/>
                  <a:pt x="200318" y="93081"/>
                  <a:pt x="200318" y="98419"/>
                </a:cubicBezTo>
                <a:close/>
                <a:moveTo>
                  <a:pt x="293430" y="143131"/>
                </a:moveTo>
                <a:cubicBezTo>
                  <a:pt x="288551" y="143131"/>
                  <a:pt x="285799" y="140459"/>
                  <a:pt x="285175" y="135116"/>
                </a:cubicBezTo>
                <a:lnTo>
                  <a:pt x="282793" y="116440"/>
                </a:lnTo>
                <a:cubicBezTo>
                  <a:pt x="281998" y="109789"/>
                  <a:pt x="281601" y="103563"/>
                  <a:pt x="281601" y="97764"/>
                </a:cubicBezTo>
                <a:cubicBezTo>
                  <a:pt x="281601" y="96172"/>
                  <a:pt x="281700" y="93472"/>
                  <a:pt x="281899" y="89664"/>
                </a:cubicBezTo>
                <a:cubicBezTo>
                  <a:pt x="282098" y="85855"/>
                  <a:pt x="282197" y="83154"/>
                  <a:pt x="282197" y="81562"/>
                </a:cubicBezTo>
                <a:cubicBezTo>
                  <a:pt x="282197" y="69281"/>
                  <a:pt x="279928" y="63141"/>
                  <a:pt x="275389" y="63141"/>
                </a:cubicBezTo>
                <a:cubicBezTo>
                  <a:pt x="269035" y="63141"/>
                  <a:pt x="262965" y="66918"/>
                  <a:pt x="257179" y="74472"/>
                </a:cubicBezTo>
                <a:cubicBezTo>
                  <a:pt x="251960" y="81344"/>
                  <a:pt x="247875" y="90032"/>
                  <a:pt x="244925" y="100538"/>
                </a:cubicBezTo>
                <a:cubicBezTo>
                  <a:pt x="244811" y="102754"/>
                  <a:pt x="244556" y="105537"/>
                  <a:pt x="244159" y="108888"/>
                </a:cubicBezTo>
                <a:cubicBezTo>
                  <a:pt x="243819" y="111728"/>
                  <a:pt x="243648" y="114482"/>
                  <a:pt x="243648" y="117150"/>
                </a:cubicBezTo>
                <a:cubicBezTo>
                  <a:pt x="243648" y="118854"/>
                  <a:pt x="243819" y="121410"/>
                  <a:pt x="244159" y="124817"/>
                </a:cubicBezTo>
                <a:cubicBezTo>
                  <a:pt x="244499" y="128224"/>
                  <a:pt x="244670" y="130780"/>
                  <a:pt x="244670" y="132483"/>
                </a:cubicBezTo>
                <a:cubicBezTo>
                  <a:pt x="244670" y="135040"/>
                  <a:pt x="243890" y="137113"/>
                  <a:pt x="242330" y="138703"/>
                </a:cubicBezTo>
                <a:cubicBezTo>
                  <a:pt x="240769" y="140294"/>
                  <a:pt x="238770" y="141089"/>
                  <a:pt x="236330" y="141089"/>
                </a:cubicBezTo>
                <a:cubicBezTo>
                  <a:pt x="233834" y="141089"/>
                  <a:pt x="231820" y="140293"/>
                  <a:pt x="230288" y="138701"/>
                </a:cubicBezTo>
                <a:cubicBezTo>
                  <a:pt x="228757" y="137111"/>
                  <a:pt x="227991" y="135036"/>
                  <a:pt x="227991" y="132478"/>
                </a:cubicBezTo>
                <a:cubicBezTo>
                  <a:pt x="227991" y="130774"/>
                  <a:pt x="227806" y="128218"/>
                  <a:pt x="227438" y="124809"/>
                </a:cubicBezTo>
                <a:cubicBezTo>
                  <a:pt x="227069" y="121398"/>
                  <a:pt x="226885" y="118840"/>
                  <a:pt x="226885" y="117134"/>
                </a:cubicBezTo>
                <a:cubicBezTo>
                  <a:pt x="226885" y="111280"/>
                  <a:pt x="227296" y="103168"/>
                  <a:pt x="228119" y="92797"/>
                </a:cubicBezTo>
                <a:cubicBezTo>
                  <a:pt x="228941" y="82426"/>
                  <a:pt x="229352" y="74313"/>
                  <a:pt x="229352" y="68460"/>
                </a:cubicBezTo>
                <a:cubicBezTo>
                  <a:pt x="229352" y="66641"/>
                  <a:pt x="229253" y="63941"/>
                  <a:pt x="229055" y="60362"/>
                </a:cubicBezTo>
                <a:cubicBezTo>
                  <a:pt x="228856" y="56781"/>
                  <a:pt x="228757" y="54082"/>
                  <a:pt x="228757" y="52265"/>
                </a:cubicBezTo>
                <a:cubicBezTo>
                  <a:pt x="228757" y="49820"/>
                  <a:pt x="229565" y="47817"/>
                  <a:pt x="231182" y="46255"/>
                </a:cubicBezTo>
                <a:cubicBezTo>
                  <a:pt x="232799" y="44691"/>
                  <a:pt x="234799" y="43909"/>
                  <a:pt x="237181" y="43909"/>
                </a:cubicBezTo>
                <a:cubicBezTo>
                  <a:pt x="242400" y="43909"/>
                  <a:pt x="245265" y="47612"/>
                  <a:pt x="245776" y="55017"/>
                </a:cubicBezTo>
                <a:lnTo>
                  <a:pt x="246031" y="65013"/>
                </a:lnTo>
                <a:cubicBezTo>
                  <a:pt x="255562" y="52306"/>
                  <a:pt x="265348" y="45952"/>
                  <a:pt x="275389" y="45952"/>
                </a:cubicBezTo>
                <a:cubicBezTo>
                  <a:pt x="284466" y="45952"/>
                  <a:pt x="290792" y="49958"/>
                  <a:pt x="294366" y="57971"/>
                </a:cubicBezTo>
                <a:cubicBezTo>
                  <a:pt x="296805" y="63313"/>
                  <a:pt x="298138" y="71213"/>
                  <a:pt x="298365" y="81671"/>
                </a:cubicBezTo>
                <a:lnTo>
                  <a:pt x="298365" y="90279"/>
                </a:lnTo>
                <a:lnTo>
                  <a:pt x="298280" y="98206"/>
                </a:lnTo>
                <a:cubicBezTo>
                  <a:pt x="298280" y="102923"/>
                  <a:pt x="298890" y="109019"/>
                  <a:pt x="300110" y="116493"/>
                </a:cubicBezTo>
                <a:cubicBezTo>
                  <a:pt x="301329" y="123966"/>
                  <a:pt x="301939" y="130032"/>
                  <a:pt x="301939" y="134691"/>
                </a:cubicBezTo>
                <a:cubicBezTo>
                  <a:pt x="301939" y="137192"/>
                  <a:pt x="301131" y="139224"/>
                  <a:pt x="299514" y="140786"/>
                </a:cubicBezTo>
                <a:cubicBezTo>
                  <a:pt x="297897" y="142349"/>
                  <a:pt x="295869" y="143131"/>
                  <a:pt x="293430" y="143131"/>
                </a:cubicBezTo>
                <a:close/>
                <a:moveTo>
                  <a:pt x="358119" y="142450"/>
                </a:moveTo>
                <a:cubicBezTo>
                  <a:pt x="346489" y="142450"/>
                  <a:pt x="336789" y="138927"/>
                  <a:pt x="329016" y="131880"/>
                </a:cubicBezTo>
                <a:cubicBezTo>
                  <a:pt x="320847" y="124492"/>
                  <a:pt x="316763" y="114745"/>
                  <a:pt x="316763" y="102639"/>
                </a:cubicBezTo>
                <a:cubicBezTo>
                  <a:pt x="316763" y="91103"/>
                  <a:pt x="320592" y="79198"/>
                  <a:pt x="328251" y="66923"/>
                </a:cubicBezTo>
                <a:cubicBezTo>
                  <a:pt x="336760" y="53282"/>
                  <a:pt x="346348" y="46462"/>
                  <a:pt x="357013" y="46462"/>
                </a:cubicBezTo>
                <a:cubicBezTo>
                  <a:pt x="362573" y="46462"/>
                  <a:pt x="368785" y="47772"/>
                  <a:pt x="375649" y="50390"/>
                </a:cubicBezTo>
                <a:cubicBezTo>
                  <a:pt x="384329" y="53750"/>
                  <a:pt x="388669" y="57848"/>
                  <a:pt x="388669" y="62686"/>
                </a:cubicBezTo>
                <a:cubicBezTo>
                  <a:pt x="388669" y="64849"/>
                  <a:pt x="387959" y="66771"/>
                  <a:pt x="386541" y="68452"/>
                </a:cubicBezTo>
                <a:cubicBezTo>
                  <a:pt x="385123" y="70130"/>
                  <a:pt x="383364" y="70970"/>
                  <a:pt x="381265" y="70970"/>
                </a:cubicBezTo>
                <a:cubicBezTo>
                  <a:pt x="379620" y="70970"/>
                  <a:pt x="378188" y="70469"/>
                  <a:pt x="376968" y="69467"/>
                </a:cubicBezTo>
                <a:cubicBezTo>
                  <a:pt x="375748" y="68464"/>
                  <a:pt x="374571" y="67475"/>
                  <a:pt x="373436" y="66500"/>
                </a:cubicBezTo>
                <a:cubicBezTo>
                  <a:pt x="370089" y="63807"/>
                  <a:pt x="364615" y="62460"/>
                  <a:pt x="357013" y="62460"/>
                </a:cubicBezTo>
                <a:cubicBezTo>
                  <a:pt x="351226" y="62460"/>
                  <a:pt x="345497" y="67637"/>
                  <a:pt x="339824" y="77990"/>
                </a:cubicBezTo>
                <a:cubicBezTo>
                  <a:pt x="334661" y="87489"/>
                  <a:pt x="332080" y="95708"/>
                  <a:pt x="332080" y="102647"/>
                </a:cubicBezTo>
                <a:cubicBezTo>
                  <a:pt x="332080" y="110155"/>
                  <a:pt x="334633" y="116071"/>
                  <a:pt x="339739" y="120395"/>
                </a:cubicBezTo>
                <a:cubicBezTo>
                  <a:pt x="344504" y="124433"/>
                  <a:pt x="350631" y="126452"/>
                  <a:pt x="358119" y="126452"/>
                </a:cubicBezTo>
                <a:cubicBezTo>
                  <a:pt x="361523" y="126452"/>
                  <a:pt x="365154" y="125545"/>
                  <a:pt x="369011" y="123729"/>
                </a:cubicBezTo>
                <a:lnTo>
                  <a:pt x="378883" y="118453"/>
                </a:lnTo>
                <a:cubicBezTo>
                  <a:pt x="380585" y="117546"/>
                  <a:pt x="381804" y="117092"/>
                  <a:pt x="382542" y="117092"/>
                </a:cubicBezTo>
                <a:cubicBezTo>
                  <a:pt x="384641" y="117092"/>
                  <a:pt x="386456" y="117929"/>
                  <a:pt x="387988" y="119602"/>
                </a:cubicBezTo>
                <a:cubicBezTo>
                  <a:pt x="389520" y="121276"/>
                  <a:pt x="390285" y="123190"/>
                  <a:pt x="390285" y="125346"/>
                </a:cubicBezTo>
                <a:cubicBezTo>
                  <a:pt x="390285" y="129487"/>
                  <a:pt x="385917" y="133487"/>
                  <a:pt x="377181" y="137345"/>
                </a:cubicBezTo>
                <a:cubicBezTo>
                  <a:pt x="369522" y="140748"/>
                  <a:pt x="363168" y="142450"/>
                  <a:pt x="358119" y="142450"/>
                </a:cubicBezTo>
                <a:close/>
                <a:moveTo>
                  <a:pt x="448799" y="140919"/>
                </a:moveTo>
                <a:cubicBezTo>
                  <a:pt x="435978" y="140919"/>
                  <a:pt x="425597" y="137711"/>
                  <a:pt x="417654" y="131295"/>
                </a:cubicBezTo>
                <a:cubicBezTo>
                  <a:pt x="408975" y="124196"/>
                  <a:pt x="404635" y="114259"/>
                  <a:pt x="404635" y="101482"/>
                </a:cubicBezTo>
                <a:cubicBezTo>
                  <a:pt x="404635" y="86720"/>
                  <a:pt x="408209" y="74342"/>
                  <a:pt x="415357" y="64348"/>
                </a:cubicBezTo>
                <a:cubicBezTo>
                  <a:pt x="423129" y="53445"/>
                  <a:pt x="433511" y="47994"/>
                  <a:pt x="446502" y="47994"/>
                </a:cubicBezTo>
                <a:cubicBezTo>
                  <a:pt x="455919" y="47994"/>
                  <a:pt x="463606" y="49582"/>
                  <a:pt x="469563" y="52759"/>
                </a:cubicBezTo>
                <a:cubicBezTo>
                  <a:pt x="476881" y="56674"/>
                  <a:pt x="480540" y="62687"/>
                  <a:pt x="480540" y="70800"/>
                </a:cubicBezTo>
                <a:cubicBezTo>
                  <a:pt x="480540" y="76473"/>
                  <a:pt x="477335" y="81635"/>
                  <a:pt x="470924" y="86287"/>
                </a:cubicBezTo>
                <a:cubicBezTo>
                  <a:pt x="468088" y="88329"/>
                  <a:pt x="462074" y="91506"/>
                  <a:pt x="452884" y="95818"/>
                </a:cubicBezTo>
                <a:lnTo>
                  <a:pt x="420377" y="111220"/>
                </a:lnTo>
                <a:cubicBezTo>
                  <a:pt x="423554" y="115929"/>
                  <a:pt x="427511" y="119474"/>
                  <a:pt x="432248" y="121857"/>
                </a:cubicBezTo>
                <a:cubicBezTo>
                  <a:pt x="436985" y="124240"/>
                  <a:pt x="442502" y="125431"/>
                  <a:pt x="448799" y="125431"/>
                </a:cubicBezTo>
                <a:cubicBezTo>
                  <a:pt x="452714" y="125431"/>
                  <a:pt x="457309" y="124694"/>
                  <a:pt x="462585" y="123219"/>
                </a:cubicBezTo>
                <a:cubicBezTo>
                  <a:pt x="469279" y="121347"/>
                  <a:pt x="473591" y="118893"/>
                  <a:pt x="475519" y="115858"/>
                </a:cubicBezTo>
                <a:cubicBezTo>
                  <a:pt x="477448" y="112823"/>
                  <a:pt x="479519" y="111305"/>
                  <a:pt x="481731" y="111305"/>
                </a:cubicBezTo>
                <a:cubicBezTo>
                  <a:pt x="483717" y="111305"/>
                  <a:pt x="485490" y="112060"/>
                  <a:pt x="487050" y="113568"/>
                </a:cubicBezTo>
                <a:cubicBezTo>
                  <a:pt x="488610" y="115075"/>
                  <a:pt x="489390" y="116824"/>
                  <a:pt x="489390" y="118815"/>
                </a:cubicBezTo>
                <a:cubicBezTo>
                  <a:pt x="489390" y="125130"/>
                  <a:pt x="484313" y="130564"/>
                  <a:pt x="474158" y="135116"/>
                </a:cubicBezTo>
                <a:cubicBezTo>
                  <a:pt x="465478" y="138984"/>
                  <a:pt x="457025" y="140919"/>
                  <a:pt x="448799" y="140919"/>
                </a:cubicBezTo>
                <a:moveTo>
                  <a:pt x="446502" y="63311"/>
                </a:moveTo>
                <a:cubicBezTo>
                  <a:pt x="439581" y="63311"/>
                  <a:pt x="433823" y="65992"/>
                  <a:pt x="429227" y="71353"/>
                </a:cubicBezTo>
                <a:cubicBezTo>
                  <a:pt x="424632" y="76714"/>
                  <a:pt x="421200" y="84784"/>
                  <a:pt x="418931" y="95563"/>
                </a:cubicBezTo>
                <a:lnTo>
                  <a:pt x="445055" y="83139"/>
                </a:lnTo>
                <a:cubicBezTo>
                  <a:pt x="455323" y="78146"/>
                  <a:pt x="462642" y="73806"/>
                  <a:pt x="467010" y="70119"/>
                </a:cubicBezTo>
                <a:cubicBezTo>
                  <a:pt x="462131" y="65580"/>
                  <a:pt x="455295" y="63311"/>
                  <a:pt x="446502" y="63311"/>
                </a:cubicBezTo>
                <a:close/>
                <a:moveTo>
                  <a:pt x="595658" y="142450"/>
                </a:moveTo>
                <a:cubicBezTo>
                  <a:pt x="584028" y="142450"/>
                  <a:pt x="574327" y="138927"/>
                  <a:pt x="566555" y="131880"/>
                </a:cubicBezTo>
                <a:cubicBezTo>
                  <a:pt x="558386" y="124492"/>
                  <a:pt x="554301" y="114745"/>
                  <a:pt x="554301" y="102639"/>
                </a:cubicBezTo>
                <a:cubicBezTo>
                  <a:pt x="554301" y="91103"/>
                  <a:pt x="558131" y="79198"/>
                  <a:pt x="565789" y="66923"/>
                </a:cubicBezTo>
                <a:cubicBezTo>
                  <a:pt x="574299" y="53282"/>
                  <a:pt x="583886" y="46462"/>
                  <a:pt x="594552" y="46462"/>
                </a:cubicBezTo>
                <a:cubicBezTo>
                  <a:pt x="600111" y="46462"/>
                  <a:pt x="606323" y="47772"/>
                  <a:pt x="613187" y="50390"/>
                </a:cubicBezTo>
                <a:cubicBezTo>
                  <a:pt x="621867" y="53750"/>
                  <a:pt x="626207" y="57848"/>
                  <a:pt x="626207" y="62686"/>
                </a:cubicBezTo>
                <a:cubicBezTo>
                  <a:pt x="626207" y="64849"/>
                  <a:pt x="625498" y="66771"/>
                  <a:pt x="624080" y="68452"/>
                </a:cubicBezTo>
                <a:cubicBezTo>
                  <a:pt x="622661" y="70130"/>
                  <a:pt x="620903" y="70970"/>
                  <a:pt x="618804" y="70970"/>
                </a:cubicBezTo>
                <a:cubicBezTo>
                  <a:pt x="617159" y="70970"/>
                  <a:pt x="615726" y="70469"/>
                  <a:pt x="614506" y="69467"/>
                </a:cubicBezTo>
                <a:cubicBezTo>
                  <a:pt x="613287" y="68464"/>
                  <a:pt x="612110" y="67475"/>
                  <a:pt x="610975" y="66500"/>
                </a:cubicBezTo>
                <a:cubicBezTo>
                  <a:pt x="607628" y="63807"/>
                  <a:pt x="602153" y="62460"/>
                  <a:pt x="594552" y="62460"/>
                </a:cubicBezTo>
                <a:cubicBezTo>
                  <a:pt x="588765" y="62460"/>
                  <a:pt x="583035" y="67637"/>
                  <a:pt x="577362" y="77990"/>
                </a:cubicBezTo>
                <a:cubicBezTo>
                  <a:pt x="572200" y="87489"/>
                  <a:pt x="569618" y="95708"/>
                  <a:pt x="569618" y="102647"/>
                </a:cubicBezTo>
                <a:cubicBezTo>
                  <a:pt x="569618" y="110155"/>
                  <a:pt x="572171" y="116071"/>
                  <a:pt x="577277" y="120395"/>
                </a:cubicBezTo>
                <a:cubicBezTo>
                  <a:pt x="582042" y="124433"/>
                  <a:pt x="588169" y="126452"/>
                  <a:pt x="595658" y="126452"/>
                </a:cubicBezTo>
                <a:cubicBezTo>
                  <a:pt x="599062" y="126452"/>
                  <a:pt x="602692" y="125545"/>
                  <a:pt x="606550" y="123729"/>
                </a:cubicBezTo>
                <a:lnTo>
                  <a:pt x="616421" y="118453"/>
                </a:lnTo>
                <a:cubicBezTo>
                  <a:pt x="618123" y="117546"/>
                  <a:pt x="619343" y="117092"/>
                  <a:pt x="620080" y="117092"/>
                </a:cubicBezTo>
                <a:cubicBezTo>
                  <a:pt x="622179" y="117092"/>
                  <a:pt x="623995" y="117929"/>
                  <a:pt x="625526" y="119602"/>
                </a:cubicBezTo>
                <a:cubicBezTo>
                  <a:pt x="627058" y="121276"/>
                  <a:pt x="627824" y="123190"/>
                  <a:pt x="627824" y="125346"/>
                </a:cubicBezTo>
                <a:cubicBezTo>
                  <a:pt x="627824" y="129487"/>
                  <a:pt x="623456" y="133487"/>
                  <a:pt x="614719" y="137345"/>
                </a:cubicBezTo>
                <a:cubicBezTo>
                  <a:pt x="607061" y="140748"/>
                  <a:pt x="600707" y="142450"/>
                  <a:pt x="595658" y="142450"/>
                </a:cubicBezTo>
                <a:close/>
                <a:moveTo>
                  <a:pt x="678509" y="142110"/>
                </a:moveTo>
                <a:cubicBezTo>
                  <a:pt x="668978" y="142110"/>
                  <a:pt x="660781" y="138586"/>
                  <a:pt x="653916" y="131539"/>
                </a:cubicBezTo>
                <a:cubicBezTo>
                  <a:pt x="646258" y="123696"/>
                  <a:pt x="642230" y="113153"/>
                  <a:pt x="641833" y="99910"/>
                </a:cubicBezTo>
                <a:cubicBezTo>
                  <a:pt x="641492" y="87066"/>
                  <a:pt x="644726" y="75757"/>
                  <a:pt x="651533" y="65981"/>
                </a:cubicBezTo>
                <a:cubicBezTo>
                  <a:pt x="659476" y="54444"/>
                  <a:pt x="670538" y="48675"/>
                  <a:pt x="684721" y="48675"/>
                </a:cubicBezTo>
                <a:cubicBezTo>
                  <a:pt x="696067" y="48675"/>
                  <a:pt x="704662" y="53875"/>
                  <a:pt x="710505" y="64277"/>
                </a:cubicBezTo>
                <a:cubicBezTo>
                  <a:pt x="715157" y="72687"/>
                  <a:pt x="717398" y="82803"/>
                  <a:pt x="717227" y="94624"/>
                </a:cubicBezTo>
                <a:cubicBezTo>
                  <a:pt x="717057" y="107241"/>
                  <a:pt x="713767" y="118012"/>
                  <a:pt x="707356" y="126936"/>
                </a:cubicBezTo>
                <a:cubicBezTo>
                  <a:pt x="700095" y="137052"/>
                  <a:pt x="690479" y="142110"/>
                  <a:pt x="678509" y="142110"/>
                </a:cubicBezTo>
                <a:moveTo>
                  <a:pt x="683615" y="66034"/>
                </a:moveTo>
                <a:cubicBezTo>
                  <a:pt x="675275" y="65978"/>
                  <a:pt x="668780" y="69954"/>
                  <a:pt x="664128" y="77964"/>
                </a:cubicBezTo>
                <a:cubicBezTo>
                  <a:pt x="660440" y="84385"/>
                  <a:pt x="658596" y="91714"/>
                  <a:pt x="658596" y="99950"/>
                </a:cubicBezTo>
                <a:cubicBezTo>
                  <a:pt x="658596" y="108189"/>
                  <a:pt x="660837" y="114609"/>
                  <a:pt x="665319" y="119211"/>
                </a:cubicBezTo>
                <a:cubicBezTo>
                  <a:pt x="669063" y="123017"/>
                  <a:pt x="673460" y="124921"/>
                  <a:pt x="678509" y="124921"/>
                </a:cubicBezTo>
                <a:cubicBezTo>
                  <a:pt x="684409" y="124921"/>
                  <a:pt x="689486" y="122761"/>
                  <a:pt x="693741" y="118443"/>
                </a:cubicBezTo>
                <a:cubicBezTo>
                  <a:pt x="698563" y="113672"/>
                  <a:pt x="701116" y="107224"/>
                  <a:pt x="701400" y="99099"/>
                </a:cubicBezTo>
                <a:cubicBezTo>
                  <a:pt x="702194" y="77113"/>
                  <a:pt x="696266" y="66091"/>
                  <a:pt x="683615" y="66034"/>
                </a:cubicBezTo>
                <a:close/>
                <a:moveTo>
                  <a:pt x="804298" y="73948"/>
                </a:moveTo>
                <a:cubicBezTo>
                  <a:pt x="803900" y="81040"/>
                  <a:pt x="801064" y="84585"/>
                  <a:pt x="795788" y="84585"/>
                </a:cubicBezTo>
                <a:cubicBezTo>
                  <a:pt x="790909" y="84585"/>
                  <a:pt x="788470" y="81789"/>
                  <a:pt x="788470" y="76195"/>
                </a:cubicBezTo>
                <a:cubicBezTo>
                  <a:pt x="788470" y="75121"/>
                  <a:pt x="788385" y="73142"/>
                  <a:pt x="788214" y="70260"/>
                </a:cubicBezTo>
                <a:lnTo>
                  <a:pt x="787959" y="63141"/>
                </a:lnTo>
                <a:cubicBezTo>
                  <a:pt x="778996" y="64221"/>
                  <a:pt x="771819" y="66751"/>
                  <a:pt x="766430" y="70731"/>
                </a:cubicBezTo>
                <a:cubicBezTo>
                  <a:pt x="761381" y="74427"/>
                  <a:pt x="757183" y="79999"/>
                  <a:pt x="753836" y="87447"/>
                </a:cubicBezTo>
                <a:lnTo>
                  <a:pt x="754006" y="134177"/>
                </a:lnTo>
                <a:cubicBezTo>
                  <a:pt x="754006" y="139920"/>
                  <a:pt x="751198" y="142791"/>
                  <a:pt x="745582" y="142791"/>
                </a:cubicBezTo>
                <a:cubicBezTo>
                  <a:pt x="740589" y="142791"/>
                  <a:pt x="738093" y="139921"/>
                  <a:pt x="738093" y="134180"/>
                </a:cubicBezTo>
                <a:lnTo>
                  <a:pt x="738093" y="74334"/>
                </a:lnTo>
                <a:cubicBezTo>
                  <a:pt x="738093" y="72458"/>
                  <a:pt x="738164" y="69646"/>
                  <a:pt x="738306" y="65896"/>
                </a:cubicBezTo>
                <a:cubicBezTo>
                  <a:pt x="738448" y="62145"/>
                  <a:pt x="738519" y="59331"/>
                  <a:pt x="738519" y="57456"/>
                </a:cubicBezTo>
                <a:cubicBezTo>
                  <a:pt x="738519" y="51715"/>
                  <a:pt x="741015" y="48845"/>
                  <a:pt x="746007" y="48845"/>
                </a:cubicBezTo>
                <a:cubicBezTo>
                  <a:pt x="751567" y="48845"/>
                  <a:pt x="754375" y="53554"/>
                  <a:pt x="754431" y="62971"/>
                </a:cubicBezTo>
                <a:cubicBezTo>
                  <a:pt x="765324" y="52419"/>
                  <a:pt x="777407" y="47143"/>
                  <a:pt x="790682" y="47143"/>
                </a:cubicBezTo>
                <a:cubicBezTo>
                  <a:pt x="795277" y="47143"/>
                  <a:pt x="798710" y="48873"/>
                  <a:pt x="800979" y="52334"/>
                </a:cubicBezTo>
                <a:cubicBezTo>
                  <a:pt x="803248" y="55794"/>
                  <a:pt x="804383" y="61014"/>
                  <a:pt x="804383" y="67992"/>
                </a:cubicBezTo>
                <a:cubicBezTo>
                  <a:pt x="804383" y="70942"/>
                  <a:pt x="804354" y="72927"/>
                  <a:pt x="804298" y="73948"/>
                </a:cubicBezTo>
                <a:close/>
                <a:moveTo>
                  <a:pt x="887079" y="73948"/>
                </a:moveTo>
                <a:cubicBezTo>
                  <a:pt x="886682" y="81040"/>
                  <a:pt x="883845" y="84585"/>
                  <a:pt x="878569" y="84585"/>
                </a:cubicBezTo>
                <a:cubicBezTo>
                  <a:pt x="873690" y="84585"/>
                  <a:pt x="871251" y="81789"/>
                  <a:pt x="871251" y="76195"/>
                </a:cubicBezTo>
                <a:cubicBezTo>
                  <a:pt x="871251" y="75121"/>
                  <a:pt x="871166" y="73142"/>
                  <a:pt x="870996" y="70260"/>
                </a:cubicBezTo>
                <a:lnTo>
                  <a:pt x="870740" y="63141"/>
                </a:lnTo>
                <a:cubicBezTo>
                  <a:pt x="861777" y="64221"/>
                  <a:pt x="854601" y="66751"/>
                  <a:pt x="849211" y="70731"/>
                </a:cubicBezTo>
                <a:cubicBezTo>
                  <a:pt x="844162" y="74427"/>
                  <a:pt x="839964" y="79999"/>
                  <a:pt x="836617" y="87447"/>
                </a:cubicBezTo>
                <a:lnTo>
                  <a:pt x="836787" y="134177"/>
                </a:lnTo>
                <a:cubicBezTo>
                  <a:pt x="836787" y="139920"/>
                  <a:pt x="833979" y="142791"/>
                  <a:pt x="828363" y="142791"/>
                </a:cubicBezTo>
                <a:cubicBezTo>
                  <a:pt x="823370" y="142791"/>
                  <a:pt x="820874" y="139921"/>
                  <a:pt x="820874" y="134180"/>
                </a:cubicBezTo>
                <a:lnTo>
                  <a:pt x="820874" y="74334"/>
                </a:lnTo>
                <a:cubicBezTo>
                  <a:pt x="820874" y="72458"/>
                  <a:pt x="820945" y="69646"/>
                  <a:pt x="821087" y="65896"/>
                </a:cubicBezTo>
                <a:cubicBezTo>
                  <a:pt x="821229" y="62145"/>
                  <a:pt x="821300" y="59331"/>
                  <a:pt x="821300" y="57456"/>
                </a:cubicBezTo>
                <a:cubicBezTo>
                  <a:pt x="821300" y="51715"/>
                  <a:pt x="823796" y="48845"/>
                  <a:pt x="828788" y="48845"/>
                </a:cubicBezTo>
                <a:cubicBezTo>
                  <a:pt x="834348" y="48845"/>
                  <a:pt x="837156" y="53554"/>
                  <a:pt x="837213" y="62971"/>
                </a:cubicBezTo>
                <a:cubicBezTo>
                  <a:pt x="848105" y="52419"/>
                  <a:pt x="860189" y="47143"/>
                  <a:pt x="873463" y="47143"/>
                </a:cubicBezTo>
                <a:cubicBezTo>
                  <a:pt x="878059" y="47143"/>
                  <a:pt x="881491" y="48873"/>
                  <a:pt x="883760" y="52334"/>
                </a:cubicBezTo>
                <a:cubicBezTo>
                  <a:pt x="886029" y="55794"/>
                  <a:pt x="887164" y="61014"/>
                  <a:pt x="887164" y="67992"/>
                </a:cubicBezTo>
                <a:cubicBezTo>
                  <a:pt x="887164" y="70942"/>
                  <a:pt x="887136" y="72927"/>
                  <a:pt x="887079" y="73948"/>
                </a:cubicBezTo>
                <a:close/>
                <a:moveTo>
                  <a:pt x="943395" y="140919"/>
                </a:moveTo>
                <a:cubicBezTo>
                  <a:pt x="930574" y="140919"/>
                  <a:pt x="920192" y="137711"/>
                  <a:pt x="912250" y="131295"/>
                </a:cubicBezTo>
                <a:cubicBezTo>
                  <a:pt x="903570" y="124196"/>
                  <a:pt x="899231" y="114259"/>
                  <a:pt x="899231" y="101482"/>
                </a:cubicBezTo>
                <a:cubicBezTo>
                  <a:pt x="899231" y="86720"/>
                  <a:pt x="902805" y="74342"/>
                  <a:pt x="909953" y="64348"/>
                </a:cubicBezTo>
                <a:cubicBezTo>
                  <a:pt x="917725" y="53445"/>
                  <a:pt x="928106" y="47994"/>
                  <a:pt x="941098" y="47994"/>
                </a:cubicBezTo>
                <a:cubicBezTo>
                  <a:pt x="950515" y="47994"/>
                  <a:pt x="958202" y="49582"/>
                  <a:pt x="964159" y="52759"/>
                </a:cubicBezTo>
                <a:cubicBezTo>
                  <a:pt x="971477" y="56674"/>
                  <a:pt x="975136" y="62687"/>
                  <a:pt x="975136" y="70800"/>
                </a:cubicBezTo>
                <a:cubicBezTo>
                  <a:pt x="975136" y="76473"/>
                  <a:pt x="971931" y="81635"/>
                  <a:pt x="965520" y="86287"/>
                </a:cubicBezTo>
                <a:cubicBezTo>
                  <a:pt x="962684" y="88329"/>
                  <a:pt x="956670" y="91506"/>
                  <a:pt x="947480" y="95818"/>
                </a:cubicBezTo>
                <a:lnTo>
                  <a:pt x="914973" y="111220"/>
                </a:lnTo>
                <a:cubicBezTo>
                  <a:pt x="918150" y="115929"/>
                  <a:pt x="922107" y="119474"/>
                  <a:pt x="926844" y="121857"/>
                </a:cubicBezTo>
                <a:cubicBezTo>
                  <a:pt x="931581" y="124240"/>
                  <a:pt x="937098" y="125431"/>
                  <a:pt x="943395" y="125431"/>
                </a:cubicBezTo>
                <a:cubicBezTo>
                  <a:pt x="947310" y="125431"/>
                  <a:pt x="951905" y="124694"/>
                  <a:pt x="957181" y="123219"/>
                </a:cubicBezTo>
                <a:cubicBezTo>
                  <a:pt x="963875" y="121347"/>
                  <a:pt x="968186" y="118893"/>
                  <a:pt x="970115" y="115858"/>
                </a:cubicBezTo>
                <a:cubicBezTo>
                  <a:pt x="972044" y="112823"/>
                  <a:pt x="974115" y="111305"/>
                  <a:pt x="976327" y="111305"/>
                </a:cubicBezTo>
                <a:cubicBezTo>
                  <a:pt x="978313" y="111305"/>
                  <a:pt x="980086" y="112060"/>
                  <a:pt x="981646" y="113568"/>
                </a:cubicBezTo>
                <a:cubicBezTo>
                  <a:pt x="983206" y="115075"/>
                  <a:pt x="983986" y="116824"/>
                  <a:pt x="983986" y="118815"/>
                </a:cubicBezTo>
                <a:cubicBezTo>
                  <a:pt x="983986" y="125130"/>
                  <a:pt x="978909" y="130564"/>
                  <a:pt x="968754" y="135116"/>
                </a:cubicBezTo>
                <a:cubicBezTo>
                  <a:pt x="960074" y="138984"/>
                  <a:pt x="951621" y="140919"/>
                  <a:pt x="943395" y="140919"/>
                </a:cubicBezTo>
                <a:moveTo>
                  <a:pt x="941098" y="63311"/>
                </a:moveTo>
                <a:cubicBezTo>
                  <a:pt x="934177" y="63311"/>
                  <a:pt x="928418" y="65992"/>
                  <a:pt x="923823" y="71353"/>
                </a:cubicBezTo>
                <a:cubicBezTo>
                  <a:pt x="919228" y="76714"/>
                  <a:pt x="915796" y="84784"/>
                  <a:pt x="913527" y="95563"/>
                </a:cubicBezTo>
                <a:lnTo>
                  <a:pt x="939651" y="83139"/>
                </a:lnTo>
                <a:cubicBezTo>
                  <a:pt x="949919" y="78146"/>
                  <a:pt x="957237" y="73806"/>
                  <a:pt x="961606" y="70119"/>
                </a:cubicBezTo>
                <a:cubicBezTo>
                  <a:pt x="956727" y="65580"/>
                  <a:pt x="949891" y="63311"/>
                  <a:pt x="941098" y="63311"/>
                </a:cubicBezTo>
                <a:close/>
                <a:moveTo>
                  <a:pt x="1037971" y="142450"/>
                </a:moveTo>
                <a:cubicBezTo>
                  <a:pt x="1026341" y="142450"/>
                  <a:pt x="1016640" y="138927"/>
                  <a:pt x="1008868" y="131880"/>
                </a:cubicBezTo>
                <a:cubicBezTo>
                  <a:pt x="1000699" y="124492"/>
                  <a:pt x="996614" y="114745"/>
                  <a:pt x="996614" y="102639"/>
                </a:cubicBezTo>
                <a:cubicBezTo>
                  <a:pt x="996614" y="91103"/>
                  <a:pt x="1000444" y="79198"/>
                  <a:pt x="1008102" y="66923"/>
                </a:cubicBezTo>
                <a:cubicBezTo>
                  <a:pt x="1016612" y="53282"/>
                  <a:pt x="1026199" y="46462"/>
                  <a:pt x="1036865" y="46462"/>
                </a:cubicBezTo>
                <a:cubicBezTo>
                  <a:pt x="1042424" y="46462"/>
                  <a:pt x="1048636" y="47772"/>
                  <a:pt x="1055500" y="50390"/>
                </a:cubicBezTo>
                <a:cubicBezTo>
                  <a:pt x="1064180" y="53750"/>
                  <a:pt x="1068520" y="57848"/>
                  <a:pt x="1068520" y="62686"/>
                </a:cubicBezTo>
                <a:cubicBezTo>
                  <a:pt x="1068520" y="64849"/>
                  <a:pt x="1067811" y="66771"/>
                  <a:pt x="1066393" y="68452"/>
                </a:cubicBezTo>
                <a:cubicBezTo>
                  <a:pt x="1064974" y="70130"/>
                  <a:pt x="1063216" y="70970"/>
                  <a:pt x="1061117" y="70970"/>
                </a:cubicBezTo>
                <a:cubicBezTo>
                  <a:pt x="1059472" y="70970"/>
                  <a:pt x="1058039" y="70469"/>
                  <a:pt x="1056819" y="69467"/>
                </a:cubicBezTo>
                <a:cubicBezTo>
                  <a:pt x="1055600" y="68464"/>
                  <a:pt x="1054423" y="67475"/>
                  <a:pt x="1053288" y="66500"/>
                </a:cubicBezTo>
                <a:cubicBezTo>
                  <a:pt x="1049941" y="63807"/>
                  <a:pt x="1044466" y="62460"/>
                  <a:pt x="1036865" y="62460"/>
                </a:cubicBezTo>
                <a:cubicBezTo>
                  <a:pt x="1031078" y="62460"/>
                  <a:pt x="1025348" y="67637"/>
                  <a:pt x="1019675" y="77990"/>
                </a:cubicBezTo>
                <a:cubicBezTo>
                  <a:pt x="1014513" y="87489"/>
                  <a:pt x="1011931" y="95708"/>
                  <a:pt x="1011931" y="102647"/>
                </a:cubicBezTo>
                <a:cubicBezTo>
                  <a:pt x="1011931" y="110155"/>
                  <a:pt x="1014484" y="116071"/>
                  <a:pt x="1019590" y="120395"/>
                </a:cubicBezTo>
                <a:cubicBezTo>
                  <a:pt x="1024355" y="124433"/>
                  <a:pt x="1030482" y="126452"/>
                  <a:pt x="1037971" y="126452"/>
                </a:cubicBezTo>
                <a:cubicBezTo>
                  <a:pt x="1041375" y="126452"/>
                  <a:pt x="1045005" y="125545"/>
                  <a:pt x="1048863" y="123729"/>
                </a:cubicBezTo>
                <a:lnTo>
                  <a:pt x="1058734" y="118453"/>
                </a:lnTo>
                <a:cubicBezTo>
                  <a:pt x="1060436" y="117546"/>
                  <a:pt x="1061656" y="117092"/>
                  <a:pt x="1062393" y="117092"/>
                </a:cubicBezTo>
                <a:cubicBezTo>
                  <a:pt x="1064492" y="117092"/>
                  <a:pt x="1066308" y="117929"/>
                  <a:pt x="1067839" y="119602"/>
                </a:cubicBezTo>
                <a:cubicBezTo>
                  <a:pt x="1069371" y="121276"/>
                  <a:pt x="1070137" y="123190"/>
                  <a:pt x="1070137" y="125346"/>
                </a:cubicBezTo>
                <a:cubicBezTo>
                  <a:pt x="1070137" y="129487"/>
                  <a:pt x="1065769" y="133487"/>
                  <a:pt x="1057032" y="137345"/>
                </a:cubicBezTo>
                <a:cubicBezTo>
                  <a:pt x="1049374" y="140748"/>
                  <a:pt x="1043020" y="142450"/>
                  <a:pt x="1037971" y="142450"/>
                </a:cubicBezTo>
                <a:close/>
                <a:moveTo>
                  <a:pt x="1145840" y="64577"/>
                </a:moveTo>
                <a:cubicBezTo>
                  <a:pt x="1144649" y="64577"/>
                  <a:pt x="1143245" y="64520"/>
                  <a:pt x="1141628" y="64407"/>
                </a:cubicBezTo>
                <a:cubicBezTo>
                  <a:pt x="1140011" y="64292"/>
                  <a:pt x="1138607" y="64234"/>
                  <a:pt x="1137416" y="64234"/>
                </a:cubicBezTo>
                <a:cubicBezTo>
                  <a:pt x="1136111" y="64234"/>
                  <a:pt x="1132253" y="64664"/>
                  <a:pt x="1125843" y="65524"/>
                </a:cubicBezTo>
                <a:lnTo>
                  <a:pt x="1127460" y="115760"/>
                </a:lnTo>
                <a:lnTo>
                  <a:pt x="1127545" y="119501"/>
                </a:lnTo>
                <a:lnTo>
                  <a:pt x="1127630" y="123836"/>
                </a:lnTo>
                <a:cubicBezTo>
                  <a:pt x="1127857" y="136245"/>
                  <a:pt x="1124878" y="142450"/>
                  <a:pt x="1118695" y="142450"/>
                </a:cubicBezTo>
                <a:cubicBezTo>
                  <a:pt x="1116426" y="142450"/>
                  <a:pt x="1114454" y="141714"/>
                  <a:pt x="1112781" y="140240"/>
                </a:cubicBezTo>
                <a:cubicBezTo>
                  <a:pt x="1111107" y="138767"/>
                  <a:pt x="1110270" y="136925"/>
                  <a:pt x="1110270" y="134715"/>
                </a:cubicBezTo>
                <a:cubicBezTo>
                  <a:pt x="1110270" y="132562"/>
                  <a:pt x="1110355" y="129333"/>
                  <a:pt x="1110526" y="125027"/>
                </a:cubicBezTo>
                <a:cubicBezTo>
                  <a:pt x="1110696" y="120719"/>
                  <a:pt x="1110781" y="117488"/>
                  <a:pt x="1110781" y="115334"/>
                </a:cubicBezTo>
                <a:lnTo>
                  <a:pt x="1109079" y="65694"/>
                </a:lnTo>
                <a:cubicBezTo>
                  <a:pt x="1104938" y="65524"/>
                  <a:pt x="1098640" y="65039"/>
                  <a:pt x="1090188" y="64239"/>
                </a:cubicBezTo>
                <a:cubicBezTo>
                  <a:pt x="1085139" y="63555"/>
                  <a:pt x="1082614" y="60734"/>
                  <a:pt x="1082614" y="55775"/>
                </a:cubicBezTo>
                <a:cubicBezTo>
                  <a:pt x="1082614" y="53266"/>
                  <a:pt x="1083380" y="51187"/>
                  <a:pt x="1084912" y="49536"/>
                </a:cubicBezTo>
                <a:cubicBezTo>
                  <a:pt x="1086443" y="47884"/>
                  <a:pt x="1088401" y="47058"/>
                  <a:pt x="1090783" y="47058"/>
                </a:cubicBezTo>
                <a:lnTo>
                  <a:pt x="1108653" y="48505"/>
                </a:lnTo>
                <a:cubicBezTo>
                  <a:pt x="1108653" y="45602"/>
                  <a:pt x="1108526" y="41720"/>
                  <a:pt x="1108271" y="36857"/>
                </a:cubicBezTo>
                <a:cubicBezTo>
                  <a:pt x="1108015" y="31992"/>
                  <a:pt x="1107888" y="28480"/>
                  <a:pt x="1107888" y="26319"/>
                </a:cubicBezTo>
                <a:cubicBezTo>
                  <a:pt x="1107888" y="23929"/>
                  <a:pt x="1108710" y="21952"/>
                  <a:pt x="1110355" y="20388"/>
                </a:cubicBezTo>
                <a:cubicBezTo>
                  <a:pt x="1112001" y="18823"/>
                  <a:pt x="1114014" y="18040"/>
                  <a:pt x="1116397" y="18040"/>
                </a:cubicBezTo>
                <a:cubicBezTo>
                  <a:pt x="1121503" y="18040"/>
                  <a:pt x="1124481" y="22210"/>
                  <a:pt x="1125332" y="30549"/>
                </a:cubicBezTo>
                <a:cubicBezTo>
                  <a:pt x="1125502" y="32648"/>
                  <a:pt x="1125587" y="35173"/>
                  <a:pt x="1125587" y="38123"/>
                </a:cubicBezTo>
                <a:lnTo>
                  <a:pt x="1125417" y="43058"/>
                </a:lnTo>
                <a:lnTo>
                  <a:pt x="1125332" y="48334"/>
                </a:lnTo>
                <a:cubicBezTo>
                  <a:pt x="1132367" y="47427"/>
                  <a:pt x="1136395" y="46973"/>
                  <a:pt x="1137416" y="46973"/>
                </a:cubicBezTo>
                <a:cubicBezTo>
                  <a:pt x="1143316" y="46973"/>
                  <a:pt x="1147173" y="47257"/>
                  <a:pt x="1148989" y="47824"/>
                </a:cubicBezTo>
                <a:cubicBezTo>
                  <a:pt x="1152449" y="48966"/>
                  <a:pt x="1154180" y="51657"/>
                  <a:pt x="1154180" y="55897"/>
                </a:cubicBezTo>
                <a:cubicBezTo>
                  <a:pt x="1154180" y="58418"/>
                  <a:pt x="1153400" y="60495"/>
                  <a:pt x="1151840" y="62128"/>
                </a:cubicBezTo>
                <a:cubicBezTo>
                  <a:pt x="1150279" y="63761"/>
                  <a:pt x="1148280" y="64577"/>
                  <a:pt x="1145840" y="64577"/>
                </a:cubicBezTo>
                <a:close/>
                <a:moveTo>
                  <a:pt x="1236961" y="143131"/>
                </a:moveTo>
                <a:cubicBezTo>
                  <a:pt x="1232082" y="143131"/>
                  <a:pt x="1229330" y="140459"/>
                  <a:pt x="1228706" y="135116"/>
                </a:cubicBezTo>
                <a:lnTo>
                  <a:pt x="1226324" y="116440"/>
                </a:lnTo>
                <a:cubicBezTo>
                  <a:pt x="1225529" y="109789"/>
                  <a:pt x="1225132" y="103563"/>
                  <a:pt x="1225132" y="97764"/>
                </a:cubicBezTo>
                <a:cubicBezTo>
                  <a:pt x="1225132" y="96172"/>
                  <a:pt x="1225232" y="93472"/>
                  <a:pt x="1225430" y="89664"/>
                </a:cubicBezTo>
                <a:cubicBezTo>
                  <a:pt x="1225629" y="85855"/>
                  <a:pt x="1225728" y="83154"/>
                  <a:pt x="1225728" y="81562"/>
                </a:cubicBezTo>
                <a:cubicBezTo>
                  <a:pt x="1225728" y="69281"/>
                  <a:pt x="1223459" y="63141"/>
                  <a:pt x="1218920" y="63141"/>
                </a:cubicBezTo>
                <a:cubicBezTo>
                  <a:pt x="1212566" y="63141"/>
                  <a:pt x="1206496" y="66918"/>
                  <a:pt x="1200710" y="74472"/>
                </a:cubicBezTo>
                <a:cubicBezTo>
                  <a:pt x="1195491" y="81344"/>
                  <a:pt x="1191406" y="90032"/>
                  <a:pt x="1188456" y="100538"/>
                </a:cubicBezTo>
                <a:cubicBezTo>
                  <a:pt x="1188343" y="102754"/>
                  <a:pt x="1188087" y="105537"/>
                  <a:pt x="1187690" y="108888"/>
                </a:cubicBezTo>
                <a:cubicBezTo>
                  <a:pt x="1187350" y="111728"/>
                  <a:pt x="1187180" y="114482"/>
                  <a:pt x="1187180" y="117150"/>
                </a:cubicBezTo>
                <a:cubicBezTo>
                  <a:pt x="1187180" y="118854"/>
                  <a:pt x="1187350" y="121410"/>
                  <a:pt x="1187690" y="124817"/>
                </a:cubicBezTo>
                <a:cubicBezTo>
                  <a:pt x="1188031" y="128224"/>
                  <a:pt x="1188201" y="130780"/>
                  <a:pt x="1188201" y="132483"/>
                </a:cubicBezTo>
                <a:cubicBezTo>
                  <a:pt x="1188201" y="135040"/>
                  <a:pt x="1187421" y="137113"/>
                  <a:pt x="1185861" y="138703"/>
                </a:cubicBezTo>
                <a:cubicBezTo>
                  <a:pt x="1184300" y="140294"/>
                  <a:pt x="1182301" y="141089"/>
                  <a:pt x="1179861" y="141089"/>
                </a:cubicBezTo>
                <a:cubicBezTo>
                  <a:pt x="1177365" y="141089"/>
                  <a:pt x="1175351" y="140293"/>
                  <a:pt x="1173820" y="138701"/>
                </a:cubicBezTo>
                <a:cubicBezTo>
                  <a:pt x="1172288" y="137111"/>
                  <a:pt x="1171522" y="135036"/>
                  <a:pt x="1171522" y="132478"/>
                </a:cubicBezTo>
                <a:cubicBezTo>
                  <a:pt x="1171522" y="130774"/>
                  <a:pt x="1171338" y="128218"/>
                  <a:pt x="1170969" y="124809"/>
                </a:cubicBezTo>
                <a:cubicBezTo>
                  <a:pt x="1170600" y="121398"/>
                  <a:pt x="1170416" y="118840"/>
                  <a:pt x="1170416" y="117134"/>
                </a:cubicBezTo>
                <a:cubicBezTo>
                  <a:pt x="1170416" y="111280"/>
                  <a:pt x="1170827" y="103168"/>
                  <a:pt x="1171650" y="92797"/>
                </a:cubicBezTo>
                <a:cubicBezTo>
                  <a:pt x="1172472" y="82426"/>
                  <a:pt x="1172883" y="74313"/>
                  <a:pt x="1172883" y="68460"/>
                </a:cubicBezTo>
                <a:cubicBezTo>
                  <a:pt x="1172883" y="66641"/>
                  <a:pt x="1172784" y="63941"/>
                  <a:pt x="1172586" y="60362"/>
                </a:cubicBezTo>
                <a:cubicBezTo>
                  <a:pt x="1172387" y="56781"/>
                  <a:pt x="1172288" y="54082"/>
                  <a:pt x="1172288" y="52265"/>
                </a:cubicBezTo>
                <a:cubicBezTo>
                  <a:pt x="1172288" y="49820"/>
                  <a:pt x="1173096" y="47817"/>
                  <a:pt x="1174713" y="46255"/>
                </a:cubicBezTo>
                <a:cubicBezTo>
                  <a:pt x="1176330" y="44691"/>
                  <a:pt x="1178330" y="43909"/>
                  <a:pt x="1180712" y="43909"/>
                </a:cubicBezTo>
                <a:cubicBezTo>
                  <a:pt x="1185931" y="43909"/>
                  <a:pt x="1188796" y="47612"/>
                  <a:pt x="1189307" y="55017"/>
                </a:cubicBezTo>
                <a:lnTo>
                  <a:pt x="1189562" y="65013"/>
                </a:lnTo>
                <a:cubicBezTo>
                  <a:pt x="1199093" y="52306"/>
                  <a:pt x="1208879" y="45952"/>
                  <a:pt x="1218920" y="45952"/>
                </a:cubicBezTo>
                <a:cubicBezTo>
                  <a:pt x="1227997" y="45952"/>
                  <a:pt x="1234323" y="49958"/>
                  <a:pt x="1237897" y="57971"/>
                </a:cubicBezTo>
                <a:cubicBezTo>
                  <a:pt x="1240336" y="63313"/>
                  <a:pt x="1241669" y="71213"/>
                  <a:pt x="1241896" y="81671"/>
                </a:cubicBezTo>
                <a:lnTo>
                  <a:pt x="1241896" y="90279"/>
                </a:lnTo>
                <a:lnTo>
                  <a:pt x="1241811" y="98206"/>
                </a:lnTo>
                <a:cubicBezTo>
                  <a:pt x="1241811" y="102923"/>
                  <a:pt x="1242421" y="109019"/>
                  <a:pt x="1243641" y="116493"/>
                </a:cubicBezTo>
                <a:cubicBezTo>
                  <a:pt x="1244860" y="123966"/>
                  <a:pt x="1245470" y="130032"/>
                  <a:pt x="1245470" y="134691"/>
                </a:cubicBezTo>
                <a:cubicBezTo>
                  <a:pt x="1245470" y="137192"/>
                  <a:pt x="1244662" y="139224"/>
                  <a:pt x="1243045" y="140786"/>
                </a:cubicBezTo>
                <a:cubicBezTo>
                  <a:pt x="1241428" y="142349"/>
                  <a:pt x="1239400" y="143131"/>
                  <a:pt x="1236961" y="143131"/>
                </a:cubicBezTo>
                <a:close/>
                <a:moveTo>
                  <a:pt x="1302927" y="140919"/>
                </a:moveTo>
                <a:cubicBezTo>
                  <a:pt x="1290106" y="140919"/>
                  <a:pt x="1279724" y="137711"/>
                  <a:pt x="1271782" y="131295"/>
                </a:cubicBezTo>
                <a:cubicBezTo>
                  <a:pt x="1263102" y="124196"/>
                  <a:pt x="1258762" y="114259"/>
                  <a:pt x="1258762" y="101482"/>
                </a:cubicBezTo>
                <a:cubicBezTo>
                  <a:pt x="1258762" y="86720"/>
                  <a:pt x="1262336" y="74342"/>
                  <a:pt x="1269484" y="64348"/>
                </a:cubicBezTo>
                <a:cubicBezTo>
                  <a:pt x="1277256" y="53445"/>
                  <a:pt x="1287638" y="47994"/>
                  <a:pt x="1300629" y="47994"/>
                </a:cubicBezTo>
                <a:cubicBezTo>
                  <a:pt x="1310046" y="47994"/>
                  <a:pt x="1317733" y="49582"/>
                  <a:pt x="1323690" y="52759"/>
                </a:cubicBezTo>
                <a:cubicBezTo>
                  <a:pt x="1331008" y="56674"/>
                  <a:pt x="1334667" y="62687"/>
                  <a:pt x="1334667" y="70800"/>
                </a:cubicBezTo>
                <a:cubicBezTo>
                  <a:pt x="1334667" y="76473"/>
                  <a:pt x="1331462" y="81635"/>
                  <a:pt x="1325052" y="86287"/>
                </a:cubicBezTo>
                <a:cubicBezTo>
                  <a:pt x="1322215" y="88329"/>
                  <a:pt x="1316202" y="91506"/>
                  <a:pt x="1307011" y="95818"/>
                </a:cubicBezTo>
                <a:lnTo>
                  <a:pt x="1274505" y="111220"/>
                </a:lnTo>
                <a:cubicBezTo>
                  <a:pt x="1277682" y="115929"/>
                  <a:pt x="1281639" y="119474"/>
                  <a:pt x="1286376" y="121857"/>
                </a:cubicBezTo>
                <a:cubicBezTo>
                  <a:pt x="1291113" y="124240"/>
                  <a:pt x="1296630" y="125431"/>
                  <a:pt x="1302927" y="125431"/>
                </a:cubicBezTo>
                <a:cubicBezTo>
                  <a:pt x="1306841" y="125431"/>
                  <a:pt x="1311436" y="124694"/>
                  <a:pt x="1316712" y="123219"/>
                </a:cubicBezTo>
                <a:cubicBezTo>
                  <a:pt x="1323406" y="121347"/>
                  <a:pt x="1327718" y="118893"/>
                  <a:pt x="1329647" y="115858"/>
                </a:cubicBezTo>
                <a:cubicBezTo>
                  <a:pt x="1331576" y="112823"/>
                  <a:pt x="1333646" y="111305"/>
                  <a:pt x="1335859" y="111305"/>
                </a:cubicBezTo>
                <a:cubicBezTo>
                  <a:pt x="1337844" y="111305"/>
                  <a:pt x="1339617" y="112060"/>
                  <a:pt x="1341177" y="113568"/>
                </a:cubicBezTo>
                <a:cubicBezTo>
                  <a:pt x="1342737" y="115075"/>
                  <a:pt x="1343517" y="116824"/>
                  <a:pt x="1343517" y="118815"/>
                </a:cubicBezTo>
                <a:cubicBezTo>
                  <a:pt x="1343517" y="125130"/>
                  <a:pt x="1338440" y="130564"/>
                  <a:pt x="1328285" y="135116"/>
                </a:cubicBezTo>
                <a:cubicBezTo>
                  <a:pt x="1319605" y="138984"/>
                  <a:pt x="1311153" y="140919"/>
                  <a:pt x="1302927" y="140919"/>
                </a:cubicBezTo>
                <a:moveTo>
                  <a:pt x="1300629" y="63311"/>
                </a:moveTo>
                <a:cubicBezTo>
                  <a:pt x="1293708" y="63311"/>
                  <a:pt x="1287950" y="65992"/>
                  <a:pt x="1283355" y="71353"/>
                </a:cubicBezTo>
                <a:cubicBezTo>
                  <a:pt x="1278760" y="76714"/>
                  <a:pt x="1275327" y="84784"/>
                  <a:pt x="1273058" y="95563"/>
                </a:cubicBezTo>
                <a:lnTo>
                  <a:pt x="1299183" y="83139"/>
                </a:lnTo>
                <a:cubicBezTo>
                  <a:pt x="1309451" y="78146"/>
                  <a:pt x="1316769" y="73806"/>
                  <a:pt x="1321137" y="70119"/>
                </a:cubicBezTo>
                <a:cubicBezTo>
                  <a:pt x="1316258" y="65580"/>
                  <a:pt x="1309422" y="63311"/>
                  <a:pt x="1300629" y="63311"/>
                </a:cubicBezTo>
                <a:close/>
                <a:moveTo>
                  <a:pt x="1416479" y="71480"/>
                </a:moveTo>
                <a:cubicBezTo>
                  <a:pt x="1413358" y="71480"/>
                  <a:pt x="1411174" y="70438"/>
                  <a:pt x="1409926" y="68353"/>
                </a:cubicBezTo>
                <a:cubicBezTo>
                  <a:pt x="1409075" y="66889"/>
                  <a:pt x="1408338" y="63847"/>
                  <a:pt x="1407714" y="59227"/>
                </a:cubicBezTo>
                <a:cubicBezTo>
                  <a:pt x="1403459" y="60303"/>
                  <a:pt x="1396907" y="62286"/>
                  <a:pt x="1388057" y="65175"/>
                </a:cubicBezTo>
                <a:cubicBezTo>
                  <a:pt x="1378923" y="68803"/>
                  <a:pt x="1374328" y="73279"/>
                  <a:pt x="1374271" y="78605"/>
                </a:cubicBezTo>
                <a:cubicBezTo>
                  <a:pt x="1375973" y="79229"/>
                  <a:pt x="1377647" y="79682"/>
                  <a:pt x="1379292" y="79966"/>
                </a:cubicBezTo>
                <a:cubicBezTo>
                  <a:pt x="1392340" y="82289"/>
                  <a:pt x="1402041" y="85490"/>
                  <a:pt x="1408395" y="89571"/>
                </a:cubicBezTo>
                <a:cubicBezTo>
                  <a:pt x="1417642" y="95523"/>
                  <a:pt x="1422265" y="104138"/>
                  <a:pt x="1422265" y="115416"/>
                </a:cubicBezTo>
                <a:cubicBezTo>
                  <a:pt x="1422265" y="124655"/>
                  <a:pt x="1418266" y="131625"/>
                  <a:pt x="1410267" y="136329"/>
                </a:cubicBezTo>
                <a:cubicBezTo>
                  <a:pt x="1403629" y="140183"/>
                  <a:pt x="1395233" y="142110"/>
                  <a:pt x="1385078" y="142110"/>
                </a:cubicBezTo>
                <a:cubicBezTo>
                  <a:pt x="1377647" y="142110"/>
                  <a:pt x="1370555" y="140862"/>
                  <a:pt x="1363804" y="138366"/>
                </a:cubicBezTo>
                <a:cubicBezTo>
                  <a:pt x="1355068" y="135189"/>
                  <a:pt x="1350700" y="130764"/>
                  <a:pt x="1350700" y="125091"/>
                </a:cubicBezTo>
                <a:cubicBezTo>
                  <a:pt x="1350700" y="122822"/>
                  <a:pt x="1351593" y="120836"/>
                  <a:pt x="1353380" y="119134"/>
                </a:cubicBezTo>
                <a:cubicBezTo>
                  <a:pt x="1355167" y="117432"/>
                  <a:pt x="1357195" y="116581"/>
                  <a:pt x="1359464" y="116581"/>
                </a:cubicBezTo>
                <a:cubicBezTo>
                  <a:pt x="1361223" y="116581"/>
                  <a:pt x="1363492" y="117943"/>
                  <a:pt x="1366272" y="120666"/>
                </a:cubicBezTo>
                <a:cubicBezTo>
                  <a:pt x="1367634" y="121971"/>
                  <a:pt x="1370697" y="123048"/>
                  <a:pt x="1375462" y="123899"/>
                </a:cubicBezTo>
                <a:cubicBezTo>
                  <a:pt x="1379263" y="124580"/>
                  <a:pt x="1382469" y="124921"/>
                  <a:pt x="1385078" y="124921"/>
                </a:cubicBezTo>
                <a:cubicBezTo>
                  <a:pt x="1389844" y="124921"/>
                  <a:pt x="1394042" y="124354"/>
                  <a:pt x="1397672" y="123221"/>
                </a:cubicBezTo>
                <a:cubicBezTo>
                  <a:pt x="1402948" y="121578"/>
                  <a:pt x="1405586" y="118972"/>
                  <a:pt x="1405586" y="115403"/>
                </a:cubicBezTo>
                <a:cubicBezTo>
                  <a:pt x="1405586" y="107697"/>
                  <a:pt x="1400197" y="102484"/>
                  <a:pt x="1389418" y="99764"/>
                </a:cubicBezTo>
                <a:lnTo>
                  <a:pt x="1380568" y="97807"/>
                </a:lnTo>
                <a:cubicBezTo>
                  <a:pt x="1373023" y="96160"/>
                  <a:pt x="1367662" y="94229"/>
                  <a:pt x="1364485" y="92015"/>
                </a:cubicBezTo>
                <a:cubicBezTo>
                  <a:pt x="1359890" y="88836"/>
                  <a:pt x="1357592" y="84041"/>
                  <a:pt x="1357592" y="77629"/>
                </a:cubicBezTo>
                <a:cubicBezTo>
                  <a:pt x="1357592" y="65765"/>
                  <a:pt x="1363180" y="57307"/>
                  <a:pt x="1374356" y="52254"/>
                </a:cubicBezTo>
                <a:cubicBezTo>
                  <a:pt x="1377760" y="50722"/>
                  <a:pt x="1383206" y="48893"/>
                  <a:pt x="1390695" y="46765"/>
                </a:cubicBezTo>
                <a:cubicBezTo>
                  <a:pt x="1398183" y="44636"/>
                  <a:pt x="1403544" y="42833"/>
                  <a:pt x="1406778" y="41357"/>
                </a:cubicBezTo>
                <a:cubicBezTo>
                  <a:pt x="1409104" y="40335"/>
                  <a:pt x="1411628" y="39825"/>
                  <a:pt x="1414351" y="39825"/>
                </a:cubicBezTo>
                <a:cubicBezTo>
                  <a:pt x="1416791" y="39825"/>
                  <a:pt x="1418790" y="40619"/>
                  <a:pt x="1420350" y="42208"/>
                </a:cubicBezTo>
                <a:cubicBezTo>
                  <a:pt x="1421911" y="43796"/>
                  <a:pt x="1422691" y="45867"/>
                  <a:pt x="1422691" y="48419"/>
                </a:cubicBezTo>
                <a:cubicBezTo>
                  <a:pt x="1422691" y="50065"/>
                  <a:pt x="1423045" y="52476"/>
                  <a:pt x="1423754" y="55653"/>
                </a:cubicBezTo>
                <a:cubicBezTo>
                  <a:pt x="1424463" y="58830"/>
                  <a:pt x="1424818" y="61241"/>
                  <a:pt x="1424818" y="62886"/>
                </a:cubicBezTo>
                <a:cubicBezTo>
                  <a:pt x="1424818" y="65439"/>
                  <a:pt x="1424038" y="67509"/>
                  <a:pt x="1422478" y="69098"/>
                </a:cubicBezTo>
                <a:cubicBezTo>
                  <a:pt x="1420918" y="70686"/>
                  <a:pt x="1418918" y="71480"/>
                  <a:pt x="1416479" y="71480"/>
                </a:cubicBezTo>
                <a:close/>
                <a:moveTo>
                  <a:pt x="1501526" y="71480"/>
                </a:moveTo>
                <a:cubicBezTo>
                  <a:pt x="1498405" y="71480"/>
                  <a:pt x="1496221" y="70438"/>
                  <a:pt x="1494973" y="68353"/>
                </a:cubicBezTo>
                <a:cubicBezTo>
                  <a:pt x="1494122" y="66889"/>
                  <a:pt x="1493385" y="63847"/>
                  <a:pt x="1492761" y="59227"/>
                </a:cubicBezTo>
                <a:cubicBezTo>
                  <a:pt x="1488506" y="60303"/>
                  <a:pt x="1481954" y="62286"/>
                  <a:pt x="1473104" y="65175"/>
                </a:cubicBezTo>
                <a:cubicBezTo>
                  <a:pt x="1463970" y="68803"/>
                  <a:pt x="1459375" y="73279"/>
                  <a:pt x="1459318" y="78605"/>
                </a:cubicBezTo>
                <a:cubicBezTo>
                  <a:pt x="1461020" y="79229"/>
                  <a:pt x="1462694" y="79682"/>
                  <a:pt x="1464339" y="79966"/>
                </a:cubicBezTo>
                <a:cubicBezTo>
                  <a:pt x="1477387" y="82289"/>
                  <a:pt x="1487088" y="85490"/>
                  <a:pt x="1493441" y="89571"/>
                </a:cubicBezTo>
                <a:cubicBezTo>
                  <a:pt x="1502689" y="95523"/>
                  <a:pt x="1507312" y="104138"/>
                  <a:pt x="1507312" y="115416"/>
                </a:cubicBezTo>
                <a:cubicBezTo>
                  <a:pt x="1507312" y="124655"/>
                  <a:pt x="1503313" y="131625"/>
                  <a:pt x="1495314" y="136329"/>
                </a:cubicBezTo>
                <a:cubicBezTo>
                  <a:pt x="1488676" y="140183"/>
                  <a:pt x="1480280" y="142110"/>
                  <a:pt x="1470125" y="142110"/>
                </a:cubicBezTo>
                <a:cubicBezTo>
                  <a:pt x="1462694" y="142110"/>
                  <a:pt x="1455602" y="140862"/>
                  <a:pt x="1448851" y="138366"/>
                </a:cubicBezTo>
                <a:cubicBezTo>
                  <a:pt x="1440115" y="135189"/>
                  <a:pt x="1435747" y="130764"/>
                  <a:pt x="1435747" y="125091"/>
                </a:cubicBezTo>
                <a:cubicBezTo>
                  <a:pt x="1435747" y="122822"/>
                  <a:pt x="1436640" y="120836"/>
                  <a:pt x="1438427" y="119134"/>
                </a:cubicBezTo>
                <a:cubicBezTo>
                  <a:pt x="1440214" y="117432"/>
                  <a:pt x="1442242" y="116581"/>
                  <a:pt x="1444511" y="116581"/>
                </a:cubicBezTo>
                <a:cubicBezTo>
                  <a:pt x="1446270" y="116581"/>
                  <a:pt x="1448539" y="117943"/>
                  <a:pt x="1451319" y="120666"/>
                </a:cubicBezTo>
                <a:cubicBezTo>
                  <a:pt x="1452681" y="121971"/>
                  <a:pt x="1455744" y="123048"/>
                  <a:pt x="1460509" y="123899"/>
                </a:cubicBezTo>
                <a:cubicBezTo>
                  <a:pt x="1464310" y="124580"/>
                  <a:pt x="1467516" y="124921"/>
                  <a:pt x="1470125" y="124921"/>
                </a:cubicBezTo>
                <a:cubicBezTo>
                  <a:pt x="1474891" y="124921"/>
                  <a:pt x="1479089" y="124354"/>
                  <a:pt x="1482719" y="123221"/>
                </a:cubicBezTo>
                <a:cubicBezTo>
                  <a:pt x="1487995" y="121578"/>
                  <a:pt x="1490633" y="118972"/>
                  <a:pt x="1490633" y="115403"/>
                </a:cubicBezTo>
                <a:cubicBezTo>
                  <a:pt x="1490633" y="107697"/>
                  <a:pt x="1485244" y="102484"/>
                  <a:pt x="1474465" y="99764"/>
                </a:cubicBezTo>
                <a:lnTo>
                  <a:pt x="1465615" y="97807"/>
                </a:lnTo>
                <a:cubicBezTo>
                  <a:pt x="1458070" y="96160"/>
                  <a:pt x="1452709" y="94229"/>
                  <a:pt x="1449532" y="92015"/>
                </a:cubicBezTo>
                <a:cubicBezTo>
                  <a:pt x="1444937" y="88836"/>
                  <a:pt x="1442639" y="84041"/>
                  <a:pt x="1442639" y="77629"/>
                </a:cubicBezTo>
                <a:cubicBezTo>
                  <a:pt x="1442639" y="65765"/>
                  <a:pt x="1448227" y="57307"/>
                  <a:pt x="1459403" y="52254"/>
                </a:cubicBezTo>
                <a:cubicBezTo>
                  <a:pt x="1462807" y="50722"/>
                  <a:pt x="1468253" y="48893"/>
                  <a:pt x="1475742" y="46765"/>
                </a:cubicBezTo>
                <a:cubicBezTo>
                  <a:pt x="1483230" y="44636"/>
                  <a:pt x="1488591" y="42833"/>
                  <a:pt x="1491825" y="41357"/>
                </a:cubicBezTo>
                <a:cubicBezTo>
                  <a:pt x="1494151" y="40335"/>
                  <a:pt x="1496675" y="39825"/>
                  <a:pt x="1499398" y="39825"/>
                </a:cubicBezTo>
                <a:cubicBezTo>
                  <a:pt x="1501838" y="39825"/>
                  <a:pt x="1503837" y="40619"/>
                  <a:pt x="1505397" y="42208"/>
                </a:cubicBezTo>
                <a:cubicBezTo>
                  <a:pt x="1506957" y="43796"/>
                  <a:pt x="1507738" y="45867"/>
                  <a:pt x="1507738" y="48419"/>
                </a:cubicBezTo>
                <a:cubicBezTo>
                  <a:pt x="1507738" y="50065"/>
                  <a:pt x="1508092" y="52476"/>
                  <a:pt x="1508801" y="55653"/>
                </a:cubicBezTo>
                <a:cubicBezTo>
                  <a:pt x="1509510" y="58830"/>
                  <a:pt x="1509865" y="61241"/>
                  <a:pt x="1509865" y="62886"/>
                </a:cubicBezTo>
                <a:cubicBezTo>
                  <a:pt x="1509865" y="65439"/>
                  <a:pt x="1509085" y="67509"/>
                  <a:pt x="1507525" y="69098"/>
                </a:cubicBezTo>
                <a:cubicBezTo>
                  <a:pt x="1505965" y="70686"/>
                  <a:pt x="1503965" y="71480"/>
                  <a:pt x="1501526" y="71480"/>
                </a:cubicBezTo>
                <a:close/>
                <a:moveTo>
                  <a:pt x="1647875" y="142621"/>
                </a:moveTo>
                <a:cubicBezTo>
                  <a:pt x="1646798" y="142621"/>
                  <a:pt x="1644840" y="141362"/>
                  <a:pt x="1642004" y="138844"/>
                </a:cubicBezTo>
                <a:cubicBezTo>
                  <a:pt x="1639451" y="136499"/>
                  <a:pt x="1637550" y="134411"/>
                  <a:pt x="1636302" y="132579"/>
                </a:cubicBezTo>
                <a:cubicBezTo>
                  <a:pt x="1630856" y="135558"/>
                  <a:pt x="1626063" y="137806"/>
                  <a:pt x="1621921" y="139323"/>
                </a:cubicBezTo>
                <a:cubicBezTo>
                  <a:pt x="1617780" y="140841"/>
                  <a:pt x="1614319" y="141599"/>
                  <a:pt x="1611540" y="141599"/>
                </a:cubicBezTo>
                <a:cubicBezTo>
                  <a:pt x="1598265" y="141599"/>
                  <a:pt x="1588592" y="137855"/>
                  <a:pt x="1582522" y="130367"/>
                </a:cubicBezTo>
                <a:cubicBezTo>
                  <a:pt x="1576792" y="123332"/>
                  <a:pt x="1573927" y="112553"/>
                  <a:pt x="1573927" y="98030"/>
                </a:cubicBezTo>
                <a:cubicBezTo>
                  <a:pt x="1573927" y="84302"/>
                  <a:pt x="1578650" y="72558"/>
                  <a:pt x="1588096" y="62801"/>
                </a:cubicBezTo>
                <a:cubicBezTo>
                  <a:pt x="1597541" y="53043"/>
                  <a:pt x="1608816" y="48164"/>
                  <a:pt x="1621921" y="48164"/>
                </a:cubicBezTo>
                <a:cubicBezTo>
                  <a:pt x="1626857" y="48164"/>
                  <a:pt x="1632388" y="49441"/>
                  <a:pt x="1638515" y="51994"/>
                </a:cubicBezTo>
                <a:cubicBezTo>
                  <a:pt x="1646230" y="55170"/>
                  <a:pt x="1650088" y="59000"/>
                  <a:pt x="1650088" y="63481"/>
                </a:cubicBezTo>
                <a:cubicBezTo>
                  <a:pt x="1650088" y="65013"/>
                  <a:pt x="1649521" y="66375"/>
                  <a:pt x="1648386" y="67566"/>
                </a:cubicBezTo>
                <a:cubicBezTo>
                  <a:pt x="1647819" y="69722"/>
                  <a:pt x="1647379" y="73267"/>
                  <a:pt x="1647067" y="78203"/>
                </a:cubicBezTo>
                <a:cubicBezTo>
                  <a:pt x="1646755" y="83139"/>
                  <a:pt x="1646571" y="89464"/>
                  <a:pt x="1646514" y="97179"/>
                </a:cubicBezTo>
                <a:cubicBezTo>
                  <a:pt x="1646457" y="104214"/>
                  <a:pt x="1646939" y="109774"/>
                  <a:pt x="1647961" y="113858"/>
                </a:cubicBezTo>
                <a:cubicBezTo>
                  <a:pt x="1648528" y="116354"/>
                  <a:pt x="1650315" y="121347"/>
                  <a:pt x="1653322" y="128835"/>
                </a:cubicBezTo>
                <a:cubicBezTo>
                  <a:pt x="1653719" y="129856"/>
                  <a:pt x="1654371" y="131360"/>
                  <a:pt x="1655279" y="133345"/>
                </a:cubicBezTo>
                <a:lnTo>
                  <a:pt x="1655789" y="134792"/>
                </a:lnTo>
                <a:cubicBezTo>
                  <a:pt x="1655789" y="137061"/>
                  <a:pt x="1654995" y="138933"/>
                  <a:pt x="1653407" y="140408"/>
                </a:cubicBezTo>
                <a:cubicBezTo>
                  <a:pt x="1651818" y="141883"/>
                  <a:pt x="1649974" y="142621"/>
                  <a:pt x="1647875" y="142621"/>
                </a:cubicBezTo>
                <a:moveTo>
                  <a:pt x="1630176" y="83511"/>
                </a:moveTo>
                <a:cubicBezTo>
                  <a:pt x="1630176" y="81077"/>
                  <a:pt x="1630332" y="78432"/>
                  <a:pt x="1630644" y="75576"/>
                </a:cubicBezTo>
                <a:cubicBezTo>
                  <a:pt x="1630956" y="72718"/>
                  <a:pt x="1631424" y="69677"/>
                  <a:pt x="1632048" y="66452"/>
                </a:cubicBezTo>
                <a:cubicBezTo>
                  <a:pt x="1629949" y="65376"/>
                  <a:pt x="1628147" y="64583"/>
                  <a:pt x="1626644" y="64074"/>
                </a:cubicBezTo>
                <a:cubicBezTo>
                  <a:pt x="1625141" y="63566"/>
                  <a:pt x="1623935" y="63311"/>
                  <a:pt x="1623027" y="63311"/>
                </a:cubicBezTo>
                <a:cubicBezTo>
                  <a:pt x="1614234" y="63311"/>
                  <a:pt x="1606647" y="66890"/>
                  <a:pt x="1600264" y="74047"/>
                </a:cubicBezTo>
                <a:cubicBezTo>
                  <a:pt x="1593882" y="81204"/>
                  <a:pt x="1590691" y="89450"/>
                  <a:pt x="1590691" y="98786"/>
                </a:cubicBezTo>
                <a:cubicBezTo>
                  <a:pt x="1590691" y="108065"/>
                  <a:pt x="1592336" y="115024"/>
                  <a:pt x="1595627" y="119663"/>
                </a:cubicBezTo>
                <a:cubicBezTo>
                  <a:pt x="1598917" y="124303"/>
                  <a:pt x="1603853" y="126623"/>
                  <a:pt x="1610433" y="126623"/>
                </a:cubicBezTo>
                <a:cubicBezTo>
                  <a:pt x="1615879" y="126623"/>
                  <a:pt x="1620503" y="125632"/>
                  <a:pt x="1624304" y="123652"/>
                </a:cubicBezTo>
                <a:cubicBezTo>
                  <a:pt x="1626346" y="122578"/>
                  <a:pt x="1629211" y="120428"/>
                  <a:pt x="1632899" y="117203"/>
                </a:cubicBezTo>
                <a:cubicBezTo>
                  <a:pt x="1631083" y="102209"/>
                  <a:pt x="1630176" y="90978"/>
                  <a:pt x="1630176" y="83511"/>
                </a:cubicBezTo>
                <a:close/>
                <a:moveTo>
                  <a:pt x="1736088" y="143131"/>
                </a:moveTo>
                <a:cubicBezTo>
                  <a:pt x="1731209" y="143131"/>
                  <a:pt x="1728458" y="140459"/>
                  <a:pt x="1727834" y="135116"/>
                </a:cubicBezTo>
                <a:lnTo>
                  <a:pt x="1725451" y="116440"/>
                </a:lnTo>
                <a:cubicBezTo>
                  <a:pt x="1724657" y="109789"/>
                  <a:pt x="1724260" y="103563"/>
                  <a:pt x="1724260" y="97764"/>
                </a:cubicBezTo>
                <a:cubicBezTo>
                  <a:pt x="1724260" y="96172"/>
                  <a:pt x="1724359" y="93472"/>
                  <a:pt x="1724557" y="89664"/>
                </a:cubicBezTo>
                <a:cubicBezTo>
                  <a:pt x="1724756" y="85855"/>
                  <a:pt x="1724855" y="83154"/>
                  <a:pt x="1724855" y="81562"/>
                </a:cubicBezTo>
                <a:cubicBezTo>
                  <a:pt x="1724855" y="69281"/>
                  <a:pt x="1722586" y="63141"/>
                  <a:pt x="1718048" y="63141"/>
                </a:cubicBezTo>
                <a:cubicBezTo>
                  <a:pt x="1711694" y="63141"/>
                  <a:pt x="1705624" y="66918"/>
                  <a:pt x="1699837" y="74472"/>
                </a:cubicBezTo>
                <a:cubicBezTo>
                  <a:pt x="1694618" y="81344"/>
                  <a:pt x="1690533" y="90032"/>
                  <a:pt x="1687583" y="100538"/>
                </a:cubicBezTo>
                <a:cubicBezTo>
                  <a:pt x="1687470" y="102754"/>
                  <a:pt x="1687214" y="105537"/>
                  <a:pt x="1686817" y="108888"/>
                </a:cubicBezTo>
                <a:cubicBezTo>
                  <a:pt x="1686477" y="111728"/>
                  <a:pt x="1686307" y="114482"/>
                  <a:pt x="1686307" y="117150"/>
                </a:cubicBezTo>
                <a:cubicBezTo>
                  <a:pt x="1686307" y="118854"/>
                  <a:pt x="1686477" y="121410"/>
                  <a:pt x="1686817" y="124817"/>
                </a:cubicBezTo>
                <a:cubicBezTo>
                  <a:pt x="1687158" y="128224"/>
                  <a:pt x="1687328" y="130780"/>
                  <a:pt x="1687328" y="132483"/>
                </a:cubicBezTo>
                <a:cubicBezTo>
                  <a:pt x="1687328" y="135040"/>
                  <a:pt x="1686548" y="137113"/>
                  <a:pt x="1684988" y="138703"/>
                </a:cubicBezTo>
                <a:cubicBezTo>
                  <a:pt x="1683428" y="140294"/>
                  <a:pt x="1681428" y="141089"/>
                  <a:pt x="1678989" y="141089"/>
                </a:cubicBezTo>
                <a:cubicBezTo>
                  <a:pt x="1676492" y="141089"/>
                  <a:pt x="1674478" y="140293"/>
                  <a:pt x="1672947" y="138701"/>
                </a:cubicBezTo>
                <a:cubicBezTo>
                  <a:pt x="1671415" y="137111"/>
                  <a:pt x="1670649" y="135036"/>
                  <a:pt x="1670649" y="132478"/>
                </a:cubicBezTo>
                <a:cubicBezTo>
                  <a:pt x="1670649" y="130774"/>
                  <a:pt x="1670465" y="128218"/>
                  <a:pt x="1670096" y="124809"/>
                </a:cubicBezTo>
                <a:cubicBezTo>
                  <a:pt x="1669727" y="121398"/>
                  <a:pt x="1669543" y="118840"/>
                  <a:pt x="1669543" y="117134"/>
                </a:cubicBezTo>
                <a:cubicBezTo>
                  <a:pt x="1669543" y="111280"/>
                  <a:pt x="1669954" y="103168"/>
                  <a:pt x="1670777" y="92797"/>
                </a:cubicBezTo>
                <a:cubicBezTo>
                  <a:pt x="1671599" y="82426"/>
                  <a:pt x="1672011" y="74313"/>
                  <a:pt x="1672011" y="68460"/>
                </a:cubicBezTo>
                <a:cubicBezTo>
                  <a:pt x="1672011" y="66641"/>
                  <a:pt x="1671911" y="63941"/>
                  <a:pt x="1671713" y="60362"/>
                </a:cubicBezTo>
                <a:cubicBezTo>
                  <a:pt x="1671514" y="56781"/>
                  <a:pt x="1671415" y="54082"/>
                  <a:pt x="1671415" y="52265"/>
                </a:cubicBezTo>
                <a:cubicBezTo>
                  <a:pt x="1671415" y="49820"/>
                  <a:pt x="1672223" y="47817"/>
                  <a:pt x="1673840" y="46255"/>
                </a:cubicBezTo>
                <a:cubicBezTo>
                  <a:pt x="1675457" y="44691"/>
                  <a:pt x="1677457" y="43909"/>
                  <a:pt x="1679840" y="43909"/>
                </a:cubicBezTo>
                <a:cubicBezTo>
                  <a:pt x="1685059" y="43909"/>
                  <a:pt x="1687924" y="47612"/>
                  <a:pt x="1688434" y="55017"/>
                </a:cubicBezTo>
                <a:lnTo>
                  <a:pt x="1688689" y="65013"/>
                </a:lnTo>
                <a:cubicBezTo>
                  <a:pt x="1698220" y="52306"/>
                  <a:pt x="1708006" y="45952"/>
                  <a:pt x="1718048" y="45952"/>
                </a:cubicBezTo>
                <a:cubicBezTo>
                  <a:pt x="1727124" y="45952"/>
                  <a:pt x="1733450" y="49958"/>
                  <a:pt x="1737024" y="57971"/>
                </a:cubicBezTo>
                <a:cubicBezTo>
                  <a:pt x="1739463" y="63313"/>
                  <a:pt x="1740796" y="71213"/>
                  <a:pt x="1741023" y="81671"/>
                </a:cubicBezTo>
                <a:lnTo>
                  <a:pt x="1741023" y="90279"/>
                </a:lnTo>
                <a:lnTo>
                  <a:pt x="1740938" y="98206"/>
                </a:lnTo>
                <a:cubicBezTo>
                  <a:pt x="1740938" y="102923"/>
                  <a:pt x="1741548" y="109019"/>
                  <a:pt x="1742768" y="116493"/>
                </a:cubicBezTo>
                <a:cubicBezTo>
                  <a:pt x="1743988" y="123966"/>
                  <a:pt x="1744597" y="130032"/>
                  <a:pt x="1744597" y="134691"/>
                </a:cubicBezTo>
                <a:cubicBezTo>
                  <a:pt x="1744597" y="137192"/>
                  <a:pt x="1743789" y="139224"/>
                  <a:pt x="1742172" y="140786"/>
                </a:cubicBezTo>
                <a:cubicBezTo>
                  <a:pt x="1740555" y="142349"/>
                  <a:pt x="1738527" y="143131"/>
                  <a:pt x="1736088" y="143131"/>
                </a:cubicBezTo>
                <a:close/>
                <a:moveTo>
                  <a:pt x="1840687" y="61827"/>
                </a:moveTo>
                <a:cubicBezTo>
                  <a:pt x="1840007" y="70161"/>
                  <a:pt x="1839666" y="78496"/>
                  <a:pt x="1839666" y="86830"/>
                </a:cubicBezTo>
                <a:cubicBezTo>
                  <a:pt x="1839666" y="105710"/>
                  <a:pt x="1840546" y="119969"/>
                  <a:pt x="1842304" y="129606"/>
                </a:cubicBezTo>
                <a:cubicBezTo>
                  <a:pt x="1842418" y="130400"/>
                  <a:pt x="1842474" y="131053"/>
                  <a:pt x="1842474" y="131563"/>
                </a:cubicBezTo>
                <a:cubicBezTo>
                  <a:pt x="1842474" y="133831"/>
                  <a:pt x="1841680" y="135701"/>
                  <a:pt x="1840092" y="137174"/>
                </a:cubicBezTo>
                <a:cubicBezTo>
                  <a:pt x="1838503" y="138649"/>
                  <a:pt x="1836660" y="139387"/>
                  <a:pt x="1834561" y="139387"/>
                </a:cubicBezTo>
                <a:cubicBezTo>
                  <a:pt x="1831043" y="139387"/>
                  <a:pt x="1828462" y="136834"/>
                  <a:pt x="1826817" y="131728"/>
                </a:cubicBezTo>
                <a:cubicBezTo>
                  <a:pt x="1822732" y="134735"/>
                  <a:pt x="1818492" y="137018"/>
                  <a:pt x="1814095" y="138578"/>
                </a:cubicBezTo>
                <a:cubicBezTo>
                  <a:pt x="1809698" y="140139"/>
                  <a:pt x="1805117" y="140919"/>
                  <a:pt x="1800352" y="140919"/>
                </a:cubicBezTo>
                <a:cubicBezTo>
                  <a:pt x="1788609" y="140919"/>
                  <a:pt x="1778880" y="137001"/>
                  <a:pt x="1771164" y="129165"/>
                </a:cubicBezTo>
                <a:cubicBezTo>
                  <a:pt x="1763222" y="121159"/>
                  <a:pt x="1759251" y="110881"/>
                  <a:pt x="1759251" y="98331"/>
                </a:cubicBezTo>
                <a:cubicBezTo>
                  <a:pt x="1759251" y="83170"/>
                  <a:pt x="1763264" y="71019"/>
                  <a:pt x="1771292" y="61878"/>
                </a:cubicBezTo>
                <a:cubicBezTo>
                  <a:pt x="1779319" y="52735"/>
                  <a:pt x="1789743" y="48164"/>
                  <a:pt x="1802565" y="48164"/>
                </a:cubicBezTo>
                <a:cubicBezTo>
                  <a:pt x="1809145" y="48164"/>
                  <a:pt x="1814223" y="49185"/>
                  <a:pt x="1817797" y="51228"/>
                </a:cubicBezTo>
                <a:lnTo>
                  <a:pt x="1825796" y="57099"/>
                </a:lnTo>
                <a:cubicBezTo>
                  <a:pt x="1826590" y="33248"/>
                  <a:pt x="1827526" y="17188"/>
                  <a:pt x="1828604" y="8922"/>
                </a:cubicBezTo>
                <a:cubicBezTo>
                  <a:pt x="1829341" y="3882"/>
                  <a:pt x="1831923" y="1362"/>
                  <a:pt x="1836348" y="1362"/>
                </a:cubicBezTo>
                <a:cubicBezTo>
                  <a:pt x="1841510" y="1362"/>
                  <a:pt x="1844091" y="4111"/>
                  <a:pt x="1844091" y="9610"/>
                </a:cubicBezTo>
                <a:cubicBezTo>
                  <a:pt x="1844091" y="17491"/>
                  <a:pt x="1842957" y="34896"/>
                  <a:pt x="1840687" y="61827"/>
                </a:cubicBezTo>
                <a:moveTo>
                  <a:pt x="1802905" y="63992"/>
                </a:moveTo>
                <a:cubicBezTo>
                  <a:pt x="1793374" y="63992"/>
                  <a:pt x="1786226" y="66814"/>
                  <a:pt x="1781461" y="72459"/>
                </a:cubicBezTo>
                <a:cubicBezTo>
                  <a:pt x="1776695" y="78104"/>
                  <a:pt x="1774313" y="86599"/>
                  <a:pt x="1774313" y="97945"/>
                </a:cubicBezTo>
                <a:cubicBezTo>
                  <a:pt x="1774313" y="105263"/>
                  <a:pt x="1776908" y="111561"/>
                  <a:pt x="1782099" y="116837"/>
                </a:cubicBezTo>
                <a:cubicBezTo>
                  <a:pt x="1787290" y="122112"/>
                  <a:pt x="1793374" y="124750"/>
                  <a:pt x="1800352" y="124750"/>
                </a:cubicBezTo>
                <a:cubicBezTo>
                  <a:pt x="1805117" y="124750"/>
                  <a:pt x="1809145" y="123871"/>
                  <a:pt x="1812436" y="122112"/>
                </a:cubicBezTo>
                <a:cubicBezTo>
                  <a:pt x="1814364" y="121091"/>
                  <a:pt x="1817513" y="118737"/>
                  <a:pt x="1821881" y="115049"/>
                </a:cubicBezTo>
                <a:cubicBezTo>
                  <a:pt x="1822732" y="114312"/>
                  <a:pt x="1823555" y="113433"/>
                  <a:pt x="1824349" y="112412"/>
                </a:cubicBezTo>
                <a:lnTo>
                  <a:pt x="1824094" y="97690"/>
                </a:lnTo>
                <a:lnTo>
                  <a:pt x="1824179" y="87819"/>
                </a:lnTo>
                <a:lnTo>
                  <a:pt x="1824349" y="77778"/>
                </a:lnTo>
                <a:cubicBezTo>
                  <a:pt x="1822193" y="73182"/>
                  <a:pt x="1819328" y="69736"/>
                  <a:pt x="1815754" y="67438"/>
                </a:cubicBezTo>
                <a:cubicBezTo>
                  <a:pt x="1812180" y="65141"/>
                  <a:pt x="1807897" y="63992"/>
                  <a:pt x="1802905" y="63992"/>
                </a:cubicBezTo>
                <a:close/>
                <a:moveTo>
                  <a:pt x="1933324" y="29273"/>
                </a:moveTo>
                <a:cubicBezTo>
                  <a:pt x="1930601" y="29273"/>
                  <a:pt x="1928247" y="28309"/>
                  <a:pt x="1926261" y="26380"/>
                </a:cubicBezTo>
                <a:cubicBezTo>
                  <a:pt x="1924276" y="24451"/>
                  <a:pt x="1923283" y="22125"/>
                  <a:pt x="1923283" y="19402"/>
                </a:cubicBezTo>
                <a:cubicBezTo>
                  <a:pt x="1923283" y="16679"/>
                  <a:pt x="1924276" y="14353"/>
                  <a:pt x="1926261" y="12424"/>
                </a:cubicBezTo>
                <a:cubicBezTo>
                  <a:pt x="1928247" y="10495"/>
                  <a:pt x="1930601" y="9531"/>
                  <a:pt x="1933324" y="9531"/>
                </a:cubicBezTo>
                <a:cubicBezTo>
                  <a:pt x="1936047" y="9531"/>
                  <a:pt x="1938388" y="10495"/>
                  <a:pt x="1940345" y="12424"/>
                </a:cubicBezTo>
                <a:cubicBezTo>
                  <a:pt x="1942302" y="14353"/>
                  <a:pt x="1943281" y="16679"/>
                  <a:pt x="1943281" y="19402"/>
                </a:cubicBezTo>
                <a:cubicBezTo>
                  <a:pt x="1943281" y="22125"/>
                  <a:pt x="1942302" y="24451"/>
                  <a:pt x="1940345" y="26380"/>
                </a:cubicBezTo>
                <a:cubicBezTo>
                  <a:pt x="1938388" y="28309"/>
                  <a:pt x="1936047" y="29273"/>
                  <a:pt x="1933324" y="29273"/>
                </a:cubicBezTo>
                <a:moveTo>
                  <a:pt x="1937154" y="98419"/>
                </a:moveTo>
                <a:cubicBezTo>
                  <a:pt x="1937154" y="101826"/>
                  <a:pt x="1937253" y="106923"/>
                  <a:pt x="1937451" y="113709"/>
                </a:cubicBezTo>
                <a:cubicBezTo>
                  <a:pt x="1937650" y="120494"/>
                  <a:pt x="1937749" y="125590"/>
                  <a:pt x="1937749" y="128997"/>
                </a:cubicBezTo>
                <a:cubicBezTo>
                  <a:pt x="1937749" y="131495"/>
                  <a:pt x="1936983" y="133539"/>
                  <a:pt x="1935452" y="135129"/>
                </a:cubicBezTo>
                <a:cubicBezTo>
                  <a:pt x="1933920" y="136720"/>
                  <a:pt x="1931906" y="137515"/>
                  <a:pt x="1929410" y="137515"/>
                </a:cubicBezTo>
                <a:cubicBezTo>
                  <a:pt x="1926970" y="137515"/>
                  <a:pt x="1924971" y="136720"/>
                  <a:pt x="1923411" y="135129"/>
                </a:cubicBezTo>
                <a:cubicBezTo>
                  <a:pt x="1921851" y="133539"/>
                  <a:pt x="1921071" y="131495"/>
                  <a:pt x="1921071" y="128997"/>
                </a:cubicBezTo>
                <a:cubicBezTo>
                  <a:pt x="1921071" y="125590"/>
                  <a:pt x="1920971" y="120494"/>
                  <a:pt x="1920773" y="113709"/>
                </a:cubicBezTo>
                <a:cubicBezTo>
                  <a:pt x="1920574" y="106923"/>
                  <a:pt x="1920475" y="101826"/>
                  <a:pt x="1920475" y="98419"/>
                </a:cubicBezTo>
                <a:cubicBezTo>
                  <a:pt x="1920475" y="93081"/>
                  <a:pt x="1920758" y="86423"/>
                  <a:pt x="1921326" y="78445"/>
                </a:cubicBezTo>
                <a:cubicBezTo>
                  <a:pt x="1921893" y="70466"/>
                  <a:pt x="1922177" y="63807"/>
                  <a:pt x="1922177" y="58469"/>
                </a:cubicBezTo>
                <a:cubicBezTo>
                  <a:pt x="1922177" y="55914"/>
                  <a:pt x="1922957" y="53842"/>
                  <a:pt x="1924517" y="52251"/>
                </a:cubicBezTo>
                <a:cubicBezTo>
                  <a:pt x="1926077" y="50661"/>
                  <a:pt x="1928077" y="49866"/>
                  <a:pt x="1930516" y="49866"/>
                </a:cubicBezTo>
                <a:cubicBezTo>
                  <a:pt x="1932956" y="49866"/>
                  <a:pt x="1934955" y="50661"/>
                  <a:pt x="1936515" y="52251"/>
                </a:cubicBezTo>
                <a:cubicBezTo>
                  <a:pt x="1938075" y="53842"/>
                  <a:pt x="1938856" y="55914"/>
                  <a:pt x="1938856" y="58469"/>
                </a:cubicBezTo>
                <a:cubicBezTo>
                  <a:pt x="1938856" y="63807"/>
                  <a:pt x="1938572" y="70466"/>
                  <a:pt x="1938005" y="78445"/>
                </a:cubicBezTo>
                <a:cubicBezTo>
                  <a:pt x="1937437" y="86423"/>
                  <a:pt x="1937154" y="93081"/>
                  <a:pt x="1937154" y="98419"/>
                </a:cubicBezTo>
                <a:close/>
                <a:moveTo>
                  <a:pt x="2030266" y="143131"/>
                </a:moveTo>
                <a:cubicBezTo>
                  <a:pt x="2025387" y="143131"/>
                  <a:pt x="2022636" y="140459"/>
                  <a:pt x="2022012" y="135116"/>
                </a:cubicBezTo>
                <a:lnTo>
                  <a:pt x="2019629" y="116440"/>
                </a:lnTo>
                <a:cubicBezTo>
                  <a:pt x="2018835" y="109789"/>
                  <a:pt x="2018438" y="103563"/>
                  <a:pt x="2018438" y="97764"/>
                </a:cubicBezTo>
                <a:cubicBezTo>
                  <a:pt x="2018438" y="96172"/>
                  <a:pt x="2018537" y="93472"/>
                  <a:pt x="2018736" y="89664"/>
                </a:cubicBezTo>
                <a:cubicBezTo>
                  <a:pt x="2018934" y="85855"/>
                  <a:pt x="2019033" y="83154"/>
                  <a:pt x="2019033" y="81562"/>
                </a:cubicBezTo>
                <a:cubicBezTo>
                  <a:pt x="2019033" y="69281"/>
                  <a:pt x="2016764" y="63141"/>
                  <a:pt x="2012226" y="63141"/>
                </a:cubicBezTo>
                <a:cubicBezTo>
                  <a:pt x="2005872" y="63141"/>
                  <a:pt x="1999802" y="66918"/>
                  <a:pt x="1994015" y="74472"/>
                </a:cubicBezTo>
                <a:cubicBezTo>
                  <a:pt x="1988796" y="81344"/>
                  <a:pt x="1984711" y="90032"/>
                  <a:pt x="1981761" y="100538"/>
                </a:cubicBezTo>
                <a:cubicBezTo>
                  <a:pt x="1981648" y="102754"/>
                  <a:pt x="1981393" y="105537"/>
                  <a:pt x="1980996" y="108888"/>
                </a:cubicBezTo>
                <a:cubicBezTo>
                  <a:pt x="1980655" y="111728"/>
                  <a:pt x="1980485" y="114482"/>
                  <a:pt x="1980485" y="117150"/>
                </a:cubicBezTo>
                <a:cubicBezTo>
                  <a:pt x="1980485" y="118854"/>
                  <a:pt x="1980655" y="121410"/>
                  <a:pt x="1980996" y="124817"/>
                </a:cubicBezTo>
                <a:cubicBezTo>
                  <a:pt x="1981336" y="128224"/>
                  <a:pt x="1981506" y="130780"/>
                  <a:pt x="1981506" y="132483"/>
                </a:cubicBezTo>
                <a:cubicBezTo>
                  <a:pt x="1981506" y="135040"/>
                  <a:pt x="1980726" y="137113"/>
                  <a:pt x="1979166" y="138703"/>
                </a:cubicBezTo>
                <a:cubicBezTo>
                  <a:pt x="1977606" y="140294"/>
                  <a:pt x="1975606" y="141089"/>
                  <a:pt x="1973167" y="141089"/>
                </a:cubicBezTo>
                <a:cubicBezTo>
                  <a:pt x="1970671" y="141089"/>
                  <a:pt x="1968657" y="140293"/>
                  <a:pt x="1967125" y="138701"/>
                </a:cubicBezTo>
                <a:cubicBezTo>
                  <a:pt x="1965593" y="137111"/>
                  <a:pt x="1964827" y="135036"/>
                  <a:pt x="1964827" y="132478"/>
                </a:cubicBezTo>
                <a:cubicBezTo>
                  <a:pt x="1964827" y="130774"/>
                  <a:pt x="1964643" y="128218"/>
                  <a:pt x="1964274" y="124809"/>
                </a:cubicBezTo>
                <a:cubicBezTo>
                  <a:pt x="1963906" y="121398"/>
                  <a:pt x="1963721" y="118840"/>
                  <a:pt x="1963721" y="117134"/>
                </a:cubicBezTo>
                <a:cubicBezTo>
                  <a:pt x="1963721" y="111280"/>
                  <a:pt x="1964132" y="103168"/>
                  <a:pt x="1964955" y="92797"/>
                </a:cubicBezTo>
                <a:cubicBezTo>
                  <a:pt x="1965778" y="82426"/>
                  <a:pt x="1966189" y="74313"/>
                  <a:pt x="1966189" y="68460"/>
                </a:cubicBezTo>
                <a:cubicBezTo>
                  <a:pt x="1966189" y="66641"/>
                  <a:pt x="1966090" y="63941"/>
                  <a:pt x="1965891" y="60362"/>
                </a:cubicBezTo>
                <a:cubicBezTo>
                  <a:pt x="1965693" y="56781"/>
                  <a:pt x="1965593" y="54082"/>
                  <a:pt x="1965593" y="52265"/>
                </a:cubicBezTo>
                <a:cubicBezTo>
                  <a:pt x="1965593" y="49820"/>
                  <a:pt x="1966402" y="47817"/>
                  <a:pt x="1968018" y="46255"/>
                </a:cubicBezTo>
                <a:cubicBezTo>
                  <a:pt x="1969635" y="44691"/>
                  <a:pt x="1971635" y="43909"/>
                  <a:pt x="1974018" y="43909"/>
                </a:cubicBezTo>
                <a:cubicBezTo>
                  <a:pt x="1979237" y="43909"/>
                  <a:pt x="1982102" y="47612"/>
                  <a:pt x="1982612" y="55017"/>
                </a:cubicBezTo>
                <a:lnTo>
                  <a:pt x="1982868" y="65013"/>
                </a:lnTo>
                <a:cubicBezTo>
                  <a:pt x="1992398" y="52306"/>
                  <a:pt x="2002184" y="45952"/>
                  <a:pt x="2012226" y="45952"/>
                </a:cubicBezTo>
                <a:cubicBezTo>
                  <a:pt x="2021303" y="45952"/>
                  <a:pt x="2027628" y="49958"/>
                  <a:pt x="2031202" y="57971"/>
                </a:cubicBezTo>
                <a:cubicBezTo>
                  <a:pt x="2033641" y="63313"/>
                  <a:pt x="2034975" y="71213"/>
                  <a:pt x="2035202" y="81671"/>
                </a:cubicBezTo>
                <a:lnTo>
                  <a:pt x="2035202" y="90279"/>
                </a:lnTo>
                <a:lnTo>
                  <a:pt x="2035116" y="98206"/>
                </a:lnTo>
                <a:cubicBezTo>
                  <a:pt x="2035116" y="102923"/>
                  <a:pt x="2035726" y="109019"/>
                  <a:pt x="2036946" y="116493"/>
                </a:cubicBezTo>
                <a:cubicBezTo>
                  <a:pt x="2038166" y="123966"/>
                  <a:pt x="2038776" y="130032"/>
                  <a:pt x="2038776" y="134691"/>
                </a:cubicBezTo>
                <a:cubicBezTo>
                  <a:pt x="2038776" y="137192"/>
                  <a:pt x="2037967" y="139224"/>
                  <a:pt x="2036350" y="140786"/>
                </a:cubicBezTo>
                <a:cubicBezTo>
                  <a:pt x="2034734" y="142349"/>
                  <a:pt x="2032705" y="143131"/>
                  <a:pt x="2030266" y="143131"/>
                </a:cubicBezTo>
                <a:close/>
                <a:moveTo>
                  <a:pt x="2113677" y="17360"/>
                </a:moveTo>
                <a:cubicBezTo>
                  <a:pt x="2099948" y="17360"/>
                  <a:pt x="2092261" y="26842"/>
                  <a:pt x="2090616" y="45808"/>
                </a:cubicBezTo>
                <a:lnTo>
                  <a:pt x="2090361" y="51057"/>
                </a:lnTo>
                <a:cubicBezTo>
                  <a:pt x="2100005" y="50377"/>
                  <a:pt x="2106245" y="50036"/>
                  <a:pt x="2109082" y="50036"/>
                </a:cubicBezTo>
                <a:cubicBezTo>
                  <a:pt x="2118102" y="50036"/>
                  <a:pt x="2122612" y="52886"/>
                  <a:pt x="2122612" y="58586"/>
                </a:cubicBezTo>
                <a:cubicBezTo>
                  <a:pt x="2122612" y="62748"/>
                  <a:pt x="2120399" y="65229"/>
                  <a:pt x="2115974" y="66026"/>
                </a:cubicBezTo>
                <a:cubicBezTo>
                  <a:pt x="2114046" y="66368"/>
                  <a:pt x="2111791" y="66497"/>
                  <a:pt x="2109209" y="66412"/>
                </a:cubicBezTo>
                <a:cubicBezTo>
                  <a:pt x="2106628" y="66327"/>
                  <a:pt x="2100090" y="66712"/>
                  <a:pt x="2089595" y="67566"/>
                </a:cubicBezTo>
                <a:lnTo>
                  <a:pt x="2088914" y="86986"/>
                </a:lnTo>
                <a:cubicBezTo>
                  <a:pt x="2088914" y="90509"/>
                  <a:pt x="2089027" y="95791"/>
                  <a:pt x="2089254" y="102833"/>
                </a:cubicBezTo>
                <a:cubicBezTo>
                  <a:pt x="2089481" y="109875"/>
                  <a:pt x="2089595" y="115127"/>
                  <a:pt x="2089595" y="118592"/>
                </a:cubicBezTo>
                <a:cubicBezTo>
                  <a:pt x="2089595" y="129381"/>
                  <a:pt x="2088971" y="137785"/>
                  <a:pt x="2087723" y="143804"/>
                </a:cubicBezTo>
                <a:cubicBezTo>
                  <a:pt x="2086758" y="148348"/>
                  <a:pt x="2084120" y="150620"/>
                  <a:pt x="2079809" y="150620"/>
                </a:cubicBezTo>
                <a:cubicBezTo>
                  <a:pt x="2077483" y="150620"/>
                  <a:pt x="2075497" y="149867"/>
                  <a:pt x="2073852" y="148362"/>
                </a:cubicBezTo>
                <a:cubicBezTo>
                  <a:pt x="2072207" y="146857"/>
                  <a:pt x="2071384" y="144969"/>
                  <a:pt x="2071384" y="142698"/>
                </a:cubicBezTo>
                <a:cubicBezTo>
                  <a:pt x="2071384" y="142244"/>
                  <a:pt x="2071441" y="141676"/>
                  <a:pt x="2071554" y="140993"/>
                </a:cubicBezTo>
                <a:cubicBezTo>
                  <a:pt x="2072746" y="133611"/>
                  <a:pt x="2073341" y="125576"/>
                  <a:pt x="2073341" y="116887"/>
                </a:cubicBezTo>
                <a:lnTo>
                  <a:pt x="2073086" y="93632"/>
                </a:lnTo>
                <a:lnTo>
                  <a:pt x="2073086" y="68928"/>
                </a:lnTo>
                <a:cubicBezTo>
                  <a:pt x="2065995" y="69495"/>
                  <a:pt x="2061513" y="69779"/>
                  <a:pt x="2059641" y="69779"/>
                </a:cubicBezTo>
                <a:cubicBezTo>
                  <a:pt x="2053911" y="69779"/>
                  <a:pt x="2051046" y="67027"/>
                  <a:pt x="2051046" y="61524"/>
                </a:cubicBezTo>
                <a:cubicBezTo>
                  <a:pt x="2051046" y="55908"/>
                  <a:pt x="2056010" y="52958"/>
                  <a:pt x="2065938" y="52674"/>
                </a:cubicBezTo>
                <a:lnTo>
                  <a:pt x="2074107" y="52419"/>
                </a:lnTo>
                <a:cubicBezTo>
                  <a:pt x="2074277" y="49242"/>
                  <a:pt x="2074703" y="44931"/>
                  <a:pt x="2075384" y="39484"/>
                </a:cubicBezTo>
                <a:cubicBezTo>
                  <a:pt x="2076859" y="26890"/>
                  <a:pt x="2080036" y="17615"/>
                  <a:pt x="2084914" y="11658"/>
                </a:cubicBezTo>
                <a:cubicBezTo>
                  <a:pt x="2090814" y="4453"/>
                  <a:pt x="2100033" y="851"/>
                  <a:pt x="2112571" y="851"/>
                </a:cubicBezTo>
                <a:cubicBezTo>
                  <a:pt x="2120683" y="851"/>
                  <a:pt x="2124739" y="3617"/>
                  <a:pt x="2124739" y="9148"/>
                </a:cubicBezTo>
                <a:cubicBezTo>
                  <a:pt x="2124739" y="14622"/>
                  <a:pt x="2121052" y="17360"/>
                  <a:pt x="2113677" y="17360"/>
                </a:cubicBezTo>
                <a:close/>
                <a:moveTo>
                  <a:pt x="2167511" y="70119"/>
                </a:moveTo>
                <a:lnTo>
                  <a:pt x="2166234" y="112462"/>
                </a:lnTo>
                <a:cubicBezTo>
                  <a:pt x="2166234" y="116949"/>
                  <a:pt x="2166007" y="123538"/>
                  <a:pt x="2165553" y="132228"/>
                </a:cubicBezTo>
                <a:cubicBezTo>
                  <a:pt x="2164986" y="137908"/>
                  <a:pt x="2162206" y="140748"/>
                  <a:pt x="2157214" y="140748"/>
                </a:cubicBezTo>
                <a:cubicBezTo>
                  <a:pt x="2151654" y="140748"/>
                  <a:pt x="2148875" y="137852"/>
                  <a:pt x="2148875" y="132058"/>
                </a:cubicBezTo>
                <a:cubicBezTo>
                  <a:pt x="2148875" y="125185"/>
                  <a:pt x="2149187" y="114862"/>
                  <a:pt x="2149811" y="101088"/>
                </a:cubicBezTo>
                <a:cubicBezTo>
                  <a:pt x="2150435" y="87315"/>
                  <a:pt x="2150747" y="76992"/>
                  <a:pt x="2150747" y="70119"/>
                </a:cubicBezTo>
                <a:cubicBezTo>
                  <a:pt x="2150747" y="61145"/>
                  <a:pt x="2150888" y="50878"/>
                  <a:pt x="2151172" y="39320"/>
                </a:cubicBezTo>
                <a:cubicBezTo>
                  <a:pt x="2151456" y="27761"/>
                  <a:pt x="2151598" y="17494"/>
                  <a:pt x="2151598" y="8520"/>
                </a:cubicBezTo>
                <a:cubicBezTo>
                  <a:pt x="2151598" y="2840"/>
                  <a:pt x="2154377" y="0"/>
                  <a:pt x="2159937" y="0"/>
                </a:cubicBezTo>
                <a:cubicBezTo>
                  <a:pt x="2165553" y="0"/>
                  <a:pt x="2168361" y="2840"/>
                  <a:pt x="2168361" y="8520"/>
                </a:cubicBezTo>
                <a:cubicBezTo>
                  <a:pt x="2168361" y="17494"/>
                  <a:pt x="2168220" y="27761"/>
                  <a:pt x="2167936" y="39320"/>
                </a:cubicBezTo>
                <a:cubicBezTo>
                  <a:pt x="2167652" y="50878"/>
                  <a:pt x="2167511" y="61145"/>
                  <a:pt x="2167511" y="70119"/>
                </a:cubicBezTo>
                <a:close/>
                <a:moveTo>
                  <a:pt x="2263260" y="87308"/>
                </a:moveTo>
                <a:cubicBezTo>
                  <a:pt x="2263260" y="91393"/>
                  <a:pt x="2263289" y="97520"/>
                  <a:pt x="2263345" y="105689"/>
                </a:cubicBezTo>
                <a:cubicBezTo>
                  <a:pt x="2263402" y="113858"/>
                  <a:pt x="2263431" y="119985"/>
                  <a:pt x="2263431" y="124070"/>
                </a:cubicBezTo>
                <a:cubicBezTo>
                  <a:pt x="2263431" y="125318"/>
                  <a:pt x="2263530" y="127218"/>
                  <a:pt x="2263728" y="129771"/>
                </a:cubicBezTo>
                <a:cubicBezTo>
                  <a:pt x="2263927" y="132324"/>
                  <a:pt x="2264026" y="134224"/>
                  <a:pt x="2264026" y="135472"/>
                </a:cubicBezTo>
                <a:cubicBezTo>
                  <a:pt x="2264026" y="137912"/>
                  <a:pt x="2263204" y="139912"/>
                  <a:pt x="2261558" y="141472"/>
                </a:cubicBezTo>
                <a:cubicBezTo>
                  <a:pt x="2259913" y="143032"/>
                  <a:pt x="2257899" y="143812"/>
                  <a:pt x="2255517" y="143812"/>
                </a:cubicBezTo>
                <a:cubicBezTo>
                  <a:pt x="2251148" y="143812"/>
                  <a:pt x="2248369" y="141117"/>
                  <a:pt x="2247177" y="135728"/>
                </a:cubicBezTo>
                <a:cubicBezTo>
                  <a:pt x="2240086" y="139415"/>
                  <a:pt x="2231917" y="141259"/>
                  <a:pt x="2222670" y="141259"/>
                </a:cubicBezTo>
                <a:cubicBezTo>
                  <a:pt x="2215238" y="141259"/>
                  <a:pt x="2209083" y="139614"/>
                  <a:pt x="2204204" y="136323"/>
                </a:cubicBezTo>
                <a:cubicBezTo>
                  <a:pt x="2198814" y="132693"/>
                  <a:pt x="2195609" y="127388"/>
                  <a:pt x="2194588" y="120411"/>
                </a:cubicBezTo>
                <a:cubicBezTo>
                  <a:pt x="2192376" y="105377"/>
                  <a:pt x="2191269" y="91989"/>
                  <a:pt x="2191269" y="80245"/>
                </a:cubicBezTo>
                <a:cubicBezTo>
                  <a:pt x="2191269" y="72473"/>
                  <a:pt x="2192120" y="63623"/>
                  <a:pt x="2193822" y="53695"/>
                </a:cubicBezTo>
                <a:cubicBezTo>
                  <a:pt x="2194616" y="48760"/>
                  <a:pt x="2197311" y="46292"/>
                  <a:pt x="2201906" y="46292"/>
                </a:cubicBezTo>
                <a:cubicBezTo>
                  <a:pt x="2204346" y="46292"/>
                  <a:pt x="2206388" y="47071"/>
                  <a:pt x="2208033" y="48630"/>
                </a:cubicBezTo>
                <a:cubicBezTo>
                  <a:pt x="2209678" y="50188"/>
                  <a:pt x="2210501" y="52186"/>
                  <a:pt x="2210501" y="54624"/>
                </a:cubicBezTo>
                <a:cubicBezTo>
                  <a:pt x="2210501" y="57230"/>
                  <a:pt x="2210090" y="61395"/>
                  <a:pt x="2209267" y="67119"/>
                </a:cubicBezTo>
                <a:cubicBezTo>
                  <a:pt x="2208444" y="72842"/>
                  <a:pt x="2208033" y="77205"/>
                  <a:pt x="2208033" y="80208"/>
                </a:cubicBezTo>
                <a:cubicBezTo>
                  <a:pt x="2208033" y="89671"/>
                  <a:pt x="2208345" y="97775"/>
                  <a:pt x="2208969" y="104519"/>
                </a:cubicBezTo>
                <a:cubicBezTo>
                  <a:pt x="2209593" y="111263"/>
                  <a:pt x="2210529" y="116674"/>
                  <a:pt x="2211777" y="120754"/>
                </a:cubicBezTo>
                <a:cubicBezTo>
                  <a:pt x="2213649" y="121775"/>
                  <a:pt x="2215493" y="122555"/>
                  <a:pt x="2217309" y="123094"/>
                </a:cubicBezTo>
                <a:cubicBezTo>
                  <a:pt x="2219124" y="123631"/>
                  <a:pt x="2220911" y="123899"/>
                  <a:pt x="2222670" y="123899"/>
                </a:cubicBezTo>
                <a:cubicBezTo>
                  <a:pt x="2230272" y="123899"/>
                  <a:pt x="2238299" y="122682"/>
                  <a:pt x="2246752" y="120246"/>
                </a:cubicBezTo>
                <a:lnTo>
                  <a:pt x="2246667" y="102990"/>
                </a:lnTo>
                <a:lnTo>
                  <a:pt x="2246496" y="86500"/>
                </a:lnTo>
                <a:cubicBezTo>
                  <a:pt x="2246496" y="74258"/>
                  <a:pt x="2247035" y="63633"/>
                  <a:pt x="2248113" y="54624"/>
                </a:cubicBezTo>
                <a:cubicBezTo>
                  <a:pt x="2248737" y="49410"/>
                  <a:pt x="2251489" y="46803"/>
                  <a:pt x="2256368" y="46803"/>
                </a:cubicBezTo>
                <a:cubicBezTo>
                  <a:pt x="2258807" y="46803"/>
                  <a:pt x="2260849" y="47597"/>
                  <a:pt x="2262494" y="49185"/>
                </a:cubicBezTo>
                <a:cubicBezTo>
                  <a:pt x="2264140" y="50774"/>
                  <a:pt x="2264906" y="52759"/>
                  <a:pt x="2264792" y="55142"/>
                </a:cubicBezTo>
                <a:lnTo>
                  <a:pt x="2263260" y="87308"/>
                </a:lnTo>
                <a:close/>
                <a:moveTo>
                  <a:pt x="2325057" y="140919"/>
                </a:moveTo>
                <a:cubicBezTo>
                  <a:pt x="2312236" y="140919"/>
                  <a:pt x="2301854" y="137711"/>
                  <a:pt x="2293912" y="131295"/>
                </a:cubicBezTo>
                <a:cubicBezTo>
                  <a:pt x="2285232" y="124196"/>
                  <a:pt x="2280892" y="114259"/>
                  <a:pt x="2280892" y="101482"/>
                </a:cubicBezTo>
                <a:cubicBezTo>
                  <a:pt x="2280892" y="86720"/>
                  <a:pt x="2284466" y="74342"/>
                  <a:pt x="2291614" y="64348"/>
                </a:cubicBezTo>
                <a:cubicBezTo>
                  <a:pt x="2299386" y="53445"/>
                  <a:pt x="2309768" y="47994"/>
                  <a:pt x="2322759" y="47994"/>
                </a:cubicBezTo>
                <a:cubicBezTo>
                  <a:pt x="2332176" y="47994"/>
                  <a:pt x="2339863" y="49582"/>
                  <a:pt x="2345820" y="52759"/>
                </a:cubicBezTo>
                <a:cubicBezTo>
                  <a:pt x="2353138" y="56674"/>
                  <a:pt x="2356797" y="62687"/>
                  <a:pt x="2356797" y="70800"/>
                </a:cubicBezTo>
                <a:cubicBezTo>
                  <a:pt x="2356797" y="76473"/>
                  <a:pt x="2353592" y="81635"/>
                  <a:pt x="2347182" y="86287"/>
                </a:cubicBezTo>
                <a:cubicBezTo>
                  <a:pt x="2344345" y="88329"/>
                  <a:pt x="2338332" y="91506"/>
                  <a:pt x="2329141" y="95818"/>
                </a:cubicBezTo>
                <a:lnTo>
                  <a:pt x="2296635" y="111220"/>
                </a:lnTo>
                <a:cubicBezTo>
                  <a:pt x="2299812" y="115929"/>
                  <a:pt x="2303769" y="119474"/>
                  <a:pt x="2308506" y="121857"/>
                </a:cubicBezTo>
                <a:cubicBezTo>
                  <a:pt x="2313243" y="124240"/>
                  <a:pt x="2318760" y="125431"/>
                  <a:pt x="2325057" y="125431"/>
                </a:cubicBezTo>
                <a:cubicBezTo>
                  <a:pt x="2328971" y="125431"/>
                  <a:pt x="2333566" y="124694"/>
                  <a:pt x="2338842" y="123219"/>
                </a:cubicBezTo>
                <a:cubicBezTo>
                  <a:pt x="2345536" y="121347"/>
                  <a:pt x="2349848" y="118893"/>
                  <a:pt x="2351777" y="115858"/>
                </a:cubicBezTo>
                <a:cubicBezTo>
                  <a:pt x="2353706" y="112823"/>
                  <a:pt x="2355776" y="111305"/>
                  <a:pt x="2357989" y="111305"/>
                </a:cubicBezTo>
                <a:cubicBezTo>
                  <a:pt x="2359974" y="111305"/>
                  <a:pt x="2361747" y="112060"/>
                  <a:pt x="2363307" y="113568"/>
                </a:cubicBezTo>
                <a:cubicBezTo>
                  <a:pt x="2364867" y="115075"/>
                  <a:pt x="2365647" y="116824"/>
                  <a:pt x="2365647" y="118815"/>
                </a:cubicBezTo>
                <a:cubicBezTo>
                  <a:pt x="2365647" y="125130"/>
                  <a:pt x="2360570" y="130564"/>
                  <a:pt x="2350415" y="135116"/>
                </a:cubicBezTo>
                <a:cubicBezTo>
                  <a:pt x="2341736" y="138984"/>
                  <a:pt x="2333283" y="140919"/>
                  <a:pt x="2325057" y="140919"/>
                </a:cubicBezTo>
                <a:moveTo>
                  <a:pt x="2322759" y="63311"/>
                </a:moveTo>
                <a:cubicBezTo>
                  <a:pt x="2315838" y="63311"/>
                  <a:pt x="2310080" y="65992"/>
                  <a:pt x="2305485" y="71353"/>
                </a:cubicBezTo>
                <a:cubicBezTo>
                  <a:pt x="2300890" y="76714"/>
                  <a:pt x="2297457" y="84784"/>
                  <a:pt x="2295188" y="95563"/>
                </a:cubicBezTo>
                <a:lnTo>
                  <a:pt x="2321313" y="83139"/>
                </a:lnTo>
                <a:cubicBezTo>
                  <a:pt x="2331581" y="78146"/>
                  <a:pt x="2338899" y="73806"/>
                  <a:pt x="2343267" y="70119"/>
                </a:cubicBezTo>
                <a:cubicBezTo>
                  <a:pt x="2338388" y="65580"/>
                  <a:pt x="2331552" y="63311"/>
                  <a:pt x="2322759" y="63311"/>
                </a:cubicBezTo>
                <a:close/>
                <a:moveTo>
                  <a:pt x="2446437" y="143131"/>
                </a:moveTo>
                <a:cubicBezTo>
                  <a:pt x="2441559" y="143131"/>
                  <a:pt x="2438807" y="140459"/>
                  <a:pt x="2438183" y="135116"/>
                </a:cubicBezTo>
                <a:lnTo>
                  <a:pt x="2435801" y="116440"/>
                </a:lnTo>
                <a:cubicBezTo>
                  <a:pt x="2435006" y="109789"/>
                  <a:pt x="2434609" y="103563"/>
                  <a:pt x="2434609" y="97764"/>
                </a:cubicBezTo>
                <a:cubicBezTo>
                  <a:pt x="2434609" y="96172"/>
                  <a:pt x="2434708" y="93472"/>
                  <a:pt x="2434907" y="89664"/>
                </a:cubicBezTo>
                <a:cubicBezTo>
                  <a:pt x="2435106" y="85855"/>
                  <a:pt x="2435205" y="83154"/>
                  <a:pt x="2435205" y="81562"/>
                </a:cubicBezTo>
                <a:cubicBezTo>
                  <a:pt x="2435205" y="69281"/>
                  <a:pt x="2432936" y="63141"/>
                  <a:pt x="2428397" y="63141"/>
                </a:cubicBezTo>
                <a:cubicBezTo>
                  <a:pt x="2422043" y="63141"/>
                  <a:pt x="2415973" y="66918"/>
                  <a:pt x="2410187" y="74472"/>
                </a:cubicBezTo>
                <a:cubicBezTo>
                  <a:pt x="2404967" y="81344"/>
                  <a:pt x="2400883" y="90032"/>
                  <a:pt x="2397933" y="100538"/>
                </a:cubicBezTo>
                <a:cubicBezTo>
                  <a:pt x="2397819" y="102754"/>
                  <a:pt x="2397564" y="105537"/>
                  <a:pt x="2397167" y="108888"/>
                </a:cubicBezTo>
                <a:cubicBezTo>
                  <a:pt x="2396827" y="111728"/>
                  <a:pt x="2396656" y="114482"/>
                  <a:pt x="2396656" y="117150"/>
                </a:cubicBezTo>
                <a:cubicBezTo>
                  <a:pt x="2396656" y="118854"/>
                  <a:pt x="2396827" y="121410"/>
                  <a:pt x="2397167" y="124817"/>
                </a:cubicBezTo>
                <a:cubicBezTo>
                  <a:pt x="2397507" y="128224"/>
                  <a:pt x="2397678" y="130780"/>
                  <a:pt x="2397678" y="132483"/>
                </a:cubicBezTo>
                <a:cubicBezTo>
                  <a:pt x="2397678" y="135040"/>
                  <a:pt x="2396898" y="137113"/>
                  <a:pt x="2395337" y="138703"/>
                </a:cubicBezTo>
                <a:cubicBezTo>
                  <a:pt x="2393777" y="140294"/>
                  <a:pt x="2391778" y="141089"/>
                  <a:pt x="2389338" y="141089"/>
                </a:cubicBezTo>
                <a:cubicBezTo>
                  <a:pt x="2386842" y="141089"/>
                  <a:pt x="2384828" y="140293"/>
                  <a:pt x="2383296" y="138701"/>
                </a:cubicBezTo>
                <a:cubicBezTo>
                  <a:pt x="2381765" y="137111"/>
                  <a:pt x="2380999" y="135036"/>
                  <a:pt x="2380999" y="132478"/>
                </a:cubicBezTo>
                <a:cubicBezTo>
                  <a:pt x="2380999" y="130774"/>
                  <a:pt x="2380814" y="128218"/>
                  <a:pt x="2380446" y="124809"/>
                </a:cubicBezTo>
                <a:cubicBezTo>
                  <a:pt x="2380077" y="121398"/>
                  <a:pt x="2379893" y="118840"/>
                  <a:pt x="2379893" y="117134"/>
                </a:cubicBezTo>
                <a:cubicBezTo>
                  <a:pt x="2379893" y="111280"/>
                  <a:pt x="2380304" y="103168"/>
                  <a:pt x="2381126" y="92797"/>
                </a:cubicBezTo>
                <a:cubicBezTo>
                  <a:pt x="2381949" y="82426"/>
                  <a:pt x="2382360" y="74313"/>
                  <a:pt x="2382360" y="68460"/>
                </a:cubicBezTo>
                <a:cubicBezTo>
                  <a:pt x="2382360" y="66641"/>
                  <a:pt x="2382261" y="63941"/>
                  <a:pt x="2382063" y="60362"/>
                </a:cubicBezTo>
                <a:cubicBezTo>
                  <a:pt x="2381864" y="56781"/>
                  <a:pt x="2381765" y="54082"/>
                  <a:pt x="2381765" y="52265"/>
                </a:cubicBezTo>
                <a:cubicBezTo>
                  <a:pt x="2381765" y="49820"/>
                  <a:pt x="2382573" y="47817"/>
                  <a:pt x="2384190" y="46255"/>
                </a:cubicBezTo>
                <a:cubicBezTo>
                  <a:pt x="2385807" y="44691"/>
                  <a:pt x="2387806" y="43909"/>
                  <a:pt x="2390189" y="43909"/>
                </a:cubicBezTo>
                <a:cubicBezTo>
                  <a:pt x="2395408" y="43909"/>
                  <a:pt x="2398273" y="47612"/>
                  <a:pt x="2398784" y="55017"/>
                </a:cubicBezTo>
                <a:lnTo>
                  <a:pt x="2399039" y="65013"/>
                </a:lnTo>
                <a:cubicBezTo>
                  <a:pt x="2408570" y="52306"/>
                  <a:pt x="2418356" y="45952"/>
                  <a:pt x="2428397" y="45952"/>
                </a:cubicBezTo>
                <a:cubicBezTo>
                  <a:pt x="2437474" y="45952"/>
                  <a:pt x="2443800" y="49958"/>
                  <a:pt x="2447374" y="57971"/>
                </a:cubicBezTo>
                <a:cubicBezTo>
                  <a:pt x="2449813" y="63313"/>
                  <a:pt x="2451146" y="71213"/>
                  <a:pt x="2451373" y="81671"/>
                </a:cubicBezTo>
                <a:lnTo>
                  <a:pt x="2451373" y="90279"/>
                </a:lnTo>
                <a:lnTo>
                  <a:pt x="2451288" y="98206"/>
                </a:lnTo>
                <a:cubicBezTo>
                  <a:pt x="2451288" y="102923"/>
                  <a:pt x="2451898" y="109019"/>
                  <a:pt x="2453117" y="116493"/>
                </a:cubicBezTo>
                <a:cubicBezTo>
                  <a:pt x="2454337" y="123966"/>
                  <a:pt x="2454947" y="130032"/>
                  <a:pt x="2454947" y="134691"/>
                </a:cubicBezTo>
                <a:cubicBezTo>
                  <a:pt x="2454947" y="137192"/>
                  <a:pt x="2454139" y="139224"/>
                  <a:pt x="2452522" y="140786"/>
                </a:cubicBezTo>
                <a:cubicBezTo>
                  <a:pt x="2450905" y="142349"/>
                  <a:pt x="2448877" y="143131"/>
                  <a:pt x="2446437" y="143131"/>
                </a:cubicBezTo>
                <a:close/>
                <a:moveTo>
                  <a:pt x="2511128" y="142450"/>
                </a:moveTo>
                <a:cubicBezTo>
                  <a:pt x="2499498" y="142450"/>
                  <a:pt x="2489797" y="138927"/>
                  <a:pt x="2482025" y="131880"/>
                </a:cubicBezTo>
                <a:cubicBezTo>
                  <a:pt x="2473856" y="124492"/>
                  <a:pt x="2469771" y="114745"/>
                  <a:pt x="2469771" y="102639"/>
                </a:cubicBezTo>
                <a:cubicBezTo>
                  <a:pt x="2469771" y="91103"/>
                  <a:pt x="2473601" y="79198"/>
                  <a:pt x="2481259" y="66923"/>
                </a:cubicBezTo>
                <a:cubicBezTo>
                  <a:pt x="2489769" y="53282"/>
                  <a:pt x="2499356" y="46462"/>
                  <a:pt x="2510021" y="46462"/>
                </a:cubicBezTo>
                <a:cubicBezTo>
                  <a:pt x="2515581" y="46462"/>
                  <a:pt x="2521793" y="47772"/>
                  <a:pt x="2528657" y="50390"/>
                </a:cubicBezTo>
                <a:cubicBezTo>
                  <a:pt x="2537337" y="53750"/>
                  <a:pt x="2541677" y="57848"/>
                  <a:pt x="2541677" y="62686"/>
                </a:cubicBezTo>
                <a:cubicBezTo>
                  <a:pt x="2541677" y="64849"/>
                  <a:pt x="2540968" y="66771"/>
                  <a:pt x="2539550" y="68452"/>
                </a:cubicBezTo>
                <a:cubicBezTo>
                  <a:pt x="2538131" y="70130"/>
                  <a:pt x="2536373" y="70970"/>
                  <a:pt x="2534274" y="70970"/>
                </a:cubicBezTo>
                <a:cubicBezTo>
                  <a:pt x="2532629" y="70970"/>
                  <a:pt x="2531196" y="70469"/>
                  <a:pt x="2529976" y="69467"/>
                </a:cubicBezTo>
                <a:cubicBezTo>
                  <a:pt x="2528757" y="68464"/>
                  <a:pt x="2527580" y="67475"/>
                  <a:pt x="2526445" y="66500"/>
                </a:cubicBezTo>
                <a:cubicBezTo>
                  <a:pt x="2523098" y="63807"/>
                  <a:pt x="2517623" y="62460"/>
                  <a:pt x="2510021" y="62460"/>
                </a:cubicBezTo>
                <a:cubicBezTo>
                  <a:pt x="2504235" y="62460"/>
                  <a:pt x="2498505" y="67637"/>
                  <a:pt x="2492832" y="77990"/>
                </a:cubicBezTo>
                <a:cubicBezTo>
                  <a:pt x="2487670" y="87489"/>
                  <a:pt x="2485088" y="95708"/>
                  <a:pt x="2485088" y="102647"/>
                </a:cubicBezTo>
                <a:cubicBezTo>
                  <a:pt x="2485088" y="110155"/>
                  <a:pt x="2487641" y="116071"/>
                  <a:pt x="2492747" y="120395"/>
                </a:cubicBezTo>
                <a:cubicBezTo>
                  <a:pt x="2497512" y="124433"/>
                  <a:pt x="2503639" y="126452"/>
                  <a:pt x="2511128" y="126452"/>
                </a:cubicBezTo>
                <a:cubicBezTo>
                  <a:pt x="2514532" y="126452"/>
                  <a:pt x="2518162" y="125545"/>
                  <a:pt x="2522020" y="123729"/>
                </a:cubicBezTo>
                <a:lnTo>
                  <a:pt x="2531891" y="118453"/>
                </a:lnTo>
                <a:cubicBezTo>
                  <a:pt x="2533593" y="117546"/>
                  <a:pt x="2534813" y="117092"/>
                  <a:pt x="2535550" y="117092"/>
                </a:cubicBezTo>
                <a:cubicBezTo>
                  <a:pt x="2537649" y="117092"/>
                  <a:pt x="2539465" y="117929"/>
                  <a:pt x="2540996" y="119602"/>
                </a:cubicBezTo>
                <a:cubicBezTo>
                  <a:pt x="2542528" y="121276"/>
                  <a:pt x="2543294" y="123190"/>
                  <a:pt x="2543294" y="125346"/>
                </a:cubicBezTo>
                <a:cubicBezTo>
                  <a:pt x="2543294" y="129487"/>
                  <a:pt x="2538926" y="133487"/>
                  <a:pt x="2530189" y="137345"/>
                </a:cubicBezTo>
                <a:cubicBezTo>
                  <a:pt x="2522531" y="140748"/>
                  <a:pt x="2516177" y="142450"/>
                  <a:pt x="2511128" y="142450"/>
                </a:cubicBezTo>
                <a:close/>
                <a:moveTo>
                  <a:pt x="2601807" y="140919"/>
                </a:moveTo>
                <a:cubicBezTo>
                  <a:pt x="2588986" y="140919"/>
                  <a:pt x="2578605" y="137711"/>
                  <a:pt x="2570662" y="131295"/>
                </a:cubicBezTo>
                <a:cubicBezTo>
                  <a:pt x="2561983" y="124196"/>
                  <a:pt x="2557643" y="114259"/>
                  <a:pt x="2557643" y="101482"/>
                </a:cubicBezTo>
                <a:cubicBezTo>
                  <a:pt x="2557643" y="86720"/>
                  <a:pt x="2561217" y="74342"/>
                  <a:pt x="2568365" y="64348"/>
                </a:cubicBezTo>
                <a:cubicBezTo>
                  <a:pt x="2576137" y="53445"/>
                  <a:pt x="2586518" y="47994"/>
                  <a:pt x="2599510" y="47994"/>
                </a:cubicBezTo>
                <a:cubicBezTo>
                  <a:pt x="2608927" y="47994"/>
                  <a:pt x="2616614" y="49582"/>
                  <a:pt x="2622571" y="52759"/>
                </a:cubicBezTo>
                <a:cubicBezTo>
                  <a:pt x="2629889" y="56674"/>
                  <a:pt x="2633548" y="62687"/>
                  <a:pt x="2633548" y="70800"/>
                </a:cubicBezTo>
                <a:cubicBezTo>
                  <a:pt x="2633548" y="76473"/>
                  <a:pt x="2630343" y="81635"/>
                  <a:pt x="2623932" y="86287"/>
                </a:cubicBezTo>
                <a:cubicBezTo>
                  <a:pt x="2621096" y="88329"/>
                  <a:pt x="2615082" y="91506"/>
                  <a:pt x="2605892" y="95818"/>
                </a:cubicBezTo>
                <a:lnTo>
                  <a:pt x="2573385" y="111220"/>
                </a:lnTo>
                <a:cubicBezTo>
                  <a:pt x="2576562" y="115929"/>
                  <a:pt x="2580519" y="119474"/>
                  <a:pt x="2585256" y="121857"/>
                </a:cubicBezTo>
                <a:cubicBezTo>
                  <a:pt x="2589993" y="124240"/>
                  <a:pt x="2595510" y="125431"/>
                  <a:pt x="2601807" y="125431"/>
                </a:cubicBezTo>
                <a:cubicBezTo>
                  <a:pt x="2605722" y="125431"/>
                  <a:pt x="2610317" y="124694"/>
                  <a:pt x="2615593" y="123219"/>
                </a:cubicBezTo>
                <a:cubicBezTo>
                  <a:pt x="2622287" y="121347"/>
                  <a:pt x="2626599" y="118893"/>
                  <a:pt x="2628527" y="115858"/>
                </a:cubicBezTo>
                <a:cubicBezTo>
                  <a:pt x="2630456" y="112823"/>
                  <a:pt x="2632527" y="111305"/>
                  <a:pt x="2634739" y="111305"/>
                </a:cubicBezTo>
                <a:cubicBezTo>
                  <a:pt x="2636725" y="111305"/>
                  <a:pt x="2638498" y="112060"/>
                  <a:pt x="2640058" y="113568"/>
                </a:cubicBezTo>
                <a:cubicBezTo>
                  <a:pt x="2641618" y="115075"/>
                  <a:pt x="2642398" y="116824"/>
                  <a:pt x="2642398" y="118815"/>
                </a:cubicBezTo>
                <a:cubicBezTo>
                  <a:pt x="2642398" y="125130"/>
                  <a:pt x="2637321" y="130564"/>
                  <a:pt x="2627166" y="135116"/>
                </a:cubicBezTo>
                <a:cubicBezTo>
                  <a:pt x="2618486" y="138984"/>
                  <a:pt x="2610033" y="140919"/>
                  <a:pt x="2601807" y="140919"/>
                </a:cubicBezTo>
                <a:moveTo>
                  <a:pt x="2599510" y="63311"/>
                </a:moveTo>
                <a:cubicBezTo>
                  <a:pt x="2592589" y="63311"/>
                  <a:pt x="2586830" y="65992"/>
                  <a:pt x="2582235" y="71353"/>
                </a:cubicBezTo>
                <a:cubicBezTo>
                  <a:pt x="2577640" y="76714"/>
                  <a:pt x="2574208" y="84784"/>
                  <a:pt x="2571939" y="95563"/>
                </a:cubicBezTo>
                <a:lnTo>
                  <a:pt x="2598063" y="83139"/>
                </a:lnTo>
                <a:cubicBezTo>
                  <a:pt x="2608331" y="78146"/>
                  <a:pt x="2615650" y="73806"/>
                  <a:pt x="2620018" y="70119"/>
                </a:cubicBezTo>
                <a:cubicBezTo>
                  <a:pt x="2615139" y="65580"/>
                  <a:pt x="2608303" y="63311"/>
                  <a:pt x="2599510" y="63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intensityishardtocapturewith">
            <a:extLst xmlns:a="http://schemas.openxmlformats.org/drawingml/2006/main">
              <a:ext uri="{FF2B5EF4-FFF2-40B4-BE49-F238E27FC236}">
                <a16:creationId xmlns:a16="http://schemas.microsoft.com/office/drawing/2014/main" id="{527B6F89-1BBB-4DD8-BA65-7A932BD7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427" y="5023836"/>
            <a:ext cx="2612917" cy="185849"/>
          </a:xfrm>
          <a:custGeom xmlns:a="http://schemas.openxmlformats.org/drawingml/2006/main">
            <a:pathLst>
              <a:path w="2612917" h="185849">
                <a:moveTo>
                  <a:pt x="12849" y="28592"/>
                </a:moveTo>
                <a:cubicBezTo>
                  <a:pt x="10126" y="28592"/>
                  <a:pt x="7772" y="27628"/>
                  <a:pt x="5787" y="25699"/>
                </a:cubicBezTo>
                <a:cubicBezTo>
                  <a:pt x="3801" y="23770"/>
                  <a:pt x="2808" y="21444"/>
                  <a:pt x="2808" y="18721"/>
                </a:cubicBezTo>
                <a:cubicBezTo>
                  <a:pt x="2808" y="15998"/>
                  <a:pt x="3801" y="13672"/>
                  <a:pt x="5787" y="11743"/>
                </a:cubicBezTo>
                <a:cubicBezTo>
                  <a:pt x="7772" y="9814"/>
                  <a:pt x="10126" y="8850"/>
                  <a:pt x="12849" y="8850"/>
                </a:cubicBezTo>
                <a:cubicBezTo>
                  <a:pt x="15573" y="8850"/>
                  <a:pt x="17913" y="9814"/>
                  <a:pt x="19870" y="11743"/>
                </a:cubicBezTo>
                <a:cubicBezTo>
                  <a:pt x="21827" y="13672"/>
                  <a:pt x="22806" y="15998"/>
                  <a:pt x="22806" y="18721"/>
                </a:cubicBezTo>
                <a:cubicBezTo>
                  <a:pt x="22806" y="21444"/>
                  <a:pt x="21827" y="23770"/>
                  <a:pt x="19870" y="25699"/>
                </a:cubicBezTo>
                <a:cubicBezTo>
                  <a:pt x="17913" y="27628"/>
                  <a:pt x="15573" y="28592"/>
                  <a:pt x="12849" y="28592"/>
                </a:cubicBezTo>
                <a:moveTo>
                  <a:pt x="16679" y="97738"/>
                </a:moveTo>
                <a:cubicBezTo>
                  <a:pt x="16679" y="101145"/>
                  <a:pt x="16778" y="106242"/>
                  <a:pt x="16977" y="113028"/>
                </a:cubicBezTo>
                <a:cubicBezTo>
                  <a:pt x="17175" y="119813"/>
                  <a:pt x="17274" y="124909"/>
                  <a:pt x="17274" y="128316"/>
                </a:cubicBezTo>
                <a:cubicBezTo>
                  <a:pt x="17274" y="130814"/>
                  <a:pt x="16509" y="132858"/>
                  <a:pt x="14977" y="134449"/>
                </a:cubicBezTo>
                <a:cubicBezTo>
                  <a:pt x="13445" y="136039"/>
                  <a:pt x="11431" y="136834"/>
                  <a:pt x="8935" y="136834"/>
                </a:cubicBezTo>
                <a:cubicBezTo>
                  <a:pt x="6496" y="136834"/>
                  <a:pt x="4496" y="136039"/>
                  <a:pt x="2936" y="134449"/>
                </a:cubicBezTo>
                <a:cubicBezTo>
                  <a:pt x="1376" y="132858"/>
                  <a:pt x="596" y="130814"/>
                  <a:pt x="596" y="128316"/>
                </a:cubicBezTo>
                <a:cubicBezTo>
                  <a:pt x="596" y="124909"/>
                  <a:pt x="496" y="119813"/>
                  <a:pt x="298" y="113028"/>
                </a:cubicBezTo>
                <a:cubicBezTo>
                  <a:pt x="99" y="106242"/>
                  <a:pt x="0" y="101145"/>
                  <a:pt x="0" y="97738"/>
                </a:cubicBezTo>
                <a:cubicBezTo>
                  <a:pt x="0" y="92400"/>
                  <a:pt x="284" y="85742"/>
                  <a:pt x="851" y="77764"/>
                </a:cubicBezTo>
                <a:cubicBezTo>
                  <a:pt x="1418" y="69785"/>
                  <a:pt x="1702" y="63126"/>
                  <a:pt x="1702" y="57788"/>
                </a:cubicBezTo>
                <a:cubicBezTo>
                  <a:pt x="1702" y="55233"/>
                  <a:pt x="2482" y="53161"/>
                  <a:pt x="4042" y="51571"/>
                </a:cubicBezTo>
                <a:cubicBezTo>
                  <a:pt x="5602" y="49980"/>
                  <a:pt x="7602" y="49185"/>
                  <a:pt x="10041" y="49185"/>
                </a:cubicBezTo>
                <a:cubicBezTo>
                  <a:pt x="12481" y="49185"/>
                  <a:pt x="14480" y="49980"/>
                  <a:pt x="16041" y="51571"/>
                </a:cubicBezTo>
                <a:cubicBezTo>
                  <a:pt x="17601" y="53161"/>
                  <a:pt x="18381" y="55233"/>
                  <a:pt x="18381" y="57788"/>
                </a:cubicBezTo>
                <a:cubicBezTo>
                  <a:pt x="18381" y="63126"/>
                  <a:pt x="18097" y="69785"/>
                  <a:pt x="17530" y="77764"/>
                </a:cubicBezTo>
                <a:cubicBezTo>
                  <a:pt x="16962" y="85742"/>
                  <a:pt x="16679" y="92400"/>
                  <a:pt x="16679" y="97738"/>
                </a:cubicBezTo>
                <a:close/>
                <a:moveTo>
                  <a:pt x="109791" y="142450"/>
                </a:moveTo>
                <a:cubicBezTo>
                  <a:pt x="104912" y="142450"/>
                  <a:pt x="102160" y="139779"/>
                  <a:pt x="101536" y="134435"/>
                </a:cubicBezTo>
                <a:lnTo>
                  <a:pt x="99154" y="115760"/>
                </a:lnTo>
                <a:cubicBezTo>
                  <a:pt x="98359" y="109108"/>
                  <a:pt x="97962" y="102883"/>
                  <a:pt x="97962" y="97084"/>
                </a:cubicBezTo>
                <a:cubicBezTo>
                  <a:pt x="97962" y="95492"/>
                  <a:pt x="98062" y="92792"/>
                  <a:pt x="98260" y="88984"/>
                </a:cubicBezTo>
                <a:cubicBezTo>
                  <a:pt x="98459" y="85174"/>
                  <a:pt x="98558" y="82473"/>
                  <a:pt x="98558" y="80881"/>
                </a:cubicBezTo>
                <a:cubicBezTo>
                  <a:pt x="98558" y="68600"/>
                  <a:pt x="96289" y="62460"/>
                  <a:pt x="91750" y="62460"/>
                </a:cubicBezTo>
                <a:cubicBezTo>
                  <a:pt x="85396" y="62460"/>
                  <a:pt x="79326" y="66237"/>
                  <a:pt x="73540" y="73791"/>
                </a:cubicBezTo>
                <a:cubicBezTo>
                  <a:pt x="68321" y="80663"/>
                  <a:pt x="64236" y="89351"/>
                  <a:pt x="61286" y="99857"/>
                </a:cubicBezTo>
                <a:cubicBezTo>
                  <a:pt x="61173" y="102073"/>
                  <a:pt x="60917" y="104857"/>
                  <a:pt x="60520" y="108207"/>
                </a:cubicBezTo>
                <a:cubicBezTo>
                  <a:pt x="60180" y="111047"/>
                  <a:pt x="60010" y="113801"/>
                  <a:pt x="60010" y="116470"/>
                </a:cubicBezTo>
                <a:cubicBezTo>
                  <a:pt x="60010" y="118173"/>
                  <a:pt x="60180" y="120729"/>
                  <a:pt x="60520" y="124136"/>
                </a:cubicBezTo>
                <a:cubicBezTo>
                  <a:pt x="60861" y="127544"/>
                  <a:pt x="61031" y="130099"/>
                  <a:pt x="61031" y="131803"/>
                </a:cubicBezTo>
                <a:cubicBezTo>
                  <a:pt x="61031" y="134359"/>
                  <a:pt x="60251" y="136432"/>
                  <a:pt x="58691" y="138023"/>
                </a:cubicBezTo>
                <a:cubicBezTo>
                  <a:pt x="57131" y="139613"/>
                  <a:pt x="55131" y="140408"/>
                  <a:pt x="52691" y="140408"/>
                </a:cubicBezTo>
                <a:cubicBezTo>
                  <a:pt x="50195" y="140408"/>
                  <a:pt x="48181" y="139612"/>
                  <a:pt x="46650" y="138020"/>
                </a:cubicBezTo>
                <a:cubicBezTo>
                  <a:pt x="45118" y="136430"/>
                  <a:pt x="44352" y="134356"/>
                  <a:pt x="44352" y="131797"/>
                </a:cubicBezTo>
                <a:cubicBezTo>
                  <a:pt x="44352" y="130094"/>
                  <a:pt x="44168" y="127537"/>
                  <a:pt x="43799" y="124128"/>
                </a:cubicBezTo>
                <a:cubicBezTo>
                  <a:pt x="43430" y="120717"/>
                  <a:pt x="43246" y="118159"/>
                  <a:pt x="43246" y="116454"/>
                </a:cubicBezTo>
                <a:cubicBezTo>
                  <a:pt x="43246" y="110600"/>
                  <a:pt x="43657" y="102487"/>
                  <a:pt x="44480" y="92116"/>
                </a:cubicBezTo>
                <a:cubicBezTo>
                  <a:pt x="45302" y="81745"/>
                  <a:pt x="45713" y="73633"/>
                  <a:pt x="45713" y="67779"/>
                </a:cubicBezTo>
                <a:cubicBezTo>
                  <a:pt x="45713" y="65960"/>
                  <a:pt x="45614" y="63261"/>
                  <a:pt x="45416" y="59681"/>
                </a:cubicBezTo>
                <a:cubicBezTo>
                  <a:pt x="45217" y="56100"/>
                  <a:pt x="45118" y="53401"/>
                  <a:pt x="45118" y="51584"/>
                </a:cubicBezTo>
                <a:cubicBezTo>
                  <a:pt x="45118" y="49139"/>
                  <a:pt x="45926" y="47136"/>
                  <a:pt x="47543" y="45574"/>
                </a:cubicBezTo>
                <a:cubicBezTo>
                  <a:pt x="49160" y="44010"/>
                  <a:pt x="51160" y="43229"/>
                  <a:pt x="53542" y="43229"/>
                </a:cubicBezTo>
                <a:cubicBezTo>
                  <a:pt x="58762" y="43229"/>
                  <a:pt x="61626" y="46931"/>
                  <a:pt x="62137" y="54336"/>
                </a:cubicBezTo>
                <a:lnTo>
                  <a:pt x="62392" y="64332"/>
                </a:lnTo>
                <a:cubicBezTo>
                  <a:pt x="71923" y="51625"/>
                  <a:pt x="81709" y="45271"/>
                  <a:pt x="91750" y="45271"/>
                </a:cubicBezTo>
                <a:cubicBezTo>
                  <a:pt x="100827" y="45271"/>
                  <a:pt x="107153" y="49278"/>
                  <a:pt x="110727" y="57291"/>
                </a:cubicBezTo>
                <a:cubicBezTo>
                  <a:pt x="113166" y="62632"/>
                  <a:pt x="114499" y="70532"/>
                  <a:pt x="114726" y="80990"/>
                </a:cubicBezTo>
                <a:lnTo>
                  <a:pt x="114726" y="89598"/>
                </a:lnTo>
                <a:lnTo>
                  <a:pt x="114641" y="97525"/>
                </a:lnTo>
                <a:cubicBezTo>
                  <a:pt x="114641" y="102243"/>
                  <a:pt x="115251" y="108338"/>
                  <a:pt x="116471" y="115813"/>
                </a:cubicBezTo>
                <a:cubicBezTo>
                  <a:pt x="117690" y="123285"/>
                  <a:pt x="118300" y="129351"/>
                  <a:pt x="118300" y="134010"/>
                </a:cubicBezTo>
                <a:cubicBezTo>
                  <a:pt x="118300" y="136511"/>
                  <a:pt x="117492" y="138543"/>
                  <a:pt x="115875" y="140105"/>
                </a:cubicBezTo>
                <a:cubicBezTo>
                  <a:pt x="114258" y="141669"/>
                  <a:pt x="112230" y="142450"/>
                  <a:pt x="109791" y="142450"/>
                </a:cubicBezTo>
                <a:close/>
                <a:moveTo>
                  <a:pt x="192946" y="63896"/>
                </a:moveTo>
                <a:cubicBezTo>
                  <a:pt x="191755" y="63896"/>
                  <a:pt x="190351" y="63840"/>
                  <a:pt x="188734" y="63726"/>
                </a:cubicBezTo>
                <a:cubicBezTo>
                  <a:pt x="187117" y="63611"/>
                  <a:pt x="185713" y="63553"/>
                  <a:pt x="184522" y="63553"/>
                </a:cubicBezTo>
                <a:cubicBezTo>
                  <a:pt x="183217" y="63553"/>
                  <a:pt x="179359" y="63983"/>
                  <a:pt x="172949" y="64843"/>
                </a:cubicBezTo>
                <a:lnTo>
                  <a:pt x="174565" y="115079"/>
                </a:lnTo>
                <a:lnTo>
                  <a:pt x="174651" y="118820"/>
                </a:lnTo>
                <a:lnTo>
                  <a:pt x="174736" y="123155"/>
                </a:lnTo>
                <a:cubicBezTo>
                  <a:pt x="174963" y="135565"/>
                  <a:pt x="171984" y="141770"/>
                  <a:pt x="165801" y="141770"/>
                </a:cubicBezTo>
                <a:cubicBezTo>
                  <a:pt x="163531" y="141770"/>
                  <a:pt x="161560" y="141033"/>
                  <a:pt x="159886" y="139560"/>
                </a:cubicBezTo>
                <a:cubicBezTo>
                  <a:pt x="158213" y="138087"/>
                  <a:pt x="157376" y="136245"/>
                  <a:pt x="157376" y="134034"/>
                </a:cubicBezTo>
                <a:cubicBezTo>
                  <a:pt x="157376" y="131882"/>
                  <a:pt x="157461" y="128652"/>
                  <a:pt x="157631" y="124346"/>
                </a:cubicBezTo>
                <a:cubicBezTo>
                  <a:pt x="157802" y="120038"/>
                  <a:pt x="157887" y="116807"/>
                  <a:pt x="157887" y="114653"/>
                </a:cubicBezTo>
                <a:lnTo>
                  <a:pt x="156185" y="65013"/>
                </a:lnTo>
                <a:cubicBezTo>
                  <a:pt x="152043" y="64843"/>
                  <a:pt x="145746" y="64358"/>
                  <a:pt x="137293" y="63559"/>
                </a:cubicBezTo>
                <a:cubicBezTo>
                  <a:pt x="132244" y="62874"/>
                  <a:pt x="129720" y="60053"/>
                  <a:pt x="129720" y="55094"/>
                </a:cubicBezTo>
                <a:cubicBezTo>
                  <a:pt x="129720" y="52586"/>
                  <a:pt x="130486" y="50506"/>
                  <a:pt x="132018" y="48856"/>
                </a:cubicBezTo>
                <a:cubicBezTo>
                  <a:pt x="133549" y="47203"/>
                  <a:pt x="135506" y="46377"/>
                  <a:pt x="137889" y="46377"/>
                </a:cubicBezTo>
                <a:lnTo>
                  <a:pt x="155759" y="47824"/>
                </a:lnTo>
                <a:cubicBezTo>
                  <a:pt x="155759" y="44922"/>
                  <a:pt x="155632" y="41039"/>
                  <a:pt x="155376" y="36176"/>
                </a:cubicBezTo>
                <a:cubicBezTo>
                  <a:pt x="155121" y="31312"/>
                  <a:pt x="154993" y="27799"/>
                  <a:pt x="154993" y="25638"/>
                </a:cubicBezTo>
                <a:cubicBezTo>
                  <a:pt x="154993" y="23248"/>
                  <a:pt x="155816" y="21271"/>
                  <a:pt x="157461" y="19708"/>
                </a:cubicBezTo>
                <a:cubicBezTo>
                  <a:pt x="159106" y="18142"/>
                  <a:pt x="161120" y="17360"/>
                  <a:pt x="163503" y="17360"/>
                </a:cubicBezTo>
                <a:cubicBezTo>
                  <a:pt x="168609" y="17360"/>
                  <a:pt x="171587" y="21529"/>
                  <a:pt x="172438" y="29869"/>
                </a:cubicBezTo>
                <a:cubicBezTo>
                  <a:pt x="172608" y="31968"/>
                  <a:pt x="172693" y="34492"/>
                  <a:pt x="172693" y="37442"/>
                </a:cubicBezTo>
                <a:lnTo>
                  <a:pt x="172523" y="42378"/>
                </a:lnTo>
                <a:lnTo>
                  <a:pt x="172438" y="47654"/>
                </a:lnTo>
                <a:cubicBezTo>
                  <a:pt x="179473" y="46746"/>
                  <a:pt x="183500" y="46292"/>
                  <a:pt x="184522" y="46292"/>
                </a:cubicBezTo>
                <a:cubicBezTo>
                  <a:pt x="190422" y="46292"/>
                  <a:pt x="194279" y="46576"/>
                  <a:pt x="196095" y="47143"/>
                </a:cubicBezTo>
                <a:cubicBezTo>
                  <a:pt x="199555" y="48285"/>
                  <a:pt x="201285" y="50976"/>
                  <a:pt x="201285" y="55217"/>
                </a:cubicBezTo>
                <a:cubicBezTo>
                  <a:pt x="201285" y="57737"/>
                  <a:pt x="200505" y="59814"/>
                  <a:pt x="198945" y="61447"/>
                </a:cubicBezTo>
                <a:cubicBezTo>
                  <a:pt x="197385" y="63080"/>
                  <a:pt x="195386" y="63896"/>
                  <a:pt x="192946" y="63896"/>
                </a:cubicBezTo>
                <a:close/>
                <a:moveTo>
                  <a:pt x="258538" y="140238"/>
                </a:moveTo>
                <a:cubicBezTo>
                  <a:pt x="245717" y="140238"/>
                  <a:pt x="235335" y="137030"/>
                  <a:pt x="227393" y="130614"/>
                </a:cubicBezTo>
                <a:cubicBezTo>
                  <a:pt x="218713" y="123516"/>
                  <a:pt x="214373" y="113578"/>
                  <a:pt x="214373" y="100801"/>
                </a:cubicBezTo>
                <a:cubicBezTo>
                  <a:pt x="214373" y="86039"/>
                  <a:pt x="217947" y="73661"/>
                  <a:pt x="225095" y="63668"/>
                </a:cubicBezTo>
                <a:cubicBezTo>
                  <a:pt x="232867" y="52765"/>
                  <a:pt x="243249" y="47313"/>
                  <a:pt x="256240" y="47313"/>
                </a:cubicBezTo>
                <a:cubicBezTo>
                  <a:pt x="265658" y="47313"/>
                  <a:pt x="273345" y="48902"/>
                  <a:pt x="279301" y="52079"/>
                </a:cubicBezTo>
                <a:cubicBezTo>
                  <a:pt x="286620" y="55993"/>
                  <a:pt x="290279" y="62006"/>
                  <a:pt x="290279" y="70119"/>
                </a:cubicBezTo>
                <a:cubicBezTo>
                  <a:pt x="290279" y="75792"/>
                  <a:pt x="287073" y="80954"/>
                  <a:pt x="280663" y="85606"/>
                </a:cubicBezTo>
                <a:cubicBezTo>
                  <a:pt x="277826" y="87649"/>
                  <a:pt x="271813" y="90826"/>
                  <a:pt x="262623" y="95137"/>
                </a:cubicBezTo>
                <a:lnTo>
                  <a:pt x="230116" y="110539"/>
                </a:lnTo>
                <a:cubicBezTo>
                  <a:pt x="233293" y="115248"/>
                  <a:pt x="237250" y="118794"/>
                  <a:pt x="241987" y="121176"/>
                </a:cubicBezTo>
                <a:cubicBezTo>
                  <a:pt x="246724" y="123559"/>
                  <a:pt x="252241" y="124750"/>
                  <a:pt x="258538" y="124750"/>
                </a:cubicBezTo>
                <a:cubicBezTo>
                  <a:pt x="262452" y="124750"/>
                  <a:pt x="267048" y="124013"/>
                  <a:pt x="272323" y="122538"/>
                </a:cubicBezTo>
                <a:cubicBezTo>
                  <a:pt x="279018" y="120666"/>
                  <a:pt x="283329" y="118212"/>
                  <a:pt x="285258" y="115177"/>
                </a:cubicBezTo>
                <a:cubicBezTo>
                  <a:pt x="287187" y="112142"/>
                  <a:pt x="289258" y="110625"/>
                  <a:pt x="291470" y="110625"/>
                </a:cubicBezTo>
                <a:cubicBezTo>
                  <a:pt x="293456" y="110625"/>
                  <a:pt x="295228" y="111379"/>
                  <a:pt x="296789" y="112888"/>
                </a:cubicBezTo>
                <a:cubicBezTo>
                  <a:pt x="298349" y="114394"/>
                  <a:pt x="299129" y="116143"/>
                  <a:pt x="299129" y="118134"/>
                </a:cubicBezTo>
                <a:cubicBezTo>
                  <a:pt x="299129" y="124449"/>
                  <a:pt x="294051" y="129883"/>
                  <a:pt x="283896" y="134435"/>
                </a:cubicBezTo>
                <a:cubicBezTo>
                  <a:pt x="275217" y="138304"/>
                  <a:pt x="266764" y="140238"/>
                  <a:pt x="258538" y="140238"/>
                </a:cubicBezTo>
                <a:moveTo>
                  <a:pt x="256240" y="62630"/>
                </a:moveTo>
                <a:cubicBezTo>
                  <a:pt x="249319" y="62630"/>
                  <a:pt x="243561" y="65311"/>
                  <a:pt x="238966" y="70672"/>
                </a:cubicBezTo>
                <a:cubicBezTo>
                  <a:pt x="234371" y="76033"/>
                  <a:pt x="230939" y="84103"/>
                  <a:pt x="228669" y="94882"/>
                </a:cubicBezTo>
                <a:lnTo>
                  <a:pt x="254794" y="82458"/>
                </a:lnTo>
                <a:cubicBezTo>
                  <a:pt x="265062" y="77466"/>
                  <a:pt x="272380" y="73126"/>
                  <a:pt x="276748" y="69438"/>
                </a:cubicBezTo>
                <a:cubicBezTo>
                  <a:pt x="271870" y="64900"/>
                  <a:pt x="265034" y="62630"/>
                  <a:pt x="256240" y="62630"/>
                </a:cubicBezTo>
                <a:close/>
                <a:moveTo>
                  <a:pt x="379918" y="142450"/>
                </a:moveTo>
                <a:cubicBezTo>
                  <a:pt x="375040" y="142450"/>
                  <a:pt x="372288" y="139779"/>
                  <a:pt x="371664" y="134435"/>
                </a:cubicBezTo>
                <a:lnTo>
                  <a:pt x="369281" y="115760"/>
                </a:lnTo>
                <a:cubicBezTo>
                  <a:pt x="368487" y="109108"/>
                  <a:pt x="368090" y="102883"/>
                  <a:pt x="368090" y="97084"/>
                </a:cubicBezTo>
                <a:cubicBezTo>
                  <a:pt x="368090" y="95492"/>
                  <a:pt x="368189" y="92792"/>
                  <a:pt x="368388" y="88984"/>
                </a:cubicBezTo>
                <a:cubicBezTo>
                  <a:pt x="368586" y="85174"/>
                  <a:pt x="368686" y="82473"/>
                  <a:pt x="368686" y="80881"/>
                </a:cubicBezTo>
                <a:cubicBezTo>
                  <a:pt x="368686" y="68600"/>
                  <a:pt x="366417" y="62460"/>
                  <a:pt x="361878" y="62460"/>
                </a:cubicBezTo>
                <a:cubicBezTo>
                  <a:pt x="355524" y="62460"/>
                  <a:pt x="349454" y="66237"/>
                  <a:pt x="343668" y="73791"/>
                </a:cubicBezTo>
                <a:cubicBezTo>
                  <a:pt x="338448" y="80663"/>
                  <a:pt x="334364" y="89351"/>
                  <a:pt x="331414" y="99857"/>
                </a:cubicBezTo>
                <a:cubicBezTo>
                  <a:pt x="331300" y="102073"/>
                  <a:pt x="331045" y="104857"/>
                  <a:pt x="330648" y="108207"/>
                </a:cubicBezTo>
                <a:cubicBezTo>
                  <a:pt x="330308" y="111047"/>
                  <a:pt x="330137" y="113801"/>
                  <a:pt x="330137" y="116470"/>
                </a:cubicBezTo>
                <a:cubicBezTo>
                  <a:pt x="330137" y="118173"/>
                  <a:pt x="330308" y="120729"/>
                  <a:pt x="330648" y="124136"/>
                </a:cubicBezTo>
                <a:cubicBezTo>
                  <a:pt x="330988" y="127544"/>
                  <a:pt x="331159" y="130099"/>
                  <a:pt x="331159" y="131803"/>
                </a:cubicBezTo>
                <a:cubicBezTo>
                  <a:pt x="331159" y="134359"/>
                  <a:pt x="330378" y="136432"/>
                  <a:pt x="328818" y="138023"/>
                </a:cubicBezTo>
                <a:cubicBezTo>
                  <a:pt x="327258" y="139613"/>
                  <a:pt x="325259" y="140408"/>
                  <a:pt x="322819" y="140408"/>
                </a:cubicBezTo>
                <a:cubicBezTo>
                  <a:pt x="320323" y="140408"/>
                  <a:pt x="318309" y="139612"/>
                  <a:pt x="316777" y="138020"/>
                </a:cubicBezTo>
                <a:cubicBezTo>
                  <a:pt x="315246" y="136430"/>
                  <a:pt x="314480" y="134356"/>
                  <a:pt x="314480" y="131797"/>
                </a:cubicBezTo>
                <a:cubicBezTo>
                  <a:pt x="314480" y="130094"/>
                  <a:pt x="314295" y="127537"/>
                  <a:pt x="313927" y="124128"/>
                </a:cubicBezTo>
                <a:cubicBezTo>
                  <a:pt x="313558" y="120717"/>
                  <a:pt x="313373" y="118159"/>
                  <a:pt x="313373" y="116454"/>
                </a:cubicBezTo>
                <a:cubicBezTo>
                  <a:pt x="313373" y="110600"/>
                  <a:pt x="313785" y="102487"/>
                  <a:pt x="314607" y="92116"/>
                </a:cubicBezTo>
                <a:cubicBezTo>
                  <a:pt x="315430" y="81745"/>
                  <a:pt x="315841" y="73633"/>
                  <a:pt x="315841" y="67779"/>
                </a:cubicBezTo>
                <a:cubicBezTo>
                  <a:pt x="315841" y="65960"/>
                  <a:pt x="315742" y="63261"/>
                  <a:pt x="315543" y="59681"/>
                </a:cubicBezTo>
                <a:cubicBezTo>
                  <a:pt x="315345" y="56100"/>
                  <a:pt x="315246" y="53401"/>
                  <a:pt x="315246" y="51584"/>
                </a:cubicBezTo>
                <a:cubicBezTo>
                  <a:pt x="315246" y="49139"/>
                  <a:pt x="316054" y="47136"/>
                  <a:pt x="317671" y="45574"/>
                </a:cubicBezTo>
                <a:cubicBezTo>
                  <a:pt x="319288" y="44010"/>
                  <a:pt x="321287" y="43229"/>
                  <a:pt x="323670" y="43229"/>
                </a:cubicBezTo>
                <a:cubicBezTo>
                  <a:pt x="328889" y="43229"/>
                  <a:pt x="331754" y="46931"/>
                  <a:pt x="332265" y="54336"/>
                </a:cubicBezTo>
                <a:lnTo>
                  <a:pt x="332520" y="64332"/>
                </a:lnTo>
                <a:cubicBezTo>
                  <a:pt x="342051" y="51625"/>
                  <a:pt x="351837" y="45271"/>
                  <a:pt x="361878" y="45271"/>
                </a:cubicBezTo>
                <a:cubicBezTo>
                  <a:pt x="370955" y="45271"/>
                  <a:pt x="377280" y="49278"/>
                  <a:pt x="380854" y="57291"/>
                </a:cubicBezTo>
                <a:cubicBezTo>
                  <a:pt x="383294" y="62632"/>
                  <a:pt x="384627" y="70532"/>
                  <a:pt x="384854" y="80990"/>
                </a:cubicBezTo>
                <a:lnTo>
                  <a:pt x="384854" y="89598"/>
                </a:lnTo>
                <a:lnTo>
                  <a:pt x="384769" y="97525"/>
                </a:lnTo>
                <a:cubicBezTo>
                  <a:pt x="384769" y="102243"/>
                  <a:pt x="385379" y="108338"/>
                  <a:pt x="386598" y="115813"/>
                </a:cubicBezTo>
                <a:cubicBezTo>
                  <a:pt x="387818" y="123285"/>
                  <a:pt x="388428" y="129351"/>
                  <a:pt x="388428" y="134010"/>
                </a:cubicBezTo>
                <a:cubicBezTo>
                  <a:pt x="388428" y="136511"/>
                  <a:pt x="387620" y="138543"/>
                  <a:pt x="386003" y="140105"/>
                </a:cubicBezTo>
                <a:cubicBezTo>
                  <a:pt x="384386" y="141669"/>
                  <a:pt x="382358" y="142450"/>
                  <a:pt x="379918" y="142450"/>
                </a:cubicBezTo>
                <a:close/>
                <a:moveTo>
                  <a:pt x="463585" y="70800"/>
                </a:moveTo>
                <a:cubicBezTo>
                  <a:pt x="460465" y="70800"/>
                  <a:pt x="458280" y="69757"/>
                  <a:pt x="457032" y="67672"/>
                </a:cubicBezTo>
                <a:cubicBezTo>
                  <a:pt x="456181" y="66208"/>
                  <a:pt x="455444" y="63166"/>
                  <a:pt x="454820" y="58546"/>
                </a:cubicBezTo>
                <a:cubicBezTo>
                  <a:pt x="450565" y="59622"/>
                  <a:pt x="444013" y="61605"/>
                  <a:pt x="435163" y="64495"/>
                </a:cubicBezTo>
                <a:cubicBezTo>
                  <a:pt x="426029" y="68122"/>
                  <a:pt x="421434" y="72598"/>
                  <a:pt x="421377" y="77924"/>
                </a:cubicBezTo>
                <a:cubicBezTo>
                  <a:pt x="423079" y="78548"/>
                  <a:pt x="424753" y="79002"/>
                  <a:pt x="426398" y="79285"/>
                </a:cubicBezTo>
                <a:cubicBezTo>
                  <a:pt x="439446" y="81608"/>
                  <a:pt x="449147" y="84809"/>
                  <a:pt x="455501" y="88891"/>
                </a:cubicBezTo>
                <a:cubicBezTo>
                  <a:pt x="464748" y="94842"/>
                  <a:pt x="469371" y="103457"/>
                  <a:pt x="469371" y="114736"/>
                </a:cubicBezTo>
                <a:cubicBezTo>
                  <a:pt x="469371" y="123974"/>
                  <a:pt x="465372" y="130945"/>
                  <a:pt x="457373" y="135648"/>
                </a:cubicBezTo>
                <a:cubicBezTo>
                  <a:pt x="450735" y="139502"/>
                  <a:pt x="442339" y="141429"/>
                  <a:pt x="432184" y="141429"/>
                </a:cubicBezTo>
                <a:cubicBezTo>
                  <a:pt x="424753" y="141429"/>
                  <a:pt x="417661" y="140181"/>
                  <a:pt x="410910" y="137685"/>
                </a:cubicBezTo>
                <a:cubicBezTo>
                  <a:pt x="402174" y="134508"/>
                  <a:pt x="397806" y="130083"/>
                  <a:pt x="397806" y="124410"/>
                </a:cubicBezTo>
                <a:cubicBezTo>
                  <a:pt x="397806" y="122141"/>
                  <a:pt x="398699" y="120155"/>
                  <a:pt x="400486" y="118453"/>
                </a:cubicBezTo>
                <a:cubicBezTo>
                  <a:pt x="402273" y="116751"/>
                  <a:pt x="404301" y="115900"/>
                  <a:pt x="406571" y="115900"/>
                </a:cubicBezTo>
                <a:cubicBezTo>
                  <a:pt x="408329" y="115900"/>
                  <a:pt x="410598" y="117262"/>
                  <a:pt x="413378" y="119985"/>
                </a:cubicBezTo>
                <a:cubicBezTo>
                  <a:pt x="414740" y="121290"/>
                  <a:pt x="417803" y="122368"/>
                  <a:pt x="422569" y="123219"/>
                </a:cubicBezTo>
                <a:cubicBezTo>
                  <a:pt x="426369" y="123899"/>
                  <a:pt x="429575" y="124240"/>
                  <a:pt x="432184" y="124240"/>
                </a:cubicBezTo>
                <a:cubicBezTo>
                  <a:pt x="436950" y="124240"/>
                  <a:pt x="441148" y="123673"/>
                  <a:pt x="444779" y="122541"/>
                </a:cubicBezTo>
                <a:cubicBezTo>
                  <a:pt x="450054" y="120897"/>
                  <a:pt x="452692" y="118291"/>
                  <a:pt x="452692" y="114722"/>
                </a:cubicBezTo>
                <a:cubicBezTo>
                  <a:pt x="452692" y="107016"/>
                  <a:pt x="447303" y="101803"/>
                  <a:pt x="436524" y="99083"/>
                </a:cubicBezTo>
                <a:lnTo>
                  <a:pt x="427674" y="97126"/>
                </a:lnTo>
                <a:cubicBezTo>
                  <a:pt x="420129" y="95479"/>
                  <a:pt x="414768" y="93549"/>
                  <a:pt x="411591" y="91334"/>
                </a:cubicBezTo>
                <a:cubicBezTo>
                  <a:pt x="406996" y="88156"/>
                  <a:pt x="404698" y="83360"/>
                  <a:pt x="404698" y="76948"/>
                </a:cubicBezTo>
                <a:cubicBezTo>
                  <a:pt x="404698" y="65084"/>
                  <a:pt x="410286" y="56626"/>
                  <a:pt x="421462" y="51573"/>
                </a:cubicBezTo>
                <a:cubicBezTo>
                  <a:pt x="424866" y="50042"/>
                  <a:pt x="430312" y="48212"/>
                  <a:pt x="437801" y="46085"/>
                </a:cubicBezTo>
                <a:cubicBezTo>
                  <a:pt x="445289" y="43956"/>
                  <a:pt x="450650" y="42153"/>
                  <a:pt x="453884" y="40676"/>
                </a:cubicBezTo>
                <a:cubicBezTo>
                  <a:pt x="456210" y="39655"/>
                  <a:pt x="458734" y="39144"/>
                  <a:pt x="461457" y="39144"/>
                </a:cubicBezTo>
                <a:cubicBezTo>
                  <a:pt x="463897" y="39144"/>
                  <a:pt x="465896" y="39938"/>
                  <a:pt x="467457" y="41527"/>
                </a:cubicBezTo>
                <a:cubicBezTo>
                  <a:pt x="469017" y="43115"/>
                  <a:pt x="469797" y="45186"/>
                  <a:pt x="469797" y="47739"/>
                </a:cubicBezTo>
                <a:cubicBezTo>
                  <a:pt x="469797" y="49384"/>
                  <a:pt x="470151" y="51795"/>
                  <a:pt x="470860" y="54972"/>
                </a:cubicBezTo>
                <a:cubicBezTo>
                  <a:pt x="471570" y="58149"/>
                  <a:pt x="471924" y="60560"/>
                  <a:pt x="471924" y="62205"/>
                </a:cubicBezTo>
                <a:cubicBezTo>
                  <a:pt x="471924" y="64758"/>
                  <a:pt x="471144" y="66829"/>
                  <a:pt x="469584" y="68417"/>
                </a:cubicBezTo>
                <a:cubicBezTo>
                  <a:pt x="468024" y="70005"/>
                  <a:pt x="466024" y="70800"/>
                  <a:pt x="463585" y="70800"/>
                </a:cubicBezTo>
                <a:close/>
                <a:moveTo>
                  <a:pt x="507445" y="28592"/>
                </a:moveTo>
                <a:cubicBezTo>
                  <a:pt x="504722" y="28592"/>
                  <a:pt x="502368" y="27628"/>
                  <a:pt x="500382" y="25699"/>
                </a:cubicBezTo>
                <a:cubicBezTo>
                  <a:pt x="498396" y="23770"/>
                  <a:pt x="497404" y="21444"/>
                  <a:pt x="497404" y="18721"/>
                </a:cubicBezTo>
                <a:cubicBezTo>
                  <a:pt x="497404" y="15998"/>
                  <a:pt x="498396" y="13672"/>
                  <a:pt x="500382" y="11743"/>
                </a:cubicBezTo>
                <a:cubicBezTo>
                  <a:pt x="502368" y="9814"/>
                  <a:pt x="504722" y="8850"/>
                  <a:pt x="507445" y="8850"/>
                </a:cubicBezTo>
                <a:cubicBezTo>
                  <a:pt x="510168" y="8850"/>
                  <a:pt x="512508" y="9814"/>
                  <a:pt x="514465" y="11743"/>
                </a:cubicBezTo>
                <a:cubicBezTo>
                  <a:pt x="516423" y="13672"/>
                  <a:pt x="517401" y="15998"/>
                  <a:pt x="517401" y="18721"/>
                </a:cubicBezTo>
                <a:cubicBezTo>
                  <a:pt x="517401" y="21444"/>
                  <a:pt x="516423" y="23770"/>
                  <a:pt x="514465" y="25699"/>
                </a:cubicBezTo>
                <a:cubicBezTo>
                  <a:pt x="512508" y="27628"/>
                  <a:pt x="510168" y="28592"/>
                  <a:pt x="507445" y="28592"/>
                </a:cubicBezTo>
                <a:moveTo>
                  <a:pt x="511274" y="97738"/>
                </a:moveTo>
                <a:cubicBezTo>
                  <a:pt x="511274" y="101145"/>
                  <a:pt x="511374" y="106242"/>
                  <a:pt x="511572" y="113028"/>
                </a:cubicBezTo>
                <a:cubicBezTo>
                  <a:pt x="511771" y="119813"/>
                  <a:pt x="511870" y="124909"/>
                  <a:pt x="511870" y="128316"/>
                </a:cubicBezTo>
                <a:cubicBezTo>
                  <a:pt x="511870" y="130814"/>
                  <a:pt x="511104" y="132858"/>
                  <a:pt x="509572" y="134449"/>
                </a:cubicBezTo>
                <a:cubicBezTo>
                  <a:pt x="508041" y="136039"/>
                  <a:pt x="506027" y="136834"/>
                  <a:pt x="503531" y="136834"/>
                </a:cubicBezTo>
                <a:cubicBezTo>
                  <a:pt x="501091" y="136834"/>
                  <a:pt x="499091" y="136039"/>
                  <a:pt x="497531" y="134449"/>
                </a:cubicBezTo>
                <a:cubicBezTo>
                  <a:pt x="495971" y="132858"/>
                  <a:pt x="495191" y="130814"/>
                  <a:pt x="495191" y="128316"/>
                </a:cubicBezTo>
                <a:cubicBezTo>
                  <a:pt x="495191" y="124909"/>
                  <a:pt x="495092" y="119813"/>
                  <a:pt x="494893" y="113028"/>
                </a:cubicBezTo>
                <a:cubicBezTo>
                  <a:pt x="494695" y="106242"/>
                  <a:pt x="494596" y="101145"/>
                  <a:pt x="494596" y="97738"/>
                </a:cubicBezTo>
                <a:cubicBezTo>
                  <a:pt x="494596" y="92400"/>
                  <a:pt x="494879" y="85742"/>
                  <a:pt x="495446" y="77764"/>
                </a:cubicBezTo>
                <a:cubicBezTo>
                  <a:pt x="496014" y="69785"/>
                  <a:pt x="496297" y="63126"/>
                  <a:pt x="496297" y="57788"/>
                </a:cubicBezTo>
                <a:cubicBezTo>
                  <a:pt x="496297" y="55233"/>
                  <a:pt x="497077" y="53161"/>
                  <a:pt x="498638" y="51571"/>
                </a:cubicBezTo>
                <a:cubicBezTo>
                  <a:pt x="500198" y="49980"/>
                  <a:pt x="502197" y="49185"/>
                  <a:pt x="504637" y="49185"/>
                </a:cubicBezTo>
                <a:cubicBezTo>
                  <a:pt x="507076" y="49185"/>
                  <a:pt x="509076" y="49980"/>
                  <a:pt x="510636" y="51571"/>
                </a:cubicBezTo>
                <a:cubicBezTo>
                  <a:pt x="512196" y="53161"/>
                  <a:pt x="512976" y="55233"/>
                  <a:pt x="512976" y="57788"/>
                </a:cubicBezTo>
                <a:cubicBezTo>
                  <a:pt x="512976" y="63126"/>
                  <a:pt x="512693" y="69785"/>
                  <a:pt x="512125" y="77764"/>
                </a:cubicBezTo>
                <a:cubicBezTo>
                  <a:pt x="511558" y="85742"/>
                  <a:pt x="511274" y="92400"/>
                  <a:pt x="511274" y="97738"/>
                </a:cubicBezTo>
                <a:close/>
                <a:moveTo>
                  <a:pt x="596047" y="63896"/>
                </a:moveTo>
                <a:cubicBezTo>
                  <a:pt x="594855" y="63896"/>
                  <a:pt x="593451" y="63840"/>
                  <a:pt x="591835" y="63726"/>
                </a:cubicBezTo>
                <a:cubicBezTo>
                  <a:pt x="590218" y="63611"/>
                  <a:pt x="588814" y="63553"/>
                  <a:pt x="587622" y="63553"/>
                </a:cubicBezTo>
                <a:cubicBezTo>
                  <a:pt x="586317" y="63553"/>
                  <a:pt x="582460" y="63983"/>
                  <a:pt x="576049" y="64843"/>
                </a:cubicBezTo>
                <a:lnTo>
                  <a:pt x="577666" y="115079"/>
                </a:lnTo>
                <a:lnTo>
                  <a:pt x="577751" y="118820"/>
                </a:lnTo>
                <a:lnTo>
                  <a:pt x="577836" y="123155"/>
                </a:lnTo>
                <a:cubicBezTo>
                  <a:pt x="578063" y="135565"/>
                  <a:pt x="575085" y="141770"/>
                  <a:pt x="568901" y="141770"/>
                </a:cubicBezTo>
                <a:cubicBezTo>
                  <a:pt x="566632" y="141770"/>
                  <a:pt x="564661" y="141033"/>
                  <a:pt x="562987" y="139560"/>
                </a:cubicBezTo>
                <a:cubicBezTo>
                  <a:pt x="561314" y="138087"/>
                  <a:pt x="560477" y="136245"/>
                  <a:pt x="560477" y="134034"/>
                </a:cubicBezTo>
                <a:cubicBezTo>
                  <a:pt x="560477" y="131882"/>
                  <a:pt x="560562" y="128652"/>
                  <a:pt x="560732" y="124346"/>
                </a:cubicBezTo>
                <a:cubicBezTo>
                  <a:pt x="560902" y="120038"/>
                  <a:pt x="560987" y="116807"/>
                  <a:pt x="560987" y="114653"/>
                </a:cubicBezTo>
                <a:lnTo>
                  <a:pt x="559285" y="65013"/>
                </a:lnTo>
                <a:cubicBezTo>
                  <a:pt x="555144" y="64843"/>
                  <a:pt x="548847" y="64358"/>
                  <a:pt x="540394" y="63559"/>
                </a:cubicBezTo>
                <a:cubicBezTo>
                  <a:pt x="535345" y="62874"/>
                  <a:pt x="532821" y="60053"/>
                  <a:pt x="532821" y="55094"/>
                </a:cubicBezTo>
                <a:cubicBezTo>
                  <a:pt x="532821" y="52586"/>
                  <a:pt x="533586" y="50506"/>
                  <a:pt x="535118" y="48856"/>
                </a:cubicBezTo>
                <a:cubicBezTo>
                  <a:pt x="536650" y="47203"/>
                  <a:pt x="538607" y="46377"/>
                  <a:pt x="540990" y="46377"/>
                </a:cubicBezTo>
                <a:lnTo>
                  <a:pt x="558860" y="47824"/>
                </a:lnTo>
                <a:cubicBezTo>
                  <a:pt x="558860" y="44922"/>
                  <a:pt x="558732" y="41039"/>
                  <a:pt x="558477" y="36176"/>
                </a:cubicBezTo>
                <a:cubicBezTo>
                  <a:pt x="558222" y="31312"/>
                  <a:pt x="558094" y="27799"/>
                  <a:pt x="558094" y="25638"/>
                </a:cubicBezTo>
                <a:cubicBezTo>
                  <a:pt x="558094" y="23248"/>
                  <a:pt x="558917" y="21271"/>
                  <a:pt x="560562" y="19708"/>
                </a:cubicBezTo>
                <a:cubicBezTo>
                  <a:pt x="562207" y="18142"/>
                  <a:pt x="564221" y="17360"/>
                  <a:pt x="566604" y="17360"/>
                </a:cubicBezTo>
                <a:cubicBezTo>
                  <a:pt x="571709" y="17360"/>
                  <a:pt x="574688" y="21529"/>
                  <a:pt x="575539" y="29869"/>
                </a:cubicBezTo>
                <a:cubicBezTo>
                  <a:pt x="575709" y="31968"/>
                  <a:pt x="575794" y="34492"/>
                  <a:pt x="575794" y="37442"/>
                </a:cubicBezTo>
                <a:lnTo>
                  <a:pt x="575624" y="42378"/>
                </a:lnTo>
                <a:lnTo>
                  <a:pt x="575539" y="47654"/>
                </a:lnTo>
                <a:cubicBezTo>
                  <a:pt x="582573" y="46746"/>
                  <a:pt x="586601" y="46292"/>
                  <a:pt x="587622" y="46292"/>
                </a:cubicBezTo>
                <a:cubicBezTo>
                  <a:pt x="593522" y="46292"/>
                  <a:pt x="597380" y="46576"/>
                  <a:pt x="599195" y="47143"/>
                </a:cubicBezTo>
                <a:cubicBezTo>
                  <a:pt x="602656" y="48285"/>
                  <a:pt x="604386" y="50976"/>
                  <a:pt x="604386" y="55217"/>
                </a:cubicBezTo>
                <a:cubicBezTo>
                  <a:pt x="604386" y="57737"/>
                  <a:pt x="603606" y="59814"/>
                  <a:pt x="602046" y="61447"/>
                </a:cubicBezTo>
                <a:cubicBezTo>
                  <a:pt x="600486" y="63080"/>
                  <a:pt x="598486" y="63896"/>
                  <a:pt x="596047" y="63896"/>
                </a:cubicBezTo>
                <a:close/>
                <a:moveTo>
                  <a:pt x="696102" y="60405"/>
                </a:moveTo>
                <a:lnTo>
                  <a:pt x="666659" y="124064"/>
                </a:lnTo>
                <a:cubicBezTo>
                  <a:pt x="659397" y="139554"/>
                  <a:pt x="653838" y="152517"/>
                  <a:pt x="649980" y="162956"/>
                </a:cubicBezTo>
                <a:lnTo>
                  <a:pt x="644364" y="179467"/>
                </a:lnTo>
                <a:cubicBezTo>
                  <a:pt x="642889" y="183608"/>
                  <a:pt x="640336" y="185679"/>
                  <a:pt x="636705" y="185679"/>
                </a:cubicBezTo>
                <a:cubicBezTo>
                  <a:pt x="634323" y="185679"/>
                  <a:pt x="632266" y="184895"/>
                  <a:pt x="630536" y="183326"/>
                </a:cubicBezTo>
                <a:cubicBezTo>
                  <a:pt x="628806" y="181758"/>
                  <a:pt x="627940" y="179806"/>
                  <a:pt x="627940" y="177467"/>
                </a:cubicBezTo>
                <a:cubicBezTo>
                  <a:pt x="627940" y="171766"/>
                  <a:pt x="634067" y="155361"/>
                  <a:pt x="646321" y="128253"/>
                </a:cubicBezTo>
                <a:lnTo>
                  <a:pt x="615857" y="69542"/>
                </a:lnTo>
                <a:lnTo>
                  <a:pt x="612027" y="63319"/>
                </a:lnTo>
                <a:cubicBezTo>
                  <a:pt x="610496" y="60706"/>
                  <a:pt x="609730" y="58519"/>
                  <a:pt x="609730" y="56759"/>
                </a:cubicBezTo>
                <a:cubicBezTo>
                  <a:pt x="609730" y="54433"/>
                  <a:pt x="610623" y="52391"/>
                  <a:pt x="612410" y="50632"/>
                </a:cubicBezTo>
                <a:cubicBezTo>
                  <a:pt x="614197" y="48873"/>
                  <a:pt x="616197" y="47994"/>
                  <a:pt x="618410" y="47994"/>
                </a:cubicBezTo>
                <a:cubicBezTo>
                  <a:pt x="621019" y="47994"/>
                  <a:pt x="623033" y="48987"/>
                  <a:pt x="624451" y="50972"/>
                </a:cubicBezTo>
                <a:cubicBezTo>
                  <a:pt x="634096" y="64380"/>
                  <a:pt x="644449" y="83469"/>
                  <a:pt x="655511" y="108239"/>
                </a:cubicBezTo>
                <a:lnTo>
                  <a:pt x="668106" y="78791"/>
                </a:lnTo>
                <a:cubicBezTo>
                  <a:pt x="672644" y="68631"/>
                  <a:pt x="677012" y="59897"/>
                  <a:pt x="681210" y="52589"/>
                </a:cubicBezTo>
                <a:cubicBezTo>
                  <a:pt x="683026" y="49412"/>
                  <a:pt x="685408" y="47824"/>
                  <a:pt x="688358" y="47824"/>
                </a:cubicBezTo>
                <a:cubicBezTo>
                  <a:pt x="690684" y="47824"/>
                  <a:pt x="692741" y="48646"/>
                  <a:pt x="694528" y="50289"/>
                </a:cubicBezTo>
                <a:cubicBezTo>
                  <a:pt x="696315" y="51932"/>
                  <a:pt x="697208" y="53888"/>
                  <a:pt x="697208" y="56155"/>
                </a:cubicBezTo>
                <a:cubicBezTo>
                  <a:pt x="697208" y="57402"/>
                  <a:pt x="696840" y="58818"/>
                  <a:pt x="696102" y="60405"/>
                </a:cubicBezTo>
                <a:close/>
                <a:moveTo>
                  <a:pt x="781930" y="28592"/>
                </a:moveTo>
                <a:cubicBezTo>
                  <a:pt x="779207" y="28592"/>
                  <a:pt x="776853" y="27628"/>
                  <a:pt x="774867" y="25699"/>
                </a:cubicBezTo>
                <a:cubicBezTo>
                  <a:pt x="772882" y="23770"/>
                  <a:pt x="771889" y="21444"/>
                  <a:pt x="771889" y="18721"/>
                </a:cubicBezTo>
                <a:cubicBezTo>
                  <a:pt x="771889" y="15998"/>
                  <a:pt x="772882" y="13672"/>
                  <a:pt x="774867" y="11743"/>
                </a:cubicBezTo>
                <a:cubicBezTo>
                  <a:pt x="776853" y="9814"/>
                  <a:pt x="779207" y="8850"/>
                  <a:pt x="781930" y="8850"/>
                </a:cubicBezTo>
                <a:cubicBezTo>
                  <a:pt x="784653" y="8850"/>
                  <a:pt x="786993" y="9814"/>
                  <a:pt x="788951" y="11743"/>
                </a:cubicBezTo>
                <a:cubicBezTo>
                  <a:pt x="790908" y="13672"/>
                  <a:pt x="791886" y="15998"/>
                  <a:pt x="791886" y="18721"/>
                </a:cubicBezTo>
                <a:cubicBezTo>
                  <a:pt x="791886" y="21444"/>
                  <a:pt x="790908" y="23770"/>
                  <a:pt x="788951" y="25699"/>
                </a:cubicBezTo>
                <a:cubicBezTo>
                  <a:pt x="786993" y="27628"/>
                  <a:pt x="784653" y="28592"/>
                  <a:pt x="781930" y="28592"/>
                </a:cubicBezTo>
                <a:moveTo>
                  <a:pt x="785759" y="97738"/>
                </a:moveTo>
                <a:cubicBezTo>
                  <a:pt x="785759" y="101145"/>
                  <a:pt x="785859" y="106242"/>
                  <a:pt x="786057" y="113028"/>
                </a:cubicBezTo>
                <a:cubicBezTo>
                  <a:pt x="786256" y="119813"/>
                  <a:pt x="786355" y="124909"/>
                  <a:pt x="786355" y="128316"/>
                </a:cubicBezTo>
                <a:cubicBezTo>
                  <a:pt x="786355" y="130814"/>
                  <a:pt x="785589" y="132858"/>
                  <a:pt x="784058" y="134449"/>
                </a:cubicBezTo>
                <a:cubicBezTo>
                  <a:pt x="782526" y="136039"/>
                  <a:pt x="780512" y="136834"/>
                  <a:pt x="778016" y="136834"/>
                </a:cubicBezTo>
                <a:cubicBezTo>
                  <a:pt x="775576" y="136834"/>
                  <a:pt x="773577" y="136039"/>
                  <a:pt x="772016" y="134449"/>
                </a:cubicBezTo>
                <a:cubicBezTo>
                  <a:pt x="770456" y="132858"/>
                  <a:pt x="769676" y="130814"/>
                  <a:pt x="769676" y="128316"/>
                </a:cubicBezTo>
                <a:cubicBezTo>
                  <a:pt x="769676" y="124909"/>
                  <a:pt x="769577" y="119813"/>
                  <a:pt x="769379" y="113028"/>
                </a:cubicBezTo>
                <a:cubicBezTo>
                  <a:pt x="769180" y="106242"/>
                  <a:pt x="769081" y="101145"/>
                  <a:pt x="769081" y="97738"/>
                </a:cubicBezTo>
                <a:cubicBezTo>
                  <a:pt x="769081" y="92400"/>
                  <a:pt x="769364" y="85742"/>
                  <a:pt x="769932" y="77764"/>
                </a:cubicBezTo>
                <a:cubicBezTo>
                  <a:pt x="770499" y="69785"/>
                  <a:pt x="770783" y="63126"/>
                  <a:pt x="770783" y="57788"/>
                </a:cubicBezTo>
                <a:cubicBezTo>
                  <a:pt x="770783" y="55233"/>
                  <a:pt x="771563" y="53161"/>
                  <a:pt x="773123" y="51571"/>
                </a:cubicBezTo>
                <a:cubicBezTo>
                  <a:pt x="774683" y="49980"/>
                  <a:pt x="776683" y="49185"/>
                  <a:pt x="779122" y="49185"/>
                </a:cubicBezTo>
                <a:cubicBezTo>
                  <a:pt x="781561" y="49185"/>
                  <a:pt x="783561" y="49980"/>
                  <a:pt x="785121" y="51571"/>
                </a:cubicBezTo>
                <a:cubicBezTo>
                  <a:pt x="786681" y="53161"/>
                  <a:pt x="787461" y="55233"/>
                  <a:pt x="787461" y="57788"/>
                </a:cubicBezTo>
                <a:cubicBezTo>
                  <a:pt x="787461" y="63126"/>
                  <a:pt x="787178" y="69785"/>
                  <a:pt x="786610" y="77764"/>
                </a:cubicBezTo>
                <a:cubicBezTo>
                  <a:pt x="786043" y="85742"/>
                  <a:pt x="785759" y="92400"/>
                  <a:pt x="785759" y="97738"/>
                </a:cubicBezTo>
                <a:close/>
                <a:moveTo>
                  <a:pt x="871043" y="70800"/>
                </a:moveTo>
                <a:cubicBezTo>
                  <a:pt x="867922" y="70800"/>
                  <a:pt x="865738" y="69757"/>
                  <a:pt x="864490" y="67672"/>
                </a:cubicBezTo>
                <a:cubicBezTo>
                  <a:pt x="863639" y="66208"/>
                  <a:pt x="862902" y="63166"/>
                  <a:pt x="862278" y="58546"/>
                </a:cubicBezTo>
                <a:cubicBezTo>
                  <a:pt x="858023" y="59622"/>
                  <a:pt x="851470" y="61605"/>
                  <a:pt x="842621" y="64495"/>
                </a:cubicBezTo>
                <a:cubicBezTo>
                  <a:pt x="833487" y="68122"/>
                  <a:pt x="828892" y="72598"/>
                  <a:pt x="828835" y="77924"/>
                </a:cubicBezTo>
                <a:cubicBezTo>
                  <a:pt x="830537" y="78548"/>
                  <a:pt x="832210" y="79002"/>
                  <a:pt x="833856" y="79285"/>
                </a:cubicBezTo>
                <a:cubicBezTo>
                  <a:pt x="846904" y="81608"/>
                  <a:pt x="856605" y="84809"/>
                  <a:pt x="862958" y="88891"/>
                </a:cubicBezTo>
                <a:cubicBezTo>
                  <a:pt x="872205" y="94842"/>
                  <a:pt x="876829" y="103457"/>
                  <a:pt x="876829" y="114736"/>
                </a:cubicBezTo>
                <a:cubicBezTo>
                  <a:pt x="876829" y="123974"/>
                  <a:pt x="872830" y="130945"/>
                  <a:pt x="864831" y="135648"/>
                </a:cubicBezTo>
                <a:cubicBezTo>
                  <a:pt x="858193" y="139502"/>
                  <a:pt x="849797" y="141429"/>
                  <a:pt x="839642" y="141429"/>
                </a:cubicBezTo>
                <a:cubicBezTo>
                  <a:pt x="832210" y="141429"/>
                  <a:pt x="825119" y="140181"/>
                  <a:pt x="818368" y="137685"/>
                </a:cubicBezTo>
                <a:cubicBezTo>
                  <a:pt x="809632" y="134508"/>
                  <a:pt x="805263" y="130083"/>
                  <a:pt x="805263" y="124410"/>
                </a:cubicBezTo>
                <a:cubicBezTo>
                  <a:pt x="805263" y="122141"/>
                  <a:pt x="806157" y="120155"/>
                  <a:pt x="807944" y="118453"/>
                </a:cubicBezTo>
                <a:cubicBezTo>
                  <a:pt x="809731" y="116751"/>
                  <a:pt x="811759" y="115900"/>
                  <a:pt x="814028" y="115900"/>
                </a:cubicBezTo>
                <a:cubicBezTo>
                  <a:pt x="815787" y="115900"/>
                  <a:pt x="818056" y="117262"/>
                  <a:pt x="820836" y="119985"/>
                </a:cubicBezTo>
                <a:cubicBezTo>
                  <a:pt x="822198" y="121290"/>
                  <a:pt x="825261" y="122368"/>
                  <a:pt x="830026" y="123219"/>
                </a:cubicBezTo>
                <a:cubicBezTo>
                  <a:pt x="833827" y="123899"/>
                  <a:pt x="837033" y="124240"/>
                  <a:pt x="839642" y="124240"/>
                </a:cubicBezTo>
                <a:cubicBezTo>
                  <a:pt x="844408" y="124240"/>
                  <a:pt x="848606" y="123673"/>
                  <a:pt x="852236" y="122541"/>
                </a:cubicBezTo>
                <a:cubicBezTo>
                  <a:pt x="857512" y="120897"/>
                  <a:pt x="860150" y="118291"/>
                  <a:pt x="860150" y="114722"/>
                </a:cubicBezTo>
                <a:cubicBezTo>
                  <a:pt x="860150" y="107016"/>
                  <a:pt x="854761" y="101803"/>
                  <a:pt x="843982" y="99083"/>
                </a:cubicBezTo>
                <a:lnTo>
                  <a:pt x="835132" y="97126"/>
                </a:lnTo>
                <a:cubicBezTo>
                  <a:pt x="827587" y="95479"/>
                  <a:pt x="822226" y="93549"/>
                  <a:pt x="819049" y="91334"/>
                </a:cubicBezTo>
                <a:cubicBezTo>
                  <a:pt x="814454" y="88156"/>
                  <a:pt x="812156" y="83360"/>
                  <a:pt x="812156" y="76948"/>
                </a:cubicBezTo>
                <a:cubicBezTo>
                  <a:pt x="812156" y="65084"/>
                  <a:pt x="817744" y="56626"/>
                  <a:pt x="828920" y="51573"/>
                </a:cubicBezTo>
                <a:cubicBezTo>
                  <a:pt x="832324" y="50042"/>
                  <a:pt x="837770" y="48212"/>
                  <a:pt x="845258" y="46085"/>
                </a:cubicBezTo>
                <a:cubicBezTo>
                  <a:pt x="852747" y="43956"/>
                  <a:pt x="858108" y="42153"/>
                  <a:pt x="861342" y="40676"/>
                </a:cubicBezTo>
                <a:cubicBezTo>
                  <a:pt x="863668" y="39655"/>
                  <a:pt x="866192" y="39144"/>
                  <a:pt x="868915" y="39144"/>
                </a:cubicBezTo>
                <a:cubicBezTo>
                  <a:pt x="871355" y="39144"/>
                  <a:pt x="873354" y="39938"/>
                  <a:pt x="874914" y="41527"/>
                </a:cubicBezTo>
                <a:cubicBezTo>
                  <a:pt x="876474" y="43115"/>
                  <a:pt x="877254" y="45186"/>
                  <a:pt x="877254" y="47739"/>
                </a:cubicBezTo>
                <a:cubicBezTo>
                  <a:pt x="877254" y="49384"/>
                  <a:pt x="877609" y="51795"/>
                  <a:pt x="878318" y="54972"/>
                </a:cubicBezTo>
                <a:cubicBezTo>
                  <a:pt x="879027" y="58149"/>
                  <a:pt x="879382" y="60560"/>
                  <a:pt x="879382" y="62205"/>
                </a:cubicBezTo>
                <a:cubicBezTo>
                  <a:pt x="879382" y="64758"/>
                  <a:pt x="878602" y="66829"/>
                  <a:pt x="877042" y="68417"/>
                </a:cubicBezTo>
                <a:cubicBezTo>
                  <a:pt x="875482" y="70005"/>
                  <a:pt x="873482" y="70800"/>
                  <a:pt x="871043" y="70800"/>
                </a:cubicBezTo>
                <a:close/>
                <a:moveTo>
                  <a:pt x="1022157" y="141599"/>
                </a:moveTo>
                <a:cubicBezTo>
                  <a:pt x="1018130" y="141599"/>
                  <a:pt x="1015492" y="139446"/>
                  <a:pt x="1014244" y="135140"/>
                </a:cubicBezTo>
                <a:cubicBezTo>
                  <a:pt x="1012939" y="130493"/>
                  <a:pt x="1011747" y="123891"/>
                  <a:pt x="1010670" y="115334"/>
                </a:cubicBezTo>
                <a:cubicBezTo>
                  <a:pt x="1009648" y="107117"/>
                  <a:pt x="1009138" y="100374"/>
                  <a:pt x="1009138" y="95105"/>
                </a:cubicBezTo>
                <a:cubicBezTo>
                  <a:pt x="1009138" y="93632"/>
                  <a:pt x="1009209" y="91394"/>
                  <a:pt x="1009351" y="88391"/>
                </a:cubicBezTo>
                <a:cubicBezTo>
                  <a:pt x="1009492" y="85386"/>
                  <a:pt x="1009563" y="83147"/>
                  <a:pt x="1009563" y="81673"/>
                </a:cubicBezTo>
                <a:cubicBezTo>
                  <a:pt x="1009563" y="71020"/>
                  <a:pt x="1006897" y="65694"/>
                  <a:pt x="1001564" y="65694"/>
                </a:cubicBezTo>
                <a:cubicBezTo>
                  <a:pt x="994360" y="65694"/>
                  <a:pt x="987921" y="68956"/>
                  <a:pt x="982248" y="75480"/>
                </a:cubicBezTo>
                <a:cubicBezTo>
                  <a:pt x="979354" y="78827"/>
                  <a:pt x="975383" y="85209"/>
                  <a:pt x="970334" y="94627"/>
                </a:cubicBezTo>
                <a:cubicBezTo>
                  <a:pt x="970334" y="116198"/>
                  <a:pt x="969426" y="128966"/>
                  <a:pt x="967611" y="132930"/>
                </a:cubicBezTo>
                <a:cubicBezTo>
                  <a:pt x="966023" y="136440"/>
                  <a:pt x="963555" y="138196"/>
                  <a:pt x="960208" y="138196"/>
                </a:cubicBezTo>
                <a:cubicBezTo>
                  <a:pt x="957882" y="138196"/>
                  <a:pt x="955839" y="137401"/>
                  <a:pt x="954081" y="135813"/>
                </a:cubicBezTo>
                <a:cubicBezTo>
                  <a:pt x="952322" y="134224"/>
                  <a:pt x="951443" y="132296"/>
                  <a:pt x="951443" y="130026"/>
                </a:cubicBezTo>
                <a:cubicBezTo>
                  <a:pt x="951443" y="129232"/>
                  <a:pt x="951698" y="127984"/>
                  <a:pt x="952209" y="126282"/>
                </a:cubicBezTo>
                <a:cubicBezTo>
                  <a:pt x="952663" y="124864"/>
                  <a:pt x="952975" y="120723"/>
                  <a:pt x="953145" y="113858"/>
                </a:cubicBezTo>
                <a:lnTo>
                  <a:pt x="953400" y="101264"/>
                </a:lnTo>
                <a:lnTo>
                  <a:pt x="953655" y="38719"/>
                </a:lnTo>
                <a:cubicBezTo>
                  <a:pt x="954052" y="31684"/>
                  <a:pt x="954251" y="26947"/>
                  <a:pt x="954251" y="24508"/>
                </a:cubicBezTo>
                <a:cubicBezTo>
                  <a:pt x="954251" y="21614"/>
                  <a:pt x="953982" y="18877"/>
                  <a:pt x="953443" y="16296"/>
                </a:cubicBezTo>
                <a:cubicBezTo>
                  <a:pt x="952904" y="13715"/>
                  <a:pt x="952634" y="11034"/>
                  <a:pt x="952634" y="8254"/>
                </a:cubicBezTo>
                <a:cubicBezTo>
                  <a:pt x="952634" y="5872"/>
                  <a:pt x="953457" y="3900"/>
                  <a:pt x="955102" y="2340"/>
                </a:cubicBezTo>
                <a:cubicBezTo>
                  <a:pt x="956747" y="780"/>
                  <a:pt x="958761" y="0"/>
                  <a:pt x="961144" y="0"/>
                </a:cubicBezTo>
                <a:cubicBezTo>
                  <a:pt x="965796" y="0"/>
                  <a:pt x="968519" y="2496"/>
                  <a:pt x="969313" y="7488"/>
                </a:cubicBezTo>
                <a:cubicBezTo>
                  <a:pt x="970221" y="12991"/>
                  <a:pt x="970675" y="17955"/>
                  <a:pt x="970675" y="22380"/>
                </a:cubicBezTo>
                <a:cubicBezTo>
                  <a:pt x="970675" y="28337"/>
                  <a:pt x="970476" y="34549"/>
                  <a:pt x="970079" y="41016"/>
                </a:cubicBezTo>
                <a:cubicBezTo>
                  <a:pt x="969738" y="47200"/>
                  <a:pt x="969597" y="53412"/>
                  <a:pt x="969653" y="59652"/>
                </a:cubicBezTo>
                <a:lnTo>
                  <a:pt x="969738" y="67141"/>
                </a:lnTo>
                <a:cubicBezTo>
                  <a:pt x="974390" y="60900"/>
                  <a:pt x="979368" y="56234"/>
                  <a:pt x="984673" y="53142"/>
                </a:cubicBezTo>
                <a:cubicBezTo>
                  <a:pt x="989977" y="50051"/>
                  <a:pt x="995608" y="48505"/>
                  <a:pt x="1001564" y="48505"/>
                </a:cubicBezTo>
                <a:cubicBezTo>
                  <a:pt x="1010982" y="48505"/>
                  <a:pt x="1017449" y="51568"/>
                  <a:pt x="1020966" y="57695"/>
                </a:cubicBezTo>
                <a:cubicBezTo>
                  <a:pt x="1023462" y="62006"/>
                  <a:pt x="1024881" y="69268"/>
                  <a:pt x="1025221" y="79479"/>
                </a:cubicBezTo>
                <a:lnTo>
                  <a:pt x="1025902" y="95733"/>
                </a:lnTo>
                <a:lnTo>
                  <a:pt x="1027604" y="113433"/>
                </a:lnTo>
                <a:cubicBezTo>
                  <a:pt x="1028398" y="120070"/>
                  <a:pt x="1029362" y="125913"/>
                  <a:pt x="1030497" y="130962"/>
                </a:cubicBezTo>
                <a:cubicBezTo>
                  <a:pt x="1030724" y="131927"/>
                  <a:pt x="1030837" y="132749"/>
                  <a:pt x="1030837" y="133430"/>
                </a:cubicBezTo>
                <a:cubicBezTo>
                  <a:pt x="1030837" y="135756"/>
                  <a:pt x="1029986" y="137699"/>
                  <a:pt x="1028284" y="139259"/>
                </a:cubicBezTo>
                <a:cubicBezTo>
                  <a:pt x="1026582" y="140819"/>
                  <a:pt x="1024540" y="141599"/>
                  <a:pt x="1022157" y="141599"/>
                </a:cubicBezTo>
                <a:close/>
                <a:moveTo>
                  <a:pt x="1117601" y="141940"/>
                </a:moveTo>
                <a:cubicBezTo>
                  <a:pt x="1116523" y="141940"/>
                  <a:pt x="1114566" y="140681"/>
                  <a:pt x="1111729" y="138164"/>
                </a:cubicBezTo>
                <a:cubicBezTo>
                  <a:pt x="1109176" y="135818"/>
                  <a:pt x="1107276" y="133730"/>
                  <a:pt x="1106028" y="131898"/>
                </a:cubicBezTo>
                <a:cubicBezTo>
                  <a:pt x="1100582" y="134877"/>
                  <a:pt x="1095788" y="137125"/>
                  <a:pt x="1091647" y="138642"/>
                </a:cubicBezTo>
                <a:cubicBezTo>
                  <a:pt x="1087505" y="140160"/>
                  <a:pt x="1084045" y="140919"/>
                  <a:pt x="1081265" y="140919"/>
                </a:cubicBezTo>
                <a:cubicBezTo>
                  <a:pt x="1067990" y="140919"/>
                  <a:pt x="1058318" y="137174"/>
                  <a:pt x="1052247" y="129686"/>
                </a:cubicBezTo>
                <a:cubicBezTo>
                  <a:pt x="1046518" y="122651"/>
                  <a:pt x="1043653" y="111873"/>
                  <a:pt x="1043653" y="97350"/>
                </a:cubicBezTo>
                <a:cubicBezTo>
                  <a:pt x="1043653" y="83621"/>
                  <a:pt x="1048376" y="71878"/>
                  <a:pt x="1057821" y="62120"/>
                </a:cubicBezTo>
                <a:cubicBezTo>
                  <a:pt x="1067267" y="52362"/>
                  <a:pt x="1078542" y="47483"/>
                  <a:pt x="1091647" y="47483"/>
                </a:cubicBezTo>
                <a:cubicBezTo>
                  <a:pt x="1096582" y="47483"/>
                  <a:pt x="1102113" y="48760"/>
                  <a:pt x="1108240" y="51313"/>
                </a:cubicBezTo>
                <a:cubicBezTo>
                  <a:pt x="1115956" y="54490"/>
                  <a:pt x="1119813" y="58319"/>
                  <a:pt x="1119813" y="62801"/>
                </a:cubicBezTo>
                <a:cubicBezTo>
                  <a:pt x="1119813" y="64332"/>
                  <a:pt x="1119246" y="65694"/>
                  <a:pt x="1118111" y="66885"/>
                </a:cubicBezTo>
                <a:cubicBezTo>
                  <a:pt x="1117544" y="69041"/>
                  <a:pt x="1117105" y="72587"/>
                  <a:pt x="1116793" y="77522"/>
                </a:cubicBezTo>
                <a:cubicBezTo>
                  <a:pt x="1116480" y="82458"/>
                  <a:pt x="1116296" y="88783"/>
                  <a:pt x="1116239" y="96499"/>
                </a:cubicBezTo>
                <a:cubicBezTo>
                  <a:pt x="1116183" y="103533"/>
                  <a:pt x="1116665" y="109093"/>
                  <a:pt x="1117686" y="113177"/>
                </a:cubicBezTo>
                <a:cubicBezTo>
                  <a:pt x="1118253" y="115674"/>
                  <a:pt x="1120040" y="120666"/>
                  <a:pt x="1123047" y="128154"/>
                </a:cubicBezTo>
                <a:cubicBezTo>
                  <a:pt x="1123444" y="129175"/>
                  <a:pt x="1124097" y="130679"/>
                  <a:pt x="1125004" y="132664"/>
                </a:cubicBezTo>
                <a:lnTo>
                  <a:pt x="1125515" y="134111"/>
                </a:lnTo>
                <a:cubicBezTo>
                  <a:pt x="1125515" y="136380"/>
                  <a:pt x="1124721" y="138252"/>
                  <a:pt x="1123132" y="139727"/>
                </a:cubicBezTo>
                <a:cubicBezTo>
                  <a:pt x="1121544" y="141202"/>
                  <a:pt x="1119700" y="141940"/>
                  <a:pt x="1117601" y="141940"/>
                </a:cubicBezTo>
                <a:moveTo>
                  <a:pt x="1099901" y="82830"/>
                </a:moveTo>
                <a:cubicBezTo>
                  <a:pt x="1099901" y="80396"/>
                  <a:pt x="1100057" y="77751"/>
                  <a:pt x="1100369" y="74895"/>
                </a:cubicBezTo>
                <a:cubicBezTo>
                  <a:pt x="1100681" y="72037"/>
                  <a:pt x="1101149" y="68996"/>
                  <a:pt x="1101773" y="65771"/>
                </a:cubicBezTo>
                <a:cubicBezTo>
                  <a:pt x="1099674" y="64695"/>
                  <a:pt x="1097873" y="63903"/>
                  <a:pt x="1096370" y="63394"/>
                </a:cubicBezTo>
                <a:cubicBezTo>
                  <a:pt x="1094866" y="62885"/>
                  <a:pt x="1093661" y="62630"/>
                  <a:pt x="1092753" y="62630"/>
                </a:cubicBezTo>
                <a:cubicBezTo>
                  <a:pt x="1083960" y="62630"/>
                  <a:pt x="1076372" y="66209"/>
                  <a:pt x="1069990" y="73366"/>
                </a:cubicBezTo>
                <a:cubicBezTo>
                  <a:pt x="1063608" y="80523"/>
                  <a:pt x="1060417" y="88769"/>
                  <a:pt x="1060417" y="98105"/>
                </a:cubicBezTo>
                <a:cubicBezTo>
                  <a:pt x="1060417" y="107384"/>
                  <a:pt x="1062062" y="114343"/>
                  <a:pt x="1065352" y="118983"/>
                </a:cubicBezTo>
                <a:cubicBezTo>
                  <a:pt x="1068642" y="123622"/>
                  <a:pt x="1073578" y="125942"/>
                  <a:pt x="1080159" y="125942"/>
                </a:cubicBezTo>
                <a:cubicBezTo>
                  <a:pt x="1085605" y="125942"/>
                  <a:pt x="1090228" y="124952"/>
                  <a:pt x="1094029" y="122971"/>
                </a:cubicBezTo>
                <a:cubicBezTo>
                  <a:pt x="1096072" y="121897"/>
                  <a:pt x="1098937" y="119747"/>
                  <a:pt x="1102624" y="116523"/>
                </a:cubicBezTo>
                <a:cubicBezTo>
                  <a:pt x="1100809" y="101528"/>
                  <a:pt x="1099901" y="90297"/>
                  <a:pt x="1099901" y="82830"/>
                </a:cubicBezTo>
                <a:close/>
                <a:moveTo>
                  <a:pt x="1206749" y="73267"/>
                </a:moveTo>
                <a:cubicBezTo>
                  <a:pt x="1206352" y="80359"/>
                  <a:pt x="1203516" y="83904"/>
                  <a:pt x="1198240" y="83904"/>
                </a:cubicBezTo>
                <a:cubicBezTo>
                  <a:pt x="1193361" y="83904"/>
                  <a:pt x="1190922" y="81108"/>
                  <a:pt x="1190922" y="75515"/>
                </a:cubicBezTo>
                <a:cubicBezTo>
                  <a:pt x="1190922" y="74440"/>
                  <a:pt x="1190836" y="72462"/>
                  <a:pt x="1190666" y="69579"/>
                </a:cubicBezTo>
                <a:lnTo>
                  <a:pt x="1190411" y="62460"/>
                </a:lnTo>
                <a:cubicBezTo>
                  <a:pt x="1181448" y="63540"/>
                  <a:pt x="1174271" y="66070"/>
                  <a:pt x="1168882" y="70050"/>
                </a:cubicBezTo>
                <a:cubicBezTo>
                  <a:pt x="1163833" y="73746"/>
                  <a:pt x="1159635" y="79318"/>
                  <a:pt x="1156288" y="86766"/>
                </a:cubicBezTo>
                <a:lnTo>
                  <a:pt x="1156458" y="133497"/>
                </a:lnTo>
                <a:cubicBezTo>
                  <a:pt x="1156458" y="139239"/>
                  <a:pt x="1153650" y="142110"/>
                  <a:pt x="1148033" y="142110"/>
                </a:cubicBezTo>
                <a:cubicBezTo>
                  <a:pt x="1143041" y="142110"/>
                  <a:pt x="1140545" y="139240"/>
                  <a:pt x="1140545" y="133499"/>
                </a:cubicBezTo>
                <a:lnTo>
                  <a:pt x="1140545" y="73653"/>
                </a:lnTo>
                <a:cubicBezTo>
                  <a:pt x="1140545" y="71777"/>
                  <a:pt x="1140616" y="68965"/>
                  <a:pt x="1140758" y="65215"/>
                </a:cubicBezTo>
                <a:cubicBezTo>
                  <a:pt x="1140899" y="61464"/>
                  <a:pt x="1140970" y="58650"/>
                  <a:pt x="1140970" y="56775"/>
                </a:cubicBezTo>
                <a:cubicBezTo>
                  <a:pt x="1140970" y="51034"/>
                  <a:pt x="1143466" y="48164"/>
                  <a:pt x="1148459" y="48164"/>
                </a:cubicBezTo>
                <a:cubicBezTo>
                  <a:pt x="1154018" y="48164"/>
                  <a:pt x="1156827" y="52873"/>
                  <a:pt x="1156883" y="62290"/>
                </a:cubicBezTo>
                <a:cubicBezTo>
                  <a:pt x="1167776" y="51738"/>
                  <a:pt x="1179859" y="46462"/>
                  <a:pt x="1193134" y="46462"/>
                </a:cubicBezTo>
                <a:cubicBezTo>
                  <a:pt x="1197729" y="46462"/>
                  <a:pt x="1201161" y="48193"/>
                  <a:pt x="1203431" y="51653"/>
                </a:cubicBezTo>
                <a:cubicBezTo>
                  <a:pt x="1205700" y="55114"/>
                  <a:pt x="1206834" y="60333"/>
                  <a:pt x="1206834" y="67311"/>
                </a:cubicBezTo>
                <a:cubicBezTo>
                  <a:pt x="1206834" y="70261"/>
                  <a:pt x="1206806" y="72246"/>
                  <a:pt x="1206749" y="73267"/>
                </a:cubicBezTo>
                <a:close/>
                <a:moveTo>
                  <a:pt x="1301699" y="61147"/>
                </a:moveTo>
                <a:cubicBezTo>
                  <a:pt x="1301018" y="69481"/>
                  <a:pt x="1300678" y="77815"/>
                  <a:pt x="1300678" y="86149"/>
                </a:cubicBezTo>
                <a:cubicBezTo>
                  <a:pt x="1300678" y="105029"/>
                  <a:pt x="1301557" y="119288"/>
                  <a:pt x="1303316" y="128925"/>
                </a:cubicBezTo>
                <a:cubicBezTo>
                  <a:pt x="1303429" y="129720"/>
                  <a:pt x="1303486" y="130372"/>
                  <a:pt x="1303486" y="130883"/>
                </a:cubicBezTo>
                <a:cubicBezTo>
                  <a:pt x="1303486" y="133150"/>
                  <a:pt x="1302692" y="135020"/>
                  <a:pt x="1301103" y="136494"/>
                </a:cubicBezTo>
                <a:cubicBezTo>
                  <a:pt x="1299515" y="137969"/>
                  <a:pt x="1297671" y="138706"/>
                  <a:pt x="1295572" y="138706"/>
                </a:cubicBezTo>
                <a:cubicBezTo>
                  <a:pt x="1292055" y="138706"/>
                  <a:pt x="1289474" y="136153"/>
                  <a:pt x="1287828" y="131048"/>
                </a:cubicBezTo>
                <a:cubicBezTo>
                  <a:pt x="1283744" y="134054"/>
                  <a:pt x="1279503" y="136338"/>
                  <a:pt x="1275107" y="137898"/>
                </a:cubicBezTo>
                <a:cubicBezTo>
                  <a:pt x="1270710" y="139458"/>
                  <a:pt x="1266129" y="140238"/>
                  <a:pt x="1261364" y="140238"/>
                </a:cubicBezTo>
                <a:cubicBezTo>
                  <a:pt x="1249620" y="140238"/>
                  <a:pt x="1239891" y="136320"/>
                  <a:pt x="1232176" y="128484"/>
                </a:cubicBezTo>
                <a:cubicBezTo>
                  <a:pt x="1224233" y="120478"/>
                  <a:pt x="1220262" y="110200"/>
                  <a:pt x="1220262" y="97650"/>
                </a:cubicBezTo>
                <a:cubicBezTo>
                  <a:pt x="1220262" y="82489"/>
                  <a:pt x="1224276" y="70338"/>
                  <a:pt x="1232303" y="61197"/>
                </a:cubicBezTo>
                <a:cubicBezTo>
                  <a:pt x="1240331" y="52055"/>
                  <a:pt x="1250755" y="47483"/>
                  <a:pt x="1263576" y="47483"/>
                </a:cubicBezTo>
                <a:cubicBezTo>
                  <a:pt x="1270157" y="47483"/>
                  <a:pt x="1275234" y="48505"/>
                  <a:pt x="1278808" y="50547"/>
                </a:cubicBezTo>
                <a:lnTo>
                  <a:pt x="1286807" y="56419"/>
                </a:lnTo>
                <a:cubicBezTo>
                  <a:pt x="1287601" y="32567"/>
                  <a:pt x="1288538" y="16508"/>
                  <a:pt x="1289615" y="8241"/>
                </a:cubicBezTo>
                <a:cubicBezTo>
                  <a:pt x="1290353" y="3201"/>
                  <a:pt x="1292934" y="681"/>
                  <a:pt x="1297359" y="681"/>
                </a:cubicBezTo>
                <a:cubicBezTo>
                  <a:pt x="1302522" y="681"/>
                  <a:pt x="1305103" y="3430"/>
                  <a:pt x="1305103" y="8930"/>
                </a:cubicBezTo>
                <a:cubicBezTo>
                  <a:pt x="1305103" y="16810"/>
                  <a:pt x="1303968" y="34216"/>
                  <a:pt x="1301699" y="61147"/>
                </a:cubicBezTo>
                <a:moveTo>
                  <a:pt x="1263916" y="63311"/>
                </a:moveTo>
                <a:cubicBezTo>
                  <a:pt x="1254386" y="63311"/>
                  <a:pt x="1247238" y="66134"/>
                  <a:pt x="1242472" y="71778"/>
                </a:cubicBezTo>
                <a:cubicBezTo>
                  <a:pt x="1237707" y="77423"/>
                  <a:pt x="1235324" y="85918"/>
                  <a:pt x="1235324" y="97264"/>
                </a:cubicBezTo>
                <a:cubicBezTo>
                  <a:pt x="1235324" y="104583"/>
                  <a:pt x="1237920" y="110880"/>
                  <a:pt x="1243111" y="116156"/>
                </a:cubicBezTo>
                <a:cubicBezTo>
                  <a:pt x="1248301" y="121432"/>
                  <a:pt x="1254386" y="124070"/>
                  <a:pt x="1261364" y="124070"/>
                </a:cubicBezTo>
                <a:cubicBezTo>
                  <a:pt x="1266129" y="124070"/>
                  <a:pt x="1270157" y="123190"/>
                  <a:pt x="1273447" y="121432"/>
                </a:cubicBezTo>
                <a:cubicBezTo>
                  <a:pt x="1275376" y="120411"/>
                  <a:pt x="1278525" y="118056"/>
                  <a:pt x="1282893" y="114369"/>
                </a:cubicBezTo>
                <a:cubicBezTo>
                  <a:pt x="1283744" y="113631"/>
                  <a:pt x="1284566" y="112752"/>
                  <a:pt x="1285361" y="111731"/>
                </a:cubicBezTo>
                <a:lnTo>
                  <a:pt x="1285105" y="97009"/>
                </a:lnTo>
                <a:lnTo>
                  <a:pt x="1285190" y="87138"/>
                </a:lnTo>
                <a:lnTo>
                  <a:pt x="1285361" y="77097"/>
                </a:lnTo>
                <a:cubicBezTo>
                  <a:pt x="1283205" y="72502"/>
                  <a:pt x="1280340" y="69055"/>
                  <a:pt x="1276766" y="66758"/>
                </a:cubicBezTo>
                <a:cubicBezTo>
                  <a:pt x="1273192" y="64460"/>
                  <a:pt x="1268909" y="63311"/>
                  <a:pt x="1263916" y="63311"/>
                </a:cubicBezTo>
                <a:close/>
                <a:moveTo>
                  <a:pt x="1435012" y="63896"/>
                </a:moveTo>
                <a:cubicBezTo>
                  <a:pt x="1433821" y="63896"/>
                  <a:pt x="1432417" y="63840"/>
                  <a:pt x="1430800" y="63726"/>
                </a:cubicBezTo>
                <a:cubicBezTo>
                  <a:pt x="1429183" y="63611"/>
                  <a:pt x="1427779" y="63553"/>
                  <a:pt x="1426588" y="63553"/>
                </a:cubicBezTo>
                <a:cubicBezTo>
                  <a:pt x="1425283" y="63553"/>
                  <a:pt x="1421425" y="63983"/>
                  <a:pt x="1415015" y="64843"/>
                </a:cubicBezTo>
                <a:lnTo>
                  <a:pt x="1416632" y="115079"/>
                </a:lnTo>
                <a:lnTo>
                  <a:pt x="1416717" y="118820"/>
                </a:lnTo>
                <a:lnTo>
                  <a:pt x="1416802" y="123155"/>
                </a:lnTo>
                <a:cubicBezTo>
                  <a:pt x="1417029" y="135565"/>
                  <a:pt x="1414050" y="141770"/>
                  <a:pt x="1407867" y="141770"/>
                </a:cubicBezTo>
                <a:cubicBezTo>
                  <a:pt x="1405597" y="141770"/>
                  <a:pt x="1403626" y="141033"/>
                  <a:pt x="1401952" y="139560"/>
                </a:cubicBezTo>
                <a:cubicBezTo>
                  <a:pt x="1400279" y="138087"/>
                  <a:pt x="1399442" y="136245"/>
                  <a:pt x="1399442" y="134034"/>
                </a:cubicBezTo>
                <a:cubicBezTo>
                  <a:pt x="1399442" y="131882"/>
                  <a:pt x="1399527" y="128652"/>
                  <a:pt x="1399697" y="124346"/>
                </a:cubicBezTo>
                <a:cubicBezTo>
                  <a:pt x="1399868" y="120038"/>
                  <a:pt x="1399953" y="116807"/>
                  <a:pt x="1399953" y="114653"/>
                </a:cubicBezTo>
                <a:lnTo>
                  <a:pt x="1398251" y="65013"/>
                </a:lnTo>
                <a:cubicBezTo>
                  <a:pt x="1394109" y="64843"/>
                  <a:pt x="1387812" y="64358"/>
                  <a:pt x="1379360" y="63559"/>
                </a:cubicBezTo>
                <a:cubicBezTo>
                  <a:pt x="1374311" y="62874"/>
                  <a:pt x="1371786" y="60053"/>
                  <a:pt x="1371786" y="55094"/>
                </a:cubicBezTo>
                <a:cubicBezTo>
                  <a:pt x="1371786" y="52586"/>
                  <a:pt x="1372552" y="50506"/>
                  <a:pt x="1374084" y="48856"/>
                </a:cubicBezTo>
                <a:cubicBezTo>
                  <a:pt x="1375615" y="47203"/>
                  <a:pt x="1377573" y="46377"/>
                  <a:pt x="1379955" y="46377"/>
                </a:cubicBezTo>
                <a:lnTo>
                  <a:pt x="1397825" y="47824"/>
                </a:lnTo>
                <a:cubicBezTo>
                  <a:pt x="1397825" y="44922"/>
                  <a:pt x="1397698" y="41039"/>
                  <a:pt x="1397442" y="36176"/>
                </a:cubicBezTo>
                <a:cubicBezTo>
                  <a:pt x="1397187" y="31312"/>
                  <a:pt x="1397059" y="27799"/>
                  <a:pt x="1397059" y="25638"/>
                </a:cubicBezTo>
                <a:cubicBezTo>
                  <a:pt x="1397059" y="23248"/>
                  <a:pt x="1397882" y="21271"/>
                  <a:pt x="1399527" y="19708"/>
                </a:cubicBezTo>
                <a:cubicBezTo>
                  <a:pt x="1401172" y="18142"/>
                  <a:pt x="1403186" y="17360"/>
                  <a:pt x="1405569" y="17360"/>
                </a:cubicBezTo>
                <a:cubicBezTo>
                  <a:pt x="1410675" y="17360"/>
                  <a:pt x="1413653" y="21529"/>
                  <a:pt x="1414504" y="29869"/>
                </a:cubicBezTo>
                <a:cubicBezTo>
                  <a:pt x="1414674" y="31968"/>
                  <a:pt x="1414759" y="34492"/>
                  <a:pt x="1414759" y="37442"/>
                </a:cubicBezTo>
                <a:lnTo>
                  <a:pt x="1414589" y="42378"/>
                </a:lnTo>
                <a:lnTo>
                  <a:pt x="1414504" y="47654"/>
                </a:lnTo>
                <a:cubicBezTo>
                  <a:pt x="1421539" y="46746"/>
                  <a:pt x="1425567" y="46292"/>
                  <a:pt x="1426588" y="46292"/>
                </a:cubicBezTo>
                <a:cubicBezTo>
                  <a:pt x="1432488" y="46292"/>
                  <a:pt x="1436345" y="46576"/>
                  <a:pt x="1438161" y="47143"/>
                </a:cubicBezTo>
                <a:cubicBezTo>
                  <a:pt x="1441621" y="48285"/>
                  <a:pt x="1443352" y="50976"/>
                  <a:pt x="1443352" y="55217"/>
                </a:cubicBezTo>
                <a:cubicBezTo>
                  <a:pt x="1443352" y="57737"/>
                  <a:pt x="1442572" y="59814"/>
                  <a:pt x="1441011" y="61447"/>
                </a:cubicBezTo>
                <a:cubicBezTo>
                  <a:pt x="1439451" y="63080"/>
                  <a:pt x="1437452" y="63896"/>
                  <a:pt x="1435012" y="63896"/>
                </a:cubicBezTo>
                <a:close/>
                <a:moveTo>
                  <a:pt x="1492775" y="141429"/>
                </a:moveTo>
                <a:cubicBezTo>
                  <a:pt x="1483245" y="141429"/>
                  <a:pt x="1475047" y="137906"/>
                  <a:pt x="1468183" y="130859"/>
                </a:cubicBezTo>
                <a:cubicBezTo>
                  <a:pt x="1460524" y="123016"/>
                  <a:pt x="1456496" y="112473"/>
                  <a:pt x="1456099" y="99230"/>
                </a:cubicBezTo>
                <a:cubicBezTo>
                  <a:pt x="1455759" y="86386"/>
                  <a:pt x="1458992" y="75076"/>
                  <a:pt x="1465800" y="65300"/>
                </a:cubicBezTo>
                <a:cubicBezTo>
                  <a:pt x="1473742" y="53763"/>
                  <a:pt x="1484805" y="47994"/>
                  <a:pt x="1498987" y="47994"/>
                </a:cubicBezTo>
                <a:cubicBezTo>
                  <a:pt x="1510333" y="47994"/>
                  <a:pt x="1518928" y="53195"/>
                  <a:pt x="1524771" y="63596"/>
                </a:cubicBezTo>
                <a:cubicBezTo>
                  <a:pt x="1529423" y="72006"/>
                  <a:pt x="1531664" y="82122"/>
                  <a:pt x="1531494" y="93943"/>
                </a:cubicBezTo>
                <a:cubicBezTo>
                  <a:pt x="1531324" y="106560"/>
                  <a:pt x="1528033" y="117331"/>
                  <a:pt x="1521623" y="126256"/>
                </a:cubicBezTo>
                <a:cubicBezTo>
                  <a:pt x="1514361" y="136371"/>
                  <a:pt x="1504745" y="141429"/>
                  <a:pt x="1492775" y="141429"/>
                </a:cubicBezTo>
                <a:moveTo>
                  <a:pt x="1497881" y="65354"/>
                </a:moveTo>
                <a:cubicBezTo>
                  <a:pt x="1489542" y="65297"/>
                  <a:pt x="1483046" y="69273"/>
                  <a:pt x="1478394" y="77283"/>
                </a:cubicBezTo>
                <a:cubicBezTo>
                  <a:pt x="1474707" y="83704"/>
                  <a:pt x="1472863" y="91033"/>
                  <a:pt x="1472863" y="99270"/>
                </a:cubicBezTo>
                <a:cubicBezTo>
                  <a:pt x="1472863" y="107508"/>
                  <a:pt x="1475104" y="113928"/>
                  <a:pt x="1479585" y="118530"/>
                </a:cubicBezTo>
                <a:cubicBezTo>
                  <a:pt x="1483330" y="122337"/>
                  <a:pt x="1487726" y="124240"/>
                  <a:pt x="1492775" y="124240"/>
                </a:cubicBezTo>
                <a:cubicBezTo>
                  <a:pt x="1498675" y="124240"/>
                  <a:pt x="1503753" y="122081"/>
                  <a:pt x="1508007" y="117762"/>
                </a:cubicBezTo>
                <a:cubicBezTo>
                  <a:pt x="1512829" y="112991"/>
                  <a:pt x="1515382" y="106543"/>
                  <a:pt x="1515666" y="98419"/>
                </a:cubicBezTo>
                <a:cubicBezTo>
                  <a:pt x="1516460" y="76432"/>
                  <a:pt x="1510532" y="65410"/>
                  <a:pt x="1497881" y="65354"/>
                </a:cubicBezTo>
                <a:close/>
                <a:moveTo>
                  <a:pt x="1643106" y="141770"/>
                </a:moveTo>
                <a:cubicBezTo>
                  <a:pt x="1631476" y="141770"/>
                  <a:pt x="1621775" y="138246"/>
                  <a:pt x="1614003" y="131199"/>
                </a:cubicBezTo>
                <a:cubicBezTo>
                  <a:pt x="1605834" y="123812"/>
                  <a:pt x="1601749" y="114065"/>
                  <a:pt x="1601749" y="101958"/>
                </a:cubicBezTo>
                <a:cubicBezTo>
                  <a:pt x="1601749" y="90422"/>
                  <a:pt x="1605578" y="78517"/>
                  <a:pt x="1613237" y="66242"/>
                </a:cubicBezTo>
                <a:cubicBezTo>
                  <a:pt x="1621747" y="52602"/>
                  <a:pt x="1631334" y="45782"/>
                  <a:pt x="1641999" y="45782"/>
                </a:cubicBezTo>
                <a:cubicBezTo>
                  <a:pt x="1647559" y="45782"/>
                  <a:pt x="1653771" y="47091"/>
                  <a:pt x="1660635" y="49709"/>
                </a:cubicBezTo>
                <a:cubicBezTo>
                  <a:pt x="1669315" y="53069"/>
                  <a:pt x="1673655" y="57168"/>
                  <a:pt x="1673655" y="62006"/>
                </a:cubicBezTo>
                <a:cubicBezTo>
                  <a:pt x="1673655" y="64168"/>
                  <a:pt x="1672946" y="66090"/>
                  <a:pt x="1671528" y="67771"/>
                </a:cubicBezTo>
                <a:cubicBezTo>
                  <a:pt x="1670109" y="69450"/>
                  <a:pt x="1668351" y="70289"/>
                  <a:pt x="1666252" y="70289"/>
                </a:cubicBezTo>
                <a:cubicBezTo>
                  <a:pt x="1664606" y="70289"/>
                  <a:pt x="1663174" y="69788"/>
                  <a:pt x="1661954" y="68787"/>
                </a:cubicBezTo>
                <a:cubicBezTo>
                  <a:pt x="1660735" y="67783"/>
                  <a:pt x="1659557" y="66794"/>
                  <a:pt x="1658423" y="65819"/>
                </a:cubicBezTo>
                <a:cubicBezTo>
                  <a:pt x="1655076" y="63126"/>
                  <a:pt x="1649601" y="61780"/>
                  <a:pt x="1641999" y="61780"/>
                </a:cubicBezTo>
                <a:cubicBezTo>
                  <a:pt x="1636213" y="61780"/>
                  <a:pt x="1630483" y="66956"/>
                  <a:pt x="1624810" y="77310"/>
                </a:cubicBezTo>
                <a:cubicBezTo>
                  <a:pt x="1619648" y="86808"/>
                  <a:pt x="1617066" y="95027"/>
                  <a:pt x="1617066" y="101966"/>
                </a:cubicBezTo>
                <a:cubicBezTo>
                  <a:pt x="1617066" y="109474"/>
                  <a:pt x="1619619" y="115390"/>
                  <a:pt x="1624725" y="119714"/>
                </a:cubicBezTo>
                <a:cubicBezTo>
                  <a:pt x="1629490" y="123752"/>
                  <a:pt x="1635617" y="125772"/>
                  <a:pt x="1643106" y="125772"/>
                </a:cubicBezTo>
                <a:cubicBezTo>
                  <a:pt x="1646509" y="125772"/>
                  <a:pt x="1650140" y="124864"/>
                  <a:pt x="1653998" y="123048"/>
                </a:cubicBezTo>
                <a:lnTo>
                  <a:pt x="1663869" y="117773"/>
                </a:lnTo>
                <a:cubicBezTo>
                  <a:pt x="1665571" y="116865"/>
                  <a:pt x="1666791" y="116411"/>
                  <a:pt x="1667528" y="116411"/>
                </a:cubicBezTo>
                <a:cubicBezTo>
                  <a:pt x="1669627" y="116411"/>
                  <a:pt x="1671442" y="117248"/>
                  <a:pt x="1672974" y="118921"/>
                </a:cubicBezTo>
                <a:cubicBezTo>
                  <a:pt x="1674506" y="120595"/>
                  <a:pt x="1675272" y="122510"/>
                  <a:pt x="1675272" y="124665"/>
                </a:cubicBezTo>
                <a:cubicBezTo>
                  <a:pt x="1675272" y="128807"/>
                  <a:pt x="1670904" y="132806"/>
                  <a:pt x="1662167" y="136664"/>
                </a:cubicBezTo>
                <a:cubicBezTo>
                  <a:pt x="1654508" y="140068"/>
                  <a:pt x="1648155" y="141770"/>
                  <a:pt x="1643106" y="141770"/>
                </a:cubicBezTo>
                <a:close/>
                <a:moveTo>
                  <a:pt x="1760506" y="141940"/>
                </a:moveTo>
                <a:cubicBezTo>
                  <a:pt x="1759428" y="141940"/>
                  <a:pt x="1757471" y="140681"/>
                  <a:pt x="1754634" y="138164"/>
                </a:cubicBezTo>
                <a:cubicBezTo>
                  <a:pt x="1752081" y="135818"/>
                  <a:pt x="1750181" y="133730"/>
                  <a:pt x="1748933" y="131898"/>
                </a:cubicBezTo>
                <a:cubicBezTo>
                  <a:pt x="1743487" y="134877"/>
                  <a:pt x="1738693" y="137125"/>
                  <a:pt x="1734552" y="138642"/>
                </a:cubicBezTo>
                <a:cubicBezTo>
                  <a:pt x="1730410" y="140160"/>
                  <a:pt x="1726950" y="140919"/>
                  <a:pt x="1724170" y="140919"/>
                </a:cubicBezTo>
                <a:cubicBezTo>
                  <a:pt x="1710895" y="140919"/>
                  <a:pt x="1701222" y="137174"/>
                  <a:pt x="1695152" y="129686"/>
                </a:cubicBezTo>
                <a:cubicBezTo>
                  <a:pt x="1689423" y="122651"/>
                  <a:pt x="1686558" y="111873"/>
                  <a:pt x="1686558" y="97350"/>
                </a:cubicBezTo>
                <a:cubicBezTo>
                  <a:pt x="1686558" y="83621"/>
                  <a:pt x="1691280" y="71878"/>
                  <a:pt x="1700726" y="62120"/>
                </a:cubicBezTo>
                <a:cubicBezTo>
                  <a:pt x="1710172" y="52362"/>
                  <a:pt x="1721447" y="47483"/>
                  <a:pt x="1734552" y="47483"/>
                </a:cubicBezTo>
                <a:cubicBezTo>
                  <a:pt x="1739487" y="47483"/>
                  <a:pt x="1745018" y="48760"/>
                  <a:pt x="1751145" y="51313"/>
                </a:cubicBezTo>
                <a:cubicBezTo>
                  <a:pt x="1758861" y="54490"/>
                  <a:pt x="1762718" y="58319"/>
                  <a:pt x="1762718" y="62801"/>
                </a:cubicBezTo>
                <a:cubicBezTo>
                  <a:pt x="1762718" y="64332"/>
                  <a:pt x="1762151" y="65694"/>
                  <a:pt x="1761016" y="66885"/>
                </a:cubicBezTo>
                <a:cubicBezTo>
                  <a:pt x="1760449" y="69041"/>
                  <a:pt x="1760009" y="72587"/>
                  <a:pt x="1759697" y="77522"/>
                </a:cubicBezTo>
                <a:cubicBezTo>
                  <a:pt x="1759385" y="82458"/>
                  <a:pt x="1759201" y="88783"/>
                  <a:pt x="1759144" y="96499"/>
                </a:cubicBezTo>
                <a:cubicBezTo>
                  <a:pt x="1759088" y="103533"/>
                  <a:pt x="1759570" y="109093"/>
                  <a:pt x="1760591" y="113177"/>
                </a:cubicBezTo>
                <a:cubicBezTo>
                  <a:pt x="1761158" y="115674"/>
                  <a:pt x="1762945" y="120666"/>
                  <a:pt x="1765952" y="128154"/>
                </a:cubicBezTo>
                <a:cubicBezTo>
                  <a:pt x="1766349" y="129175"/>
                  <a:pt x="1767001" y="130679"/>
                  <a:pt x="1767909" y="132664"/>
                </a:cubicBezTo>
                <a:lnTo>
                  <a:pt x="1768420" y="134111"/>
                </a:lnTo>
                <a:cubicBezTo>
                  <a:pt x="1768420" y="136380"/>
                  <a:pt x="1767626" y="138252"/>
                  <a:pt x="1766037" y="139727"/>
                </a:cubicBezTo>
                <a:cubicBezTo>
                  <a:pt x="1764449" y="141202"/>
                  <a:pt x="1762605" y="141940"/>
                  <a:pt x="1760506" y="141940"/>
                </a:cubicBezTo>
                <a:moveTo>
                  <a:pt x="1742806" y="82830"/>
                </a:moveTo>
                <a:cubicBezTo>
                  <a:pt x="1742806" y="80396"/>
                  <a:pt x="1742962" y="77751"/>
                  <a:pt x="1743274" y="74895"/>
                </a:cubicBezTo>
                <a:cubicBezTo>
                  <a:pt x="1743586" y="72037"/>
                  <a:pt x="1744054" y="68996"/>
                  <a:pt x="1744678" y="65771"/>
                </a:cubicBezTo>
                <a:cubicBezTo>
                  <a:pt x="1742579" y="64695"/>
                  <a:pt x="1740778" y="63903"/>
                  <a:pt x="1739274" y="63394"/>
                </a:cubicBezTo>
                <a:cubicBezTo>
                  <a:pt x="1737771" y="62885"/>
                  <a:pt x="1736566" y="62630"/>
                  <a:pt x="1735658" y="62630"/>
                </a:cubicBezTo>
                <a:cubicBezTo>
                  <a:pt x="1726865" y="62630"/>
                  <a:pt x="1719277" y="66209"/>
                  <a:pt x="1712895" y="73366"/>
                </a:cubicBezTo>
                <a:cubicBezTo>
                  <a:pt x="1706513" y="80523"/>
                  <a:pt x="1703321" y="88769"/>
                  <a:pt x="1703321" y="98105"/>
                </a:cubicBezTo>
                <a:cubicBezTo>
                  <a:pt x="1703321" y="107384"/>
                  <a:pt x="1704967" y="114343"/>
                  <a:pt x="1708257" y="118983"/>
                </a:cubicBezTo>
                <a:cubicBezTo>
                  <a:pt x="1711547" y="123622"/>
                  <a:pt x="1716483" y="125942"/>
                  <a:pt x="1723064" y="125942"/>
                </a:cubicBezTo>
                <a:cubicBezTo>
                  <a:pt x="1728510" y="125942"/>
                  <a:pt x="1733133" y="124952"/>
                  <a:pt x="1736934" y="122971"/>
                </a:cubicBezTo>
                <a:cubicBezTo>
                  <a:pt x="1738977" y="121897"/>
                  <a:pt x="1741841" y="119747"/>
                  <a:pt x="1745529" y="116523"/>
                </a:cubicBezTo>
                <a:cubicBezTo>
                  <a:pt x="1743714" y="101528"/>
                  <a:pt x="1742806" y="90297"/>
                  <a:pt x="1742806" y="82830"/>
                </a:cubicBezTo>
                <a:close/>
                <a:moveTo>
                  <a:pt x="1819615" y="139387"/>
                </a:moveTo>
                <a:cubicBezTo>
                  <a:pt x="1813942" y="139387"/>
                  <a:pt x="1807702" y="138479"/>
                  <a:pt x="1800894" y="136664"/>
                </a:cubicBezTo>
                <a:lnTo>
                  <a:pt x="1800724" y="177340"/>
                </a:lnTo>
                <a:cubicBezTo>
                  <a:pt x="1800724" y="179836"/>
                  <a:pt x="1799944" y="181878"/>
                  <a:pt x="1798384" y="183466"/>
                </a:cubicBezTo>
                <a:cubicBezTo>
                  <a:pt x="1796824" y="185055"/>
                  <a:pt x="1794824" y="185849"/>
                  <a:pt x="1792385" y="185849"/>
                </a:cubicBezTo>
                <a:cubicBezTo>
                  <a:pt x="1789945" y="185849"/>
                  <a:pt x="1787945" y="185054"/>
                  <a:pt x="1786385" y="183464"/>
                </a:cubicBezTo>
                <a:cubicBezTo>
                  <a:pt x="1784825" y="181874"/>
                  <a:pt x="1784045" y="179829"/>
                  <a:pt x="1784045" y="177329"/>
                </a:cubicBezTo>
                <a:lnTo>
                  <a:pt x="1784300" y="143251"/>
                </a:lnTo>
                <a:lnTo>
                  <a:pt x="1784300" y="109258"/>
                </a:lnTo>
                <a:cubicBezTo>
                  <a:pt x="1784130" y="96818"/>
                  <a:pt x="1783705" y="85487"/>
                  <a:pt x="1783024" y="75265"/>
                </a:cubicBezTo>
                <a:lnTo>
                  <a:pt x="1781748" y="57969"/>
                </a:lnTo>
                <a:cubicBezTo>
                  <a:pt x="1781748" y="53936"/>
                  <a:pt x="1782485" y="50527"/>
                  <a:pt x="1783960" y="47744"/>
                </a:cubicBezTo>
                <a:cubicBezTo>
                  <a:pt x="1785662" y="44393"/>
                  <a:pt x="1788130" y="42718"/>
                  <a:pt x="1791363" y="42718"/>
                </a:cubicBezTo>
                <a:cubicBezTo>
                  <a:pt x="1793576" y="42718"/>
                  <a:pt x="1795434" y="43510"/>
                  <a:pt x="1796937" y="45093"/>
                </a:cubicBezTo>
                <a:cubicBezTo>
                  <a:pt x="1798441" y="46676"/>
                  <a:pt x="1799192" y="48607"/>
                  <a:pt x="1799192" y="50887"/>
                </a:cubicBezTo>
                <a:cubicBezTo>
                  <a:pt x="1799192" y="51398"/>
                  <a:pt x="1799107" y="52334"/>
                  <a:pt x="1798937" y="53695"/>
                </a:cubicBezTo>
                <a:cubicBezTo>
                  <a:pt x="1798653" y="55454"/>
                  <a:pt x="1798455" y="57071"/>
                  <a:pt x="1798341" y="58546"/>
                </a:cubicBezTo>
                <a:cubicBezTo>
                  <a:pt x="1803220" y="55199"/>
                  <a:pt x="1807929" y="52688"/>
                  <a:pt x="1812467" y="51015"/>
                </a:cubicBezTo>
                <a:cubicBezTo>
                  <a:pt x="1817006" y="49341"/>
                  <a:pt x="1821345" y="48505"/>
                  <a:pt x="1825487" y="48505"/>
                </a:cubicBezTo>
                <a:cubicBezTo>
                  <a:pt x="1837117" y="48505"/>
                  <a:pt x="1845626" y="53672"/>
                  <a:pt x="1851016" y="64005"/>
                </a:cubicBezTo>
                <a:cubicBezTo>
                  <a:pt x="1855270" y="72183"/>
                  <a:pt x="1857398" y="83001"/>
                  <a:pt x="1857398" y="96459"/>
                </a:cubicBezTo>
                <a:cubicBezTo>
                  <a:pt x="1857398" y="108723"/>
                  <a:pt x="1854107" y="118831"/>
                  <a:pt x="1847527" y="126782"/>
                </a:cubicBezTo>
                <a:cubicBezTo>
                  <a:pt x="1840549" y="135185"/>
                  <a:pt x="1831245" y="139387"/>
                  <a:pt x="1819615" y="139387"/>
                </a:cubicBezTo>
                <a:moveTo>
                  <a:pt x="1825487" y="65524"/>
                </a:moveTo>
                <a:cubicBezTo>
                  <a:pt x="1820268" y="65524"/>
                  <a:pt x="1815559" y="66687"/>
                  <a:pt x="1811361" y="69013"/>
                </a:cubicBezTo>
                <a:cubicBezTo>
                  <a:pt x="1808354" y="70658"/>
                  <a:pt x="1804553" y="73665"/>
                  <a:pt x="1799958" y="78033"/>
                </a:cubicBezTo>
                <a:cubicBezTo>
                  <a:pt x="1800696" y="90911"/>
                  <a:pt x="1801064" y="104441"/>
                  <a:pt x="1801064" y="118624"/>
                </a:cubicBezTo>
                <a:cubicBezTo>
                  <a:pt x="1807248" y="121006"/>
                  <a:pt x="1813432" y="122198"/>
                  <a:pt x="1819615" y="122198"/>
                </a:cubicBezTo>
                <a:cubicBezTo>
                  <a:pt x="1826707" y="122198"/>
                  <a:pt x="1832124" y="119560"/>
                  <a:pt x="1835868" y="114284"/>
                </a:cubicBezTo>
                <a:cubicBezTo>
                  <a:pt x="1839102" y="109688"/>
                  <a:pt x="1840719" y="103732"/>
                  <a:pt x="1840719" y="96414"/>
                </a:cubicBezTo>
                <a:cubicBezTo>
                  <a:pt x="1840719" y="86089"/>
                  <a:pt x="1839457" y="78359"/>
                  <a:pt x="1836932" y="73225"/>
                </a:cubicBezTo>
                <a:cubicBezTo>
                  <a:pt x="1834408" y="68091"/>
                  <a:pt x="1830593" y="65524"/>
                  <a:pt x="1825487" y="65524"/>
                </a:cubicBezTo>
                <a:close/>
                <a:moveTo>
                  <a:pt x="1934139" y="63896"/>
                </a:moveTo>
                <a:cubicBezTo>
                  <a:pt x="1932948" y="63896"/>
                  <a:pt x="1931544" y="63840"/>
                  <a:pt x="1929927" y="63726"/>
                </a:cubicBezTo>
                <a:cubicBezTo>
                  <a:pt x="1928310" y="63611"/>
                  <a:pt x="1926906" y="63553"/>
                  <a:pt x="1925715" y="63553"/>
                </a:cubicBezTo>
                <a:cubicBezTo>
                  <a:pt x="1924410" y="63553"/>
                  <a:pt x="1920552" y="63983"/>
                  <a:pt x="1914142" y="64843"/>
                </a:cubicBezTo>
                <a:lnTo>
                  <a:pt x="1915758" y="115079"/>
                </a:lnTo>
                <a:lnTo>
                  <a:pt x="1915844" y="118820"/>
                </a:lnTo>
                <a:lnTo>
                  <a:pt x="1915929" y="123155"/>
                </a:lnTo>
                <a:cubicBezTo>
                  <a:pt x="1916156" y="135565"/>
                  <a:pt x="1913177" y="141770"/>
                  <a:pt x="1906994" y="141770"/>
                </a:cubicBezTo>
                <a:cubicBezTo>
                  <a:pt x="1904724" y="141770"/>
                  <a:pt x="1902753" y="141033"/>
                  <a:pt x="1901079" y="139560"/>
                </a:cubicBezTo>
                <a:cubicBezTo>
                  <a:pt x="1899406" y="138087"/>
                  <a:pt x="1898569" y="136245"/>
                  <a:pt x="1898569" y="134034"/>
                </a:cubicBezTo>
                <a:cubicBezTo>
                  <a:pt x="1898569" y="131882"/>
                  <a:pt x="1898654" y="128652"/>
                  <a:pt x="1898824" y="124346"/>
                </a:cubicBezTo>
                <a:cubicBezTo>
                  <a:pt x="1898995" y="120038"/>
                  <a:pt x="1899080" y="116807"/>
                  <a:pt x="1899080" y="114653"/>
                </a:cubicBezTo>
                <a:lnTo>
                  <a:pt x="1897378" y="65013"/>
                </a:lnTo>
                <a:cubicBezTo>
                  <a:pt x="1893236" y="64843"/>
                  <a:pt x="1886939" y="64358"/>
                  <a:pt x="1878487" y="63559"/>
                </a:cubicBezTo>
                <a:cubicBezTo>
                  <a:pt x="1873437" y="62874"/>
                  <a:pt x="1870913" y="60053"/>
                  <a:pt x="1870913" y="55094"/>
                </a:cubicBezTo>
                <a:cubicBezTo>
                  <a:pt x="1870913" y="52586"/>
                  <a:pt x="1871679" y="50506"/>
                  <a:pt x="1873211" y="48856"/>
                </a:cubicBezTo>
                <a:cubicBezTo>
                  <a:pt x="1874742" y="47203"/>
                  <a:pt x="1876699" y="46377"/>
                  <a:pt x="1879082" y="46377"/>
                </a:cubicBezTo>
                <a:lnTo>
                  <a:pt x="1896952" y="47824"/>
                </a:lnTo>
                <a:cubicBezTo>
                  <a:pt x="1896952" y="44922"/>
                  <a:pt x="1896825" y="41039"/>
                  <a:pt x="1896569" y="36176"/>
                </a:cubicBezTo>
                <a:cubicBezTo>
                  <a:pt x="1896314" y="31312"/>
                  <a:pt x="1896186" y="27799"/>
                  <a:pt x="1896186" y="25638"/>
                </a:cubicBezTo>
                <a:cubicBezTo>
                  <a:pt x="1896186" y="23248"/>
                  <a:pt x="1897009" y="21271"/>
                  <a:pt x="1898654" y="19708"/>
                </a:cubicBezTo>
                <a:cubicBezTo>
                  <a:pt x="1900299" y="18142"/>
                  <a:pt x="1902313" y="17360"/>
                  <a:pt x="1904696" y="17360"/>
                </a:cubicBezTo>
                <a:cubicBezTo>
                  <a:pt x="1909802" y="17360"/>
                  <a:pt x="1912780" y="21529"/>
                  <a:pt x="1913631" y="29869"/>
                </a:cubicBezTo>
                <a:cubicBezTo>
                  <a:pt x="1913801" y="31968"/>
                  <a:pt x="1913886" y="34492"/>
                  <a:pt x="1913886" y="37442"/>
                </a:cubicBezTo>
                <a:lnTo>
                  <a:pt x="1913716" y="42378"/>
                </a:lnTo>
                <a:lnTo>
                  <a:pt x="1913631" y="47654"/>
                </a:lnTo>
                <a:cubicBezTo>
                  <a:pt x="1920666" y="46746"/>
                  <a:pt x="1924694" y="46292"/>
                  <a:pt x="1925715" y="46292"/>
                </a:cubicBezTo>
                <a:cubicBezTo>
                  <a:pt x="1931615" y="46292"/>
                  <a:pt x="1935472" y="46576"/>
                  <a:pt x="1937288" y="47143"/>
                </a:cubicBezTo>
                <a:cubicBezTo>
                  <a:pt x="1940748" y="48285"/>
                  <a:pt x="1942479" y="50976"/>
                  <a:pt x="1942479" y="55217"/>
                </a:cubicBezTo>
                <a:cubicBezTo>
                  <a:pt x="1942479" y="57737"/>
                  <a:pt x="1941698" y="59814"/>
                  <a:pt x="1940138" y="61447"/>
                </a:cubicBezTo>
                <a:cubicBezTo>
                  <a:pt x="1938578" y="63080"/>
                  <a:pt x="1936579" y="63896"/>
                  <a:pt x="1934139" y="63896"/>
                </a:cubicBezTo>
                <a:close/>
                <a:moveTo>
                  <a:pt x="2029429" y="86628"/>
                </a:moveTo>
                <a:cubicBezTo>
                  <a:pt x="2029429" y="90712"/>
                  <a:pt x="2029458" y="96839"/>
                  <a:pt x="2029514" y="105008"/>
                </a:cubicBezTo>
                <a:cubicBezTo>
                  <a:pt x="2029571" y="113177"/>
                  <a:pt x="2029599" y="119304"/>
                  <a:pt x="2029599" y="123389"/>
                </a:cubicBezTo>
                <a:cubicBezTo>
                  <a:pt x="2029599" y="124637"/>
                  <a:pt x="2029699" y="126537"/>
                  <a:pt x="2029897" y="129090"/>
                </a:cubicBezTo>
                <a:cubicBezTo>
                  <a:pt x="2030096" y="131643"/>
                  <a:pt x="2030195" y="133544"/>
                  <a:pt x="2030195" y="134792"/>
                </a:cubicBezTo>
                <a:cubicBezTo>
                  <a:pt x="2030195" y="137231"/>
                  <a:pt x="2029372" y="139231"/>
                  <a:pt x="2027727" y="140791"/>
                </a:cubicBezTo>
                <a:cubicBezTo>
                  <a:pt x="2026082" y="142351"/>
                  <a:pt x="2024068" y="143131"/>
                  <a:pt x="2021685" y="143131"/>
                </a:cubicBezTo>
                <a:cubicBezTo>
                  <a:pt x="2017317" y="143131"/>
                  <a:pt x="2014537" y="140436"/>
                  <a:pt x="2013346" y="135047"/>
                </a:cubicBezTo>
                <a:cubicBezTo>
                  <a:pt x="2006255" y="138734"/>
                  <a:pt x="1998086" y="140578"/>
                  <a:pt x="1988838" y="140578"/>
                </a:cubicBezTo>
                <a:cubicBezTo>
                  <a:pt x="1981407" y="140578"/>
                  <a:pt x="1975252" y="138933"/>
                  <a:pt x="1970373" y="135643"/>
                </a:cubicBezTo>
                <a:cubicBezTo>
                  <a:pt x="1964983" y="132012"/>
                  <a:pt x="1961778" y="126708"/>
                  <a:pt x="1960757" y="119730"/>
                </a:cubicBezTo>
                <a:cubicBezTo>
                  <a:pt x="1958544" y="104696"/>
                  <a:pt x="1957438" y="91308"/>
                  <a:pt x="1957438" y="79565"/>
                </a:cubicBezTo>
                <a:cubicBezTo>
                  <a:pt x="1957438" y="71792"/>
                  <a:pt x="1958289" y="62943"/>
                  <a:pt x="1959991" y="53015"/>
                </a:cubicBezTo>
                <a:cubicBezTo>
                  <a:pt x="1960785" y="48079"/>
                  <a:pt x="1963480" y="45611"/>
                  <a:pt x="1968075" y="45611"/>
                </a:cubicBezTo>
                <a:cubicBezTo>
                  <a:pt x="1970515" y="45611"/>
                  <a:pt x="1972557" y="46390"/>
                  <a:pt x="1974202" y="47949"/>
                </a:cubicBezTo>
                <a:cubicBezTo>
                  <a:pt x="1975847" y="49507"/>
                  <a:pt x="1976670" y="51505"/>
                  <a:pt x="1976670" y="53943"/>
                </a:cubicBezTo>
                <a:cubicBezTo>
                  <a:pt x="1976670" y="56549"/>
                  <a:pt x="1976258" y="60714"/>
                  <a:pt x="1975436" y="66439"/>
                </a:cubicBezTo>
                <a:cubicBezTo>
                  <a:pt x="1974613" y="72161"/>
                  <a:pt x="1974202" y="76524"/>
                  <a:pt x="1974202" y="79527"/>
                </a:cubicBezTo>
                <a:cubicBezTo>
                  <a:pt x="1974202" y="88991"/>
                  <a:pt x="1974514" y="97094"/>
                  <a:pt x="1975138" y="103838"/>
                </a:cubicBezTo>
                <a:cubicBezTo>
                  <a:pt x="1975762" y="110582"/>
                  <a:pt x="1976698" y="115994"/>
                  <a:pt x="1977946" y="120073"/>
                </a:cubicBezTo>
                <a:cubicBezTo>
                  <a:pt x="1979818" y="121094"/>
                  <a:pt x="1981662" y="121874"/>
                  <a:pt x="1983477" y="122413"/>
                </a:cubicBezTo>
                <a:cubicBezTo>
                  <a:pt x="1985293" y="122950"/>
                  <a:pt x="1987080" y="123219"/>
                  <a:pt x="1988838" y="123219"/>
                </a:cubicBezTo>
                <a:cubicBezTo>
                  <a:pt x="1996440" y="123219"/>
                  <a:pt x="2004468" y="122001"/>
                  <a:pt x="2012921" y="119565"/>
                </a:cubicBezTo>
                <a:lnTo>
                  <a:pt x="2012835" y="102309"/>
                </a:lnTo>
                <a:lnTo>
                  <a:pt x="2012665" y="85819"/>
                </a:lnTo>
                <a:cubicBezTo>
                  <a:pt x="2012665" y="73578"/>
                  <a:pt x="2013204" y="62952"/>
                  <a:pt x="2014282" y="53943"/>
                </a:cubicBezTo>
                <a:cubicBezTo>
                  <a:pt x="2014906" y="48729"/>
                  <a:pt x="2017658" y="46122"/>
                  <a:pt x="2022536" y="46122"/>
                </a:cubicBezTo>
                <a:cubicBezTo>
                  <a:pt x="2024976" y="46122"/>
                  <a:pt x="2027018" y="46916"/>
                  <a:pt x="2028663" y="48505"/>
                </a:cubicBezTo>
                <a:cubicBezTo>
                  <a:pt x="2030308" y="50093"/>
                  <a:pt x="2031074" y="52079"/>
                  <a:pt x="2030961" y="54461"/>
                </a:cubicBezTo>
                <a:lnTo>
                  <a:pt x="2029429" y="86628"/>
                </a:lnTo>
                <a:close/>
                <a:moveTo>
                  <a:pt x="2117691" y="73267"/>
                </a:moveTo>
                <a:cubicBezTo>
                  <a:pt x="2117294" y="80359"/>
                  <a:pt x="2114457" y="83904"/>
                  <a:pt x="2109181" y="83904"/>
                </a:cubicBezTo>
                <a:cubicBezTo>
                  <a:pt x="2104303" y="83904"/>
                  <a:pt x="2101863" y="81108"/>
                  <a:pt x="2101863" y="75515"/>
                </a:cubicBezTo>
                <a:cubicBezTo>
                  <a:pt x="2101863" y="74440"/>
                  <a:pt x="2101778" y="72462"/>
                  <a:pt x="2101608" y="69579"/>
                </a:cubicBezTo>
                <a:lnTo>
                  <a:pt x="2101353" y="62460"/>
                </a:lnTo>
                <a:cubicBezTo>
                  <a:pt x="2092389" y="63540"/>
                  <a:pt x="2085213" y="66070"/>
                  <a:pt x="2079823" y="70050"/>
                </a:cubicBezTo>
                <a:cubicBezTo>
                  <a:pt x="2074774" y="73746"/>
                  <a:pt x="2070576" y="79318"/>
                  <a:pt x="2067229" y="86766"/>
                </a:cubicBezTo>
                <a:lnTo>
                  <a:pt x="2067399" y="133497"/>
                </a:lnTo>
                <a:cubicBezTo>
                  <a:pt x="2067399" y="139239"/>
                  <a:pt x="2064591" y="142110"/>
                  <a:pt x="2058975" y="142110"/>
                </a:cubicBezTo>
                <a:cubicBezTo>
                  <a:pt x="2053983" y="142110"/>
                  <a:pt x="2051486" y="139240"/>
                  <a:pt x="2051486" y="133499"/>
                </a:cubicBezTo>
                <a:lnTo>
                  <a:pt x="2051486" y="73653"/>
                </a:lnTo>
                <a:cubicBezTo>
                  <a:pt x="2051486" y="71777"/>
                  <a:pt x="2051557" y="68965"/>
                  <a:pt x="2051699" y="65215"/>
                </a:cubicBezTo>
                <a:cubicBezTo>
                  <a:pt x="2051841" y="61464"/>
                  <a:pt x="2051912" y="58650"/>
                  <a:pt x="2051912" y="56775"/>
                </a:cubicBezTo>
                <a:cubicBezTo>
                  <a:pt x="2051912" y="51034"/>
                  <a:pt x="2054408" y="48164"/>
                  <a:pt x="2059400" y="48164"/>
                </a:cubicBezTo>
                <a:cubicBezTo>
                  <a:pt x="2064960" y="48164"/>
                  <a:pt x="2067768" y="52873"/>
                  <a:pt x="2067825" y="62290"/>
                </a:cubicBezTo>
                <a:cubicBezTo>
                  <a:pt x="2078717" y="51738"/>
                  <a:pt x="2090801" y="46462"/>
                  <a:pt x="2104076" y="46462"/>
                </a:cubicBezTo>
                <a:cubicBezTo>
                  <a:pt x="2108671" y="46462"/>
                  <a:pt x="2112103" y="48193"/>
                  <a:pt x="2114372" y="51653"/>
                </a:cubicBezTo>
                <a:cubicBezTo>
                  <a:pt x="2116641" y="55114"/>
                  <a:pt x="2117776" y="60333"/>
                  <a:pt x="2117776" y="67311"/>
                </a:cubicBezTo>
                <a:cubicBezTo>
                  <a:pt x="2117776" y="70261"/>
                  <a:pt x="2117748" y="72246"/>
                  <a:pt x="2117691" y="73267"/>
                </a:cubicBezTo>
                <a:close/>
                <a:moveTo>
                  <a:pt x="2174007" y="140238"/>
                </a:moveTo>
                <a:cubicBezTo>
                  <a:pt x="2161186" y="140238"/>
                  <a:pt x="2150804" y="137030"/>
                  <a:pt x="2142862" y="130614"/>
                </a:cubicBezTo>
                <a:cubicBezTo>
                  <a:pt x="2134182" y="123516"/>
                  <a:pt x="2129842" y="113578"/>
                  <a:pt x="2129842" y="100801"/>
                </a:cubicBezTo>
                <a:cubicBezTo>
                  <a:pt x="2129842" y="86039"/>
                  <a:pt x="2133416" y="73661"/>
                  <a:pt x="2140564" y="63668"/>
                </a:cubicBezTo>
                <a:cubicBezTo>
                  <a:pt x="2148337" y="52765"/>
                  <a:pt x="2158718" y="47313"/>
                  <a:pt x="2171709" y="47313"/>
                </a:cubicBezTo>
                <a:cubicBezTo>
                  <a:pt x="2181127" y="47313"/>
                  <a:pt x="2188814" y="48902"/>
                  <a:pt x="2194770" y="52079"/>
                </a:cubicBezTo>
                <a:cubicBezTo>
                  <a:pt x="2202089" y="55993"/>
                  <a:pt x="2205748" y="62006"/>
                  <a:pt x="2205748" y="70119"/>
                </a:cubicBezTo>
                <a:cubicBezTo>
                  <a:pt x="2205748" y="75792"/>
                  <a:pt x="2202543" y="80954"/>
                  <a:pt x="2196132" y="85606"/>
                </a:cubicBezTo>
                <a:cubicBezTo>
                  <a:pt x="2193295" y="87649"/>
                  <a:pt x="2187282" y="90826"/>
                  <a:pt x="2178092" y="95137"/>
                </a:cubicBezTo>
                <a:lnTo>
                  <a:pt x="2145585" y="110539"/>
                </a:lnTo>
                <a:cubicBezTo>
                  <a:pt x="2148762" y="115248"/>
                  <a:pt x="2152719" y="118794"/>
                  <a:pt x="2157456" y="121176"/>
                </a:cubicBezTo>
                <a:cubicBezTo>
                  <a:pt x="2162193" y="123559"/>
                  <a:pt x="2167710" y="124750"/>
                  <a:pt x="2174007" y="124750"/>
                </a:cubicBezTo>
                <a:cubicBezTo>
                  <a:pt x="2177921" y="124750"/>
                  <a:pt x="2182517" y="124013"/>
                  <a:pt x="2187793" y="122538"/>
                </a:cubicBezTo>
                <a:cubicBezTo>
                  <a:pt x="2194487" y="120666"/>
                  <a:pt x="2198798" y="118212"/>
                  <a:pt x="2200727" y="115177"/>
                </a:cubicBezTo>
                <a:cubicBezTo>
                  <a:pt x="2202656" y="112142"/>
                  <a:pt x="2204727" y="110625"/>
                  <a:pt x="2206939" y="110625"/>
                </a:cubicBezTo>
                <a:cubicBezTo>
                  <a:pt x="2208925" y="110625"/>
                  <a:pt x="2210698" y="111379"/>
                  <a:pt x="2212258" y="112888"/>
                </a:cubicBezTo>
                <a:cubicBezTo>
                  <a:pt x="2213818" y="114394"/>
                  <a:pt x="2214598" y="116143"/>
                  <a:pt x="2214598" y="118134"/>
                </a:cubicBezTo>
                <a:cubicBezTo>
                  <a:pt x="2214598" y="124449"/>
                  <a:pt x="2209520" y="129883"/>
                  <a:pt x="2199366" y="134435"/>
                </a:cubicBezTo>
                <a:cubicBezTo>
                  <a:pt x="2190686" y="138304"/>
                  <a:pt x="2182233" y="140238"/>
                  <a:pt x="2174007" y="140238"/>
                </a:cubicBezTo>
                <a:moveTo>
                  <a:pt x="2171709" y="62630"/>
                </a:moveTo>
                <a:cubicBezTo>
                  <a:pt x="2164788" y="62630"/>
                  <a:pt x="2159030" y="65311"/>
                  <a:pt x="2154435" y="70672"/>
                </a:cubicBezTo>
                <a:cubicBezTo>
                  <a:pt x="2149840" y="76033"/>
                  <a:pt x="2146408" y="84103"/>
                  <a:pt x="2144138" y="94882"/>
                </a:cubicBezTo>
                <a:lnTo>
                  <a:pt x="2170263" y="82458"/>
                </a:lnTo>
                <a:cubicBezTo>
                  <a:pt x="2180531" y="77466"/>
                  <a:pt x="2187849" y="73126"/>
                  <a:pt x="2192218" y="69438"/>
                </a:cubicBezTo>
                <a:cubicBezTo>
                  <a:pt x="2187339" y="64900"/>
                  <a:pt x="2180503" y="62630"/>
                  <a:pt x="2171709" y="62630"/>
                </a:cubicBezTo>
                <a:close/>
                <a:moveTo>
                  <a:pt x="2384262" y="60099"/>
                </a:moveTo>
                <a:cubicBezTo>
                  <a:pt x="2379837" y="78627"/>
                  <a:pt x="2374051" y="99570"/>
                  <a:pt x="2366903" y="122929"/>
                </a:cubicBezTo>
                <a:cubicBezTo>
                  <a:pt x="2365314" y="128091"/>
                  <a:pt x="2362676" y="133396"/>
                  <a:pt x="2358989" y="138842"/>
                </a:cubicBezTo>
                <a:cubicBezTo>
                  <a:pt x="2357003" y="141848"/>
                  <a:pt x="2354308" y="143323"/>
                  <a:pt x="2350905" y="143267"/>
                </a:cubicBezTo>
                <a:cubicBezTo>
                  <a:pt x="2344721" y="143153"/>
                  <a:pt x="2339899" y="135465"/>
                  <a:pt x="2336438" y="120200"/>
                </a:cubicBezTo>
                <a:cubicBezTo>
                  <a:pt x="2335304" y="115313"/>
                  <a:pt x="2334141" y="108663"/>
                  <a:pt x="2332949" y="100251"/>
                </a:cubicBezTo>
                <a:lnTo>
                  <a:pt x="2330141" y="81240"/>
                </a:lnTo>
                <a:lnTo>
                  <a:pt x="2323163" y="97522"/>
                </a:lnTo>
                <a:lnTo>
                  <a:pt x="2310229" y="132731"/>
                </a:lnTo>
                <a:cubicBezTo>
                  <a:pt x="2309491" y="134890"/>
                  <a:pt x="2308413" y="136538"/>
                  <a:pt x="2306995" y="137674"/>
                </a:cubicBezTo>
                <a:cubicBezTo>
                  <a:pt x="2305293" y="140972"/>
                  <a:pt x="2302570" y="142677"/>
                  <a:pt x="2298826" y="142791"/>
                </a:cubicBezTo>
                <a:cubicBezTo>
                  <a:pt x="2294514" y="142961"/>
                  <a:pt x="2290345" y="134493"/>
                  <a:pt x="2286317" y="117387"/>
                </a:cubicBezTo>
                <a:cubicBezTo>
                  <a:pt x="2284275" y="108578"/>
                  <a:pt x="2282232" y="96643"/>
                  <a:pt x="2280190" y="81583"/>
                </a:cubicBezTo>
                <a:lnTo>
                  <a:pt x="2278148" y="68795"/>
                </a:lnTo>
                <a:cubicBezTo>
                  <a:pt x="2277410" y="63680"/>
                  <a:pt x="2277041" y="59389"/>
                  <a:pt x="2277041" y="55921"/>
                </a:cubicBezTo>
                <a:cubicBezTo>
                  <a:pt x="2277041" y="53535"/>
                  <a:pt x="2277878" y="51561"/>
                  <a:pt x="2279552" y="49999"/>
                </a:cubicBezTo>
                <a:cubicBezTo>
                  <a:pt x="2281225" y="48435"/>
                  <a:pt x="2283253" y="47654"/>
                  <a:pt x="2285636" y="47654"/>
                </a:cubicBezTo>
                <a:cubicBezTo>
                  <a:pt x="2289948" y="47654"/>
                  <a:pt x="2292614" y="50012"/>
                  <a:pt x="2293635" y="54730"/>
                </a:cubicBezTo>
                <a:cubicBezTo>
                  <a:pt x="2294373" y="58082"/>
                  <a:pt x="2294968" y="62231"/>
                  <a:pt x="2295422" y="67175"/>
                </a:cubicBezTo>
                <a:lnTo>
                  <a:pt x="2296699" y="79708"/>
                </a:lnTo>
                <a:lnTo>
                  <a:pt x="2301719" y="117983"/>
                </a:lnTo>
                <a:cubicBezTo>
                  <a:pt x="2308016" y="100478"/>
                  <a:pt x="2314540" y="80302"/>
                  <a:pt x="2321291" y="57456"/>
                </a:cubicBezTo>
                <a:cubicBezTo>
                  <a:pt x="2323163" y="51148"/>
                  <a:pt x="2326425" y="47994"/>
                  <a:pt x="2331077" y="47994"/>
                </a:cubicBezTo>
                <a:cubicBezTo>
                  <a:pt x="2335559" y="47994"/>
                  <a:pt x="2338594" y="51518"/>
                  <a:pt x="2340182" y="58565"/>
                </a:cubicBezTo>
                <a:cubicBezTo>
                  <a:pt x="2341657" y="65214"/>
                  <a:pt x="2343501" y="75445"/>
                  <a:pt x="2345714" y="89255"/>
                </a:cubicBezTo>
                <a:cubicBezTo>
                  <a:pt x="2347983" y="103576"/>
                  <a:pt x="2349997" y="114743"/>
                  <a:pt x="2351755" y="122756"/>
                </a:cubicBezTo>
                <a:lnTo>
                  <a:pt x="2357967" y="99567"/>
                </a:lnTo>
                <a:lnTo>
                  <a:pt x="2368945" y="53108"/>
                </a:lnTo>
                <a:cubicBezTo>
                  <a:pt x="2369796" y="49699"/>
                  <a:pt x="2372235" y="47994"/>
                  <a:pt x="2376263" y="47994"/>
                </a:cubicBezTo>
                <a:cubicBezTo>
                  <a:pt x="2378646" y="47994"/>
                  <a:pt x="2380716" y="48798"/>
                  <a:pt x="2382475" y="50406"/>
                </a:cubicBezTo>
                <a:cubicBezTo>
                  <a:pt x="2384234" y="52014"/>
                  <a:pt x="2385113" y="53947"/>
                  <a:pt x="2385113" y="56206"/>
                </a:cubicBezTo>
                <a:cubicBezTo>
                  <a:pt x="2385113" y="56488"/>
                  <a:pt x="2384829" y="57785"/>
                  <a:pt x="2384262" y="60099"/>
                </a:cubicBezTo>
                <a:close/>
                <a:moveTo>
                  <a:pt x="2418558" y="28592"/>
                </a:moveTo>
                <a:cubicBezTo>
                  <a:pt x="2415835" y="28592"/>
                  <a:pt x="2413480" y="27628"/>
                  <a:pt x="2411495" y="25699"/>
                </a:cubicBezTo>
                <a:cubicBezTo>
                  <a:pt x="2409509" y="23770"/>
                  <a:pt x="2408517" y="21444"/>
                  <a:pt x="2408517" y="18721"/>
                </a:cubicBezTo>
                <a:cubicBezTo>
                  <a:pt x="2408517" y="15998"/>
                  <a:pt x="2409509" y="13672"/>
                  <a:pt x="2411495" y="11743"/>
                </a:cubicBezTo>
                <a:cubicBezTo>
                  <a:pt x="2413480" y="9814"/>
                  <a:pt x="2415835" y="8850"/>
                  <a:pt x="2418558" y="8850"/>
                </a:cubicBezTo>
                <a:cubicBezTo>
                  <a:pt x="2421281" y="8850"/>
                  <a:pt x="2423621" y="9814"/>
                  <a:pt x="2425578" y="11743"/>
                </a:cubicBezTo>
                <a:cubicBezTo>
                  <a:pt x="2427535" y="13672"/>
                  <a:pt x="2428514" y="15998"/>
                  <a:pt x="2428514" y="18721"/>
                </a:cubicBezTo>
                <a:cubicBezTo>
                  <a:pt x="2428514" y="21444"/>
                  <a:pt x="2427535" y="23770"/>
                  <a:pt x="2425578" y="25699"/>
                </a:cubicBezTo>
                <a:cubicBezTo>
                  <a:pt x="2423621" y="27628"/>
                  <a:pt x="2421281" y="28592"/>
                  <a:pt x="2418558" y="28592"/>
                </a:cubicBezTo>
                <a:moveTo>
                  <a:pt x="2422387" y="97738"/>
                </a:moveTo>
                <a:cubicBezTo>
                  <a:pt x="2422387" y="101145"/>
                  <a:pt x="2422486" y="106242"/>
                  <a:pt x="2422685" y="113028"/>
                </a:cubicBezTo>
                <a:cubicBezTo>
                  <a:pt x="2422884" y="119813"/>
                  <a:pt x="2422983" y="124909"/>
                  <a:pt x="2422983" y="128316"/>
                </a:cubicBezTo>
                <a:cubicBezTo>
                  <a:pt x="2422983" y="130814"/>
                  <a:pt x="2422217" y="132858"/>
                  <a:pt x="2420685" y="134449"/>
                </a:cubicBezTo>
                <a:cubicBezTo>
                  <a:pt x="2419154" y="136039"/>
                  <a:pt x="2417140" y="136834"/>
                  <a:pt x="2414643" y="136834"/>
                </a:cubicBezTo>
                <a:cubicBezTo>
                  <a:pt x="2412204" y="136834"/>
                  <a:pt x="2410204" y="136039"/>
                  <a:pt x="2408644" y="134449"/>
                </a:cubicBezTo>
                <a:cubicBezTo>
                  <a:pt x="2407084" y="132858"/>
                  <a:pt x="2406304" y="130814"/>
                  <a:pt x="2406304" y="128316"/>
                </a:cubicBezTo>
                <a:cubicBezTo>
                  <a:pt x="2406304" y="124909"/>
                  <a:pt x="2406205" y="119813"/>
                  <a:pt x="2406006" y="113028"/>
                </a:cubicBezTo>
                <a:cubicBezTo>
                  <a:pt x="2405808" y="106242"/>
                  <a:pt x="2405708" y="101145"/>
                  <a:pt x="2405708" y="97738"/>
                </a:cubicBezTo>
                <a:cubicBezTo>
                  <a:pt x="2405708" y="92400"/>
                  <a:pt x="2405992" y="85742"/>
                  <a:pt x="2406559" y="77764"/>
                </a:cubicBezTo>
                <a:cubicBezTo>
                  <a:pt x="2407127" y="69785"/>
                  <a:pt x="2407410" y="63126"/>
                  <a:pt x="2407410" y="57788"/>
                </a:cubicBezTo>
                <a:cubicBezTo>
                  <a:pt x="2407410" y="55233"/>
                  <a:pt x="2408190" y="53161"/>
                  <a:pt x="2409750" y="51571"/>
                </a:cubicBezTo>
                <a:cubicBezTo>
                  <a:pt x="2411311" y="49980"/>
                  <a:pt x="2413310" y="49185"/>
                  <a:pt x="2415750" y="49185"/>
                </a:cubicBezTo>
                <a:cubicBezTo>
                  <a:pt x="2418189" y="49185"/>
                  <a:pt x="2420189" y="49980"/>
                  <a:pt x="2421749" y="51571"/>
                </a:cubicBezTo>
                <a:cubicBezTo>
                  <a:pt x="2423309" y="53161"/>
                  <a:pt x="2424089" y="55233"/>
                  <a:pt x="2424089" y="57788"/>
                </a:cubicBezTo>
                <a:cubicBezTo>
                  <a:pt x="2424089" y="63126"/>
                  <a:pt x="2423805" y="69785"/>
                  <a:pt x="2423238" y="77764"/>
                </a:cubicBezTo>
                <a:cubicBezTo>
                  <a:pt x="2422671" y="85742"/>
                  <a:pt x="2422387" y="92400"/>
                  <a:pt x="2422387" y="97738"/>
                </a:cubicBezTo>
                <a:close/>
                <a:moveTo>
                  <a:pt x="2507159" y="63896"/>
                </a:moveTo>
                <a:cubicBezTo>
                  <a:pt x="2505968" y="63896"/>
                  <a:pt x="2504564" y="63840"/>
                  <a:pt x="2502947" y="63726"/>
                </a:cubicBezTo>
                <a:cubicBezTo>
                  <a:pt x="2501330" y="63611"/>
                  <a:pt x="2499926" y="63553"/>
                  <a:pt x="2498735" y="63553"/>
                </a:cubicBezTo>
                <a:cubicBezTo>
                  <a:pt x="2497430" y="63553"/>
                  <a:pt x="2493572" y="63983"/>
                  <a:pt x="2487162" y="64843"/>
                </a:cubicBezTo>
                <a:lnTo>
                  <a:pt x="2488778" y="115079"/>
                </a:lnTo>
                <a:lnTo>
                  <a:pt x="2488863" y="118820"/>
                </a:lnTo>
                <a:lnTo>
                  <a:pt x="2488949" y="123155"/>
                </a:lnTo>
                <a:cubicBezTo>
                  <a:pt x="2489175" y="135565"/>
                  <a:pt x="2486197" y="141770"/>
                  <a:pt x="2480013" y="141770"/>
                </a:cubicBezTo>
                <a:cubicBezTo>
                  <a:pt x="2477744" y="141770"/>
                  <a:pt x="2475773" y="141033"/>
                  <a:pt x="2474099" y="139560"/>
                </a:cubicBezTo>
                <a:cubicBezTo>
                  <a:pt x="2472426" y="138087"/>
                  <a:pt x="2471589" y="136245"/>
                  <a:pt x="2471589" y="134034"/>
                </a:cubicBezTo>
                <a:cubicBezTo>
                  <a:pt x="2471589" y="131882"/>
                  <a:pt x="2471674" y="128652"/>
                  <a:pt x="2471844" y="124346"/>
                </a:cubicBezTo>
                <a:cubicBezTo>
                  <a:pt x="2472014" y="120038"/>
                  <a:pt x="2472100" y="116807"/>
                  <a:pt x="2472100" y="114653"/>
                </a:cubicBezTo>
                <a:lnTo>
                  <a:pt x="2470398" y="65013"/>
                </a:lnTo>
                <a:cubicBezTo>
                  <a:pt x="2466256" y="64843"/>
                  <a:pt x="2459959" y="64358"/>
                  <a:pt x="2451506" y="63559"/>
                </a:cubicBezTo>
                <a:cubicBezTo>
                  <a:pt x="2446457" y="62874"/>
                  <a:pt x="2443933" y="60053"/>
                  <a:pt x="2443933" y="55094"/>
                </a:cubicBezTo>
                <a:cubicBezTo>
                  <a:pt x="2443933" y="52586"/>
                  <a:pt x="2444699" y="50506"/>
                  <a:pt x="2446230" y="48856"/>
                </a:cubicBezTo>
                <a:cubicBezTo>
                  <a:pt x="2447762" y="47203"/>
                  <a:pt x="2449719" y="46377"/>
                  <a:pt x="2452102" y="46377"/>
                </a:cubicBezTo>
                <a:lnTo>
                  <a:pt x="2469972" y="47824"/>
                </a:lnTo>
                <a:cubicBezTo>
                  <a:pt x="2469972" y="44922"/>
                  <a:pt x="2469845" y="41039"/>
                  <a:pt x="2469589" y="36176"/>
                </a:cubicBezTo>
                <a:cubicBezTo>
                  <a:pt x="2469334" y="31312"/>
                  <a:pt x="2469206" y="27799"/>
                  <a:pt x="2469206" y="25638"/>
                </a:cubicBezTo>
                <a:cubicBezTo>
                  <a:pt x="2469206" y="23248"/>
                  <a:pt x="2470029" y="21271"/>
                  <a:pt x="2471674" y="19708"/>
                </a:cubicBezTo>
                <a:cubicBezTo>
                  <a:pt x="2473319" y="18142"/>
                  <a:pt x="2475333" y="17360"/>
                  <a:pt x="2477716" y="17360"/>
                </a:cubicBezTo>
                <a:cubicBezTo>
                  <a:pt x="2482822" y="17360"/>
                  <a:pt x="2485800" y="21529"/>
                  <a:pt x="2486651" y="29869"/>
                </a:cubicBezTo>
                <a:cubicBezTo>
                  <a:pt x="2486821" y="31968"/>
                  <a:pt x="2486906" y="34492"/>
                  <a:pt x="2486906" y="37442"/>
                </a:cubicBezTo>
                <a:lnTo>
                  <a:pt x="2486736" y="42378"/>
                </a:lnTo>
                <a:lnTo>
                  <a:pt x="2486651" y="47654"/>
                </a:lnTo>
                <a:cubicBezTo>
                  <a:pt x="2493686" y="46746"/>
                  <a:pt x="2497713" y="46292"/>
                  <a:pt x="2498735" y="46292"/>
                </a:cubicBezTo>
                <a:cubicBezTo>
                  <a:pt x="2504635" y="46292"/>
                  <a:pt x="2508492" y="46576"/>
                  <a:pt x="2510308" y="47143"/>
                </a:cubicBezTo>
                <a:cubicBezTo>
                  <a:pt x="2513768" y="48285"/>
                  <a:pt x="2515498" y="50976"/>
                  <a:pt x="2515498" y="55217"/>
                </a:cubicBezTo>
                <a:cubicBezTo>
                  <a:pt x="2515498" y="57737"/>
                  <a:pt x="2514718" y="59814"/>
                  <a:pt x="2513158" y="61447"/>
                </a:cubicBezTo>
                <a:cubicBezTo>
                  <a:pt x="2511598" y="63080"/>
                  <a:pt x="2509598" y="63896"/>
                  <a:pt x="2507159" y="63896"/>
                </a:cubicBezTo>
                <a:close/>
                <a:moveTo>
                  <a:pt x="2604237" y="141599"/>
                </a:moveTo>
                <a:cubicBezTo>
                  <a:pt x="2600209" y="141599"/>
                  <a:pt x="2597571" y="139446"/>
                  <a:pt x="2596323" y="135140"/>
                </a:cubicBezTo>
                <a:cubicBezTo>
                  <a:pt x="2595018" y="130493"/>
                  <a:pt x="2593827" y="123891"/>
                  <a:pt x="2592749" y="115334"/>
                </a:cubicBezTo>
                <a:cubicBezTo>
                  <a:pt x="2591728" y="107117"/>
                  <a:pt x="2591217" y="100374"/>
                  <a:pt x="2591217" y="95105"/>
                </a:cubicBezTo>
                <a:cubicBezTo>
                  <a:pt x="2591217" y="93632"/>
                  <a:pt x="2591288" y="91394"/>
                  <a:pt x="2591430" y="88391"/>
                </a:cubicBezTo>
                <a:cubicBezTo>
                  <a:pt x="2591572" y="85386"/>
                  <a:pt x="2591643" y="83147"/>
                  <a:pt x="2591643" y="81673"/>
                </a:cubicBezTo>
                <a:cubicBezTo>
                  <a:pt x="2591643" y="71020"/>
                  <a:pt x="2588976" y="65694"/>
                  <a:pt x="2583644" y="65694"/>
                </a:cubicBezTo>
                <a:cubicBezTo>
                  <a:pt x="2576439" y="65694"/>
                  <a:pt x="2570000" y="68956"/>
                  <a:pt x="2564327" y="75480"/>
                </a:cubicBezTo>
                <a:cubicBezTo>
                  <a:pt x="2561434" y="78827"/>
                  <a:pt x="2557463" y="85209"/>
                  <a:pt x="2552414" y="94627"/>
                </a:cubicBezTo>
                <a:cubicBezTo>
                  <a:pt x="2552414" y="116198"/>
                  <a:pt x="2551506" y="128966"/>
                  <a:pt x="2549691" y="132930"/>
                </a:cubicBezTo>
                <a:cubicBezTo>
                  <a:pt x="2548102" y="136440"/>
                  <a:pt x="2545634" y="138196"/>
                  <a:pt x="2542287" y="138196"/>
                </a:cubicBezTo>
                <a:cubicBezTo>
                  <a:pt x="2539961" y="138196"/>
                  <a:pt x="2537919" y="137401"/>
                  <a:pt x="2536160" y="135813"/>
                </a:cubicBezTo>
                <a:cubicBezTo>
                  <a:pt x="2534402" y="134224"/>
                  <a:pt x="2533522" y="132296"/>
                  <a:pt x="2533522" y="130026"/>
                </a:cubicBezTo>
                <a:cubicBezTo>
                  <a:pt x="2533522" y="129232"/>
                  <a:pt x="2533778" y="127984"/>
                  <a:pt x="2534288" y="126282"/>
                </a:cubicBezTo>
                <a:cubicBezTo>
                  <a:pt x="2534742" y="124864"/>
                  <a:pt x="2535054" y="120723"/>
                  <a:pt x="2535224" y="113858"/>
                </a:cubicBezTo>
                <a:lnTo>
                  <a:pt x="2535480" y="101264"/>
                </a:lnTo>
                <a:lnTo>
                  <a:pt x="2535735" y="38719"/>
                </a:lnTo>
                <a:cubicBezTo>
                  <a:pt x="2536132" y="31684"/>
                  <a:pt x="2536330" y="26947"/>
                  <a:pt x="2536330" y="24508"/>
                </a:cubicBezTo>
                <a:cubicBezTo>
                  <a:pt x="2536330" y="21614"/>
                  <a:pt x="2536061" y="18877"/>
                  <a:pt x="2535522" y="16296"/>
                </a:cubicBezTo>
                <a:cubicBezTo>
                  <a:pt x="2534983" y="13715"/>
                  <a:pt x="2534714" y="11034"/>
                  <a:pt x="2534714" y="8254"/>
                </a:cubicBezTo>
                <a:cubicBezTo>
                  <a:pt x="2534714" y="5872"/>
                  <a:pt x="2535536" y="3900"/>
                  <a:pt x="2537181" y="2340"/>
                </a:cubicBezTo>
                <a:cubicBezTo>
                  <a:pt x="2538827" y="780"/>
                  <a:pt x="2540841" y="0"/>
                  <a:pt x="2543223" y="0"/>
                </a:cubicBezTo>
                <a:cubicBezTo>
                  <a:pt x="2547875" y="0"/>
                  <a:pt x="2550598" y="2496"/>
                  <a:pt x="2551392" y="7488"/>
                </a:cubicBezTo>
                <a:cubicBezTo>
                  <a:pt x="2552300" y="12991"/>
                  <a:pt x="2552754" y="17955"/>
                  <a:pt x="2552754" y="22380"/>
                </a:cubicBezTo>
                <a:cubicBezTo>
                  <a:pt x="2552754" y="28337"/>
                  <a:pt x="2552555" y="34549"/>
                  <a:pt x="2552158" y="41016"/>
                </a:cubicBezTo>
                <a:cubicBezTo>
                  <a:pt x="2551818" y="47200"/>
                  <a:pt x="2551676" y="53412"/>
                  <a:pt x="2551733" y="59652"/>
                </a:cubicBezTo>
                <a:lnTo>
                  <a:pt x="2551818" y="67141"/>
                </a:lnTo>
                <a:cubicBezTo>
                  <a:pt x="2556470" y="60900"/>
                  <a:pt x="2561448" y="56234"/>
                  <a:pt x="2566752" y="53142"/>
                </a:cubicBezTo>
                <a:cubicBezTo>
                  <a:pt x="2572057" y="50051"/>
                  <a:pt x="2577687" y="48505"/>
                  <a:pt x="2583644" y="48505"/>
                </a:cubicBezTo>
                <a:cubicBezTo>
                  <a:pt x="2593061" y="48505"/>
                  <a:pt x="2599528" y="51568"/>
                  <a:pt x="2603046" y="57695"/>
                </a:cubicBezTo>
                <a:cubicBezTo>
                  <a:pt x="2605542" y="62006"/>
                  <a:pt x="2606960" y="69268"/>
                  <a:pt x="2607300" y="79479"/>
                </a:cubicBezTo>
                <a:lnTo>
                  <a:pt x="2607981" y="95733"/>
                </a:lnTo>
                <a:lnTo>
                  <a:pt x="2609683" y="113433"/>
                </a:lnTo>
                <a:cubicBezTo>
                  <a:pt x="2610477" y="120070"/>
                  <a:pt x="2611442" y="125913"/>
                  <a:pt x="2612576" y="130962"/>
                </a:cubicBezTo>
                <a:cubicBezTo>
                  <a:pt x="2612803" y="131927"/>
                  <a:pt x="2612917" y="132749"/>
                  <a:pt x="2612917" y="133430"/>
                </a:cubicBezTo>
                <a:cubicBezTo>
                  <a:pt x="2612917" y="135756"/>
                  <a:pt x="2612066" y="137699"/>
                  <a:pt x="2610364" y="139259"/>
                </a:cubicBezTo>
                <a:cubicBezTo>
                  <a:pt x="2608662" y="140819"/>
                  <a:pt x="2606620" y="141599"/>
                  <a:pt x="2604237" y="1415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patterns.">
            <a:extLst xmlns:a="http://schemas.openxmlformats.org/drawingml/2006/main">
              <a:ext uri="{FF2B5EF4-FFF2-40B4-BE49-F238E27FC236}">
                <a16:creationId xmlns:a16="http://schemas.microsoft.com/office/drawing/2014/main" id="{92069662-36B9-45B0-A52A-7095FCA8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321" y="5250328"/>
            <a:ext cx="726699" cy="168490"/>
          </a:xfrm>
          <a:custGeom xmlns:a="http://schemas.openxmlformats.org/drawingml/2006/main">
            <a:pathLst>
              <a:path w="726699" h="168490">
                <a:moveTo>
                  <a:pt x="37868" y="122027"/>
                </a:moveTo>
                <a:cubicBezTo>
                  <a:pt x="32195" y="122027"/>
                  <a:pt x="25954" y="121120"/>
                  <a:pt x="19147" y="119304"/>
                </a:cubicBezTo>
                <a:lnTo>
                  <a:pt x="18976" y="159980"/>
                </a:lnTo>
                <a:cubicBezTo>
                  <a:pt x="18976" y="162476"/>
                  <a:pt x="18196" y="164519"/>
                  <a:pt x="16636" y="166107"/>
                </a:cubicBezTo>
                <a:cubicBezTo>
                  <a:pt x="15076" y="167695"/>
                  <a:pt x="13076" y="168490"/>
                  <a:pt x="10637" y="168490"/>
                </a:cubicBezTo>
                <a:cubicBezTo>
                  <a:pt x="8198" y="168490"/>
                  <a:pt x="6198" y="167695"/>
                  <a:pt x="4638" y="166104"/>
                </a:cubicBezTo>
                <a:cubicBezTo>
                  <a:pt x="3078" y="164514"/>
                  <a:pt x="2298" y="162469"/>
                  <a:pt x="2298" y="159969"/>
                </a:cubicBezTo>
                <a:lnTo>
                  <a:pt x="2553" y="125891"/>
                </a:lnTo>
                <a:lnTo>
                  <a:pt x="2553" y="91898"/>
                </a:lnTo>
                <a:cubicBezTo>
                  <a:pt x="2383" y="79458"/>
                  <a:pt x="1957" y="68127"/>
                  <a:pt x="1276" y="57905"/>
                </a:cubicBezTo>
                <a:lnTo>
                  <a:pt x="0" y="40609"/>
                </a:lnTo>
                <a:cubicBezTo>
                  <a:pt x="0" y="36576"/>
                  <a:pt x="737" y="33168"/>
                  <a:pt x="2212" y="30385"/>
                </a:cubicBezTo>
                <a:cubicBezTo>
                  <a:pt x="3914" y="27034"/>
                  <a:pt x="6382" y="25359"/>
                  <a:pt x="9616" y="25359"/>
                </a:cubicBezTo>
                <a:cubicBezTo>
                  <a:pt x="11828" y="25359"/>
                  <a:pt x="13686" y="26150"/>
                  <a:pt x="15190" y="27733"/>
                </a:cubicBezTo>
                <a:cubicBezTo>
                  <a:pt x="16693" y="29316"/>
                  <a:pt x="17445" y="31248"/>
                  <a:pt x="17445" y="33528"/>
                </a:cubicBezTo>
                <a:cubicBezTo>
                  <a:pt x="17445" y="34038"/>
                  <a:pt x="17360" y="34974"/>
                  <a:pt x="17189" y="36336"/>
                </a:cubicBezTo>
                <a:cubicBezTo>
                  <a:pt x="16906" y="38095"/>
                  <a:pt x="16707" y="39711"/>
                  <a:pt x="16594" y="41186"/>
                </a:cubicBezTo>
                <a:cubicBezTo>
                  <a:pt x="21473" y="37839"/>
                  <a:pt x="26181" y="35329"/>
                  <a:pt x="30720" y="33655"/>
                </a:cubicBezTo>
                <a:cubicBezTo>
                  <a:pt x="35258" y="31982"/>
                  <a:pt x="39598" y="31145"/>
                  <a:pt x="43739" y="31145"/>
                </a:cubicBezTo>
                <a:cubicBezTo>
                  <a:pt x="55369" y="31145"/>
                  <a:pt x="63879" y="36312"/>
                  <a:pt x="69268" y="46646"/>
                </a:cubicBezTo>
                <a:cubicBezTo>
                  <a:pt x="73523" y="54824"/>
                  <a:pt x="75650" y="65642"/>
                  <a:pt x="75650" y="79099"/>
                </a:cubicBezTo>
                <a:cubicBezTo>
                  <a:pt x="75650" y="91364"/>
                  <a:pt x="72360" y="101471"/>
                  <a:pt x="65779" y="109423"/>
                </a:cubicBezTo>
                <a:cubicBezTo>
                  <a:pt x="58801" y="117826"/>
                  <a:pt x="49497" y="122027"/>
                  <a:pt x="37868" y="122027"/>
                </a:cubicBezTo>
                <a:moveTo>
                  <a:pt x="43739" y="48164"/>
                </a:moveTo>
                <a:cubicBezTo>
                  <a:pt x="38520" y="48164"/>
                  <a:pt x="33811" y="49327"/>
                  <a:pt x="29613" y="51653"/>
                </a:cubicBezTo>
                <a:cubicBezTo>
                  <a:pt x="26607" y="53298"/>
                  <a:pt x="22806" y="56305"/>
                  <a:pt x="18210" y="60673"/>
                </a:cubicBezTo>
                <a:cubicBezTo>
                  <a:pt x="18948" y="73551"/>
                  <a:pt x="19317" y="87081"/>
                  <a:pt x="19317" y="101264"/>
                </a:cubicBezTo>
                <a:cubicBezTo>
                  <a:pt x="25500" y="103647"/>
                  <a:pt x="31684" y="104838"/>
                  <a:pt x="37868" y="104838"/>
                </a:cubicBezTo>
                <a:cubicBezTo>
                  <a:pt x="44959" y="104838"/>
                  <a:pt x="50377" y="102200"/>
                  <a:pt x="54121" y="96924"/>
                </a:cubicBezTo>
                <a:cubicBezTo>
                  <a:pt x="57355" y="92329"/>
                  <a:pt x="58971" y="86372"/>
                  <a:pt x="58971" y="79054"/>
                </a:cubicBezTo>
                <a:cubicBezTo>
                  <a:pt x="58971" y="68729"/>
                  <a:pt x="57709" y="60999"/>
                  <a:pt x="55185" y="55865"/>
                </a:cubicBezTo>
                <a:cubicBezTo>
                  <a:pt x="52660" y="50731"/>
                  <a:pt x="48845" y="48164"/>
                  <a:pt x="43739" y="48164"/>
                </a:cubicBezTo>
                <a:close/>
                <a:moveTo>
                  <a:pt x="161835" y="124580"/>
                </a:moveTo>
                <a:cubicBezTo>
                  <a:pt x="160757" y="124580"/>
                  <a:pt x="158800" y="123322"/>
                  <a:pt x="155964" y="120804"/>
                </a:cubicBezTo>
                <a:cubicBezTo>
                  <a:pt x="153411" y="118459"/>
                  <a:pt x="151510" y="116370"/>
                  <a:pt x="150262" y="114539"/>
                </a:cubicBezTo>
                <a:cubicBezTo>
                  <a:pt x="144816" y="117517"/>
                  <a:pt x="140022" y="119765"/>
                  <a:pt x="135881" y="121283"/>
                </a:cubicBezTo>
                <a:cubicBezTo>
                  <a:pt x="131740" y="122800"/>
                  <a:pt x="128279" y="123559"/>
                  <a:pt x="125499" y="123559"/>
                </a:cubicBezTo>
                <a:cubicBezTo>
                  <a:pt x="112224" y="123559"/>
                  <a:pt x="102552" y="119815"/>
                  <a:pt x="96482" y="112326"/>
                </a:cubicBezTo>
                <a:cubicBezTo>
                  <a:pt x="90752" y="105292"/>
                  <a:pt x="87887" y="94513"/>
                  <a:pt x="87887" y="79990"/>
                </a:cubicBezTo>
                <a:cubicBezTo>
                  <a:pt x="87887" y="66261"/>
                  <a:pt x="92610" y="54518"/>
                  <a:pt x="102055" y="44760"/>
                </a:cubicBezTo>
                <a:cubicBezTo>
                  <a:pt x="111501" y="35003"/>
                  <a:pt x="122776" y="30124"/>
                  <a:pt x="135881" y="30124"/>
                </a:cubicBezTo>
                <a:cubicBezTo>
                  <a:pt x="140816" y="30124"/>
                  <a:pt x="146348" y="31400"/>
                  <a:pt x="152475" y="33953"/>
                </a:cubicBezTo>
                <a:cubicBezTo>
                  <a:pt x="160190" y="37130"/>
                  <a:pt x="164048" y="40959"/>
                  <a:pt x="164048" y="45441"/>
                </a:cubicBezTo>
                <a:cubicBezTo>
                  <a:pt x="164048" y="46973"/>
                  <a:pt x="163480" y="48334"/>
                  <a:pt x="162346" y="49526"/>
                </a:cubicBezTo>
                <a:cubicBezTo>
                  <a:pt x="161778" y="51682"/>
                  <a:pt x="161339" y="55227"/>
                  <a:pt x="161027" y="60163"/>
                </a:cubicBezTo>
                <a:cubicBezTo>
                  <a:pt x="160715" y="65098"/>
                  <a:pt x="160530" y="71424"/>
                  <a:pt x="160474" y="79139"/>
                </a:cubicBezTo>
                <a:cubicBezTo>
                  <a:pt x="160417" y="86174"/>
                  <a:pt x="160899" y="91733"/>
                  <a:pt x="161920" y="95818"/>
                </a:cubicBezTo>
                <a:cubicBezTo>
                  <a:pt x="162488" y="98314"/>
                  <a:pt x="164275" y="103306"/>
                  <a:pt x="167281" y="110795"/>
                </a:cubicBezTo>
                <a:cubicBezTo>
                  <a:pt x="167678" y="111816"/>
                  <a:pt x="168331" y="113319"/>
                  <a:pt x="169238" y="115305"/>
                </a:cubicBezTo>
                <a:lnTo>
                  <a:pt x="169749" y="116751"/>
                </a:lnTo>
                <a:cubicBezTo>
                  <a:pt x="169749" y="119021"/>
                  <a:pt x="168955" y="120893"/>
                  <a:pt x="167366" y="122368"/>
                </a:cubicBezTo>
                <a:cubicBezTo>
                  <a:pt x="165778" y="123843"/>
                  <a:pt x="163934" y="124580"/>
                  <a:pt x="161835" y="124580"/>
                </a:cubicBezTo>
                <a:moveTo>
                  <a:pt x="144135" y="65471"/>
                </a:moveTo>
                <a:cubicBezTo>
                  <a:pt x="144135" y="63036"/>
                  <a:pt x="144291" y="60391"/>
                  <a:pt x="144603" y="57535"/>
                </a:cubicBezTo>
                <a:cubicBezTo>
                  <a:pt x="144915" y="54678"/>
                  <a:pt x="145383" y="51636"/>
                  <a:pt x="146007" y="48412"/>
                </a:cubicBezTo>
                <a:cubicBezTo>
                  <a:pt x="143908" y="47335"/>
                  <a:pt x="142107" y="46543"/>
                  <a:pt x="140604" y="46034"/>
                </a:cubicBezTo>
                <a:cubicBezTo>
                  <a:pt x="139100" y="45525"/>
                  <a:pt x="137895" y="45271"/>
                  <a:pt x="136987" y="45271"/>
                </a:cubicBezTo>
                <a:cubicBezTo>
                  <a:pt x="128194" y="45271"/>
                  <a:pt x="120606" y="48849"/>
                  <a:pt x="114224" y="56006"/>
                </a:cubicBezTo>
                <a:cubicBezTo>
                  <a:pt x="107842" y="63163"/>
                  <a:pt x="104651" y="71410"/>
                  <a:pt x="104651" y="80745"/>
                </a:cubicBezTo>
                <a:cubicBezTo>
                  <a:pt x="104651" y="90024"/>
                  <a:pt x="106296" y="96983"/>
                  <a:pt x="109586" y="101623"/>
                </a:cubicBezTo>
                <a:cubicBezTo>
                  <a:pt x="112877" y="106262"/>
                  <a:pt x="117812" y="108582"/>
                  <a:pt x="124393" y="108582"/>
                </a:cubicBezTo>
                <a:cubicBezTo>
                  <a:pt x="129839" y="108582"/>
                  <a:pt x="134463" y="107592"/>
                  <a:pt x="138264" y="105612"/>
                </a:cubicBezTo>
                <a:cubicBezTo>
                  <a:pt x="140306" y="104538"/>
                  <a:pt x="143171" y="102388"/>
                  <a:pt x="146858" y="99163"/>
                </a:cubicBezTo>
                <a:cubicBezTo>
                  <a:pt x="145043" y="84169"/>
                  <a:pt x="144135" y="72938"/>
                  <a:pt x="144135" y="65471"/>
                </a:cubicBezTo>
                <a:close/>
                <a:moveTo>
                  <a:pt x="241621" y="46537"/>
                </a:moveTo>
                <a:cubicBezTo>
                  <a:pt x="240430" y="46537"/>
                  <a:pt x="239026" y="46480"/>
                  <a:pt x="237409" y="46367"/>
                </a:cubicBezTo>
                <a:cubicBezTo>
                  <a:pt x="235792" y="46251"/>
                  <a:pt x="234388" y="46194"/>
                  <a:pt x="233197" y="46194"/>
                </a:cubicBezTo>
                <a:cubicBezTo>
                  <a:pt x="231892" y="46194"/>
                  <a:pt x="228034" y="46624"/>
                  <a:pt x="221623" y="47483"/>
                </a:cubicBezTo>
                <a:lnTo>
                  <a:pt x="223240" y="97719"/>
                </a:lnTo>
                <a:lnTo>
                  <a:pt x="223325" y="101461"/>
                </a:lnTo>
                <a:lnTo>
                  <a:pt x="223411" y="105795"/>
                </a:lnTo>
                <a:cubicBezTo>
                  <a:pt x="223637" y="118205"/>
                  <a:pt x="220659" y="124410"/>
                  <a:pt x="214475" y="124410"/>
                </a:cubicBezTo>
                <a:cubicBezTo>
                  <a:pt x="212206" y="124410"/>
                  <a:pt x="210235" y="123673"/>
                  <a:pt x="208561" y="122200"/>
                </a:cubicBezTo>
                <a:cubicBezTo>
                  <a:pt x="206888" y="120727"/>
                  <a:pt x="206051" y="118885"/>
                  <a:pt x="206051" y="116674"/>
                </a:cubicBezTo>
                <a:cubicBezTo>
                  <a:pt x="206051" y="114522"/>
                  <a:pt x="206136" y="111293"/>
                  <a:pt x="206306" y="106987"/>
                </a:cubicBezTo>
                <a:cubicBezTo>
                  <a:pt x="206476" y="102679"/>
                  <a:pt x="206562" y="99448"/>
                  <a:pt x="206562" y="97294"/>
                </a:cubicBezTo>
                <a:lnTo>
                  <a:pt x="204860" y="47654"/>
                </a:lnTo>
                <a:cubicBezTo>
                  <a:pt x="200718" y="47483"/>
                  <a:pt x="194421" y="46999"/>
                  <a:pt x="185968" y="46199"/>
                </a:cubicBezTo>
                <a:cubicBezTo>
                  <a:pt x="180919" y="45515"/>
                  <a:pt x="178395" y="42693"/>
                  <a:pt x="178395" y="37735"/>
                </a:cubicBezTo>
                <a:cubicBezTo>
                  <a:pt x="178395" y="35226"/>
                  <a:pt x="179161" y="33147"/>
                  <a:pt x="180692" y="31496"/>
                </a:cubicBezTo>
                <a:cubicBezTo>
                  <a:pt x="182224" y="29844"/>
                  <a:pt x="184181" y="29018"/>
                  <a:pt x="186564" y="29018"/>
                </a:cubicBezTo>
                <a:lnTo>
                  <a:pt x="204434" y="30464"/>
                </a:lnTo>
                <a:cubicBezTo>
                  <a:pt x="204434" y="27562"/>
                  <a:pt x="204307" y="23680"/>
                  <a:pt x="204051" y="18817"/>
                </a:cubicBezTo>
                <a:cubicBezTo>
                  <a:pt x="203796" y="13952"/>
                  <a:pt x="203668" y="10439"/>
                  <a:pt x="203668" y="8278"/>
                </a:cubicBezTo>
                <a:cubicBezTo>
                  <a:pt x="203668" y="5888"/>
                  <a:pt x="204491" y="3912"/>
                  <a:pt x="206136" y="2348"/>
                </a:cubicBezTo>
                <a:cubicBezTo>
                  <a:pt x="207781" y="783"/>
                  <a:pt x="209795" y="0"/>
                  <a:pt x="212178" y="0"/>
                </a:cubicBezTo>
                <a:cubicBezTo>
                  <a:pt x="217284" y="0"/>
                  <a:pt x="220262" y="4170"/>
                  <a:pt x="221113" y="12509"/>
                </a:cubicBezTo>
                <a:cubicBezTo>
                  <a:pt x="221283" y="14608"/>
                  <a:pt x="221368" y="17133"/>
                  <a:pt x="221368" y="20083"/>
                </a:cubicBezTo>
                <a:lnTo>
                  <a:pt x="221198" y="25018"/>
                </a:lnTo>
                <a:lnTo>
                  <a:pt x="221113" y="30294"/>
                </a:lnTo>
                <a:cubicBezTo>
                  <a:pt x="228148" y="29386"/>
                  <a:pt x="232175" y="28933"/>
                  <a:pt x="233197" y="28933"/>
                </a:cubicBezTo>
                <a:cubicBezTo>
                  <a:pt x="239096" y="28933"/>
                  <a:pt x="242954" y="29216"/>
                  <a:pt x="244770" y="29784"/>
                </a:cubicBezTo>
                <a:cubicBezTo>
                  <a:pt x="248230" y="30925"/>
                  <a:pt x="249960" y="33616"/>
                  <a:pt x="249960" y="37857"/>
                </a:cubicBezTo>
                <a:cubicBezTo>
                  <a:pt x="249960" y="40378"/>
                  <a:pt x="249180" y="42455"/>
                  <a:pt x="247620" y="44088"/>
                </a:cubicBezTo>
                <a:cubicBezTo>
                  <a:pt x="246060" y="45720"/>
                  <a:pt x="244060" y="46537"/>
                  <a:pt x="241621" y="46537"/>
                </a:cubicBezTo>
                <a:close/>
                <a:moveTo>
                  <a:pt x="324489" y="46537"/>
                </a:moveTo>
                <a:cubicBezTo>
                  <a:pt x="323298" y="46537"/>
                  <a:pt x="321894" y="46480"/>
                  <a:pt x="320277" y="46367"/>
                </a:cubicBezTo>
                <a:cubicBezTo>
                  <a:pt x="318660" y="46251"/>
                  <a:pt x="317256" y="46194"/>
                  <a:pt x="316065" y="46194"/>
                </a:cubicBezTo>
                <a:cubicBezTo>
                  <a:pt x="314760" y="46194"/>
                  <a:pt x="310902" y="46624"/>
                  <a:pt x="304492" y="47483"/>
                </a:cubicBezTo>
                <a:lnTo>
                  <a:pt x="306108" y="97719"/>
                </a:lnTo>
                <a:lnTo>
                  <a:pt x="306193" y="101461"/>
                </a:lnTo>
                <a:lnTo>
                  <a:pt x="306279" y="105795"/>
                </a:lnTo>
                <a:cubicBezTo>
                  <a:pt x="306506" y="118205"/>
                  <a:pt x="303527" y="124410"/>
                  <a:pt x="297344" y="124410"/>
                </a:cubicBezTo>
                <a:cubicBezTo>
                  <a:pt x="295074" y="124410"/>
                  <a:pt x="293103" y="123673"/>
                  <a:pt x="291429" y="122200"/>
                </a:cubicBezTo>
                <a:cubicBezTo>
                  <a:pt x="289756" y="120727"/>
                  <a:pt x="288919" y="118885"/>
                  <a:pt x="288919" y="116674"/>
                </a:cubicBezTo>
                <a:cubicBezTo>
                  <a:pt x="288919" y="114522"/>
                  <a:pt x="289004" y="111293"/>
                  <a:pt x="289174" y="106987"/>
                </a:cubicBezTo>
                <a:cubicBezTo>
                  <a:pt x="289345" y="102679"/>
                  <a:pt x="289430" y="99448"/>
                  <a:pt x="289430" y="97294"/>
                </a:cubicBezTo>
                <a:lnTo>
                  <a:pt x="287728" y="47654"/>
                </a:lnTo>
                <a:cubicBezTo>
                  <a:pt x="283586" y="47483"/>
                  <a:pt x="277289" y="46999"/>
                  <a:pt x="268836" y="46199"/>
                </a:cubicBezTo>
                <a:cubicBezTo>
                  <a:pt x="263787" y="45515"/>
                  <a:pt x="261263" y="42693"/>
                  <a:pt x="261263" y="37735"/>
                </a:cubicBezTo>
                <a:cubicBezTo>
                  <a:pt x="261263" y="35226"/>
                  <a:pt x="262029" y="33147"/>
                  <a:pt x="263560" y="31496"/>
                </a:cubicBezTo>
                <a:cubicBezTo>
                  <a:pt x="265092" y="29844"/>
                  <a:pt x="267049" y="29018"/>
                  <a:pt x="269432" y="29018"/>
                </a:cubicBezTo>
                <a:lnTo>
                  <a:pt x="287302" y="30464"/>
                </a:lnTo>
                <a:cubicBezTo>
                  <a:pt x="287302" y="27562"/>
                  <a:pt x="287175" y="23680"/>
                  <a:pt x="286919" y="18817"/>
                </a:cubicBezTo>
                <a:cubicBezTo>
                  <a:pt x="286664" y="13952"/>
                  <a:pt x="286536" y="10439"/>
                  <a:pt x="286536" y="8278"/>
                </a:cubicBezTo>
                <a:cubicBezTo>
                  <a:pt x="286536" y="5888"/>
                  <a:pt x="287359" y="3912"/>
                  <a:pt x="289004" y="2348"/>
                </a:cubicBezTo>
                <a:cubicBezTo>
                  <a:pt x="290649" y="783"/>
                  <a:pt x="292663" y="0"/>
                  <a:pt x="295046" y="0"/>
                </a:cubicBezTo>
                <a:cubicBezTo>
                  <a:pt x="300152" y="0"/>
                  <a:pt x="303130" y="4170"/>
                  <a:pt x="303981" y="12509"/>
                </a:cubicBezTo>
                <a:cubicBezTo>
                  <a:pt x="304151" y="14608"/>
                  <a:pt x="304236" y="17133"/>
                  <a:pt x="304236" y="20083"/>
                </a:cubicBezTo>
                <a:lnTo>
                  <a:pt x="304066" y="25018"/>
                </a:lnTo>
                <a:lnTo>
                  <a:pt x="303981" y="30294"/>
                </a:lnTo>
                <a:cubicBezTo>
                  <a:pt x="311016" y="29386"/>
                  <a:pt x="315043" y="28933"/>
                  <a:pt x="316065" y="28933"/>
                </a:cubicBezTo>
                <a:cubicBezTo>
                  <a:pt x="321965" y="28933"/>
                  <a:pt x="325822" y="29216"/>
                  <a:pt x="327638" y="29784"/>
                </a:cubicBezTo>
                <a:cubicBezTo>
                  <a:pt x="331098" y="30925"/>
                  <a:pt x="332828" y="33616"/>
                  <a:pt x="332828" y="37857"/>
                </a:cubicBezTo>
                <a:cubicBezTo>
                  <a:pt x="332828" y="40378"/>
                  <a:pt x="332048" y="42455"/>
                  <a:pt x="330488" y="44088"/>
                </a:cubicBezTo>
                <a:cubicBezTo>
                  <a:pt x="328928" y="45720"/>
                  <a:pt x="326928" y="46537"/>
                  <a:pt x="324489" y="46537"/>
                </a:cubicBezTo>
                <a:close/>
                <a:moveTo>
                  <a:pt x="390168" y="122878"/>
                </a:moveTo>
                <a:cubicBezTo>
                  <a:pt x="377347" y="122878"/>
                  <a:pt x="366965" y="119670"/>
                  <a:pt x="359023" y="113255"/>
                </a:cubicBezTo>
                <a:cubicBezTo>
                  <a:pt x="350343" y="106156"/>
                  <a:pt x="346003" y="96219"/>
                  <a:pt x="346003" y="83442"/>
                </a:cubicBezTo>
                <a:cubicBezTo>
                  <a:pt x="346003" y="68679"/>
                  <a:pt x="349577" y="56301"/>
                  <a:pt x="356725" y="46308"/>
                </a:cubicBezTo>
                <a:cubicBezTo>
                  <a:pt x="364498" y="35405"/>
                  <a:pt x="374879" y="29954"/>
                  <a:pt x="387871" y="29954"/>
                </a:cubicBezTo>
                <a:cubicBezTo>
                  <a:pt x="397288" y="29954"/>
                  <a:pt x="404975" y="31542"/>
                  <a:pt x="410931" y="34719"/>
                </a:cubicBezTo>
                <a:cubicBezTo>
                  <a:pt x="418250" y="38633"/>
                  <a:pt x="421909" y="44647"/>
                  <a:pt x="421909" y="52759"/>
                </a:cubicBezTo>
                <a:cubicBezTo>
                  <a:pt x="421909" y="58432"/>
                  <a:pt x="418704" y="63595"/>
                  <a:pt x="412293" y="68247"/>
                </a:cubicBezTo>
                <a:cubicBezTo>
                  <a:pt x="409456" y="70289"/>
                  <a:pt x="403443" y="73466"/>
                  <a:pt x="394253" y="77778"/>
                </a:cubicBezTo>
                <a:lnTo>
                  <a:pt x="361746" y="93180"/>
                </a:lnTo>
                <a:cubicBezTo>
                  <a:pt x="364923" y="97889"/>
                  <a:pt x="368880" y="101434"/>
                  <a:pt x="373617" y="103817"/>
                </a:cubicBezTo>
                <a:cubicBezTo>
                  <a:pt x="378354" y="106200"/>
                  <a:pt x="383871" y="107391"/>
                  <a:pt x="390168" y="107391"/>
                </a:cubicBezTo>
                <a:cubicBezTo>
                  <a:pt x="394082" y="107391"/>
                  <a:pt x="398678" y="106653"/>
                  <a:pt x="403954" y="105178"/>
                </a:cubicBezTo>
                <a:cubicBezTo>
                  <a:pt x="410648" y="103306"/>
                  <a:pt x="414959" y="100853"/>
                  <a:pt x="416888" y="97818"/>
                </a:cubicBezTo>
                <a:cubicBezTo>
                  <a:pt x="418817" y="94783"/>
                  <a:pt x="420888" y="93265"/>
                  <a:pt x="423100" y="93265"/>
                </a:cubicBezTo>
                <a:cubicBezTo>
                  <a:pt x="425086" y="93265"/>
                  <a:pt x="426859" y="94019"/>
                  <a:pt x="428419" y="95528"/>
                </a:cubicBezTo>
                <a:cubicBezTo>
                  <a:pt x="429979" y="97035"/>
                  <a:pt x="430759" y="98784"/>
                  <a:pt x="430759" y="100775"/>
                </a:cubicBezTo>
                <a:cubicBezTo>
                  <a:pt x="430759" y="107089"/>
                  <a:pt x="425681" y="112523"/>
                  <a:pt x="415527" y="117076"/>
                </a:cubicBezTo>
                <a:cubicBezTo>
                  <a:pt x="406847" y="120944"/>
                  <a:pt x="398394" y="122878"/>
                  <a:pt x="390168" y="122878"/>
                </a:cubicBezTo>
                <a:moveTo>
                  <a:pt x="387871" y="45271"/>
                </a:moveTo>
                <a:cubicBezTo>
                  <a:pt x="380949" y="45271"/>
                  <a:pt x="375191" y="47951"/>
                  <a:pt x="370596" y="53313"/>
                </a:cubicBezTo>
                <a:cubicBezTo>
                  <a:pt x="366001" y="58674"/>
                  <a:pt x="362569" y="66743"/>
                  <a:pt x="360299" y="77522"/>
                </a:cubicBezTo>
                <a:lnTo>
                  <a:pt x="386424" y="65098"/>
                </a:lnTo>
                <a:cubicBezTo>
                  <a:pt x="396692" y="60106"/>
                  <a:pt x="404010" y="55766"/>
                  <a:pt x="408379" y="52079"/>
                </a:cubicBezTo>
                <a:cubicBezTo>
                  <a:pt x="403500" y="47540"/>
                  <a:pt x="396664" y="45271"/>
                  <a:pt x="387871" y="45271"/>
                </a:cubicBezTo>
                <a:close/>
                <a:moveTo>
                  <a:pt x="512398" y="55908"/>
                </a:moveTo>
                <a:cubicBezTo>
                  <a:pt x="512001" y="62999"/>
                  <a:pt x="509164" y="66545"/>
                  <a:pt x="503888" y="66545"/>
                </a:cubicBezTo>
                <a:cubicBezTo>
                  <a:pt x="499009" y="66545"/>
                  <a:pt x="496570" y="63748"/>
                  <a:pt x="496570" y="58155"/>
                </a:cubicBezTo>
                <a:cubicBezTo>
                  <a:pt x="496570" y="57081"/>
                  <a:pt x="496485" y="55102"/>
                  <a:pt x="496315" y="52220"/>
                </a:cubicBezTo>
                <a:lnTo>
                  <a:pt x="496059" y="45101"/>
                </a:lnTo>
                <a:cubicBezTo>
                  <a:pt x="487096" y="46180"/>
                  <a:pt x="479919" y="48710"/>
                  <a:pt x="474530" y="52690"/>
                </a:cubicBezTo>
                <a:cubicBezTo>
                  <a:pt x="469481" y="56387"/>
                  <a:pt x="465283" y="61959"/>
                  <a:pt x="461936" y="69406"/>
                </a:cubicBezTo>
                <a:lnTo>
                  <a:pt x="462106" y="116137"/>
                </a:lnTo>
                <a:cubicBezTo>
                  <a:pt x="462106" y="121879"/>
                  <a:pt x="459298" y="124750"/>
                  <a:pt x="453682" y="124750"/>
                </a:cubicBezTo>
                <a:cubicBezTo>
                  <a:pt x="448689" y="124750"/>
                  <a:pt x="446193" y="121880"/>
                  <a:pt x="446193" y="116140"/>
                </a:cubicBezTo>
                <a:lnTo>
                  <a:pt x="446193" y="56294"/>
                </a:lnTo>
                <a:cubicBezTo>
                  <a:pt x="446193" y="54418"/>
                  <a:pt x="446264" y="51605"/>
                  <a:pt x="446406" y="47856"/>
                </a:cubicBezTo>
                <a:cubicBezTo>
                  <a:pt x="446548" y="44104"/>
                  <a:pt x="446619" y="41291"/>
                  <a:pt x="446619" y="39415"/>
                </a:cubicBezTo>
                <a:cubicBezTo>
                  <a:pt x="446619" y="33675"/>
                  <a:pt x="449115" y="30805"/>
                  <a:pt x="454107" y="30805"/>
                </a:cubicBezTo>
                <a:cubicBezTo>
                  <a:pt x="459667" y="30805"/>
                  <a:pt x="462475" y="35513"/>
                  <a:pt x="462532" y="44931"/>
                </a:cubicBezTo>
                <a:cubicBezTo>
                  <a:pt x="473424" y="34379"/>
                  <a:pt x="485507" y="29103"/>
                  <a:pt x="498782" y="29103"/>
                </a:cubicBezTo>
                <a:cubicBezTo>
                  <a:pt x="503378" y="29103"/>
                  <a:pt x="506810" y="30833"/>
                  <a:pt x="509079" y="34294"/>
                </a:cubicBezTo>
                <a:cubicBezTo>
                  <a:pt x="511348" y="37754"/>
                  <a:pt x="512483" y="42973"/>
                  <a:pt x="512483" y="49951"/>
                </a:cubicBezTo>
                <a:cubicBezTo>
                  <a:pt x="512483" y="52901"/>
                  <a:pt x="512454" y="54887"/>
                  <a:pt x="512398" y="55908"/>
                </a:cubicBezTo>
                <a:close/>
                <a:moveTo>
                  <a:pt x="594156" y="125091"/>
                </a:moveTo>
                <a:cubicBezTo>
                  <a:pt x="589277" y="125091"/>
                  <a:pt x="586525" y="122419"/>
                  <a:pt x="585901" y="117076"/>
                </a:cubicBezTo>
                <a:lnTo>
                  <a:pt x="583519" y="98400"/>
                </a:lnTo>
                <a:cubicBezTo>
                  <a:pt x="582724" y="91748"/>
                  <a:pt x="582327" y="85523"/>
                  <a:pt x="582327" y="79724"/>
                </a:cubicBezTo>
                <a:cubicBezTo>
                  <a:pt x="582327" y="78132"/>
                  <a:pt x="582427" y="75432"/>
                  <a:pt x="582625" y="71624"/>
                </a:cubicBezTo>
                <a:cubicBezTo>
                  <a:pt x="582824" y="67814"/>
                  <a:pt x="582923" y="65113"/>
                  <a:pt x="582923" y="63521"/>
                </a:cubicBezTo>
                <a:cubicBezTo>
                  <a:pt x="582923" y="51241"/>
                  <a:pt x="580654" y="45101"/>
                  <a:pt x="576115" y="45101"/>
                </a:cubicBezTo>
                <a:cubicBezTo>
                  <a:pt x="569762" y="45101"/>
                  <a:pt x="563691" y="48878"/>
                  <a:pt x="557905" y="56432"/>
                </a:cubicBezTo>
                <a:cubicBezTo>
                  <a:pt x="552686" y="63303"/>
                  <a:pt x="548601" y="71992"/>
                  <a:pt x="545651" y="82498"/>
                </a:cubicBezTo>
                <a:cubicBezTo>
                  <a:pt x="545538" y="84714"/>
                  <a:pt x="545282" y="87497"/>
                  <a:pt x="544885" y="90848"/>
                </a:cubicBezTo>
                <a:cubicBezTo>
                  <a:pt x="544545" y="93688"/>
                  <a:pt x="544375" y="96442"/>
                  <a:pt x="544375" y="99110"/>
                </a:cubicBezTo>
                <a:cubicBezTo>
                  <a:pt x="544375" y="100814"/>
                  <a:pt x="544545" y="103369"/>
                  <a:pt x="544885" y="106777"/>
                </a:cubicBezTo>
                <a:cubicBezTo>
                  <a:pt x="545226" y="110184"/>
                  <a:pt x="545396" y="112739"/>
                  <a:pt x="545396" y="114443"/>
                </a:cubicBezTo>
                <a:cubicBezTo>
                  <a:pt x="545396" y="117000"/>
                  <a:pt x="544616" y="119073"/>
                  <a:pt x="543056" y="120663"/>
                </a:cubicBezTo>
                <a:cubicBezTo>
                  <a:pt x="541496" y="122253"/>
                  <a:pt x="539496" y="123048"/>
                  <a:pt x="537056" y="123048"/>
                </a:cubicBezTo>
                <a:cubicBezTo>
                  <a:pt x="534560" y="123048"/>
                  <a:pt x="532546" y="122252"/>
                  <a:pt x="531015" y="120660"/>
                </a:cubicBezTo>
                <a:cubicBezTo>
                  <a:pt x="529483" y="119070"/>
                  <a:pt x="528717" y="116996"/>
                  <a:pt x="528717" y="114438"/>
                </a:cubicBezTo>
                <a:cubicBezTo>
                  <a:pt x="528717" y="112734"/>
                  <a:pt x="528533" y="110178"/>
                  <a:pt x="528164" y="106769"/>
                </a:cubicBezTo>
                <a:cubicBezTo>
                  <a:pt x="527795" y="103358"/>
                  <a:pt x="527611" y="100799"/>
                  <a:pt x="527611" y="99094"/>
                </a:cubicBezTo>
                <a:cubicBezTo>
                  <a:pt x="527611" y="93240"/>
                  <a:pt x="528022" y="85128"/>
                  <a:pt x="528845" y="74757"/>
                </a:cubicBezTo>
                <a:cubicBezTo>
                  <a:pt x="529667" y="64386"/>
                  <a:pt x="530079" y="56273"/>
                  <a:pt x="530079" y="50419"/>
                </a:cubicBezTo>
                <a:cubicBezTo>
                  <a:pt x="530079" y="48600"/>
                  <a:pt x="529979" y="45901"/>
                  <a:pt x="529781" y="42322"/>
                </a:cubicBezTo>
                <a:cubicBezTo>
                  <a:pt x="529582" y="38741"/>
                  <a:pt x="529483" y="36042"/>
                  <a:pt x="529483" y="34224"/>
                </a:cubicBezTo>
                <a:cubicBezTo>
                  <a:pt x="529483" y="31780"/>
                  <a:pt x="530291" y="29776"/>
                  <a:pt x="531908" y="28215"/>
                </a:cubicBezTo>
                <a:cubicBezTo>
                  <a:pt x="533525" y="26651"/>
                  <a:pt x="535525" y="25869"/>
                  <a:pt x="537907" y="25869"/>
                </a:cubicBezTo>
                <a:cubicBezTo>
                  <a:pt x="543127" y="25869"/>
                  <a:pt x="545991" y="29572"/>
                  <a:pt x="546502" y="36977"/>
                </a:cubicBezTo>
                <a:lnTo>
                  <a:pt x="546757" y="46973"/>
                </a:lnTo>
                <a:cubicBezTo>
                  <a:pt x="556288" y="34265"/>
                  <a:pt x="566074" y="27911"/>
                  <a:pt x="576115" y="27911"/>
                </a:cubicBezTo>
                <a:cubicBezTo>
                  <a:pt x="585192" y="27911"/>
                  <a:pt x="591518" y="31918"/>
                  <a:pt x="595092" y="39931"/>
                </a:cubicBezTo>
                <a:cubicBezTo>
                  <a:pt x="597531" y="45273"/>
                  <a:pt x="598864" y="53172"/>
                  <a:pt x="599091" y="63630"/>
                </a:cubicBezTo>
                <a:lnTo>
                  <a:pt x="599091" y="72238"/>
                </a:lnTo>
                <a:lnTo>
                  <a:pt x="599006" y="80166"/>
                </a:lnTo>
                <a:cubicBezTo>
                  <a:pt x="599006" y="84883"/>
                  <a:pt x="599616" y="90979"/>
                  <a:pt x="600836" y="98453"/>
                </a:cubicBezTo>
                <a:cubicBezTo>
                  <a:pt x="602055" y="105926"/>
                  <a:pt x="602665" y="111991"/>
                  <a:pt x="602665" y="116650"/>
                </a:cubicBezTo>
                <a:cubicBezTo>
                  <a:pt x="602665" y="119152"/>
                  <a:pt x="601857" y="121183"/>
                  <a:pt x="600240" y="122745"/>
                </a:cubicBezTo>
                <a:cubicBezTo>
                  <a:pt x="598623" y="124309"/>
                  <a:pt x="596595" y="125091"/>
                  <a:pt x="594156" y="125091"/>
                </a:cubicBezTo>
                <a:close/>
                <a:moveTo>
                  <a:pt x="677735" y="53440"/>
                </a:moveTo>
                <a:cubicBezTo>
                  <a:pt x="674614" y="53440"/>
                  <a:pt x="672430" y="52398"/>
                  <a:pt x="671182" y="50313"/>
                </a:cubicBezTo>
                <a:cubicBezTo>
                  <a:pt x="670331" y="48849"/>
                  <a:pt x="669594" y="45806"/>
                  <a:pt x="668970" y="41186"/>
                </a:cubicBezTo>
                <a:cubicBezTo>
                  <a:pt x="664715" y="42262"/>
                  <a:pt x="658163" y="44245"/>
                  <a:pt x="649313" y="47135"/>
                </a:cubicBezTo>
                <a:cubicBezTo>
                  <a:pt x="640179" y="50762"/>
                  <a:pt x="635584" y="55239"/>
                  <a:pt x="635527" y="60564"/>
                </a:cubicBezTo>
                <a:cubicBezTo>
                  <a:pt x="637229" y="61188"/>
                  <a:pt x="638903" y="61642"/>
                  <a:pt x="640548" y="61926"/>
                </a:cubicBezTo>
                <a:cubicBezTo>
                  <a:pt x="653596" y="64248"/>
                  <a:pt x="663297" y="67450"/>
                  <a:pt x="669650" y="71531"/>
                </a:cubicBezTo>
                <a:cubicBezTo>
                  <a:pt x="678898" y="77482"/>
                  <a:pt x="683521" y="86097"/>
                  <a:pt x="683521" y="97376"/>
                </a:cubicBezTo>
                <a:cubicBezTo>
                  <a:pt x="683521" y="106614"/>
                  <a:pt x="679522" y="113585"/>
                  <a:pt x="671523" y="118288"/>
                </a:cubicBezTo>
                <a:cubicBezTo>
                  <a:pt x="664885" y="122143"/>
                  <a:pt x="656489" y="124070"/>
                  <a:pt x="646334" y="124070"/>
                </a:cubicBezTo>
                <a:cubicBezTo>
                  <a:pt x="638903" y="124070"/>
                  <a:pt x="631811" y="122822"/>
                  <a:pt x="625060" y="120325"/>
                </a:cubicBezTo>
                <a:cubicBezTo>
                  <a:pt x="616324" y="117149"/>
                  <a:pt x="611956" y="112724"/>
                  <a:pt x="611956" y="107050"/>
                </a:cubicBezTo>
                <a:cubicBezTo>
                  <a:pt x="611956" y="104781"/>
                  <a:pt x="612849" y="102796"/>
                  <a:pt x="614636" y="101094"/>
                </a:cubicBezTo>
                <a:cubicBezTo>
                  <a:pt x="616423" y="99392"/>
                  <a:pt x="618451" y="98541"/>
                  <a:pt x="620720" y="98541"/>
                </a:cubicBezTo>
                <a:cubicBezTo>
                  <a:pt x="622479" y="98541"/>
                  <a:pt x="624748" y="99902"/>
                  <a:pt x="627528" y="102626"/>
                </a:cubicBezTo>
                <a:cubicBezTo>
                  <a:pt x="628890" y="103930"/>
                  <a:pt x="631953" y="105008"/>
                  <a:pt x="636718" y="105859"/>
                </a:cubicBezTo>
                <a:cubicBezTo>
                  <a:pt x="640519" y="106540"/>
                  <a:pt x="643725" y="106880"/>
                  <a:pt x="646334" y="106880"/>
                </a:cubicBezTo>
                <a:cubicBezTo>
                  <a:pt x="651100" y="106880"/>
                  <a:pt x="655298" y="106314"/>
                  <a:pt x="658928" y="105181"/>
                </a:cubicBezTo>
                <a:cubicBezTo>
                  <a:pt x="664204" y="103538"/>
                  <a:pt x="666842" y="100932"/>
                  <a:pt x="666842" y="97363"/>
                </a:cubicBezTo>
                <a:cubicBezTo>
                  <a:pt x="666842" y="89656"/>
                  <a:pt x="661453" y="84443"/>
                  <a:pt x="650674" y="81724"/>
                </a:cubicBezTo>
                <a:lnTo>
                  <a:pt x="641824" y="79767"/>
                </a:lnTo>
                <a:cubicBezTo>
                  <a:pt x="634279" y="78120"/>
                  <a:pt x="628918" y="76189"/>
                  <a:pt x="625741" y="73975"/>
                </a:cubicBezTo>
                <a:cubicBezTo>
                  <a:pt x="621146" y="70796"/>
                  <a:pt x="618848" y="66001"/>
                  <a:pt x="618848" y="59588"/>
                </a:cubicBezTo>
                <a:cubicBezTo>
                  <a:pt x="618848" y="47725"/>
                  <a:pt x="624436" y="39266"/>
                  <a:pt x="635612" y="34214"/>
                </a:cubicBezTo>
                <a:cubicBezTo>
                  <a:pt x="639016" y="32682"/>
                  <a:pt x="644462" y="30853"/>
                  <a:pt x="651951" y="28725"/>
                </a:cubicBezTo>
                <a:cubicBezTo>
                  <a:pt x="659439" y="26596"/>
                  <a:pt x="664800" y="24793"/>
                  <a:pt x="668034" y="23316"/>
                </a:cubicBezTo>
                <a:cubicBezTo>
                  <a:pt x="670360" y="22295"/>
                  <a:pt x="672884" y="21785"/>
                  <a:pt x="675607" y="21785"/>
                </a:cubicBezTo>
                <a:cubicBezTo>
                  <a:pt x="678047" y="21785"/>
                  <a:pt x="680046" y="22579"/>
                  <a:pt x="681606" y="24167"/>
                </a:cubicBezTo>
                <a:cubicBezTo>
                  <a:pt x="683167" y="25756"/>
                  <a:pt x="683947" y="27826"/>
                  <a:pt x="683947" y="30379"/>
                </a:cubicBezTo>
                <a:cubicBezTo>
                  <a:pt x="683947" y="32024"/>
                  <a:pt x="684301" y="34435"/>
                  <a:pt x="685010" y="37612"/>
                </a:cubicBezTo>
                <a:cubicBezTo>
                  <a:pt x="685719" y="40789"/>
                  <a:pt x="686074" y="43200"/>
                  <a:pt x="686074" y="44845"/>
                </a:cubicBezTo>
                <a:cubicBezTo>
                  <a:pt x="686074" y="47398"/>
                  <a:pt x="685294" y="49469"/>
                  <a:pt x="683734" y="51057"/>
                </a:cubicBezTo>
                <a:cubicBezTo>
                  <a:pt x="682174" y="52646"/>
                  <a:pt x="680174" y="53440"/>
                  <a:pt x="677735" y="53440"/>
                </a:cubicBezTo>
                <a:close/>
                <a:moveTo>
                  <a:pt x="716147" y="126963"/>
                </a:moveTo>
                <a:cubicBezTo>
                  <a:pt x="713197" y="126963"/>
                  <a:pt x="710701" y="125942"/>
                  <a:pt x="708659" y="123899"/>
                </a:cubicBezTo>
                <a:cubicBezTo>
                  <a:pt x="706616" y="121857"/>
                  <a:pt x="705595" y="119361"/>
                  <a:pt x="705595" y="116411"/>
                </a:cubicBezTo>
                <a:cubicBezTo>
                  <a:pt x="705595" y="113518"/>
                  <a:pt x="706616" y="111036"/>
                  <a:pt x="708659" y="108965"/>
                </a:cubicBezTo>
                <a:cubicBezTo>
                  <a:pt x="710701" y="106894"/>
                  <a:pt x="713197" y="105859"/>
                  <a:pt x="716147" y="105859"/>
                </a:cubicBezTo>
                <a:cubicBezTo>
                  <a:pt x="719040" y="105859"/>
                  <a:pt x="721522" y="106894"/>
                  <a:pt x="723593" y="108965"/>
                </a:cubicBezTo>
                <a:cubicBezTo>
                  <a:pt x="725664" y="111036"/>
                  <a:pt x="726699" y="113518"/>
                  <a:pt x="726699" y="116411"/>
                </a:cubicBezTo>
                <a:cubicBezTo>
                  <a:pt x="726699" y="119361"/>
                  <a:pt x="725664" y="121857"/>
                  <a:pt x="723593" y="123899"/>
                </a:cubicBezTo>
                <a:cubicBezTo>
                  <a:pt x="721522" y="125942"/>
                  <a:pt x="719040" y="126963"/>
                  <a:pt x="716147" y="12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1F349-2612-4DA4-A594-FBF58A55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467" y="4475713"/>
            <a:ext cx="814558" cy="104566"/>
          </a:xfrm>
          <a:custGeom xmlns:a="http://schemas.openxmlformats.org/drawingml/2006/main">
            <a:pathLst>
              <a:path w="814558" h="104566">
                <a:moveTo>
                  <a:pt x="396295" y="69709"/>
                </a:moveTo>
                <a:lnTo>
                  <a:pt x="431151" y="69709"/>
                </a:lnTo>
                <a:lnTo>
                  <a:pt x="431151" y="34853"/>
                </a:lnTo>
                <a:lnTo>
                  <a:pt x="396295" y="34853"/>
                </a:lnTo>
                <a:lnTo>
                  <a:pt x="396295" y="69709"/>
                </a:lnTo>
                <a:close/>
                <a:moveTo>
                  <a:pt x="535716" y="69709"/>
                </a:moveTo>
                <a:lnTo>
                  <a:pt x="814558" y="69709"/>
                </a:lnTo>
                <a:lnTo>
                  <a:pt x="814558" y="34853"/>
                </a:lnTo>
                <a:lnTo>
                  <a:pt x="535716" y="34853"/>
                </a:lnTo>
                <a:lnTo>
                  <a:pt x="535716" y="69709"/>
                </a:lnTo>
                <a:close/>
                <a:moveTo>
                  <a:pt x="0" y="52283"/>
                </a:moveTo>
                <a:lnTo>
                  <a:pt x="104566" y="104566"/>
                </a:lnTo>
                <a:lnTo>
                  <a:pt x="104566" y="69710"/>
                </a:lnTo>
                <a:lnTo>
                  <a:pt x="291730" y="69710"/>
                </a:lnTo>
                <a:lnTo>
                  <a:pt x="291730" y="34855"/>
                </a:lnTo>
                <a:lnTo>
                  <a:pt x="104566" y="34855"/>
                </a:lnTo>
                <a:lnTo>
                  <a:pt x="104566" y="0"/>
                </a:lnTo>
                <a:lnTo>
                  <a:pt x="0" y="52283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949aecf94452a"/>
          <a:stretch xmlns:a="http://schemas.openxmlformats.org/drawingml/2006/main"/>
        </p:blipFill>
        <p:spPr>
          <a:xfrm xmlns:a="http://schemas.openxmlformats.org/drawingml/2006/main">
            <a:off x="8561925" y="3835016"/>
            <a:ext cx="558287" cy="590999"/>
          </a:xfrm>
          <a:prstGeom xmlns:a="http://schemas.openxmlformats.org/drawingml/2006/main" prst="rect">
            <a:avLst/>
          </a:prstGeom>
        </p:spPr>
      </p:pic>
      <p:sp>
        <p:nvSpPr>
          <p:cNvPr id="118" name="Text Evaluator">
            <a:extLst xmlns:a="http://schemas.openxmlformats.org/drawingml/2006/main">
              <a:ext uri="{FF2B5EF4-FFF2-40B4-BE49-F238E27FC236}">
                <a16:creationId xmlns:a16="http://schemas.microsoft.com/office/drawing/2014/main" id="{48FCAA76-BDD4-44C3-990A-72A3FB15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066" y="4667632"/>
            <a:ext cx="752417" cy="145514"/>
          </a:xfrm>
          <a:custGeom xmlns:a="http://schemas.openxmlformats.org/drawingml/2006/main">
            <a:pathLst>
              <a:path w="752417" h="145514">
                <a:moveTo>
                  <a:pt x="82968" y="22295"/>
                </a:moveTo>
                <a:cubicBezTo>
                  <a:pt x="82174" y="22295"/>
                  <a:pt x="81295" y="22156"/>
                  <a:pt x="80330" y="21878"/>
                </a:cubicBezTo>
                <a:cubicBezTo>
                  <a:pt x="70743" y="19206"/>
                  <a:pt x="61496" y="17870"/>
                  <a:pt x="52589" y="17870"/>
                </a:cubicBezTo>
                <a:cubicBezTo>
                  <a:pt x="47937" y="17870"/>
                  <a:pt x="42860" y="18288"/>
                  <a:pt x="37357" y="19125"/>
                </a:cubicBezTo>
                <a:cubicBezTo>
                  <a:pt x="31854" y="19962"/>
                  <a:pt x="25926" y="21246"/>
                  <a:pt x="19572" y="22976"/>
                </a:cubicBezTo>
                <a:cubicBezTo>
                  <a:pt x="20083" y="26679"/>
                  <a:pt x="20338" y="29642"/>
                  <a:pt x="20338" y="31863"/>
                </a:cubicBezTo>
                <a:cubicBezTo>
                  <a:pt x="20338" y="39781"/>
                  <a:pt x="19856" y="50660"/>
                  <a:pt x="18891" y="64503"/>
                </a:cubicBezTo>
                <a:lnTo>
                  <a:pt x="56163" y="60929"/>
                </a:lnTo>
                <a:cubicBezTo>
                  <a:pt x="67112" y="59794"/>
                  <a:pt x="73835" y="59227"/>
                  <a:pt x="76331" y="59227"/>
                </a:cubicBezTo>
                <a:cubicBezTo>
                  <a:pt x="78827" y="59227"/>
                  <a:pt x="80926" y="60025"/>
                  <a:pt x="82628" y="61623"/>
                </a:cubicBezTo>
                <a:cubicBezTo>
                  <a:pt x="84330" y="63218"/>
                  <a:pt x="85181" y="65355"/>
                  <a:pt x="85181" y="68034"/>
                </a:cubicBezTo>
                <a:cubicBezTo>
                  <a:pt x="85181" y="73221"/>
                  <a:pt x="82571" y="76129"/>
                  <a:pt x="77352" y="76756"/>
                </a:cubicBezTo>
                <a:lnTo>
                  <a:pt x="57099" y="78514"/>
                </a:lnTo>
                <a:lnTo>
                  <a:pt x="17785" y="82032"/>
                </a:lnTo>
                <a:cubicBezTo>
                  <a:pt x="17558" y="86067"/>
                  <a:pt x="17374" y="89890"/>
                  <a:pt x="17232" y="93499"/>
                </a:cubicBezTo>
                <a:cubicBezTo>
                  <a:pt x="17090" y="97108"/>
                  <a:pt x="17019" y="100476"/>
                  <a:pt x="17019" y="103601"/>
                </a:cubicBezTo>
                <a:cubicBezTo>
                  <a:pt x="17019" y="116162"/>
                  <a:pt x="17927" y="123550"/>
                  <a:pt x="19742" y="125766"/>
                </a:cubicBezTo>
                <a:cubicBezTo>
                  <a:pt x="21104" y="127358"/>
                  <a:pt x="25557" y="128154"/>
                  <a:pt x="33102" y="128154"/>
                </a:cubicBezTo>
                <a:cubicBezTo>
                  <a:pt x="36620" y="128154"/>
                  <a:pt x="41910" y="128041"/>
                  <a:pt x="48973" y="127814"/>
                </a:cubicBezTo>
                <a:cubicBezTo>
                  <a:pt x="56036" y="127587"/>
                  <a:pt x="61354" y="127473"/>
                  <a:pt x="64928" y="127473"/>
                </a:cubicBezTo>
                <a:cubicBezTo>
                  <a:pt x="66063" y="127473"/>
                  <a:pt x="67736" y="127275"/>
                  <a:pt x="69949" y="126878"/>
                </a:cubicBezTo>
                <a:cubicBezTo>
                  <a:pt x="72161" y="126481"/>
                  <a:pt x="73806" y="126282"/>
                  <a:pt x="74884" y="126282"/>
                </a:cubicBezTo>
                <a:cubicBezTo>
                  <a:pt x="80898" y="126282"/>
                  <a:pt x="83904" y="129259"/>
                  <a:pt x="83904" y="135212"/>
                </a:cubicBezTo>
                <a:cubicBezTo>
                  <a:pt x="83904" y="140020"/>
                  <a:pt x="81493" y="142910"/>
                  <a:pt x="76671" y="143884"/>
                </a:cubicBezTo>
                <a:cubicBezTo>
                  <a:pt x="71339" y="144970"/>
                  <a:pt x="59794" y="145514"/>
                  <a:pt x="42037" y="145514"/>
                </a:cubicBezTo>
                <a:cubicBezTo>
                  <a:pt x="24451" y="145514"/>
                  <a:pt x="13161" y="143186"/>
                  <a:pt x="8169" y="138531"/>
                </a:cubicBezTo>
                <a:cubicBezTo>
                  <a:pt x="2723" y="133480"/>
                  <a:pt x="0" y="121844"/>
                  <a:pt x="0" y="103623"/>
                </a:cubicBezTo>
                <a:cubicBezTo>
                  <a:pt x="0" y="99988"/>
                  <a:pt x="85" y="96015"/>
                  <a:pt x="255" y="91701"/>
                </a:cubicBezTo>
                <a:cubicBezTo>
                  <a:pt x="425" y="87386"/>
                  <a:pt x="652" y="82732"/>
                  <a:pt x="936" y="77738"/>
                </a:cubicBezTo>
                <a:cubicBezTo>
                  <a:pt x="312" y="76431"/>
                  <a:pt x="0" y="75040"/>
                  <a:pt x="0" y="73565"/>
                </a:cubicBezTo>
                <a:cubicBezTo>
                  <a:pt x="0" y="71635"/>
                  <a:pt x="539" y="69904"/>
                  <a:pt x="1617" y="68372"/>
                </a:cubicBezTo>
                <a:cubicBezTo>
                  <a:pt x="2751" y="51966"/>
                  <a:pt x="3319" y="39846"/>
                  <a:pt x="3319" y="32012"/>
                </a:cubicBezTo>
                <a:cubicBezTo>
                  <a:pt x="3319" y="29913"/>
                  <a:pt x="3035" y="26834"/>
                  <a:pt x="2468" y="22776"/>
                </a:cubicBezTo>
                <a:cubicBezTo>
                  <a:pt x="1900" y="18717"/>
                  <a:pt x="1617" y="15636"/>
                  <a:pt x="1617" y="13536"/>
                </a:cubicBezTo>
                <a:cubicBezTo>
                  <a:pt x="1617" y="6781"/>
                  <a:pt x="4453" y="3404"/>
                  <a:pt x="10126" y="3404"/>
                </a:cubicBezTo>
                <a:cubicBezTo>
                  <a:pt x="12509" y="3404"/>
                  <a:pt x="14551" y="4222"/>
                  <a:pt x="16253" y="5858"/>
                </a:cubicBezTo>
                <a:cubicBezTo>
                  <a:pt x="23061" y="4018"/>
                  <a:pt x="29486" y="2639"/>
                  <a:pt x="35527" y="1721"/>
                </a:cubicBezTo>
                <a:cubicBezTo>
                  <a:pt x="41569" y="800"/>
                  <a:pt x="47257" y="340"/>
                  <a:pt x="52589" y="340"/>
                </a:cubicBezTo>
                <a:cubicBezTo>
                  <a:pt x="66375" y="340"/>
                  <a:pt x="77380" y="1979"/>
                  <a:pt x="85606" y="5257"/>
                </a:cubicBezTo>
                <a:cubicBezTo>
                  <a:pt x="89407" y="6782"/>
                  <a:pt x="91308" y="9494"/>
                  <a:pt x="91308" y="13395"/>
                </a:cubicBezTo>
                <a:cubicBezTo>
                  <a:pt x="91308" y="15655"/>
                  <a:pt x="90570" y="17661"/>
                  <a:pt x="89095" y="19412"/>
                </a:cubicBezTo>
                <a:cubicBezTo>
                  <a:pt x="87450" y="21334"/>
                  <a:pt x="85408" y="22295"/>
                  <a:pt x="82968" y="22295"/>
                </a:cubicBezTo>
                <a:close/>
                <a:moveTo>
                  <a:pt x="148067" y="132579"/>
                </a:moveTo>
                <a:cubicBezTo>
                  <a:pt x="147897" y="137798"/>
                  <a:pt x="145315" y="140408"/>
                  <a:pt x="140323" y="140408"/>
                </a:cubicBezTo>
                <a:cubicBezTo>
                  <a:pt x="136182" y="140408"/>
                  <a:pt x="133175" y="137969"/>
                  <a:pt x="131303" y="133090"/>
                </a:cubicBezTo>
                <a:lnTo>
                  <a:pt x="118283" y="98541"/>
                </a:lnTo>
                <a:lnTo>
                  <a:pt x="103136" y="59482"/>
                </a:lnTo>
                <a:cubicBezTo>
                  <a:pt x="102569" y="58007"/>
                  <a:pt x="102285" y="56702"/>
                  <a:pt x="102285" y="55568"/>
                </a:cubicBezTo>
                <a:cubicBezTo>
                  <a:pt x="102285" y="53242"/>
                  <a:pt x="103165" y="51256"/>
                  <a:pt x="104923" y="49611"/>
                </a:cubicBezTo>
                <a:cubicBezTo>
                  <a:pt x="106682" y="47966"/>
                  <a:pt x="108724" y="47143"/>
                  <a:pt x="111050" y="47143"/>
                </a:cubicBezTo>
                <a:cubicBezTo>
                  <a:pt x="114454" y="47143"/>
                  <a:pt x="116893" y="48873"/>
                  <a:pt x="118368" y="52334"/>
                </a:cubicBezTo>
                <a:lnTo>
                  <a:pt x="139983" y="111816"/>
                </a:lnTo>
                <a:cubicBezTo>
                  <a:pt x="144238" y="102739"/>
                  <a:pt x="149599" y="89577"/>
                  <a:pt x="156066" y="72331"/>
                </a:cubicBezTo>
                <a:cubicBezTo>
                  <a:pt x="157598" y="67793"/>
                  <a:pt x="160009" y="61382"/>
                  <a:pt x="163299" y="53100"/>
                </a:cubicBezTo>
                <a:cubicBezTo>
                  <a:pt x="165058" y="49469"/>
                  <a:pt x="167554" y="47654"/>
                  <a:pt x="170787" y="47654"/>
                </a:cubicBezTo>
                <a:cubicBezTo>
                  <a:pt x="173113" y="47654"/>
                  <a:pt x="175156" y="48476"/>
                  <a:pt x="176914" y="50121"/>
                </a:cubicBezTo>
                <a:cubicBezTo>
                  <a:pt x="178673" y="51767"/>
                  <a:pt x="179552" y="53724"/>
                  <a:pt x="179552" y="55993"/>
                </a:cubicBezTo>
                <a:cubicBezTo>
                  <a:pt x="179552" y="58149"/>
                  <a:pt x="174872" y="70289"/>
                  <a:pt x="165511" y="92414"/>
                </a:cubicBezTo>
                <a:lnTo>
                  <a:pt x="148067" y="132579"/>
                </a:lnTo>
                <a:close/>
                <a:moveTo>
                  <a:pt x="260257" y="142621"/>
                </a:moveTo>
                <a:cubicBezTo>
                  <a:pt x="259179" y="142621"/>
                  <a:pt x="257222" y="141362"/>
                  <a:pt x="254385" y="138844"/>
                </a:cubicBezTo>
                <a:cubicBezTo>
                  <a:pt x="251832" y="136499"/>
                  <a:pt x="249932" y="134411"/>
                  <a:pt x="248684" y="132579"/>
                </a:cubicBezTo>
                <a:cubicBezTo>
                  <a:pt x="243238" y="135558"/>
                  <a:pt x="238444" y="137806"/>
                  <a:pt x="234303" y="139323"/>
                </a:cubicBezTo>
                <a:cubicBezTo>
                  <a:pt x="230161" y="140841"/>
                  <a:pt x="226701" y="141599"/>
                  <a:pt x="223921" y="141599"/>
                </a:cubicBezTo>
                <a:cubicBezTo>
                  <a:pt x="210646" y="141599"/>
                  <a:pt x="200974" y="137855"/>
                  <a:pt x="194903" y="130367"/>
                </a:cubicBezTo>
                <a:cubicBezTo>
                  <a:pt x="189174" y="123332"/>
                  <a:pt x="186309" y="112553"/>
                  <a:pt x="186309" y="98030"/>
                </a:cubicBezTo>
                <a:cubicBezTo>
                  <a:pt x="186309" y="84302"/>
                  <a:pt x="191032" y="72558"/>
                  <a:pt x="200477" y="62801"/>
                </a:cubicBezTo>
                <a:cubicBezTo>
                  <a:pt x="209923" y="53043"/>
                  <a:pt x="221198" y="48164"/>
                  <a:pt x="234303" y="48164"/>
                </a:cubicBezTo>
                <a:cubicBezTo>
                  <a:pt x="239238" y="48164"/>
                  <a:pt x="244770" y="49441"/>
                  <a:pt x="250896" y="51994"/>
                </a:cubicBezTo>
                <a:cubicBezTo>
                  <a:pt x="258612" y="55170"/>
                  <a:pt x="262469" y="59000"/>
                  <a:pt x="262469" y="63481"/>
                </a:cubicBezTo>
                <a:cubicBezTo>
                  <a:pt x="262469" y="65013"/>
                  <a:pt x="261902" y="66375"/>
                  <a:pt x="260768" y="67566"/>
                </a:cubicBezTo>
                <a:cubicBezTo>
                  <a:pt x="260200" y="69722"/>
                  <a:pt x="259761" y="73267"/>
                  <a:pt x="259449" y="78203"/>
                </a:cubicBezTo>
                <a:cubicBezTo>
                  <a:pt x="259137" y="83139"/>
                  <a:pt x="258952" y="89464"/>
                  <a:pt x="258895" y="97179"/>
                </a:cubicBezTo>
                <a:cubicBezTo>
                  <a:pt x="258839" y="104214"/>
                  <a:pt x="259321" y="109774"/>
                  <a:pt x="260342" y="113858"/>
                </a:cubicBezTo>
                <a:cubicBezTo>
                  <a:pt x="260909" y="116354"/>
                  <a:pt x="262696" y="121347"/>
                  <a:pt x="265703" y="128835"/>
                </a:cubicBezTo>
                <a:cubicBezTo>
                  <a:pt x="266100" y="129856"/>
                  <a:pt x="266753" y="131360"/>
                  <a:pt x="267660" y="133345"/>
                </a:cubicBezTo>
                <a:lnTo>
                  <a:pt x="268171" y="134792"/>
                </a:lnTo>
                <a:cubicBezTo>
                  <a:pt x="268171" y="137061"/>
                  <a:pt x="267377" y="138933"/>
                  <a:pt x="265788" y="140408"/>
                </a:cubicBezTo>
                <a:cubicBezTo>
                  <a:pt x="264200" y="141883"/>
                  <a:pt x="262356" y="142621"/>
                  <a:pt x="260257" y="142621"/>
                </a:cubicBezTo>
                <a:moveTo>
                  <a:pt x="242557" y="83511"/>
                </a:moveTo>
                <a:cubicBezTo>
                  <a:pt x="242557" y="81077"/>
                  <a:pt x="242713" y="78432"/>
                  <a:pt x="243025" y="75576"/>
                </a:cubicBezTo>
                <a:cubicBezTo>
                  <a:pt x="243337" y="72718"/>
                  <a:pt x="243805" y="69677"/>
                  <a:pt x="244429" y="66452"/>
                </a:cubicBezTo>
                <a:cubicBezTo>
                  <a:pt x="242330" y="65376"/>
                  <a:pt x="240529" y="64583"/>
                  <a:pt x="239026" y="64074"/>
                </a:cubicBezTo>
                <a:cubicBezTo>
                  <a:pt x="237522" y="63566"/>
                  <a:pt x="236317" y="63311"/>
                  <a:pt x="235409" y="63311"/>
                </a:cubicBezTo>
                <a:cubicBezTo>
                  <a:pt x="226616" y="63311"/>
                  <a:pt x="219028" y="66890"/>
                  <a:pt x="212646" y="74047"/>
                </a:cubicBezTo>
                <a:cubicBezTo>
                  <a:pt x="206264" y="81204"/>
                  <a:pt x="203073" y="89450"/>
                  <a:pt x="203073" y="98786"/>
                </a:cubicBezTo>
                <a:cubicBezTo>
                  <a:pt x="203073" y="108065"/>
                  <a:pt x="204718" y="115024"/>
                  <a:pt x="208008" y="119663"/>
                </a:cubicBezTo>
                <a:cubicBezTo>
                  <a:pt x="211299" y="124303"/>
                  <a:pt x="216234" y="126623"/>
                  <a:pt x="222815" y="126623"/>
                </a:cubicBezTo>
                <a:cubicBezTo>
                  <a:pt x="228261" y="126623"/>
                  <a:pt x="232884" y="125632"/>
                  <a:pt x="236685" y="123652"/>
                </a:cubicBezTo>
                <a:cubicBezTo>
                  <a:pt x="238728" y="122578"/>
                  <a:pt x="241593" y="120428"/>
                  <a:pt x="245280" y="117203"/>
                </a:cubicBezTo>
                <a:cubicBezTo>
                  <a:pt x="243465" y="102209"/>
                  <a:pt x="242557" y="90978"/>
                  <a:pt x="242557" y="83511"/>
                </a:cubicBezTo>
                <a:close/>
                <a:moveTo>
                  <a:pt x="304727" y="70119"/>
                </a:moveTo>
                <a:lnTo>
                  <a:pt x="303451" y="112462"/>
                </a:lnTo>
                <a:cubicBezTo>
                  <a:pt x="303451" y="116949"/>
                  <a:pt x="303224" y="123538"/>
                  <a:pt x="302770" y="132228"/>
                </a:cubicBezTo>
                <a:cubicBezTo>
                  <a:pt x="302203" y="137908"/>
                  <a:pt x="299423" y="140748"/>
                  <a:pt x="294431" y="140748"/>
                </a:cubicBezTo>
                <a:cubicBezTo>
                  <a:pt x="288871" y="140748"/>
                  <a:pt x="286092" y="137852"/>
                  <a:pt x="286092" y="132058"/>
                </a:cubicBezTo>
                <a:cubicBezTo>
                  <a:pt x="286092" y="125185"/>
                  <a:pt x="286404" y="114862"/>
                  <a:pt x="287028" y="101088"/>
                </a:cubicBezTo>
                <a:cubicBezTo>
                  <a:pt x="287652" y="87315"/>
                  <a:pt x="287964" y="76992"/>
                  <a:pt x="287964" y="70119"/>
                </a:cubicBezTo>
                <a:cubicBezTo>
                  <a:pt x="287964" y="61145"/>
                  <a:pt x="288105" y="50878"/>
                  <a:pt x="288389" y="39320"/>
                </a:cubicBezTo>
                <a:cubicBezTo>
                  <a:pt x="288673" y="27761"/>
                  <a:pt x="288815" y="17494"/>
                  <a:pt x="288815" y="8520"/>
                </a:cubicBezTo>
                <a:cubicBezTo>
                  <a:pt x="288815" y="2840"/>
                  <a:pt x="291594" y="0"/>
                  <a:pt x="297154" y="0"/>
                </a:cubicBezTo>
                <a:cubicBezTo>
                  <a:pt x="302770" y="0"/>
                  <a:pt x="305578" y="2840"/>
                  <a:pt x="305578" y="8520"/>
                </a:cubicBezTo>
                <a:cubicBezTo>
                  <a:pt x="305578" y="17494"/>
                  <a:pt x="305437" y="27761"/>
                  <a:pt x="305153" y="39320"/>
                </a:cubicBezTo>
                <a:cubicBezTo>
                  <a:pt x="304869" y="50878"/>
                  <a:pt x="304727" y="61145"/>
                  <a:pt x="304727" y="70119"/>
                </a:cubicBezTo>
                <a:close/>
                <a:moveTo>
                  <a:pt x="400478" y="87308"/>
                </a:moveTo>
                <a:cubicBezTo>
                  <a:pt x="400478" y="91393"/>
                  <a:pt x="400506" y="97520"/>
                  <a:pt x="400563" y="105689"/>
                </a:cubicBezTo>
                <a:cubicBezTo>
                  <a:pt x="400620" y="113858"/>
                  <a:pt x="400648" y="119985"/>
                  <a:pt x="400648" y="124070"/>
                </a:cubicBezTo>
                <a:cubicBezTo>
                  <a:pt x="400648" y="125318"/>
                  <a:pt x="400747" y="127218"/>
                  <a:pt x="400946" y="129771"/>
                </a:cubicBezTo>
                <a:cubicBezTo>
                  <a:pt x="401144" y="132324"/>
                  <a:pt x="401244" y="134224"/>
                  <a:pt x="401244" y="135472"/>
                </a:cubicBezTo>
                <a:cubicBezTo>
                  <a:pt x="401244" y="137912"/>
                  <a:pt x="400421" y="139912"/>
                  <a:pt x="398776" y="141472"/>
                </a:cubicBezTo>
                <a:cubicBezTo>
                  <a:pt x="397131" y="143032"/>
                  <a:pt x="395117" y="143812"/>
                  <a:pt x="392734" y="143812"/>
                </a:cubicBezTo>
                <a:cubicBezTo>
                  <a:pt x="388366" y="143812"/>
                  <a:pt x="385586" y="141117"/>
                  <a:pt x="384395" y="135728"/>
                </a:cubicBezTo>
                <a:cubicBezTo>
                  <a:pt x="377303" y="139415"/>
                  <a:pt x="369134" y="141259"/>
                  <a:pt x="359887" y="141259"/>
                </a:cubicBezTo>
                <a:cubicBezTo>
                  <a:pt x="352455" y="141259"/>
                  <a:pt x="346300" y="139614"/>
                  <a:pt x="341421" y="136323"/>
                </a:cubicBezTo>
                <a:cubicBezTo>
                  <a:pt x="336032" y="132693"/>
                  <a:pt x="332827" y="127388"/>
                  <a:pt x="331806" y="120411"/>
                </a:cubicBezTo>
                <a:cubicBezTo>
                  <a:pt x="329593" y="105377"/>
                  <a:pt x="328487" y="91989"/>
                  <a:pt x="328487" y="80245"/>
                </a:cubicBezTo>
                <a:cubicBezTo>
                  <a:pt x="328487" y="72473"/>
                  <a:pt x="329338" y="63623"/>
                  <a:pt x="331040" y="53695"/>
                </a:cubicBezTo>
                <a:cubicBezTo>
                  <a:pt x="331834" y="48760"/>
                  <a:pt x="334529" y="46292"/>
                  <a:pt x="339124" y="46292"/>
                </a:cubicBezTo>
                <a:cubicBezTo>
                  <a:pt x="341563" y="46292"/>
                  <a:pt x="343606" y="47071"/>
                  <a:pt x="345251" y="48630"/>
                </a:cubicBezTo>
                <a:cubicBezTo>
                  <a:pt x="346896" y="50188"/>
                  <a:pt x="347718" y="52186"/>
                  <a:pt x="347718" y="54624"/>
                </a:cubicBezTo>
                <a:cubicBezTo>
                  <a:pt x="347718" y="57230"/>
                  <a:pt x="347307" y="61395"/>
                  <a:pt x="346485" y="67119"/>
                </a:cubicBezTo>
                <a:cubicBezTo>
                  <a:pt x="345662" y="72842"/>
                  <a:pt x="345251" y="77205"/>
                  <a:pt x="345251" y="80208"/>
                </a:cubicBezTo>
                <a:cubicBezTo>
                  <a:pt x="345251" y="89671"/>
                  <a:pt x="345563" y="97775"/>
                  <a:pt x="346187" y="104519"/>
                </a:cubicBezTo>
                <a:cubicBezTo>
                  <a:pt x="346811" y="111263"/>
                  <a:pt x="347747" y="116674"/>
                  <a:pt x="348995" y="120754"/>
                </a:cubicBezTo>
                <a:cubicBezTo>
                  <a:pt x="350867" y="121775"/>
                  <a:pt x="352711" y="122555"/>
                  <a:pt x="354526" y="123094"/>
                </a:cubicBezTo>
                <a:cubicBezTo>
                  <a:pt x="356342" y="123631"/>
                  <a:pt x="358129" y="123899"/>
                  <a:pt x="359887" y="123899"/>
                </a:cubicBezTo>
                <a:cubicBezTo>
                  <a:pt x="367489" y="123899"/>
                  <a:pt x="375516" y="122682"/>
                  <a:pt x="383969" y="120246"/>
                </a:cubicBezTo>
                <a:lnTo>
                  <a:pt x="383884" y="102990"/>
                </a:lnTo>
                <a:lnTo>
                  <a:pt x="383714" y="86500"/>
                </a:lnTo>
                <a:cubicBezTo>
                  <a:pt x="383714" y="74258"/>
                  <a:pt x="384253" y="63633"/>
                  <a:pt x="385331" y="54624"/>
                </a:cubicBezTo>
                <a:cubicBezTo>
                  <a:pt x="385955" y="49410"/>
                  <a:pt x="388706" y="46803"/>
                  <a:pt x="393585" y="46803"/>
                </a:cubicBezTo>
                <a:cubicBezTo>
                  <a:pt x="396025" y="46803"/>
                  <a:pt x="398067" y="47597"/>
                  <a:pt x="399712" y="49185"/>
                </a:cubicBezTo>
                <a:cubicBezTo>
                  <a:pt x="401357" y="50774"/>
                  <a:pt x="402123" y="52759"/>
                  <a:pt x="402010" y="55142"/>
                </a:cubicBezTo>
                <a:lnTo>
                  <a:pt x="400478" y="87308"/>
                </a:lnTo>
                <a:close/>
                <a:moveTo>
                  <a:pt x="488994" y="142621"/>
                </a:moveTo>
                <a:cubicBezTo>
                  <a:pt x="487917" y="142621"/>
                  <a:pt x="485959" y="141362"/>
                  <a:pt x="483123" y="138844"/>
                </a:cubicBezTo>
                <a:cubicBezTo>
                  <a:pt x="480570" y="136499"/>
                  <a:pt x="478669" y="134411"/>
                  <a:pt x="477421" y="132579"/>
                </a:cubicBezTo>
                <a:cubicBezTo>
                  <a:pt x="471975" y="135558"/>
                  <a:pt x="467182" y="137806"/>
                  <a:pt x="463040" y="139323"/>
                </a:cubicBezTo>
                <a:cubicBezTo>
                  <a:pt x="458899" y="140841"/>
                  <a:pt x="455438" y="141599"/>
                  <a:pt x="452658" y="141599"/>
                </a:cubicBezTo>
                <a:cubicBezTo>
                  <a:pt x="439384" y="141599"/>
                  <a:pt x="429711" y="137855"/>
                  <a:pt x="423641" y="130367"/>
                </a:cubicBezTo>
                <a:cubicBezTo>
                  <a:pt x="417911" y="123332"/>
                  <a:pt x="415046" y="112553"/>
                  <a:pt x="415046" y="98030"/>
                </a:cubicBezTo>
                <a:cubicBezTo>
                  <a:pt x="415046" y="84302"/>
                  <a:pt x="419769" y="72558"/>
                  <a:pt x="429215" y="62801"/>
                </a:cubicBezTo>
                <a:cubicBezTo>
                  <a:pt x="438660" y="53043"/>
                  <a:pt x="449935" y="48164"/>
                  <a:pt x="463040" y="48164"/>
                </a:cubicBezTo>
                <a:cubicBezTo>
                  <a:pt x="467976" y="48164"/>
                  <a:pt x="473507" y="49441"/>
                  <a:pt x="479634" y="51994"/>
                </a:cubicBezTo>
                <a:cubicBezTo>
                  <a:pt x="487349" y="55170"/>
                  <a:pt x="491207" y="59000"/>
                  <a:pt x="491207" y="63481"/>
                </a:cubicBezTo>
                <a:cubicBezTo>
                  <a:pt x="491207" y="65013"/>
                  <a:pt x="490640" y="66375"/>
                  <a:pt x="489505" y="67566"/>
                </a:cubicBezTo>
                <a:cubicBezTo>
                  <a:pt x="488938" y="69722"/>
                  <a:pt x="488498" y="73267"/>
                  <a:pt x="488186" y="78203"/>
                </a:cubicBezTo>
                <a:cubicBezTo>
                  <a:pt x="487874" y="83139"/>
                  <a:pt x="487690" y="89464"/>
                  <a:pt x="487633" y="97179"/>
                </a:cubicBezTo>
                <a:cubicBezTo>
                  <a:pt x="487576" y="104214"/>
                  <a:pt x="488058" y="109774"/>
                  <a:pt x="489079" y="113858"/>
                </a:cubicBezTo>
                <a:cubicBezTo>
                  <a:pt x="489647" y="116354"/>
                  <a:pt x="491434" y="121347"/>
                  <a:pt x="494441" y="128835"/>
                </a:cubicBezTo>
                <a:cubicBezTo>
                  <a:pt x="494838" y="129856"/>
                  <a:pt x="495490" y="131360"/>
                  <a:pt x="496398" y="133345"/>
                </a:cubicBezTo>
                <a:lnTo>
                  <a:pt x="496908" y="134792"/>
                </a:lnTo>
                <a:cubicBezTo>
                  <a:pt x="496908" y="137061"/>
                  <a:pt x="496114" y="138933"/>
                  <a:pt x="494526" y="140408"/>
                </a:cubicBezTo>
                <a:cubicBezTo>
                  <a:pt x="492937" y="141883"/>
                  <a:pt x="491093" y="142621"/>
                  <a:pt x="488994" y="142621"/>
                </a:cubicBezTo>
                <a:moveTo>
                  <a:pt x="471294" y="83511"/>
                </a:moveTo>
                <a:cubicBezTo>
                  <a:pt x="471294" y="81077"/>
                  <a:pt x="471450" y="78432"/>
                  <a:pt x="471762" y="75576"/>
                </a:cubicBezTo>
                <a:cubicBezTo>
                  <a:pt x="472075" y="72718"/>
                  <a:pt x="472543" y="69677"/>
                  <a:pt x="473167" y="66452"/>
                </a:cubicBezTo>
                <a:cubicBezTo>
                  <a:pt x="471068" y="65376"/>
                  <a:pt x="469266" y="64583"/>
                  <a:pt x="467763" y="64074"/>
                </a:cubicBezTo>
                <a:cubicBezTo>
                  <a:pt x="466260" y="63566"/>
                  <a:pt x="465054" y="63311"/>
                  <a:pt x="464146" y="63311"/>
                </a:cubicBezTo>
                <a:cubicBezTo>
                  <a:pt x="455353" y="63311"/>
                  <a:pt x="447765" y="66890"/>
                  <a:pt x="441383" y="74047"/>
                </a:cubicBezTo>
                <a:cubicBezTo>
                  <a:pt x="435001" y="81204"/>
                  <a:pt x="431810" y="89450"/>
                  <a:pt x="431810" y="98786"/>
                </a:cubicBezTo>
                <a:cubicBezTo>
                  <a:pt x="431810" y="108065"/>
                  <a:pt x="433455" y="115024"/>
                  <a:pt x="436746" y="119663"/>
                </a:cubicBezTo>
                <a:cubicBezTo>
                  <a:pt x="440036" y="124303"/>
                  <a:pt x="444972" y="126623"/>
                  <a:pt x="451552" y="126623"/>
                </a:cubicBezTo>
                <a:cubicBezTo>
                  <a:pt x="456998" y="126623"/>
                  <a:pt x="461622" y="125632"/>
                  <a:pt x="465423" y="123652"/>
                </a:cubicBezTo>
                <a:cubicBezTo>
                  <a:pt x="467465" y="122578"/>
                  <a:pt x="470330" y="120428"/>
                  <a:pt x="474018" y="117203"/>
                </a:cubicBezTo>
                <a:cubicBezTo>
                  <a:pt x="472202" y="102209"/>
                  <a:pt x="471294" y="90978"/>
                  <a:pt x="471294" y="83511"/>
                </a:cubicBezTo>
                <a:close/>
                <a:moveTo>
                  <a:pt x="568780" y="64577"/>
                </a:moveTo>
                <a:cubicBezTo>
                  <a:pt x="567589" y="64577"/>
                  <a:pt x="566185" y="64520"/>
                  <a:pt x="564568" y="64407"/>
                </a:cubicBezTo>
                <a:cubicBezTo>
                  <a:pt x="562951" y="64292"/>
                  <a:pt x="561547" y="64234"/>
                  <a:pt x="560355" y="64234"/>
                </a:cubicBezTo>
                <a:cubicBezTo>
                  <a:pt x="559051" y="64234"/>
                  <a:pt x="555193" y="64664"/>
                  <a:pt x="548782" y="65524"/>
                </a:cubicBezTo>
                <a:lnTo>
                  <a:pt x="550399" y="115760"/>
                </a:lnTo>
                <a:lnTo>
                  <a:pt x="550484" y="119501"/>
                </a:lnTo>
                <a:lnTo>
                  <a:pt x="550569" y="123836"/>
                </a:lnTo>
                <a:cubicBezTo>
                  <a:pt x="550796" y="136245"/>
                  <a:pt x="547818" y="142450"/>
                  <a:pt x="541634" y="142450"/>
                </a:cubicBezTo>
                <a:cubicBezTo>
                  <a:pt x="539365" y="142450"/>
                  <a:pt x="537394" y="141714"/>
                  <a:pt x="535720" y="140240"/>
                </a:cubicBezTo>
                <a:cubicBezTo>
                  <a:pt x="534047" y="138767"/>
                  <a:pt x="533210" y="136925"/>
                  <a:pt x="533210" y="134715"/>
                </a:cubicBezTo>
                <a:cubicBezTo>
                  <a:pt x="533210" y="132562"/>
                  <a:pt x="533295" y="129333"/>
                  <a:pt x="533465" y="125027"/>
                </a:cubicBezTo>
                <a:cubicBezTo>
                  <a:pt x="533635" y="120719"/>
                  <a:pt x="533721" y="117488"/>
                  <a:pt x="533721" y="115334"/>
                </a:cubicBezTo>
                <a:lnTo>
                  <a:pt x="532019" y="65694"/>
                </a:lnTo>
                <a:cubicBezTo>
                  <a:pt x="527877" y="65524"/>
                  <a:pt x="521580" y="65039"/>
                  <a:pt x="513127" y="64239"/>
                </a:cubicBezTo>
                <a:cubicBezTo>
                  <a:pt x="508078" y="63555"/>
                  <a:pt x="505554" y="60734"/>
                  <a:pt x="505554" y="55775"/>
                </a:cubicBezTo>
                <a:cubicBezTo>
                  <a:pt x="505554" y="53266"/>
                  <a:pt x="506320" y="51187"/>
                  <a:pt x="507851" y="49536"/>
                </a:cubicBezTo>
                <a:cubicBezTo>
                  <a:pt x="509383" y="47884"/>
                  <a:pt x="511340" y="47058"/>
                  <a:pt x="513723" y="47058"/>
                </a:cubicBezTo>
                <a:lnTo>
                  <a:pt x="531593" y="48505"/>
                </a:lnTo>
                <a:cubicBezTo>
                  <a:pt x="531593" y="45602"/>
                  <a:pt x="531465" y="41720"/>
                  <a:pt x="531210" y="36857"/>
                </a:cubicBezTo>
                <a:cubicBezTo>
                  <a:pt x="530955" y="31992"/>
                  <a:pt x="530827" y="28480"/>
                  <a:pt x="530827" y="26319"/>
                </a:cubicBezTo>
                <a:cubicBezTo>
                  <a:pt x="530827" y="23929"/>
                  <a:pt x="531650" y="21952"/>
                  <a:pt x="533295" y="20388"/>
                </a:cubicBezTo>
                <a:cubicBezTo>
                  <a:pt x="534940" y="18823"/>
                  <a:pt x="536954" y="18040"/>
                  <a:pt x="539337" y="18040"/>
                </a:cubicBezTo>
                <a:cubicBezTo>
                  <a:pt x="544443" y="18040"/>
                  <a:pt x="547421" y="22210"/>
                  <a:pt x="548272" y="30549"/>
                </a:cubicBezTo>
                <a:cubicBezTo>
                  <a:pt x="548442" y="32648"/>
                  <a:pt x="548527" y="35173"/>
                  <a:pt x="548527" y="38123"/>
                </a:cubicBezTo>
                <a:lnTo>
                  <a:pt x="548357" y="43058"/>
                </a:lnTo>
                <a:lnTo>
                  <a:pt x="548272" y="48334"/>
                </a:lnTo>
                <a:cubicBezTo>
                  <a:pt x="555306" y="47427"/>
                  <a:pt x="559334" y="46973"/>
                  <a:pt x="560355" y="46973"/>
                </a:cubicBezTo>
                <a:cubicBezTo>
                  <a:pt x="566255" y="46973"/>
                  <a:pt x="570113" y="47257"/>
                  <a:pt x="571929" y="47824"/>
                </a:cubicBezTo>
                <a:cubicBezTo>
                  <a:pt x="575389" y="48966"/>
                  <a:pt x="577119" y="51657"/>
                  <a:pt x="577119" y="55897"/>
                </a:cubicBezTo>
                <a:cubicBezTo>
                  <a:pt x="577119" y="58418"/>
                  <a:pt x="576339" y="60495"/>
                  <a:pt x="574779" y="62128"/>
                </a:cubicBezTo>
                <a:cubicBezTo>
                  <a:pt x="573219" y="63761"/>
                  <a:pt x="571219" y="64577"/>
                  <a:pt x="568780" y="64577"/>
                </a:cubicBezTo>
                <a:close/>
                <a:moveTo>
                  <a:pt x="626543" y="142110"/>
                </a:moveTo>
                <a:cubicBezTo>
                  <a:pt x="617012" y="142110"/>
                  <a:pt x="608815" y="138586"/>
                  <a:pt x="601950" y="131539"/>
                </a:cubicBezTo>
                <a:cubicBezTo>
                  <a:pt x="594292" y="123696"/>
                  <a:pt x="590264" y="113153"/>
                  <a:pt x="589867" y="99910"/>
                </a:cubicBezTo>
                <a:cubicBezTo>
                  <a:pt x="589526" y="87066"/>
                  <a:pt x="592760" y="75757"/>
                  <a:pt x="599568" y="65981"/>
                </a:cubicBezTo>
                <a:cubicBezTo>
                  <a:pt x="607510" y="54444"/>
                  <a:pt x="618572" y="48675"/>
                  <a:pt x="632755" y="48675"/>
                </a:cubicBezTo>
                <a:cubicBezTo>
                  <a:pt x="644101" y="48675"/>
                  <a:pt x="652696" y="53875"/>
                  <a:pt x="658539" y="64277"/>
                </a:cubicBezTo>
                <a:cubicBezTo>
                  <a:pt x="663191" y="72687"/>
                  <a:pt x="665432" y="82803"/>
                  <a:pt x="665262" y="94624"/>
                </a:cubicBezTo>
                <a:cubicBezTo>
                  <a:pt x="665091" y="107241"/>
                  <a:pt x="661801" y="118012"/>
                  <a:pt x="655390" y="126936"/>
                </a:cubicBezTo>
                <a:cubicBezTo>
                  <a:pt x="648129" y="137052"/>
                  <a:pt x="638513" y="142110"/>
                  <a:pt x="626543" y="142110"/>
                </a:cubicBezTo>
                <a:moveTo>
                  <a:pt x="631649" y="66034"/>
                </a:moveTo>
                <a:cubicBezTo>
                  <a:pt x="623309" y="65978"/>
                  <a:pt x="616814" y="69954"/>
                  <a:pt x="612162" y="77964"/>
                </a:cubicBezTo>
                <a:cubicBezTo>
                  <a:pt x="608474" y="84385"/>
                  <a:pt x="606631" y="91714"/>
                  <a:pt x="606631" y="99950"/>
                </a:cubicBezTo>
                <a:cubicBezTo>
                  <a:pt x="606631" y="108189"/>
                  <a:pt x="608871" y="114609"/>
                  <a:pt x="613353" y="119211"/>
                </a:cubicBezTo>
                <a:cubicBezTo>
                  <a:pt x="617097" y="123017"/>
                  <a:pt x="621494" y="124921"/>
                  <a:pt x="626543" y="124921"/>
                </a:cubicBezTo>
                <a:cubicBezTo>
                  <a:pt x="632443" y="124921"/>
                  <a:pt x="637520" y="122761"/>
                  <a:pt x="641775" y="118443"/>
                </a:cubicBezTo>
                <a:cubicBezTo>
                  <a:pt x="646597" y="113672"/>
                  <a:pt x="649150" y="107224"/>
                  <a:pt x="649434" y="99099"/>
                </a:cubicBezTo>
                <a:cubicBezTo>
                  <a:pt x="650228" y="77113"/>
                  <a:pt x="644300" y="66091"/>
                  <a:pt x="631649" y="66034"/>
                </a:cubicBezTo>
                <a:close/>
                <a:moveTo>
                  <a:pt x="752332" y="73948"/>
                </a:moveTo>
                <a:cubicBezTo>
                  <a:pt x="751935" y="81040"/>
                  <a:pt x="749098" y="84585"/>
                  <a:pt x="743822" y="84585"/>
                </a:cubicBezTo>
                <a:cubicBezTo>
                  <a:pt x="738943" y="84585"/>
                  <a:pt x="736504" y="81789"/>
                  <a:pt x="736504" y="76195"/>
                </a:cubicBezTo>
                <a:cubicBezTo>
                  <a:pt x="736504" y="75121"/>
                  <a:pt x="736419" y="73142"/>
                  <a:pt x="736249" y="70260"/>
                </a:cubicBezTo>
                <a:lnTo>
                  <a:pt x="735993" y="63141"/>
                </a:lnTo>
                <a:cubicBezTo>
                  <a:pt x="727030" y="64221"/>
                  <a:pt x="719854" y="66751"/>
                  <a:pt x="714464" y="70731"/>
                </a:cubicBezTo>
                <a:cubicBezTo>
                  <a:pt x="709415" y="74427"/>
                  <a:pt x="705217" y="79999"/>
                  <a:pt x="701870" y="87447"/>
                </a:cubicBezTo>
                <a:lnTo>
                  <a:pt x="702040" y="134177"/>
                </a:lnTo>
                <a:cubicBezTo>
                  <a:pt x="702040" y="139920"/>
                  <a:pt x="699232" y="142791"/>
                  <a:pt x="693616" y="142791"/>
                </a:cubicBezTo>
                <a:cubicBezTo>
                  <a:pt x="688623" y="142791"/>
                  <a:pt x="686127" y="139921"/>
                  <a:pt x="686127" y="134180"/>
                </a:cubicBezTo>
                <a:lnTo>
                  <a:pt x="686127" y="74334"/>
                </a:lnTo>
                <a:cubicBezTo>
                  <a:pt x="686127" y="72458"/>
                  <a:pt x="686198" y="69646"/>
                  <a:pt x="686340" y="65896"/>
                </a:cubicBezTo>
                <a:cubicBezTo>
                  <a:pt x="686482" y="62145"/>
                  <a:pt x="686553" y="59331"/>
                  <a:pt x="686553" y="57456"/>
                </a:cubicBezTo>
                <a:cubicBezTo>
                  <a:pt x="686553" y="51715"/>
                  <a:pt x="689049" y="48845"/>
                  <a:pt x="694041" y="48845"/>
                </a:cubicBezTo>
                <a:cubicBezTo>
                  <a:pt x="699601" y="48845"/>
                  <a:pt x="702409" y="53554"/>
                  <a:pt x="702466" y="62971"/>
                </a:cubicBezTo>
                <a:cubicBezTo>
                  <a:pt x="713358" y="52419"/>
                  <a:pt x="725441" y="47143"/>
                  <a:pt x="738716" y="47143"/>
                </a:cubicBezTo>
                <a:cubicBezTo>
                  <a:pt x="743312" y="47143"/>
                  <a:pt x="746744" y="48873"/>
                  <a:pt x="749013" y="52334"/>
                </a:cubicBezTo>
                <a:cubicBezTo>
                  <a:pt x="751282" y="55794"/>
                  <a:pt x="752417" y="61014"/>
                  <a:pt x="752417" y="67992"/>
                </a:cubicBezTo>
                <a:cubicBezTo>
                  <a:pt x="752417" y="70942"/>
                  <a:pt x="752388" y="72927"/>
                  <a:pt x="752332" y="739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8CB22-9414-454B-9822-720D4565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64" y="3215217"/>
            <a:ext cx="3323085" cy="2367173"/>
          </a:xfrm>
          <a:custGeom xmlns:a="http://schemas.openxmlformats.org/drawingml/2006/main">
            <a:pathLst>
              <a:path w="3323085" h="2367173">
                <a:moveTo>
                  <a:pt x="0" y="394537"/>
                </a:moveTo>
                <a:cubicBezTo>
                  <a:pt x="0" y="176639"/>
                  <a:pt x="176641" y="0"/>
                  <a:pt x="394537" y="0"/>
                </a:cubicBezTo>
                <a:lnTo>
                  <a:pt x="2928548" y="0"/>
                </a:lnTo>
                <a:cubicBezTo>
                  <a:pt x="3146445" y="0"/>
                  <a:pt x="3323085" y="176639"/>
                  <a:pt x="3323085" y="394537"/>
                </a:cubicBezTo>
                <a:lnTo>
                  <a:pt x="3323085" y="1972636"/>
                </a:lnTo>
                <a:cubicBezTo>
                  <a:pt x="3323085" y="2190533"/>
                  <a:pt x="3146445" y="2367173"/>
                  <a:pt x="2928548" y="2367173"/>
                </a:cubicBezTo>
                <a:lnTo>
                  <a:pt x="394537" y="2367173"/>
                </a:lnTo>
                <a:cubicBezTo>
                  <a:pt x="176641" y="2367173"/>
                  <a:pt x="0" y="2190533"/>
                  <a:pt x="0" y="1972636"/>
                </a:cubicBezTo>
                <a:lnTo>
                  <a:pt x="0" y="394537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BD5BE-C33A-4606-9B1A-586DFDBF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13" y="3340124"/>
            <a:ext cx="3016057" cy="949767"/>
          </a:xfrm>
          <a:custGeom xmlns:a="http://schemas.openxmlformats.org/drawingml/2006/main">
            <a:pathLst>
              <a:path w="3016057" h="949767">
                <a:moveTo>
                  <a:pt x="0" y="158297"/>
                </a:moveTo>
                <a:cubicBezTo>
                  <a:pt x="0" y="70871"/>
                  <a:pt x="70871" y="0"/>
                  <a:pt x="158297" y="0"/>
                </a:cubicBezTo>
                <a:lnTo>
                  <a:pt x="2857760" y="0"/>
                </a:lnTo>
                <a:cubicBezTo>
                  <a:pt x="2945186" y="0"/>
                  <a:pt x="3016057" y="70871"/>
                  <a:pt x="3016057" y="158297"/>
                </a:cubicBezTo>
                <a:lnTo>
                  <a:pt x="3016057" y="791470"/>
                </a:lnTo>
                <a:cubicBezTo>
                  <a:pt x="3016057" y="878896"/>
                  <a:pt x="2945186" y="949767"/>
                  <a:pt x="2857760" y="949767"/>
                </a:cubicBezTo>
                <a:lnTo>
                  <a:pt x="158297" y="949767"/>
                </a:lnTo>
                <a:cubicBezTo>
                  <a:pt x="70871" y="949767"/>
                  <a:pt x="0" y="878896"/>
                  <a:pt x="0" y="791470"/>
                </a:cubicBezTo>
                <a:lnTo>
                  <a:pt x="0" y="15829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For">
            <a:extLst xmlns:a="http://schemas.openxmlformats.org/drawingml/2006/main">
              <a:ext uri="{FF2B5EF4-FFF2-40B4-BE49-F238E27FC236}">
                <a16:creationId xmlns:a16="http://schemas.microsoft.com/office/drawing/2014/main" id="{197D8E2E-BED4-437D-B52F-A9581A5F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76" y="3407542"/>
            <a:ext cx="261548" cy="142961"/>
          </a:xfrm>
          <a:custGeom xmlns:a="http://schemas.openxmlformats.org/drawingml/2006/main">
            <a:pathLst>
              <a:path w="261548" h="142961">
                <a:moveTo>
                  <a:pt x="79394" y="22125"/>
                </a:moveTo>
                <a:cubicBezTo>
                  <a:pt x="78373" y="22125"/>
                  <a:pt x="77295" y="21898"/>
                  <a:pt x="76161" y="21444"/>
                </a:cubicBezTo>
                <a:cubicBezTo>
                  <a:pt x="69126" y="18835"/>
                  <a:pt x="59822" y="17530"/>
                  <a:pt x="48249" y="17530"/>
                </a:cubicBezTo>
                <a:cubicBezTo>
                  <a:pt x="44505" y="17530"/>
                  <a:pt x="40123" y="17806"/>
                  <a:pt x="35102" y="18359"/>
                </a:cubicBezTo>
                <a:cubicBezTo>
                  <a:pt x="30081" y="18913"/>
                  <a:pt x="24451" y="19771"/>
                  <a:pt x="18210" y="20934"/>
                </a:cubicBezTo>
                <a:lnTo>
                  <a:pt x="18040" y="57695"/>
                </a:lnTo>
                <a:cubicBezTo>
                  <a:pt x="28989" y="54745"/>
                  <a:pt x="37215" y="53270"/>
                  <a:pt x="42718" y="53270"/>
                </a:cubicBezTo>
                <a:cubicBezTo>
                  <a:pt x="51455" y="53270"/>
                  <a:pt x="60503" y="53781"/>
                  <a:pt x="69864" y="54802"/>
                </a:cubicBezTo>
                <a:cubicBezTo>
                  <a:pt x="75196" y="55369"/>
                  <a:pt x="77863" y="58262"/>
                  <a:pt x="77863" y="63481"/>
                </a:cubicBezTo>
                <a:cubicBezTo>
                  <a:pt x="77863" y="66034"/>
                  <a:pt x="77040" y="68148"/>
                  <a:pt x="75395" y="69821"/>
                </a:cubicBezTo>
                <a:cubicBezTo>
                  <a:pt x="73750" y="71495"/>
                  <a:pt x="71707" y="72331"/>
                  <a:pt x="69268" y="72331"/>
                </a:cubicBezTo>
                <a:cubicBezTo>
                  <a:pt x="66318" y="72331"/>
                  <a:pt x="61893" y="72076"/>
                  <a:pt x="55993" y="71566"/>
                </a:cubicBezTo>
                <a:cubicBezTo>
                  <a:pt x="50093" y="71055"/>
                  <a:pt x="45668" y="70800"/>
                  <a:pt x="42718" y="70800"/>
                </a:cubicBezTo>
                <a:cubicBezTo>
                  <a:pt x="38860" y="70800"/>
                  <a:pt x="30521" y="72445"/>
                  <a:pt x="17700" y="75735"/>
                </a:cubicBezTo>
                <a:lnTo>
                  <a:pt x="16934" y="134281"/>
                </a:lnTo>
                <a:cubicBezTo>
                  <a:pt x="16934" y="136721"/>
                  <a:pt x="16140" y="138777"/>
                  <a:pt x="14551" y="140451"/>
                </a:cubicBezTo>
                <a:cubicBezTo>
                  <a:pt x="12963" y="142124"/>
                  <a:pt x="10949" y="142961"/>
                  <a:pt x="8510" y="142961"/>
                </a:cubicBezTo>
                <a:cubicBezTo>
                  <a:pt x="6070" y="142961"/>
                  <a:pt x="4042" y="142124"/>
                  <a:pt x="2425" y="140451"/>
                </a:cubicBezTo>
                <a:cubicBezTo>
                  <a:pt x="808" y="138777"/>
                  <a:pt x="0" y="136721"/>
                  <a:pt x="0" y="134281"/>
                </a:cubicBezTo>
                <a:cubicBezTo>
                  <a:pt x="0" y="123105"/>
                  <a:pt x="213" y="106327"/>
                  <a:pt x="638" y="83947"/>
                </a:cubicBezTo>
                <a:cubicBezTo>
                  <a:pt x="1064" y="61567"/>
                  <a:pt x="1276" y="44789"/>
                  <a:pt x="1276" y="33613"/>
                </a:cubicBezTo>
                <a:cubicBezTo>
                  <a:pt x="1276" y="31117"/>
                  <a:pt x="1234" y="27358"/>
                  <a:pt x="1149" y="22338"/>
                </a:cubicBezTo>
                <a:cubicBezTo>
                  <a:pt x="1064" y="17317"/>
                  <a:pt x="1021" y="13559"/>
                  <a:pt x="1021" y="11062"/>
                </a:cubicBezTo>
                <a:cubicBezTo>
                  <a:pt x="1021" y="8566"/>
                  <a:pt x="1801" y="6467"/>
                  <a:pt x="3361" y="4765"/>
                </a:cubicBezTo>
                <a:cubicBezTo>
                  <a:pt x="4921" y="3063"/>
                  <a:pt x="6949" y="2212"/>
                  <a:pt x="9446" y="2212"/>
                </a:cubicBezTo>
                <a:cubicBezTo>
                  <a:pt x="11318" y="2212"/>
                  <a:pt x="12991" y="2723"/>
                  <a:pt x="14466" y="3744"/>
                </a:cubicBezTo>
                <a:cubicBezTo>
                  <a:pt x="21501" y="2487"/>
                  <a:pt x="27826" y="1549"/>
                  <a:pt x="33443" y="931"/>
                </a:cubicBezTo>
                <a:cubicBezTo>
                  <a:pt x="39059" y="310"/>
                  <a:pt x="43995" y="0"/>
                  <a:pt x="48249" y="0"/>
                </a:cubicBezTo>
                <a:cubicBezTo>
                  <a:pt x="54773" y="0"/>
                  <a:pt x="62233" y="940"/>
                  <a:pt x="70629" y="2819"/>
                </a:cubicBezTo>
                <a:cubicBezTo>
                  <a:pt x="82032" y="5439"/>
                  <a:pt x="87734" y="8856"/>
                  <a:pt x="87734" y="13070"/>
                </a:cubicBezTo>
                <a:cubicBezTo>
                  <a:pt x="87734" y="15348"/>
                  <a:pt x="86996" y="17370"/>
                  <a:pt x="85521" y="19136"/>
                </a:cubicBezTo>
                <a:cubicBezTo>
                  <a:pt x="83876" y="21129"/>
                  <a:pt x="81834" y="22125"/>
                  <a:pt x="79394" y="22125"/>
                </a:cubicBezTo>
                <a:close/>
                <a:moveTo>
                  <a:pt x="135762" y="139047"/>
                </a:moveTo>
                <a:cubicBezTo>
                  <a:pt x="126231" y="139047"/>
                  <a:pt x="118034" y="135523"/>
                  <a:pt x="111169" y="128476"/>
                </a:cubicBezTo>
                <a:cubicBezTo>
                  <a:pt x="103511" y="120633"/>
                  <a:pt x="99483" y="110090"/>
                  <a:pt x="99086" y="96847"/>
                </a:cubicBezTo>
                <a:cubicBezTo>
                  <a:pt x="98745" y="84003"/>
                  <a:pt x="101979" y="72693"/>
                  <a:pt x="108786" y="62918"/>
                </a:cubicBezTo>
                <a:cubicBezTo>
                  <a:pt x="116729" y="51380"/>
                  <a:pt x="127791" y="45611"/>
                  <a:pt x="141974" y="45611"/>
                </a:cubicBezTo>
                <a:cubicBezTo>
                  <a:pt x="153320" y="45611"/>
                  <a:pt x="161915" y="50812"/>
                  <a:pt x="167758" y="61213"/>
                </a:cubicBezTo>
                <a:cubicBezTo>
                  <a:pt x="172410" y="69623"/>
                  <a:pt x="174651" y="79739"/>
                  <a:pt x="174480" y="91560"/>
                </a:cubicBezTo>
                <a:cubicBezTo>
                  <a:pt x="174310" y="104178"/>
                  <a:pt x="171020" y="114948"/>
                  <a:pt x="164609" y="123873"/>
                </a:cubicBezTo>
                <a:cubicBezTo>
                  <a:pt x="157348" y="133989"/>
                  <a:pt x="147732" y="139047"/>
                  <a:pt x="135762" y="139047"/>
                </a:cubicBezTo>
                <a:moveTo>
                  <a:pt x="140868" y="62971"/>
                </a:moveTo>
                <a:cubicBezTo>
                  <a:pt x="132528" y="62914"/>
                  <a:pt x="126033" y="66891"/>
                  <a:pt x="121381" y="74900"/>
                </a:cubicBezTo>
                <a:cubicBezTo>
                  <a:pt x="117693" y="81321"/>
                  <a:pt x="115849" y="88650"/>
                  <a:pt x="115849" y="96887"/>
                </a:cubicBezTo>
                <a:cubicBezTo>
                  <a:pt x="115849" y="105125"/>
                  <a:pt x="118090" y="111545"/>
                  <a:pt x="122572" y="116148"/>
                </a:cubicBezTo>
                <a:cubicBezTo>
                  <a:pt x="126316" y="119954"/>
                  <a:pt x="130713" y="121857"/>
                  <a:pt x="135762" y="121857"/>
                </a:cubicBezTo>
                <a:cubicBezTo>
                  <a:pt x="141662" y="121857"/>
                  <a:pt x="146739" y="119698"/>
                  <a:pt x="150994" y="115379"/>
                </a:cubicBezTo>
                <a:cubicBezTo>
                  <a:pt x="155816" y="110609"/>
                  <a:pt x="158369" y="104161"/>
                  <a:pt x="158653" y="96036"/>
                </a:cubicBezTo>
                <a:cubicBezTo>
                  <a:pt x="159447" y="74049"/>
                  <a:pt x="153518" y="63028"/>
                  <a:pt x="140868" y="62971"/>
                </a:cubicBezTo>
                <a:close/>
                <a:moveTo>
                  <a:pt x="261463" y="70885"/>
                </a:moveTo>
                <a:cubicBezTo>
                  <a:pt x="261066" y="77976"/>
                  <a:pt x="258230" y="81522"/>
                  <a:pt x="252954" y="81522"/>
                </a:cubicBezTo>
                <a:cubicBezTo>
                  <a:pt x="248075" y="81522"/>
                  <a:pt x="245635" y="78725"/>
                  <a:pt x="245635" y="73132"/>
                </a:cubicBezTo>
                <a:cubicBezTo>
                  <a:pt x="245635" y="72058"/>
                  <a:pt x="245550" y="70079"/>
                  <a:pt x="245380" y="67196"/>
                </a:cubicBezTo>
                <a:lnTo>
                  <a:pt x="245125" y="60078"/>
                </a:lnTo>
                <a:cubicBezTo>
                  <a:pt x="236161" y="61157"/>
                  <a:pt x="228985" y="63687"/>
                  <a:pt x="223596" y="67667"/>
                </a:cubicBezTo>
                <a:cubicBezTo>
                  <a:pt x="218547" y="71363"/>
                  <a:pt x="214349" y="76935"/>
                  <a:pt x="211001" y="84383"/>
                </a:cubicBezTo>
                <a:lnTo>
                  <a:pt x="211172" y="131114"/>
                </a:lnTo>
                <a:cubicBezTo>
                  <a:pt x="211172" y="136856"/>
                  <a:pt x="208364" y="139727"/>
                  <a:pt x="202747" y="139727"/>
                </a:cubicBezTo>
                <a:cubicBezTo>
                  <a:pt x="197755" y="139727"/>
                  <a:pt x="195259" y="136857"/>
                  <a:pt x="195259" y="131117"/>
                </a:cubicBezTo>
                <a:lnTo>
                  <a:pt x="195259" y="71270"/>
                </a:lnTo>
                <a:cubicBezTo>
                  <a:pt x="195259" y="69395"/>
                  <a:pt x="195330" y="66582"/>
                  <a:pt x="195472" y="62833"/>
                </a:cubicBezTo>
                <a:cubicBezTo>
                  <a:pt x="195613" y="59081"/>
                  <a:pt x="195684" y="56268"/>
                  <a:pt x="195684" y="54392"/>
                </a:cubicBezTo>
                <a:cubicBezTo>
                  <a:pt x="195684" y="48652"/>
                  <a:pt x="198180" y="45782"/>
                  <a:pt x="203173" y="45782"/>
                </a:cubicBezTo>
                <a:cubicBezTo>
                  <a:pt x="208732" y="45782"/>
                  <a:pt x="211540" y="50490"/>
                  <a:pt x="211597" y="59907"/>
                </a:cubicBezTo>
                <a:cubicBezTo>
                  <a:pt x="222489" y="49356"/>
                  <a:pt x="234573" y="44080"/>
                  <a:pt x="247848" y="44080"/>
                </a:cubicBezTo>
                <a:cubicBezTo>
                  <a:pt x="252443" y="44080"/>
                  <a:pt x="255875" y="45810"/>
                  <a:pt x="258145" y="49270"/>
                </a:cubicBezTo>
                <a:cubicBezTo>
                  <a:pt x="260414" y="52731"/>
                  <a:pt x="261548" y="57950"/>
                  <a:pt x="261548" y="64928"/>
                </a:cubicBezTo>
                <a:cubicBezTo>
                  <a:pt x="261548" y="67878"/>
                  <a:pt x="261520" y="69864"/>
                  <a:pt x="261463" y="708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proceduralmemory">
            <a:extLst xmlns:a="http://schemas.openxmlformats.org/drawingml/2006/main">
              <a:ext uri="{FF2B5EF4-FFF2-40B4-BE49-F238E27FC236}">
                <a16:creationId xmlns:a16="http://schemas.microsoft.com/office/drawing/2014/main" id="{AB994406-A1D8-4124-9E7A-BECEB09C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97" y="3390829"/>
            <a:ext cx="1749047" cy="201160"/>
          </a:xfrm>
          <a:custGeom xmlns:a="http://schemas.openxmlformats.org/drawingml/2006/main">
            <a:pathLst>
              <a:path w="1749047" h="201160">
                <a:moveTo>
                  <a:pt x="41654" y="151053"/>
                </a:moveTo>
                <a:cubicBezTo>
                  <a:pt x="35414" y="151053"/>
                  <a:pt x="28550" y="150074"/>
                  <a:pt x="21061" y="148117"/>
                </a:cubicBezTo>
                <a:lnTo>
                  <a:pt x="20874" y="191983"/>
                </a:lnTo>
                <a:cubicBezTo>
                  <a:pt x="20874" y="194675"/>
                  <a:pt x="20016" y="196877"/>
                  <a:pt x="18300" y="198590"/>
                </a:cubicBezTo>
                <a:cubicBezTo>
                  <a:pt x="16584" y="200303"/>
                  <a:pt x="14384" y="201160"/>
                  <a:pt x="11701" y="201160"/>
                </a:cubicBezTo>
                <a:cubicBezTo>
                  <a:pt x="9017" y="201160"/>
                  <a:pt x="6818" y="200302"/>
                  <a:pt x="5101" y="198587"/>
                </a:cubicBezTo>
                <a:cubicBezTo>
                  <a:pt x="3385" y="196872"/>
                  <a:pt x="2527" y="194667"/>
                  <a:pt x="2527" y="191971"/>
                </a:cubicBezTo>
                <a:lnTo>
                  <a:pt x="2808" y="155220"/>
                </a:lnTo>
                <a:lnTo>
                  <a:pt x="2808" y="118561"/>
                </a:lnTo>
                <a:cubicBezTo>
                  <a:pt x="2621" y="105145"/>
                  <a:pt x="2153" y="92926"/>
                  <a:pt x="1404" y="81902"/>
                </a:cubicBezTo>
                <a:lnTo>
                  <a:pt x="0" y="63250"/>
                </a:lnTo>
                <a:cubicBezTo>
                  <a:pt x="0" y="58900"/>
                  <a:pt x="811" y="55224"/>
                  <a:pt x="2434" y="52223"/>
                </a:cubicBezTo>
                <a:cubicBezTo>
                  <a:pt x="4306" y="48609"/>
                  <a:pt x="7020" y="46803"/>
                  <a:pt x="10577" y="46803"/>
                </a:cubicBezTo>
                <a:cubicBezTo>
                  <a:pt x="13011" y="46803"/>
                  <a:pt x="15055" y="47656"/>
                  <a:pt x="16709" y="49364"/>
                </a:cubicBezTo>
                <a:cubicBezTo>
                  <a:pt x="18362" y="51071"/>
                  <a:pt x="19189" y="53154"/>
                  <a:pt x="19189" y="55613"/>
                </a:cubicBezTo>
                <a:cubicBezTo>
                  <a:pt x="19189" y="56163"/>
                  <a:pt x="19095" y="57173"/>
                  <a:pt x="18908" y="58641"/>
                </a:cubicBezTo>
                <a:cubicBezTo>
                  <a:pt x="18596" y="60538"/>
                  <a:pt x="18378" y="62281"/>
                  <a:pt x="18253" y="63872"/>
                </a:cubicBezTo>
                <a:cubicBezTo>
                  <a:pt x="23620" y="60262"/>
                  <a:pt x="28799" y="57555"/>
                  <a:pt x="33792" y="55750"/>
                </a:cubicBezTo>
                <a:cubicBezTo>
                  <a:pt x="38784" y="53945"/>
                  <a:pt x="43558" y="53043"/>
                  <a:pt x="48113" y="53043"/>
                </a:cubicBezTo>
                <a:cubicBezTo>
                  <a:pt x="60906" y="53043"/>
                  <a:pt x="70266" y="58615"/>
                  <a:pt x="76195" y="69760"/>
                </a:cubicBezTo>
                <a:cubicBezTo>
                  <a:pt x="80875" y="78579"/>
                  <a:pt x="83215" y="90245"/>
                  <a:pt x="83215" y="104758"/>
                </a:cubicBezTo>
                <a:cubicBezTo>
                  <a:pt x="83215" y="117985"/>
                  <a:pt x="79596" y="128885"/>
                  <a:pt x="72357" y="137460"/>
                </a:cubicBezTo>
                <a:cubicBezTo>
                  <a:pt x="64681" y="146522"/>
                  <a:pt x="54447" y="151053"/>
                  <a:pt x="41654" y="151053"/>
                </a:cubicBezTo>
                <a:moveTo>
                  <a:pt x="48113" y="71397"/>
                </a:moveTo>
                <a:cubicBezTo>
                  <a:pt x="42372" y="71397"/>
                  <a:pt x="37193" y="72651"/>
                  <a:pt x="32575" y="75160"/>
                </a:cubicBezTo>
                <a:cubicBezTo>
                  <a:pt x="29267" y="76934"/>
                  <a:pt x="25086" y="80176"/>
                  <a:pt x="20032" y="84887"/>
                </a:cubicBezTo>
                <a:cubicBezTo>
                  <a:pt x="20843" y="98775"/>
                  <a:pt x="21248" y="113367"/>
                  <a:pt x="21248" y="128662"/>
                </a:cubicBezTo>
                <a:cubicBezTo>
                  <a:pt x="28050" y="131231"/>
                  <a:pt x="34852" y="132516"/>
                  <a:pt x="41654" y="132516"/>
                </a:cubicBezTo>
                <a:cubicBezTo>
                  <a:pt x="49455" y="132516"/>
                  <a:pt x="55414" y="129671"/>
                  <a:pt x="59533" y="123981"/>
                </a:cubicBezTo>
                <a:cubicBezTo>
                  <a:pt x="63090" y="119026"/>
                  <a:pt x="64869" y="112602"/>
                  <a:pt x="64869" y="104710"/>
                </a:cubicBezTo>
                <a:cubicBezTo>
                  <a:pt x="64869" y="93575"/>
                  <a:pt x="63480" y="85239"/>
                  <a:pt x="60703" y="79702"/>
                </a:cubicBezTo>
                <a:cubicBezTo>
                  <a:pt x="57926" y="74165"/>
                  <a:pt x="53729" y="71397"/>
                  <a:pt x="48113" y="71397"/>
                </a:cubicBezTo>
                <a:close/>
                <a:moveTo>
                  <a:pt x="181438" y="79748"/>
                </a:moveTo>
                <a:cubicBezTo>
                  <a:pt x="181001" y="87396"/>
                  <a:pt x="177881" y="91219"/>
                  <a:pt x="172077" y="91219"/>
                </a:cubicBezTo>
                <a:cubicBezTo>
                  <a:pt x="166711" y="91219"/>
                  <a:pt x="164027" y="88203"/>
                  <a:pt x="164027" y="82171"/>
                </a:cubicBezTo>
                <a:cubicBezTo>
                  <a:pt x="164027" y="81013"/>
                  <a:pt x="163934" y="78879"/>
                  <a:pt x="163746" y="75770"/>
                </a:cubicBezTo>
                <a:lnTo>
                  <a:pt x="163466" y="68093"/>
                </a:lnTo>
                <a:cubicBezTo>
                  <a:pt x="153606" y="69258"/>
                  <a:pt x="145712" y="71986"/>
                  <a:pt x="139783" y="76278"/>
                </a:cubicBezTo>
                <a:cubicBezTo>
                  <a:pt x="134230" y="80264"/>
                  <a:pt x="129612" y="86273"/>
                  <a:pt x="125930" y="94305"/>
                </a:cubicBezTo>
                <a:lnTo>
                  <a:pt x="126117" y="144701"/>
                </a:lnTo>
                <a:cubicBezTo>
                  <a:pt x="126117" y="150894"/>
                  <a:pt x="123028" y="153990"/>
                  <a:pt x="116850" y="153990"/>
                </a:cubicBezTo>
                <a:cubicBezTo>
                  <a:pt x="111359" y="153990"/>
                  <a:pt x="108613" y="150895"/>
                  <a:pt x="108613" y="144704"/>
                </a:cubicBezTo>
                <a:lnTo>
                  <a:pt x="108613" y="80164"/>
                </a:lnTo>
                <a:cubicBezTo>
                  <a:pt x="108613" y="78141"/>
                  <a:pt x="108691" y="75108"/>
                  <a:pt x="108847" y="71064"/>
                </a:cubicBezTo>
                <a:cubicBezTo>
                  <a:pt x="109003" y="67019"/>
                  <a:pt x="109081" y="63985"/>
                  <a:pt x="109081" y="61962"/>
                </a:cubicBezTo>
                <a:cubicBezTo>
                  <a:pt x="109081" y="55771"/>
                  <a:pt x="111827" y="52676"/>
                  <a:pt x="117318" y="52676"/>
                </a:cubicBezTo>
                <a:cubicBezTo>
                  <a:pt x="123434" y="52676"/>
                  <a:pt x="126523" y="57754"/>
                  <a:pt x="126585" y="67910"/>
                </a:cubicBezTo>
                <a:cubicBezTo>
                  <a:pt x="138567" y="56530"/>
                  <a:pt x="151859" y="50841"/>
                  <a:pt x="166461" y="50841"/>
                </a:cubicBezTo>
                <a:cubicBezTo>
                  <a:pt x="171516" y="50841"/>
                  <a:pt x="175291" y="52707"/>
                  <a:pt x="177787" y="56439"/>
                </a:cubicBezTo>
                <a:cubicBezTo>
                  <a:pt x="180283" y="60171"/>
                  <a:pt x="181531" y="65799"/>
                  <a:pt x="181531" y="73324"/>
                </a:cubicBezTo>
                <a:cubicBezTo>
                  <a:pt x="181531" y="76506"/>
                  <a:pt x="181500" y="78647"/>
                  <a:pt x="181438" y="79748"/>
                </a:cubicBezTo>
                <a:close/>
                <a:moveTo>
                  <a:pt x="239528" y="153256"/>
                </a:moveTo>
                <a:cubicBezTo>
                  <a:pt x="229045" y="153256"/>
                  <a:pt x="220027" y="149456"/>
                  <a:pt x="212476" y="141856"/>
                </a:cubicBezTo>
                <a:cubicBezTo>
                  <a:pt x="204052" y="133398"/>
                  <a:pt x="199621" y="122028"/>
                  <a:pt x="199184" y="107747"/>
                </a:cubicBezTo>
                <a:cubicBezTo>
                  <a:pt x="198810" y="93895"/>
                  <a:pt x="202367" y="81698"/>
                  <a:pt x="209855" y="71156"/>
                </a:cubicBezTo>
                <a:cubicBezTo>
                  <a:pt x="218592" y="58714"/>
                  <a:pt x="230761" y="52492"/>
                  <a:pt x="246362" y="52492"/>
                </a:cubicBezTo>
                <a:cubicBezTo>
                  <a:pt x="258842" y="52492"/>
                  <a:pt x="268296" y="58101"/>
                  <a:pt x="274724" y="69318"/>
                </a:cubicBezTo>
                <a:cubicBezTo>
                  <a:pt x="279841" y="78388"/>
                  <a:pt x="282306" y="89297"/>
                  <a:pt x="282119" y="102045"/>
                </a:cubicBezTo>
                <a:cubicBezTo>
                  <a:pt x="281932" y="115652"/>
                  <a:pt x="278312" y="127268"/>
                  <a:pt x="271261" y="136892"/>
                </a:cubicBezTo>
                <a:cubicBezTo>
                  <a:pt x="263273" y="147801"/>
                  <a:pt x="252696" y="153256"/>
                  <a:pt x="239528" y="153256"/>
                </a:cubicBezTo>
                <a:moveTo>
                  <a:pt x="245145" y="71213"/>
                </a:moveTo>
                <a:cubicBezTo>
                  <a:pt x="235971" y="71152"/>
                  <a:pt x="228826" y="75441"/>
                  <a:pt x="223709" y="84079"/>
                </a:cubicBezTo>
                <a:cubicBezTo>
                  <a:pt x="219653" y="91003"/>
                  <a:pt x="217625" y="98907"/>
                  <a:pt x="217625" y="107790"/>
                </a:cubicBezTo>
                <a:cubicBezTo>
                  <a:pt x="217625" y="116674"/>
                  <a:pt x="220090" y="123598"/>
                  <a:pt x="225020" y="128561"/>
                </a:cubicBezTo>
                <a:cubicBezTo>
                  <a:pt x="229138" y="132666"/>
                  <a:pt x="233974" y="134718"/>
                  <a:pt x="239528" y="134718"/>
                </a:cubicBezTo>
                <a:cubicBezTo>
                  <a:pt x="246018" y="134718"/>
                  <a:pt x="251603" y="132390"/>
                  <a:pt x="256284" y="127732"/>
                </a:cubicBezTo>
                <a:cubicBezTo>
                  <a:pt x="261588" y="122587"/>
                  <a:pt x="264396" y="115634"/>
                  <a:pt x="264708" y="106872"/>
                </a:cubicBezTo>
                <a:cubicBezTo>
                  <a:pt x="265582" y="83161"/>
                  <a:pt x="259061" y="71275"/>
                  <a:pt x="245145" y="71213"/>
                </a:cubicBezTo>
                <a:close/>
                <a:moveTo>
                  <a:pt x="351368" y="153623"/>
                </a:moveTo>
                <a:cubicBezTo>
                  <a:pt x="338575" y="153623"/>
                  <a:pt x="327904" y="149823"/>
                  <a:pt x="319355" y="142223"/>
                </a:cubicBezTo>
                <a:cubicBezTo>
                  <a:pt x="310369" y="134257"/>
                  <a:pt x="305876" y="123745"/>
                  <a:pt x="305876" y="110689"/>
                </a:cubicBezTo>
                <a:cubicBezTo>
                  <a:pt x="305876" y="98248"/>
                  <a:pt x="310088" y="85409"/>
                  <a:pt x="318512" y="72171"/>
                </a:cubicBezTo>
                <a:cubicBezTo>
                  <a:pt x="327873" y="57461"/>
                  <a:pt x="338419" y="50106"/>
                  <a:pt x="350151" y="50106"/>
                </a:cubicBezTo>
                <a:cubicBezTo>
                  <a:pt x="356267" y="50106"/>
                  <a:pt x="363100" y="51518"/>
                  <a:pt x="370651" y="54342"/>
                </a:cubicBezTo>
                <a:cubicBezTo>
                  <a:pt x="380198" y="57965"/>
                  <a:pt x="384972" y="62385"/>
                  <a:pt x="384972" y="67603"/>
                </a:cubicBezTo>
                <a:cubicBezTo>
                  <a:pt x="384972" y="69935"/>
                  <a:pt x="384192" y="72008"/>
                  <a:pt x="382632" y="73820"/>
                </a:cubicBezTo>
                <a:cubicBezTo>
                  <a:pt x="381072" y="75631"/>
                  <a:pt x="379137" y="76536"/>
                  <a:pt x="376829" y="76536"/>
                </a:cubicBezTo>
                <a:cubicBezTo>
                  <a:pt x="375019" y="76536"/>
                  <a:pt x="373443" y="75996"/>
                  <a:pt x="372101" y="74916"/>
                </a:cubicBezTo>
                <a:cubicBezTo>
                  <a:pt x="370760" y="73834"/>
                  <a:pt x="369465" y="72767"/>
                  <a:pt x="368217" y="71715"/>
                </a:cubicBezTo>
                <a:cubicBezTo>
                  <a:pt x="364535" y="68811"/>
                  <a:pt x="358513" y="67359"/>
                  <a:pt x="350151" y="67359"/>
                </a:cubicBezTo>
                <a:cubicBezTo>
                  <a:pt x="343786" y="67359"/>
                  <a:pt x="337483" y="72942"/>
                  <a:pt x="331243" y="84107"/>
                </a:cubicBezTo>
                <a:cubicBezTo>
                  <a:pt x="325564" y="94351"/>
                  <a:pt x="322725" y="103214"/>
                  <a:pt x="322725" y="110698"/>
                </a:cubicBezTo>
                <a:cubicBezTo>
                  <a:pt x="322725" y="118794"/>
                  <a:pt x="325533" y="125174"/>
                  <a:pt x="331149" y="129837"/>
                </a:cubicBezTo>
                <a:cubicBezTo>
                  <a:pt x="336391" y="134193"/>
                  <a:pt x="343131" y="136370"/>
                  <a:pt x="351368" y="136370"/>
                </a:cubicBezTo>
                <a:cubicBezTo>
                  <a:pt x="355112" y="136370"/>
                  <a:pt x="359106" y="135391"/>
                  <a:pt x="363349" y="133434"/>
                </a:cubicBezTo>
                <a:lnTo>
                  <a:pt x="374208" y="127744"/>
                </a:lnTo>
                <a:cubicBezTo>
                  <a:pt x="376080" y="126765"/>
                  <a:pt x="377421" y="126275"/>
                  <a:pt x="378233" y="126275"/>
                </a:cubicBezTo>
                <a:cubicBezTo>
                  <a:pt x="380542" y="126275"/>
                  <a:pt x="382538" y="127178"/>
                  <a:pt x="384223" y="128983"/>
                </a:cubicBezTo>
                <a:cubicBezTo>
                  <a:pt x="385908" y="130788"/>
                  <a:pt x="386751" y="132852"/>
                  <a:pt x="386751" y="135177"/>
                </a:cubicBezTo>
                <a:cubicBezTo>
                  <a:pt x="386751" y="139643"/>
                  <a:pt x="381946" y="143956"/>
                  <a:pt x="372336" y="148117"/>
                </a:cubicBezTo>
                <a:cubicBezTo>
                  <a:pt x="363911" y="151788"/>
                  <a:pt x="356922" y="153623"/>
                  <a:pt x="351368" y="153623"/>
                </a:cubicBezTo>
                <a:close/>
                <a:moveTo>
                  <a:pt x="455103" y="151971"/>
                </a:moveTo>
                <a:cubicBezTo>
                  <a:pt x="441000" y="151971"/>
                  <a:pt x="429580" y="148512"/>
                  <a:pt x="420844" y="141592"/>
                </a:cubicBezTo>
                <a:cubicBezTo>
                  <a:pt x="411296" y="133937"/>
                  <a:pt x="406522" y="123220"/>
                  <a:pt x="406522" y="109441"/>
                </a:cubicBezTo>
                <a:cubicBezTo>
                  <a:pt x="406522" y="93521"/>
                  <a:pt x="410454" y="80173"/>
                  <a:pt x="418317" y="69395"/>
                </a:cubicBezTo>
                <a:cubicBezTo>
                  <a:pt x="426866" y="57637"/>
                  <a:pt x="438286" y="51758"/>
                  <a:pt x="452576" y="51758"/>
                </a:cubicBezTo>
                <a:cubicBezTo>
                  <a:pt x="462935" y="51758"/>
                  <a:pt x="471391" y="53471"/>
                  <a:pt x="477943" y="56897"/>
                </a:cubicBezTo>
                <a:cubicBezTo>
                  <a:pt x="485993" y="61119"/>
                  <a:pt x="490018" y="67604"/>
                  <a:pt x="490018" y="76353"/>
                </a:cubicBezTo>
                <a:cubicBezTo>
                  <a:pt x="490018" y="82471"/>
                  <a:pt x="486492" y="88038"/>
                  <a:pt x="479441" y="93055"/>
                </a:cubicBezTo>
                <a:cubicBezTo>
                  <a:pt x="476321" y="95257"/>
                  <a:pt x="469706" y="98683"/>
                  <a:pt x="459597" y="103333"/>
                </a:cubicBezTo>
                <a:lnTo>
                  <a:pt x="423839" y="119943"/>
                </a:lnTo>
                <a:cubicBezTo>
                  <a:pt x="427334" y="125021"/>
                  <a:pt x="431687" y="128845"/>
                  <a:pt x="436897" y="131415"/>
                </a:cubicBezTo>
                <a:cubicBezTo>
                  <a:pt x="442108" y="133984"/>
                  <a:pt x="448177" y="135269"/>
                  <a:pt x="455103" y="135269"/>
                </a:cubicBezTo>
                <a:cubicBezTo>
                  <a:pt x="459409" y="135269"/>
                  <a:pt x="464464" y="134474"/>
                  <a:pt x="470268" y="132883"/>
                </a:cubicBezTo>
                <a:cubicBezTo>
                  <a:pt x="477631" y="130864"/>
                  <a:pt x="482374" y="128218"/>
                  <a:pt x="484496" y="124945"/>
                </a:cubicBezTo>
                <a:cubicBezTo>
                  <a:pt x="486617" y="121672"/>
                  <a:pt x="488895" y="120035"/>
                  <a:pt x="491329" y="120035"/>
                </a:cubicBezTo>
                <a:cubicBezTo>
                  <a:pt x="493513" y="120035"/>
                  <a:pt x="495463" y="120849"/>
                  <a:pt x="497179" y="122476"/>
                </a:cubicBezTo>
                <a:cubicBezTo>
                  <a:pt x="498895" y="124101"/>
                  <a:pt x="499753" y="125987"/>
                  <a:pt x="499753" y="128134"/>
                </a:cubicBezTo>
                <a:cubicBezTo>
                  <a:pt x="499753" y="134944"/>
                  <a:pt x="494168" y="140804"/>
                  <a:pt x="482998" y="145714"/>
                </a:cubicBezTo>
                <a:cubicBezTo>
                  <a:pt x="473450" y="149885"/>
                  <a:pt x="464152" y="151971"/>
                  <a:pt x="455103" y="151971"/>
                </a:cubicBezTo>
                <a:moveTo>
                  <a:pt x="452576" y="68277"/>
                </a:moveTo>
                <a:cubicBezTo>
                  <a:pt x="444963" y="68277"/>
                  <a:pt x="438629" y="71168"/>
                  <a:pt x="433574" y="76949"/>
                </a:cubicBezTo>
                <a:cubicBezTo>
                  <a:pt x="428520" y="82731"/>
                  <a:pt x="424744" y="91433"/>
                  <a:pt x="422248" y="103058"/>
                </a:cubicBezTo>
                <a:lnTo>
                  <a:pt x="450985" y="89659"/>
                </a:lnTo>
                <a:cubicBezTo>
                  <a:pt x="462280" y="84275"/>
                  <a:pt x="470330" y="79595"/>
                  <a:pt x="475135" y="75618"/>
                </a:cubicBezTo>
                <a:cubicBezTo>
                  <a:pt x="469768" y="70724"/>
                  <a:pt x="462249" y="68277"/>
                  <a:pt x="452576" y="68277"/>
                </a:cubicBezTo>
                <a:close/>
                <a:moveTo>
                  <a:pt x="606450" y="66677"/>
                </a:moveTo>
                <a:cubicBezTo>
                  <a:pt x="605701" y="75664"/>
                  <a:pt x="605326" y="84652"/>
                  <a:pt x="605326" y="93640"/>
                </a:cubicBezTo>
                <a:cubicBezTo>
                  <a:pt x="605326" y="114001"/>
                  <a:pt x="606294" y="129378"/>
                  <a:pt x="608228" y="139771"/>
                </a:cubicBezTo>
                <a:cubicBezTo>
                  <a:pt x="608353" y="140628"/>
                  <a:pt x="608415" y="141331"/>
                  <a:pt x="608415" y="141882"/>
                </a:cubicBezTo>
                <a:cubicBezTo>
                  <a:pt x="608415" y="144327"/>
                  <a:pt x="607542" y="146344"/>
                  <a:pt x="605794" y="147933"/>
                </a:cubicBezTo>
                <a:cubicBezTo>
                  <a:pt x="604047" y="149524"/>
                  <a:pt x="602019" y="150319"/>
                  <a:pt x="599710" y="150319"/>
                </a:cubicBezTo>
                <a:cubicBezTo>
                  <a:pt x="595841" y="150319"/>
                  <a:pt x="593002" y="147566"/>
                  <a:pt x="591192" y="142060"/>
                </a:cubicBezTo>
                <a:cubicBezTo>
                  <a:pt x="586699" y="145302"/>
                  <a:pt x="582034" y="147765"/>
                  <a:pt x="577198" y="149447"/>
                </a:cubicBezTo>
                <a:cubicBezTo>
                  <a:pt x="572362" y="151130"/>
                  <a:pt x="567323" y="151971"/>
                  <a:pt x="562081" y="151971"/>
                </a:cubicBezTo>
                <a:cubicBezTo>
                  <a:pt x="549163" y="151971"/>
                  <a:pt x="538461" y="147746"/>
                  <a:pt x="529974" y="139295"/>
                </a:cubicBezTo>
                <a:cubicBezTo>
                  <a:pt x="521238" y="130661"/>
                  <a:pt x="516869" y="119577"/>
                  <a:pt x="516869" y="106043"/>
                </a:cubicBezTo>
                <a:cubicBezTo>
                  <a:pt x="516869" y="89693"/>
                  <a:pt x="521284" y="76589"/>
                  <a:pt x="530115" y="66731"/>
                </a:cubicBezTo>
                <a:cubicBezTo>
                  <a:pt x="538945" y="56872"/>
                  <a:pt x="550411" y="51942"/>
                  <a:pt x="564515" y="51942"/>
                </a:cubicBezTo>
                <a:cubicBezTo>
                  <a:pt x="571753" y="51942"/>
                  <a:pt x="577338" y="53043"/>
                  <a:pt x="581270" y="55246"/>
                </a:cubicBezTo>
                <a:lnTo>
                  <a:pt x="590069" y="61578"/>
                </a:lnTo>
                <a:cubicBezTo>
                  <a:pt x="590942" y="35855"/>
                  <a:pt x="591972" y="18537"/>
                  <a:pt x="593158" y="9622"/>
                </a:cubicBezTo>
                <a:cubicBezTo>
                  <a:pt x="593969" y="4186"/>
                  <a:pt x="596808" y="1468"/>
                  <a:pt x="601676" y="1468"/>
                </a:cubicBezTo>
                <a:cubicBezTo>
                  <a:pt x="607355" y="1468"/>
                  <a:pt x="610194" y="4434"/>
                  <a:pt x="610194" y="10364"/>
                </a:cubicBezTo>
                <a:cubicBezTo>
                  <a:pt x="610194" y="18863"/>
                  <a:pt x="608946" y="37633"/>
                  <a:pt x="606450" y="66677"/>
                </a:cubicBezTo>
                <a:moveTo>
                  <a:pt x="564889" y="69011"/>
                </a:moveTo>
                <a:cubicBezTo>
                  <a:pt x="554405" y="69011"/>
                  <a:pt x="546542" y="72055"/>
                  <a:pt x="541300" y="78142"/>
                </a:cubicBezTo>
                <a:cubicBezTo>
                  <a:pt x="536058" y="84230"/>
                  <a:pt x="533438" y="93391"/>
                  <a:pt x="533438" y="105627"/>
                </a:cubicBezTo>
                <a:cubicBezTo>
                  <a:pt x="533438" y="113519"/>
                  <a:pt x="536293" y="120310"/>
                  <a:pt x="542002" y="126000"/>
                </a:cubicBezTo>
                <a:cubicBezTo>
                  <a:pt x="547712" y="131690"/>
                  <a:pt x="554405" y="134535"/>
                  <a:pt x="562081" y="134535"/>
                </a:cubicBezTo>
                <a:cubicBezTo>
                  <a:pt x="567323" y="134535"/>
                  <a:pt x="571753" y="133586"/>
                  <a:pt x="575373" y="131690"/>
                </a:cubicBezTo>
                <a:cubicBezTo>
                  <a:pt x="577494" y="130589"/>
                  <a:pt x="580958" y="128050"/>
                  <a:pt x="585763" y="124073"/>
                </a:cubicBezTo>
                <a:cubicBezTo>
                  <a:pt x="586699" y="123278"/>
                  <a:pt x="587604" y="122329"/>
                  <a:pt x="588477" y="121228"/>
                </a:cubicBezTo>
                <a:lnTo>
                  <a:pt x="588197" y="105352"/>
                </a:lnTo>
                <a:lnTo>
                  <a:pt x="588290" y="94707"/>
                </a:lnTo>
                <a:lnTo>
                  <a:pt x="588477" y="83878"/>
                </a:lnTo>
                <a:cubicBezTo>
                  <a:pt x="586106" y="78922"/>
                  <a:pt x="582955" y="75205"/>
                  <a:pt x="579023" y="72728"/>
                </a:cubicBezTo>
                <a:cubicBezTo>
                  <a:pt x="575092" y="70250"/>
                  <a:pt x="570380" y="69011"/>
                  <a:pt x="564889" y="69011"/>
                </a:cubicBezTo>
                <a:close/>
                <a:moveTo>
                  <a:pt x="711988" y="94156"/>
                </a:moveTo>
                <a:cubicBezTo>
                  <a:pt x="711988" y="98561"/>
                  <a:pt x="712020" y="105168"/>
                  <a:pt x="712082" y="113978"/>
                </a:cubicBezTo>
                <a:cubicBezTo>
                  <a:pt x="712145" y="122788"/>
                  <a:pt x="712176" y="129396"/>
                  <a:pt x="712176" y="133801"/>
                </a:cubicBezTo>
                <a:cubicBezTo>
                  <a:pt x="712176" y="135147"/>
                  <a:pt x="712285" y="137196"/>
                  <a:pt x="712503" y="139949"/>
                </a:cubicBezTo>
                <a:cubicBezTo>
                  <a:pt x="712722" y="142702"/>
                  <a:pt x="712831" y="144752"/>
                  <a:pt x="712831" y="146098"/>
                </a:cubicBezTo>
                <a:cubicBezTo>
                  <a:pt x="712831" y="148729"/>
                  <a:pt x="711926" y="150885"/>
                  <a:pt x="710116" y="152568"/>
                </a:cubicBezTo>
                <a:cubicBezTo>
                  <a:pt x="708307" y="154250"/>
                  <a:pt x="706091" y="155091"/>
                  <a:pt x="703470" y="155091"/>
                </a:cubicBezTo>
                <a:cubicBezTo>
                  <a:pt x="698665" y="155091"/>
                  <a:pt x="695608" y="152185"/>
                  <a:pt x="694297" y="146373"/>
                </a:cubicBezTo>
                <a:cubicBezTo>
                  <a:pt x="686497" y="150350"/>
                  <a:pt x="677511" y="152338"/>
                  <a:pt x="667339" y="152338"/>
                </a:cubicBezTo>
                <a:cubicBezTo>
                  <a:pt x="659164" y="152338"/>
                  <a:pt x="652393" y="150564"/>
                  <a:pt x="647026" y="147015"/>
                </a:cubicBezTo>
                <a:cubicBezTo>
                  <a:pt x="641098" y="143100"/>
                  <a:pt x="637572" y="137380"/>
                  <a:pt x="636449" y="129855"/>
                </a:cubicBezTo>
                <a:cubicBezTo>
                  <a:pt x="634015" y="113642"/>
                  <a:pt x="632798" y="99203"/>
                  <a:pt x="632798" y="86539"/>
                </a:cubicBezTo>
                <a:cubicBezTo>
                  <a:pt x="632798" y="78157"/>
                  <a:pt x="633734" y="68613"/>
                  <a:pt x="635607" y="57907"/>
                </a:cubicBezTo>
                <a:cubicBezTo>
                  <a:pt x="636480" y="52584"/>
                  <a:pt x="639444" y="49923"/>
                  <a:pt x="644499" y="49923"/>
                </a:cubicBezTo>
                <a:cubicBezTo>
                  <a:pt x="647182" y="49923"/>
                  <a:pt x="649429" y="50763"/>
                  <a:pt x="651239" y="52444"/>
                </a:cubicBezTo>
                <a:cubicBezTo>
                  <a:pt x="653048" y="54124"/>
                  <a:pt x="653953" y="56279"/>
                  <a:pt x="653953" y="58908"/>
                </a:cubicBezTo>
                <a:cubicBezTo>
                  <a:pt x="653953" y="61718"/>
                  <a:pt x="653501" y="66210"/>
                  <a:pt x="652596" y="72384"/>
                </a:cubicBezTo>
                <a:cubicBezTo>
                  <a:pt x="651691" y="78555"/>
                  <a:pt x="651239" y="83260"/>
                  <a:pt x="651239" y="86499"/>
                </a:cubicBezTo>
                <a:cubicBezTo>
                  <a:pt x="651239" y="96705"/>
                  <a:pt x="651582" y="105444"/>
                  <a:pt x="652268" y="112716"/>
                </a:cubicBezTo>
                <a:cubicBezTo>
                  <a:pt x="652955" y="119989"/>
                  <a:pt x="653984" y="125825"/>
                  <a:pt x="655357" y="130224"/>
                </a:cubicBezTo>
                <a:cubicBezTo>
                  <a:pt x="657417" y="131326"/>
                  <a:pt x="659445" y="132167"/>
                  <a:pt x="661442" y="132748"/>
                </a:cubicBezTo>
                <a:cubicBezTo>
                  <a:pt x="663439" y="133327"/>
                  <a:pt x="665404" y="133617"/>
                  <a:pt x="667339" y="133617"/>
                </a:cubicBezTo>
                <a:cubicBezTo>
                  <a:pt x="675701" y="133617"/>
                  <a:pt x="684531" y="132304"/>
                  <a:pt x="693829" y="129677"/>
                </a:cubicBezTo>
                <a:lnTo>
                  <a:pt x="693735" y="111067"/>
                </a:lnTo>
                <a:lnTo>
                  <a:pt x="693548" y="93284"/>
                </a:lnTo>
                <a:cubicBezTo>
                  <a:pt x="693548" y="80083"/>
                  <a:pt x="694141" y="68624"/>
                  <a:pt x="695327" y="58908"/>
                </a:cubicBezTo>
                <a:cubicBezTo>
                  <a:pt x="696013" y="53285"/>
                  <a:pt x="699040" y="50473"/>
                  <a:pt x="704406" y="50473"/>
                </a:cubicBezTo>
                <a:cubicBezTo>
                  <a:pt x="707090" y="50473"/>
                  <a:pt x="709336" y="51330"/>
                  <a:pt x="711146" y="53043"/>
                </a:cubicBezTo>
                <a:cubicBezTo>
                  <a:pt x="712956" y="54756"/>
                  <a:pt x="713798" y="56897"/>
                  <a:pt x="713673" y="59467"/>
                </a:cubicBezTo>
                <a:lnTo>
                  <a:pt x="711988" y="94156"/>
                </a:lnTo>
                <a:close/>
                <a:moveTo>
                  <a:pt x="813063" y="79748"/>
                </a:moveTo>
                <a:cubicBezTo>
                  <a:pt x="812627" y="87396"/>
                  <a:pt x="809506" y="91219"/>
                  <a:pt x="803703" y="91219"/>
                </a:cubicBezTo>
                <a:cubicBezTo>
                  <a:pt x="798336" y="91219"/>
                  <a:pt x="795653" y="88203"/>
                  <a:pt x="795653" y="82171"/>
                </a:cubicBezTo>
                <a:cubicBezTo>
                  <a:pt x="795653" y="81013"/>
                  <a:pt x="795559" y="78879"/>
                  <a:pt x="795372" y="75770"/>
                </a:cubicBezTo>
                <a:lnTo>
                  <a:pt x="795091" y="68093"/>
                </a:lnTo>
                <a:cubicBezTo>
                  <a:pt x="785231" y="69258"/>
                  <a:pt x="777337" y="71986"/>
                  <a:pt x="771409" y="76278"/>
                </a:cubicBezTo>
                <a:cubicBezTo>
                  <a:pt x="765855" y="80264"/>
                  <a:pt x="761237" y="86273"/>
                  <a:pt x="757555" y="94305"/>
                </a:cubicBezTo>
                <a:lnTo>
                  <a:pt x="757743" y="144701"/>
                </a:lnTo>
                <a:cubicBezTo>
                  <a:pt x="757743" y="150894"/>
                  <a:pt x="754654" y="153990"/>
                  <a:pt x="748476" y="153990"/>
                </a:cubicBezTo>
                <a:cubicBezTo>
                  <a:pt x="742984" y="153990"/>
                  <a:pt x="740238" y="150895"/>
                  <a:pt x="740238" y="144704"/>
                </a:cubicBezTo>
                <a:lnTo>
                  <a:pt x="740238" y="80164"/>
                </a:lnTo>
                <a:cubicBezTo>
                  <a:pt x="740238" y="78141"/>
                  <a:pt x="740316" y="75108"/>
                  <a:pt x="740472" y="71064"/>
                </a:cubicBezTo>
                <a:cubicBezTo>
                  <a:pt x="740628" y="67019"/>
                  <a:pt x="740706" y="63985"/>
                  <a:pt x="740706" y="61962"/>
                </a:cubicBezTo>
                <a:cubicBezTo>
                  <a:pt x="740706" y="55771"/>
                  <a:pt x="743452" y="52676"/>
                  <a:pt x="748944" y="52676"/>
                </a:cubicBezTo>
                <a:cubicBezTo>
                  <a:pt x="755059" y="52676"/>
                  <a:pt x="758148" y="57754"/>
                  <a:pt x="758211" y="67910"/>
                </a:cubicBezTo>
                <a:cubicBezTo>
                  <a:pt x="770192" y="56530"/>
                  <a:pt x="783484" y="50841"/>
                  <a:pt x="798087" y="50841"/>
                </a:cubicBezTo>
                <a:cubicBezTo>
                  <a:pt x="803141" y="50841"/>
                  <a:pt x="806917" y="52707"/>
                  <a:pt x="809413" y="56439"/>
                </a:cubicBezTo>
                <a:cubicBezTo>
                  <a:pt x="811909" y="60171"/>
                  <a:pt x="813157" y="65799"/>
                  <a:pt x="813157" y="73324"/>
                </a:cubicBezTo>
                <a:cubicBezTo>
                  <a:pt x="813157" y="76506"/>
                  <a:pt x="813126" y="78647"/>
                  <a:pt x="813063" y="79748"/>
                </a:cubicBezTo>
                <a:close/>
                <a:moveTo>
                  <a:pt x="909158" y="153806"/>
                </a:moveTo>
                <a:cubicBezTo>
                  <a:pt x="907972" y="153806"/>
                  <a:pt x="905819" y="152449"/>
                  <a:pt x="902699" y="149734"/>
                </a:cubicBezTo>
                <a:cubicBezTo>
                  <a:pt x="899891" y="147205"/>
                  <a:pt x="897800" y="144953"/>
                  <a:pt x="896427" y="142978"/>
                </a:cubicBezTo>
                <a:cubicBezTo>
                  <a:pt x="890437" y="146190"/>
                  <a:pt x="885164" y="148614"/>
                  <a:pt x="880608" y="150250"/>
                </a:cubicBezTo>
                <a:cubicBezTo>
                  <a:pt x="876053" y="151887"/>
                  <a:pt x="872246" y="152705"/>
                  <a:pt x="869188" y="152705"/>
                </a:cubicBezTo>
                <a:cubicBezTo>
                  <a:pt x="854586" y="152705"/>
                  <a:pt x="843946" y="148667"/>
                  <a:pt x="837269" y="140592"/>
                </a:cubicBezTo>
                <a:cubicBezTo>
                  <a:pt x="830966" y="133005"/>
                  <a:pt x="827815" y="121381"/>
                  <a:pt x="827815" y="105719"/>
                </a:cubicBezTo>
                <a:cubicBezTo>
                  <a:pt x="827815" y="90913"/>
                  <a:pt x="833010" y="78249"/>
                  <a:pt x="843400" y="67726"/>
                </a:cubicBezTo>
                <a:cubicBezTo>
                  <a:pt x="853790" y="57203"/>
                  <a:pt x="866193" y="51942"/>
                  <a:pt x="880608" y="51942"/>
                </a:cubicBezTo>
                <a:cubicBezTo>
                  <a:pt x="886037" y="51942"/>
                  <a:pt x="892122" y="53318"/>
                  <a:pt x="898861" y="56071"/>
                </a:cubicBezTo>
                <a:cubicBezTo>
                  <a:pt x="907348" y="59498"/>
                  <a:pt x="911592" y="63627"/>
                  <a:pt x="911592" y="68460"/>
                </a:cubicBezTo>
                <a:cubicBezTo>
                  <a:pt x="911592" y="70112"/>
                  <a:pt x="910967" y="71581"/>
                  <a:pt x="909719" y="72865"/>
                </a:cubicBezTo>
                <a:cubicBezTo>
                  <a:pt x="909095" y="75190"/>
                  <a:pt x="908612" y="79014"/>
                  <a:pt x="908269" y="84337"/>
                </a:cubicBezTo>
                <a:cubicBezTo>
                  <a:pt x="907925" y="89659"/>
                  <a:pt x="907723" y="96481"/>
                  <a:pt x="907660" y="104801"/>
                </a:cubicBezTo>
                <a:cubicBezTo>
                  <a:pt x="907598" y="112388"/>
                  <a:pt x="908128" y="118383"/>
                  <a:pt x="909251" y="122788"/>
                </a:cubicBezTo>
                <a:cubicBezTo>
                  <a:pt x="909875" y="125480"/>
                  <a:pt x="911841" y="130864"/>
                  <a:pt x="915149" y="138940"/>
                </a:cubicBezTo>
                <a:cubicBezTo>
                  <a:pt x="915585" y="140041"/>
                  <a:pt x="916303" y="141662"/>
                  <a:pt x="917301" y="143804"/>
                </a:cubicBezTo>
                <a:lnTo>
                  <a:pt x="917863" y="145364"/>
                </a:lnTo>
                <a:cubicBezTo>
                  <a:pt x="917863" y="147811"/>
                  <a:pt x="916989" y="149830"/>
                  <a:pt x="915242" y="151420"/>
                </a:cubicBezTo>
                <a:cubicBezTo>
                  <a:pt x="913495" y="153011"/>
                  <a:pt x="911467" y="153806"/>
                  <a:pt x="909158" y="153806"/>
                </a:cubicBezTo>
                <a:moveTo>
                  <a:pt x="889688" y="90061"/>
                </a:moveTo>
                <a:cubicBezTo>
                  <a:pt x="889688" y="87436"/>
                  <a:pt x="889859" y="84583"/>
                  <a:pt x="890203" y="81503"/>
                </a:cubicBezTo>
                <a:cubicBezTo>
                  <a:pt x="890546" y="78421"/>
                  <a:pt x="891061" y="75141"/>
                  <a:pt x="891747" y="71664"/>
                </a:cubicBezTo>
                <a:cubicBezTo>
                  <a:pt x="889438" y="70503"/>
                  <a:pt x="887457" y="69649"/>
                  <a:pt x="885803" y="69100"/>
                </a:cubicBezTo>
                <a:cubicBezTo>
                  <a:pt x="884150" y="68551"/>
                  <a:pt x="882823" y="68277"/>
                  <a:pt x="881825" y="68277"/>
                </a:cubicBezTo>
                <a:cubicBezTo>
                  <a:pt x="872152" y="68277"/>
                  <a:pt x="863806" y="72136"/>
                  <a:pt x="856786" y="79854"/>
                </a:cubicBezTo>
                <a:cubicBezTo>
                  <a:pt x="849765" y="87572"/>
                  <a:pt x="846255" y="96466"/>
                  <a:pt x="846255" y="106533"/>
                </a:cubicBezTo>
                <a:cubicBezTo>
                  <a:pt x="846255" y="116540"/>
                  <a:pt x="848065" y="124045"/>
                  <a:pt x="851684" y="129049"/>
                </a:cubicBezTo>
                <a:cubicBezTo>
                  <a:pt x="855303" y="134052"/>
                  <a:pt x="860733" y="136554"/>
                  <a:pt x="867971" y="136554"/>
                </a:cubicBezTo>
                <a:cubicBezTo>
                  <a:pt x="873962" y="136554"/>
                  <a:pt x="879048" y="135486"/>
                  <a:pt x="883229" y="133350"/>
                </a:cubicBezTo>
                <a:cubicBezTo>
                  <a:pt x="885476" y="132192"/>
                  <a:pt x="888627" y="129874"/>
                  <a:pt x="892683" y="126396"/>
                </a:cubicBezTo>
                <a:cubicBezTo>
                  <a:pt x="890686" y="110225"/>
                  <a:pt x="889688" y="98114"/>
                  <a:pt x="889688" y="90061"/>
                </a:cubicBezTo>
                <a:close/>
                <a:moveTo>
                  <a:pt x="962159" y="75618"/>
                </a:moveTo>
                <a:lnTo>
                  <a:pt x="960755" y="121283"/>
                </a:lnTo>
                <a:cubicBezTo>
                  <a:pt x="960755" y="126122"/>
                  <a:pt x="960506" y="133227"/>
                  <a:pt x="960006" y="142599"/>
                </a:cubicBezTo>
                <a:cubicBezTo>
                  <a:pt x="959382" y="148725"/>
                  <a:pt x="956324" y="151788"/>
                  <a:pt x="950833" y="151788"/>
                </a:cubicBezTo>
                <a:cubicBezTo>
                  <a:pt x="944717" y="151788"/>
                  <a:pt x="941660" y="148664"/>
                  <a:pt x="941660" y="142416"/>
                </a:cubicBezTo>
                <a:cubicBezTo>
                  <a:pt x="941660" y="135003"/>
                  <a:pt x="942003" y="123870"/>
                  <a:pt x="942689" y="109017"/>
                </a:cubicBezTo>
                <a:cubicBezTo>
                  <a:pt x="943376" y="94164"/>
                  <a:pt x="943719" y="83031"/>
                  <a:pt x="943719" y="75618"/>
                </a:cubicBezTo>
                <a:cubicBezTo>
                  <a:pt x="943719" y="65941"/>
                  <a:pt x="943875" y="54869"/>
                  <a:pt x="944187" y="42403"/>
                </a:cubicBezTo>
                <a:cubicBezTo>
                  <a:pt x="944499" y="29938"/>
                  <a:pt x="944655" y="18866"/>
                  <a:pt x="944655" y="9188"/>
                </a:cubicBezTo>
                <a:cubicBezTo>
                  <a:pt x="944655" y="3063"/>
                  <a:pt x="947713" y="0"/>
                  <a:pt x="953828" y="0"/>
                </a:cubicBezTo>
                <a:cubicBezTo>
                  <a:pt x="960006" y="0"/>
                  <a:pt x="963095" y="3063"/>
                  <a:pt x="963095" y="9188"/>
                </a:cubicBezTo>
                <a:cubicBezTo>
                  <a:pt x="963095" y="18866"/>
                  <a:pt x="962939" y="29938"/>
                  <a:pt x="962627" y="42403"/>
                </a:cubicBezTo>
                <a:cubicBezTo>
                  <a:pt x="962315" y="54869"/>
                  <a:pt x="962159" y="65941"/>
                  <a:pt x="962159" y="75618"/>
                </a:cubicBezTo>
                <a:close/>
                <a:moveTo>
                  <a:pt x="1170674" y="155458"/>
                </a:moveTo>
                <a:cubicBezTo>
                  <a:pt x="1165557" y="155458"/>
                  <a:pt x="1162562" y="152791"/>
                  <a:pt x="1161688" y="147457"/>
                </a:cubicBezTo>
                <a:cubicBezTo>
                  <a:pt x="1160565" y="140712"/>
                  <a:pt x="1159442" y="131209"/>
                  <a:pt x="1158319" y="118948"/>
                </a:cubicBezTo>
                <a:lnTo>
                  <a:pt x="1155136" y="90436"/>
                </a:lnTo>
                <a:cubicBezTo>
                  <a:pt x="1154512" y="86207"/>
                  <a:pt x="1153451" y="82069"/>
                  <a:pt x="1151953" y="78022"/>
                </a:cubicBezTo>
                <a:cubicBezTo>
                  <a:pt x="1149832" y="72504"/>
                  <a:pt x="1147523" y="69745"/>
                  <a:pt x="1145027" y="69745"/>
                </a:cubicBezTo>
                <a:cubicBezTo>
                  <a:pt x="1142718" y="69745"/>
                  <a:pt x="1138412" y="71674"/>
                  <a:pt x="1132109" y="75532"/>
                </a:cubicBezTo>
                <a:cubicBezTo>
                  <a:pt x="1126118" y="79085"/>
                  <a:pt x="1122187" y="81932"/>
                  <a:pt x="1120315" y="84076"/>
                </a:cubicBezTo>
                <a:cubicBezTo>
                  <a:pt x="1120252" y="89832"/>
                  <a:pt x="1120408" y="95589"/>
                  <a:pt x="1120783" y="101346"/>
                </a:cubicBezTo>
                <a:lnTo>
                  <a:pt x="1123591" y="125874"/>
                </a:lnTo>
                <a:cubicBezTo>
                  <a:pt x="1124777" y="135550"/>
                  <a:pt x="1125369" y="143543"/>
                  <a:pt x="1125369" y="149852"/>
                </a:cubicBezTo>
                <a:cubicBezTo>
                  <a:pt x="1125369" y="152546"/>
                  <a:pt x="1124511" y="154765"/>
                  <a:pt x="1122795" y="156511"/>
                </a:cubicBezTo>
                <a:cubicBezTo>
                  <a:pt x="1121079" y="158256"/>
                  <a:pt x="1118880" y="159129"/>
                  <a:pt x="1116196" y="159129"/>
                </a:cubicBezTo>
                <a:cubicBezTo>
                  <a:pt x="1113513" y="159129"/>
                  <a:pt x="1111313" y="158256"/>
                  <a:pt x="1109597" y="156511"/>
                </a:cubicBezTo>
                <a:cubicBezTo>
                  <a:pt x="1107881" y="154765"/>
                  <a:pt x="1107023" y="152546"/>
                  <a:pt x="1107023" y="149852"/>
                </a:cubicBezTo>
                <a:cubicBezTo>
                  <a:pt x="1107023" y="142441"/>
                  <a:pt x="1106258" y="131494"/>
                  <a:pt x="1104730" y="117010"/>
                </a:cubicBezTo>
                <a:cubicBezTo>
                  <a:pt x="1103201" y="102525"/>
                  <a:pt x="1102436" y="91578"/>
                  <a:pt x="1102436" y="84167"/>
                </a:cubicBezTo>
                <a:cubicBezTo>
                  <a:pt x="1102436" y="77677"/>
                  <a:pt x="1101500" y="72624"/>
                  <a:pt x="1099628" y="69011"/>
                </a:cubicBezTo>
                <a:cubicBezTo>
                  <a:pt x="1095260" y="70973"/>
                  <a:pt x="1090829" y="74161"/>
                  <a:pt x="1086336" y="78575"/>
                </a:cubicBezTo>
                <a:lnTo>
                  <a:pt x="1075291" y="90717"/>
                </a:lnTo>
                <a:cubicBezTo>
                  <a:pt x="1074292" y="92188"/>
                  <a:pt x="1072701" y="94119"/>
                  <a:pt x="1070517" y="96510"/>
                </a:cubicBezTo>
                <a:cubicBezTo>
                  <a:pt x="1070517" y="100189"/>
                  <a:pt x="1070174" y="105616"/>
                  <a:pt x="1069487" y="112791"/>
                </a:cubicBezTo>
                <a:cubicBezTo>
                  <a:pt x="1068801" y="119964"/>
                  <a:pt x="1068457" y="125268"/>
                  <a:pt x="1068457" y="128702"/>
                </a:cubicBezTo>
                <a:cubicBezTo>
                  <a:pt x="1068457" y="130541"/>
                  <a:pt x="1068754" y="133116"/>
                  <a:pt x="1069347" y="136428"/>
                </a:cubicBezTo>
                <a:cubicBezTo>
                  <a:pt x="1069940" y="139737"/>
                  <a:pt x="1070236" y="142128"/>
                  <a:pt x="1070236" y="143600"/>
                </a:cubicBezTo>
                <a:cubicBezTo>
                  <a:pt x="1070236" y="146114"/>
                  <a:pt x="1069284" y="148230"/>
                  <a:pt x="1067381" y="149946"/>
                </a:cubicBezTo>
                <a:cubicBezTo>
                  <a:pt x="1065478" y="151663"/>
                  <a:pt x="1063247" y="152522"/>
                  <a:pt x="1060688" y="152522"/>
                </a:cubicBezTo>
                <a:cubicBezTo>
                  <a:pt x="1053637" y="152522"/>
                  <a:pt x="1050111" y="144653"/>
                  <a:pt x="1050111" y="128917"/>
                </a:cubicBezTo>
                <a:cubicBezTo>
                  <a:pt x="1050111" y="125242"/>
                  <a:pt x="1050454" y="119762"/>
                  <a:pt x="1051140" y="112476"/>
                </a:cubicBezTo>
                <a:cubicBezTo>
                  <a:pt x="1051827" y="105189"/>
                  <a:pt x="1052170" y="99709"/>
                  <a:pt x="1052170" y="96034"/>
                </a:cubicBezTo>
                <a:cubicBezTo>
                  <a:pt x="1052170" y="92790"/>
                  <a:pt x="1051874" y="87922"/>
                  <a:pt x="1051281" y="81432"/>
                </a:cubicBezTo>
                <a:cubicBezTo>
                  <a:pt x="1050688" y="74941"/>
                  <a:pt x="1050392" y="70042"/>
                  <a:pt x="1050392" y="66734"/>
                </a:cubicBezTo>
                <a:cubicBezTo>
                  <a:pt x="1050392" y="52835"/>
                  <a:pt x="1053574" y="45885"/>
                  <a:pt x="1059939" y="45885"/>
                </a:cubicBezTo>
                <a:cubicBezTo>
                  <a:pt x="1062373" y="45885"/>
                  <a:pt x="1064604" y="46910"/>
                  <a:pt x="1066632" y="48959"/>
                </a:cubicBezTo>
                <a:cubicBezTo>
                  <a:pt x="1068660" y="51009"/>
                  <a:pt x="1069674" y="53257"/>
                  <a:pt x="1069674" y="55704"/>
                </a:cubicBezTo>
                <a:cubicBezTo>
                  <a:pt x="1069674" y="56867"/>
                  <a:pt x="1069518" y="58672"/>
                  <a:pt x="1069206" y="61119"/>
                </a:cubicBezTo>
                <a:cubicBezTo>
                  <a:pt x="1068894" y="63566"/>
                  <a:pt x="1068738" y="65432"/>
                  <a:pt x="1068738" y="66717"/>
                </a:cubicBezTo>
                <a:lnTo>
                  <a:pt x="1068925" y="76353"/>
                </a:lnTo>
                <a:cubicBezTo>
                  <a:pt x="1072170" y="69806"/>
                  <a:pt x="1076944" y="63887"/>
                  <a:pt x="1083247" y="58595"/>
                </a:cubicBezTo>
                <a:cubicBezTo>
                  <a:pt x="1089550" y="53303"/>
                  <a:pt x="1094917" y="50657"/>
                  <a:pt x="1099347" y="50657"/>
                </a:cubicBezTo>
                <a:cubicBezTo>
                  <a:pt x="1109145" y="50657"/>
                  <a:pt x="1115884" y="55429"/>
                  <a:pt x="1119566" y="64973"/>
                </a:cubicBezTo>
                <a:cubicBezTo>
                  <a:pt x="1122998" y="60507"/>
                  <a:pt x="1127086" y="57157"/>
                  <a:pt x="1131828" y="54924"/>
                </a:cubicBezTo>
                <a:cubicBezTo>
                  <a:pt x="1136571" y="52691"/>
                  <a:pt x="1142000" y="51575"/>
                  <a:pt x="1148116" y="51575"/>
                </a:cubicBezTo>
                <a:cubicBezTo>
                  <a:pt x="1158537" y="51575"/>
                  <a:pt x="1165651" y="57090"/>
                  <a:pt x="1169458" y="68122"/>
                </a:cubicBezTo>
                <a:cubicBezTo>
                  <a:pt x="1170206" y="70328"/>
                  <a:pt x="1171486" y="78939"/>
                  <a:pt x="1173295" y="93955"/>
                </a:cubicBezTo>
                <a:cubicBezTo>
                  <a:pt x="1175043" y="104497"/>
                  <a:pt x="1177289" y="122057"/>
                  <a:pt x="1180035" y="146634"/>
                </a:cubicBezTo>
                <a:cubicBezTo>
                  <a:pt x="1180222" y="149085"/>
                  <a:pt x="1179380" y="151168"/>
                  <a:pt x="1177508" y="152883"/>
                </a:cubicBezTo>
                <a:cubicBezTo>
                  <a:pt x="1175636" y="154600"/>
                  <a:pt x="1173358" y="155458"/>
                  <a:pt x="1170674" y="155458"/>
                </a:cubicBezTo>
                <a:close/>
                <a:moveTo>
                  <a:pt x="1248067" y="151971"/>
                </a:moveTo>
                <a:cubicBezTo>
                  <a:pt x="1233964" y="151971"/>
                  <a:pt x="1222544" y="148512"/>
                  <a:pt x="1213807" y="141592"/>
                </a:cubicBezTo>
                <a:cubicBezTo>
                  <a:pt x="1204260" y="133937"/>
                  <a:pt x="1199486" y="123220"/>
                  <a:pt x="1199486" y="109441"/>
                </a:cubicBezTo>
                <a:cubicBezTo>
                  <a:pt x="1199486" y="93521"/>
                  <a:pt x="1203417" y="80173"/>
                  <a:pt x="1211280" y="69395"/>
                </a:cubicBezTo>
                <a:cubicBezTo>
                  <a:pt x="1219829" y="57637"/>
                  <a:pt x="1231249" y="51758"/>
                  <a:pt x="1245540" y="51758"/>
                </a:cubicBezTo>
                <a:cubicBezTo>
                  <a:pt x="1255899" y="51758"/>
                  <a:pt x="1264354" y="53471"/>
                  <a:pt x="1270907" y="56897"/>
                </a:cubicBezTo>
                <a:cubicBezTo>
                  <a:pt x="1278957" y="61119"/>
                  <a:pt x="1282982" y="67604"/>
                  <a:pt x="1282982" y="76353"/>
                </a:cubicBezTo>
                <a:cubicBezTo>
                  <a:pt x="1282982" y="82471"/>
                  <a:pt x="1279456" y="88038"/>
                  <a:pt x="1272404" y="93055"/>
                </a:cubicBezTo>
                <a:cubicBezTo>
                  <a:pt x="1269284" y="95257"/>
                  <a:pt x="1262669" y="98683"/>
                  <a:pt x="1252560" y="103333"/>
                </a:cubicBezTo>
                <a:lnTo>
                  <a:pt x="1216803" y="119943"/>
                </a:lnTo>
                <a:cubicBezTo>
                  <a:pt x="1220297" y="125021"/>
                  <a:pt x="1224650" y="128845"/>
                  <a:pt x="1229861" y="131415"/>
                </a:cubicBezTo>
                <a:cubicBezTo>
                  <a:pt x="1235071" y="133984"/>
                  <a:pt x="1241140" y="135269"/>
                  <a:pt x="1248067" y="135269"/>
                </a:cubicBezTo>
                <a:cubicBezTo>
                  <a:pt x="1252373" y="135269"/>
                  <a:pt x="1257428" y="134474"/>
                  <a:pt x="1263231" y="132883"/>
                </a:cubicBezTo>
                <a:cubicBezTo>
                  <a:pt x="1270595" y="130864"/>
                  <a:pt x="1275337" y="128218"/>
                  <a:pt x="1277459" y="124945"/>
                </a:cubicBezTo>
                <a:cubicBezTo>
                  <a:pt x="1279581" y="121672"/>
                  <a:pt x="1281859" y="120035"/>
                  <a:pt x="1284292" y="120035"/>
                </a:cubicBezTo>
                <a:cubicBezTo>
                  <a:pt x="1286476" y="120035"/>
                  <a:pt x="1288427" y="120849"/>
                  <a:pt x="1290143" y="122476"/>
                </a:cubicBezTo>
                <a:cubicBezTo>
                  <a:pt x="1291859" y="124101"/>
                  <a:pt x="1292717" y="125987"/>
                  <a:pt x="1292717" y="128134"/>
                </a:cubicBezTo>
                <a:cubicBezTo>
                  <a:pt x="1292717" y="134944"/>
                  <a:pt x="1287132" y="140804"/>
                  <a:pt x="1275961" y="145714"/>
                </a:cubicBezTo>
                <a:cubicBezTo>
                  <a:pt x="1266414" y="149885"/>
                  <a:pt x="1257116" y="151971"/>
                  <a:pt x="1248067" y="151971"/>
                </a:cubicBezTo>
                <a:moveTo>
                  <a:pt x="1245540" y="68277"/>
                </a:moveTo>
                <a:cubicBezTo>
                  <a:pt x="1237926" y="68277"/>
                  <a:pt x="1231592" y="71168"/>
                  <a:pt x="1226538" y="76949"/>
                </a:cubicBezTo>
                <a:cubicBezTo>
                  <a:pt x="1221483" y="82731"/>
                  <a:pt x="1217708" y="91433"/>
                  <a:pt x="1215212" y="103058"/>
                </a:cubicBezTo>
                <a:lnTo>
                  <a:pt x="1243948" y="89659"/>
                </a:lnTo>
                <a:cubicBezTo>
                  <a:pt x="1255243" y="84275"/>
                  <a:pt x="1263293" y="79595"/>
                  <a:pt x="1268099" y="75618"/>
                </a:cubicBezTo>
                <a:cubicBezTo>
                  <a:pt x="1262732" y="70724"/>
                  <a:pt x="1255212" y="68277"/>
                  <a:pt x="1245540" y="68277"/>
                </a:cubicBezTo>
                <a:close/>
                <a:moveTo>
                  <a:pt x="1432081" y="155458"/>
                </a:moveTo>
                <a:cubicBezTo>
                  <a:pt x="1426964" y="155458"/>
                  <a:pt x="1423969" y="152791"/>
                  <a:pt x="1423095" y="147457"/>
                </a:cubicBezTo>
                <a:cubicBezTo>
                  <a:pt x="1421972" y="140712"/>
                  <a:pt x="1420849" y="131209"/>
                  <a:pt x="1419726" y="118948"/>
                </a:cubicBezTo>
                <a:lnTo>
                  <a:pt x="1416543" y="90436"/>
                </a:lnTo>
                <a:cubicBezTo>
                  <a:pt x="1415919" y="86207"/>
                  <a:pt x="1414858" y="82069"/>
                  <a:pt x="1413360" y="78022"/>
                </a:cubicBezTo>
                <a:cubicBezTo>
                  <a:pt x="1411239" y="72504"/>
                  <a:pt x="1408930" y="69745"/>
                  <a:pt x="1406434" y="69745"/>
                </a:cubicBezTo>
                <a:cubicBezTo>
                  <a:pt x="1404125" y="69745"/>
                  <a:pt x="1399819" y="71674"/>
                  <a:pt x="1393516" y="75532"/>
                </a:cubicBezTo>
                <a:cubicBezTo>
                  <a:pt x="1387525" y="79085"/>
                  <a:pt x="1383594" y="81932"/>
                  <a:pt x="1381722" y="84076"/>
                </a:cubicBezTo>
                <a:cubicBezTo>
                  <a:pt x="1381659" y="89832"/>
                  <a:pt x="1381815" y="95589"/>
                  <a:pt x="1382190" y="101346"/>
                </a:cubicBezTo>
                <a:lnTo>
                  <a:pt x="1384998" y="125874"/>
                </a:lnTo>
                <a:cubicBezTo>
                  <a:pt x="1386184" y="135550"/>
                  <a:pt x="1386776" y="143543"/>
                  <a:pt x="1386776" y="149852"/>
                </a:cubicBezTo>
                <a:cubicBezTo>
                  <a:pt x="1386776" y="152546"/>
                  <a:pt x="1385918" y="154765"/>
                  <a:pt x="1384202" y="156511"/>
                </a:cubicBezTo>
                <a:cubicBezTo>
                  <a:pt x="1382486" y="158256"/>
                  <a:pt x="1380286" y="159129"/>
                  <a:pt x="1377603" y="159129"/>
                </a:cubicBezTo>
                <a:cubicBezTo>
                  <a:pt x="1374920" y="159129"/>
                  <a:pt x="1372720" y="158256"/>
                  <a:pt x="1371004" y="156511"/>
                </a:cubicBezTo>
                <a:cubicBezTo>
                  <a:pt x="1369288" y="154765"/>
                  <a:pt x="1368430" y="152546"/>
                  <a:pt x="1368430" y="149852"/>
                </a:cubicBezTo>
                <a:cubicBezTo>
                  <a:pt x="1368430" y="142441"/>
                  <a:pt x="1367665" y="131494"/>
                  <a:pt x="1366136" y="117010"/>
                </a:cubicBezTo>
                <a:cubicBezTo>
                  <a:pt x="1364608" y="102525"/>
                  <a:pt x="1363843" y="91578"/>
                  <a:pt x="1363843" y="84167"/>
                </a:cubicBezTo>
                <a:cubicBezTo>
                  <a:pt x="1363843" y="77677"/>
                  <a:pt x="1362907" y="72624"/>
                  <a:pt x="1361035" y="69011"/>
                </a:cubicBezTo>
                <a:cubicBezTo>
                  <a:pt x="1356667" y="70973"/>
                  <a:pt x="1352236" y="74161"/>
                  <a:pt x="1347743" y="78575"/>
                </a:cubicBezTo>
                <a:lnTo>
                  <a:pt x="1336698" y="90717"/>
                </a:lnTo>
                <a:cubicBezTo>
                  <a:pt x="1335699" y="92188"/>
                  <a:pt x="1334108" y="94119"/>
                  <a:pt x="1331924" y="96510"/>
                </a:cubicBezTo>
                <a:cubicBezTo>
                  <a:pt x="1331924" y="100189"/>
                  <a:pt x="1331580" y="105616"/>
                  <a:pt x="1330894" y="112791"/>
                </a:cubicBezTo>
                <a:cubicBezTo>
                  <a:pt x="1330208" y="119964"/>
                  <a:pt x="1329864" y="125268"/>
                  <a:pt x="1329864" y="128702"/>
                </a:cubicBezTo>
                <a:cubicBezTo>
                  <a:pt x="1329864" y="130541"/>
                  <a:pt x="1330161" y="133116"/>
                  <a:pt x="1330754" y="136428"/>
                </a:cubicBezTo>
                <a:cubicBezTo>
                  <a:pt x="1331346" y="139737"/>
                  <a:pt x="1331643" y="142128"/>
                  <a:pt x="1331643" y="143600"/>
                </a:cubicBezTo>
                <a:cubicBezTo>
                  <a:pt x="1331643" y="146114"/>
                  <a:pt x="1330691" y="148230"/>
                  <a:pt x="1328788" y="149946"/>
                </a:cubicBezTo>
                <a:cubicBezTo>
                  <a:pt x="1326885" y="151663"/>
                  <a:pt x="1324654" y="152522"/>
                  <a:pt x="1322095" y="152522"/>
                </a:cubicBezTo>
                <a:cubicBezTo>
                  <a:pt x="1315044" y="152522"/>
                  <a:pt x="1311518" y="144653"/>
                  <a:pt x="1311518" y="128917"/>
                </a:cubicBezTo>
                <a:cubicBezTo>
                  <a:pt x="1311518" y="125242"/>
                  <a:pt x="1311861" y="119762"/>
                  <a:pt x="1312547" y="112476"/>
                </a:cubicBezTo>
                <a:cubicBezTo>
                  <a:pt x="1313234" y="105189"/>
                  <a:pt x="1313577" y="99709"/>
                  <a:pt x="1313577" y="96034"/>
                </a:cubicBezTo>
                <a:cubicBezTo>
                  <a:pt x="1313577" y="92790"/>
                  <a:pt x="1313281" y="87922"/>
                  <a:pt x="1312688" y="81432"/>
                </a:cubicBezTo>
                <a:cubicBezTo>
                  <a:pt x="1312095" y="74941"/>
                  <a:pt x="1311799" y="70042"/>
                  <a:pt x="1311799" y="66734"/>
                </a:cubicBezTo>
                <a:cubicBezTo>
                  <a:pt x="1311799" y="52835"/>
                  <a:pt x="1314981" y="45885"/>
                  <a:pt x="1321346" y="45885"/>
                </a:cubicBezTo>
                <a:cubicBezTo>
                  <a:pt x="1323780" y="45885"/>
                  <a:pt x="1326011" y="46910"/>
                  <a:pt x="1328039" y="48959"/>
                </a:cubicBezTo>
                <a:cubicBezTo>
                  <a:pt x="1330067" y="51009"/>
                  <a:pt x="1331081" y="53257"/>
                  <a:pt x="1331081" y="55704"/>
                </a:cubicBezTo>
                <a:cubicBezTo>
                  <a:pt x="1331081" y="56867"/>
                  <a:pt x="1330925" y="58672"/>
                  <a:pt x="1330613" y="61119"/>
                </a:cubicBezTo>
                <a:cubicBezTo>
                  <a:pt x="1330301" y="63566"/>
                  <a:pt x="1330145" y="65432"/>
                  <a:pt x="1330145" y="66717"/>
                </a:cubicBezTo>
                <a:lnTo>
                  <a:pt x="1330332" y="76353"/>
                </a:lnTo>
                <a:cubicBezTo>
                  <a:pt x="1333577" y="69806"/>
                  <a:pt x="1338351" y="63887"/>
                  <a:pt x="1344654" y="58595"/>
                </a:cubicBezTo>
                <a:cubicBezTo>
                  <a:pt x="1350957" y="53303"/>
                  <a:pt x="1356324" y="50657"/>
                  <a:pt x="1360754" y="50657"/>
                </a:cubicBezTo>
                <a:cubicBezTo>
                  <a:pt x="1370552" y="50657"/>
                  <a:pt x="1377291" y="55429"/>
                  <a:pt x="1380973" y="64973"/>
                </a:cubicBezTo>
                <a:cubicBezTo>
                  <a:pt x="1384405" y="60507"/>
                  <a:pt x="1388493" y="57157"/>
                  <a:pt x="1393235" y="54924"/>
                </a:cubicBezTo>
                <a:cubicBezTo>
                  <a:pt x="1397978" y="52691"/>
                  <a:pt x="1403407" y="51575"/>
                  <a:pt x="1409523" y="51575"/>
                </a:cubicBezTo>
                <a:cubicBezTo>
                  <a:pt x="1419944" y="51575"/>
                  <a:pt x="1427058" y="57090"/>
                  <a:pt x="1430865" y="68122"/>
                </a:cubicBezTo>
                <a:cubicBezTo>
                  <a:pt x="1431613" y="70328"/>
                  <a:pt x="1432893" y="78939"/>
                  <a:pt x="1434702" y="93955"/>
                </a:cubicBezTo>
                <a:cubicBezTo>
                  <a:pt x="1436450" y="104497"/>
                  <a:pt x="1438696" y="122057"/>
                  <a:pt x="1441442" y="146634"/>
                </a:cubicBezTo>
                <a:cubicBezTo>
                  <a:pt x="1441629" y="149085"/>
                  <a:pt x="1440787" y="151168"/>
                  <a:pt x="1438915" y="152883"/>
                </a:cubicBezTo>
                <a:cubicBezTo>
                  <a:pt x="1437043" y="154600"/>
                  <a:pt x="1434765" y="155458"/>
                  <a:pt x="1432081" y="155458"/>
                </a:cubicBezTo>
                <a:close/>
                <a:moveTo>
                  <a:pt x="1500863" y="153256"/>
                </a:moveTo>
                <a:cubicBezTo>
                  <a:pt x="1490379" y="153256"/>
                  <a:pt x="1481362" y="149456"/>
                  <a:pt x="1473811" y="141856"/>
                </a:cubicBezTo>
                <a:cubicBezTo>
                  <a:pt x="1465386" y="133398"/>
                  <a:pt x="1460956" y="122028"/>
                  <a:pt x="1460519" y="107747"/>
                </a:cubicBezTo>
                <a:cubicBezTo>
                  <a:pt x="1460144" y="93895"/>
                  <a:pt x="1463701" y="81698"/>
                  <a:pt x="1471190" y="71156"/>
                </a:cubicBezTo>
                <a:cubicBezTo>
                  <a:pt x="1479926" y="58714"/>
                  <a:pt x="1492095" y="52492"/>
                  <a:pt x="1507696" y="52492"/>
                </a:cubicBezTo>
                <a:cubicBezTo>
                  <a:pt x="1520177" y="52492"/>
                  <a:pt x="1529631" y="58101"/>
                  <a:pt x="1536058" y="69318"/>
                </a:cubicBezTo>
                <a:cubicBezTo>
                  <a:pt x="1541176" y="78388"/>
                  <a:pt x="1543640" y="89297"/>
                  <a:pt x="1543453" y="102045"/>
                </a:cubicBezTo>
                <a:cubicBezTo>
                  <a:pt x="1543266" y="115652"/>
                  <a:pt x="1539647" y="127268"/>
                  <a:pt x="1532595" y="136892"/>
                </a:cubicBezTo>
                <a:cubicBezTo>
                  <a:pt x="1524607" y="147801"/>
                  <a:pt x="1514030" y="153256"/>
                  <a:pt x="1500863" y="153256"/>
                </a:cubicBezTo>
                <a:moveTo>
                  <a:pt x="1506479" y="71213"/>
                </a:moveTo>
                <a:cubicBezTo>
                  <a:pt x="1497306" y="71152"/>
                  <a:pt x="1490161" y="75441"/>
                  <a:pt x="1485044" y="84079"/>
                </a:cubicBezTo>
                <a:cubicBezTo>
                  <a:pt x="1480987" y="91003"/>
                  <a:pt x="1478959" y="98907"/>
                  <a:pt x="1478959" y="107790"/>
                </a:cubicBezTo>
                <a:cubicBezTo>
                  <a:pt x="1478959" y="116674"/>
                  <a:pt x="1481424" y="123598"/>
                  <a:pt x="1486354" y="128561"/>
                </a:cubicBezTo>
                <a:cubicBezTo>
                  <a:pt x="1490473" y="132666"/>
                  <a:pt x="1495309" y="134718"/>
                  <a:pt x="1500863" y="134718"/>
                </a:cubicBezTo>
                <a:cubicBezTo>
                  <a:pt x="1507353" y="134718"/>
                  <a:pt x="1512938" y="132390"/>
                  <a:pt x="1517618" y="127732"/>
                </a:cubicBezTo>
                <a:cubicBezTo>
                  <a:pt x="1522922" y="122587"/>
                  <a:pt x="1525731" y="115634"/>
                  <a:pt x="1526043" y="106872"/>
                </a:cubicBezTo>
                <a:cubicBezTo>
                  <a:pt x="1526916" y="83161"/>
                  <a:pt x="1520395" y="71275"/>
                  <a:pt x="1506479" y="71213"/>
                </a:cubicBezTo>
                <a:close/>
                <a:moveTo>
                  <a:pt x="1643217" y="79748"/>
                </a:moveTo>
                <a:cubicBezTo>
                  <a:pt x="1642781" y="87396"/>
                  <a:pt x="1639660" y="91219"/>
                  <a:pt x="1633857" y="91219"/>
                </a:cubicBezTo>
                <a:cubicBezTo>
                  <a:pt x="1628490" y="91219"/>
                  <a:pt x="1625807" y="88203"/>
                  <a:pt x="1625807" y="82171"/>
                </a:cubicBezTo>
                <a:cubicBezTo>
                  <a:pt x="1625807" y="81013"/>
                  <a:pt x="1625713" y="78879"/>
                  <a:pt x="1625526" y="75770"/>
                </a:cubicBezTo>
                <a:lnTo>
                  <a:pt x="1625245" y="68093"/>
                </a:lnTo>
                <a:cubicBezTo>
                  <a:pt x="1615385" y="69258"/>
                  <a:pt x="1607491" y="71986"/>
                  <a:pt x="1601563" y="76278"/>
                </a:cubicBezTo>
                <a:cubicBezTo>
                  <a:pt x="1596009" y="80264"/>
                  <a:pt x="1591391" y="86273"/>
                  <a:pt x="1587709" y="94305"/>
                </a:cubicBezTo>
                <a:lnTo>
                  <a:pt x="1587897" y="144701"/>
                </a:lnTo>
                <a:cubicBezTo>
                  <a:pt x="1587897" y="150894"/>
                  <a:pt x="1584808" y="153990"/>
                  <a:pt x="1578630" y="153990"/>
                </a:cubicBezTo>
                <a:cubicBezTo>
                  <a:pt x="1573138" y="153990"/>
                  <a:pt x="1570392" y="150895"/>
                  <a:pt x="1570392" y="144704"/>
                </a:cubicBezTo>
                <a:lnTo>
                  <a:pt x="1570392" y="80164"/>
                </a:lnTo>
                <a:cubicBezTo>
                  <a:pt x="1570392" y="78141"/>
                  <a:pt x="1570470" y="75108"/>
                  <a:pt x="1570627" y="71064"/>
                </a:cubicBezTo>
                <a:cubicBezTo>
                  <a:pt x="1570783" y="67019"/>
                  <a:pt x="1570861" y="63985"/>
                  <a:pt x="1570861" y="61962"/>
                </a:cubicBezTo>
                <a:cubicBezTo>
                  <a:pt x="1570861" y="55771"/>
                  <a:pt x="1573606" y="52676"/>
                  <a:pt x="1579098" y="52676"/>
                </a:cubicBezTo>
                <a:cubicBezTo>
                  <a:pt x="1585213" y="52676"/>
                  <a:pt x="1588302" y="57754"/>
                  <a:pt x="1588365" y="67910"/>
                </a:cubicBezTo>
                <a:cubicBezTo>
                  <a:pt x="1600346" y="56530"/>
                  <a:pt x="1613638" y="50841"/>
                  <a:pt x="1628241" y="50841"/>
                </a:cubicBezTo>
                <a:cubicBezTo>
                  <a:pt x="1633295" y="50841"/>
                  <a:pt x="1637071" y="52707"/>
                  <a:pt x="1639567" y="56439"/>
                </a:cubicBezTo>
                <a:cubicBezTo>
                  <a:pt x="1642063" y="60171"/>
                  <a:pt x="1643311" y="65799"/>
                  <a:pt x="1643311" y="73324"/>
                </a:cubicBezTo>
                <a:cubicBezTo>
                  <a:pt x="1643311" y="76506"/>
                  <a:pt x="1643280" y="78647"/>
                  <a:pt x="1643217" y="79748"/>
                </a:cubicBezTo>
                <a:close/>
                <a:moveTo>
                  <a:pt x="1747830" y="65876"/>
                </a:moveTo>
                <a:lnTo>
                  <a:pt x="1715443" y="134529"/>
                </a:lnTo>
                <a:cubicBezTo>
                  <a:pt x="1707455" y="151233"/>
                  <a:pt x="1701339" y="165214"/>
                  <a:pt x="1697096" y="176471"/>
                </a:cubicBezTo>
                <a:lnTo>
                  <a:pt x="1690918" y="194277"/>
                </a:lnTo>
                <a:cubicBezTo>
                  <a:pt x="1689295" y="198743"/>
                  <a:pt x="1686487" y="200976"/>
                  <a:pt x="1682493" y="200976"/>
                </a:cubicBezTo>
                <a:cubicBezTo>
                  <a:pt x="1679873" y="200976"/>
                  <a:pt x="1677610" y="200130"/>
                  <a:pt x="1675707" y="198438"/>
                </a:cubicBezTo>
                <a:cubicBezTo>
                  <a:pt x="1673804" y="196748"/>
                  <a:pt x="1672852" y="194642"/>
                  <a:pt x="1672852" y="192120"/>
                </a:cubicBezTo>
                <a:cubicBezTo>
                  <a:pt x="1672852" y="185972"/>
                  <a:pt x="1679592" y="168280"/>
                  <a:pt x="1693071" y="139046"/>
                </a:cubicBezTo>
                <a:lnTo>
                  <a:pt x="1659560" y="75730"/>
                </a:lnTo>
                <a:lnTo>
                  <a:pt x="1655348" y="69020"/>
                </a:lnTo>
                <a:cubicBezTo>
                  <a:pt x="1653663" y="66202"/>
                  <a:pt x="1652821" y="63843"/>
                  <a:pt x="1652821" y="61945"/>
                </a:cubicBezTo>
                <a:cubicBezTo>
                  <a:pt x="1652821" y="59436"/>
                  <a:pt x="1653803" y="57234"/>
                  <a:pt x="1655769" y="55337"/>
                </a:cubicBezTo>
                <a:cubicBezTo>
                  <a:pt x="1657735" y="53441"/>
                  <a:pt x="1659935" y="52492"/>
                  <a:pt x="1662368" y="52492"/>
                </a:cubicBezTo>
                <a:cubicBezTo>
                  <a:pt x="1665239" y="52492"/>
                  <a:pt x="1667454" y="53563"/>
                  <a:pt x="1669014" y="55704"/>
                </a:cubicBezTo>
                <a:cubicBezTo>
                  <a:pt x="1679623" y="70164"/>
                  <a:pt x="1691012" y="90750"/>
                  <a:pt x="1703180" y="117463"/>
                </a:cubicBezTo>
                <a:lnTo>
                  <a:pt x="1717034" y="85705"/>
                </a:lnTo>
                <a:cubicBezTo>
                  <a:pt x="1722026" y="74748"/>
                  <a:pt x="1726831" y="65329"/>
                  <a:pt x="1731449" y="57448"/>
                </a:cubicBezTo>
                <a:cubicBezTo>
                  <a:pt x="1733446" y="54022"/>
                  <a:pt x="1736067" y="52309"/>
                  <a:pt x="1739312" y="52309"/>
                </a:cubicBezTo>
                <a:cubicBezTo>
                  <a:pt x="1741870" y="52309"/>
                  <a:pt x="1744133" y="53195"/>
                  <a:pt x="1746098" y="54967"/>
                </a:cubicBezTo>
                <a:cubicBezTo>
                  <a:pt x="1748064" y="56740"/>
                  <a:pt x="1749047" y="58848"/>
                  <a:pt x="1749047" y="61294"/>
                </a:cubicBezTo>
                <a:cubicBezTo>
                  <a:pt x="1749047" y="62638"/>
                  <a:pt x="1748641" y="64165"/>
                  <a:pt x="1747830" y="65876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proceduralmemory">
            <a:extLst xmlns:a="http://schemas.openxmlformats.org/drawingml/2006/main">
              <a:ext uri="{FF2B5EF4-FFF2-40B4-BE49-F238E27FC236}">
                <a16:creationId xmlns:a16="http://schemas.microsoft.com/office/drawing/2014/main" id="{304A8D02-3A23-462A-8CA4-C5DF36E3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97" y="3390829"/>
            <a:ext cx="1749047" cy="201160"/>
          </a:xfrm>
          <a:custGeom xmlns:a="http://schemas.openxmlformats.org/drawingml/2006/main">
            <a:pathLst>
              <a:path w="1749047" h="201160" fill="none">
                <a:moveTo>
                  <a:pt x="41654" y="151053"/>
                </a:moveTo>
                <a:cubicBezTo>
                  <a:pt x="35414" y="151053"/>
                  <a:pt x="28550" y="150074"/>
                  <a:pt x="21061" y="148117"/>
                </a:cubicBezTo>
                <a:lnTo>
                  <a:pt x="20874" y="191983"/>
                </a:lnTo>
                <a:cubicBezTo>
                  <a:pt x="20874" y="194675"/>
                  <a:pt x="20016" y="196877"/>
                  <a:pt x="18300" y="198590"/>
                </a:cubicBezTo>
                <a:cubicBezTo>
                  <a:pt x="16584" y="200303"/>
                  <a:pt x="14384" y="201160"/>
                  <a:pt x="11701" y="201160"/>
                </a:cubicBezTo>
                <a:cubicBezTo>
                  <a:pt x="9017" y="201160"/>
                  <a:pt x="6818" y="200302"/>
                  <a:pt x="5101" y="198587"/>
                </a:cubicBezTo>
                <a:cubicBezTo>
                  <a:pt x="3385" y="196872"/>
                  <a:pt x="2527" y="194667"/>
                  <a:pt x="2527" y="191971"/>
                </a:cubicBezTo>
                <a:lnTo>
                  <a:pt x="2808" y="155220"/>
                </a:lnTo>
                <a:lnTo>
                  <a:pt x="2808" y="118561"/>
                </a:lnTo>
                <a:cubicBezTo>
                  <a:pt x="2621" y="105145"/>
                  <a:pt x="2153" y="92926"/>
                  <a:pt x="1404" y="81902"/>
                </a:cubicBezTo>
                <a:lnTo>
                  <a:pt x="0" y="63250"/>
                </a:lnTo>
                <a:cubicBezTo>
                  <a:pt x="0" y="58900"/>
                  <a:pt x="811" y="55224"/>
                  <a:pt x="2434" y="52223"/>
                </a:cubicBezTo>
                <a:cubicBezTo>
                  <a:pt x="4306" y="48609"/>
                  <a:pt x="7020" y="46803"/>
                  <a:pt x="10577" y="46803"/>
                </a:cubicBezTo>
                <a:cubicBezTo>
                  <a:pt x="13011" y="46803"/>
                  <a:pt x="15055" y="47656"/>
                  <a:pt x="16709" y="49364"/>
                </a:cubicBezTo>
                <a:cubicBezTo>
                  <a:pt x="18362" y="51071"/>
                  <a:pt x="19189" y="53154"/>
                  <a:pt x="19189" y="55613"/>
                </a:cubicBezTo>
                <a:cubicBezTo>
                  <a:pt x="19189" y="56163"/>
                  <a:pt x="19095" y="57173"/>
                  <a:pt x="18908" y="58641"/>
                </a:cubicBezTo>
                <a:cubicBezTo>
                  <a:pt x="18596" y="60538"/>
                  <a:pt x="18378" y="62281"/>
                  <a:pt x="18253" y="63872"/>
                </a:cubicBezTo>
                <a:cubicBezTo>
                  <a:pt x="23620" y="60262"/>
                  <a:pt x="28799" y="57555"/>
                  <a:pt x="33792" y="55750"/>
                </a:cubicBezTo>
                <a:cubicBezTo>
                  <a:pt x="38784" y="53945"/>
                  <a:pt x="43558" y="53043"/>
                  <a:pt x="48113" y="53043"/>
                </a:cubicBezTo>
                <a:cubicBezTo>
                  <a:pt x="60906" y="53043"/>
                  <a:pt x="70266" y="58615"/>
                  <a:pt x="76195" y="69760"/>
                </a:cubicBezTo>
                <a:cubicBezTo>
                  <a:pt x="80875" y="78579"/>
                  <a:pt x="83215" y="90245"/>
                  <a:pt x="83215" y="104758"/>
                </a:cubicBezTo>
                <a:cubicBezTo>
                  <a:pt x="83215" y="117985"/>
                  <a:pt x="79596" y="128885"/>
                  <a:pt x="72357" y="137460"/>
                </a:cubicBezTo>
                <a:cubicBezTo>
                  <a:pt x="64681" y="146522"/>
                  <a:pt x="54447" y="151053"/>
                  <a:pt x="41654" y="151053"/>
                </a:cubicBezTo>
                <a:moveTo>
                  <a:pt x="48113" y="71397"/>
                </a:moveTo>
                <a:cubicBezTo>
                  <a:pt x="42372" y="71397"/>
                  <a:pt x="37193" y="72651"/>
                  <a:pt x="32575" y="75160"/>
                </a:cubicBezTo>
                <a:cubicBezTo>
                  <a:pt x="29267" y="76934"/>
                  <a:pt x="25086" y="80176"/>
                  <a:pt x="20032" y="84887"/>
                </a:cubicBezTo>
                <a:cubicBezTo>
                  <a:pt x="20843" y="98775"/>
                  <a:pt x="21248" y="113367"/>
                  <a:pt x="21248" y="128662"/>
                </a:cubicBezTo>
                <a:cubicBezTo>
                  <a:pt x="28050" y="131231"/>
                  <a:pt x="34852" y="132516"/>
                  <a:pt x="41654" y="132516"/>
                </a:cubicBezTo>
                <a:cubicBezTo>
                  <a:pt x="49455" y="132516"/>
                  <a:pt x="55414" y="129671"/>
                  <a:pt x="59533" y="123981"/>
                </a:cubicBezTo>
                <a:cubicBezTo>
                  <a:pt x="63090" y="119026"/>
                  <a:pt x="64869" y="112602"/>
                  <a:pt x="64869" y="104710"/>
                </a:cubicBezTo>
                <a:cubicBezTo>
                  <a:pt x="64869" y="93575"/>
                  <a:pt x="63480" y="85239"/>
                  <a:pt x="60703" y="79702"/>
                </a:cubicBezTo>
                <a:cubicBezTo>
                  <a:pt x="57926" y="74165"/>
                  <a:pt x="53729" y="71397"/>
                  <a:pt x="48113" y="71397"/>
                </a:cubicBezTo>
                <a:close/>
                <a:moveTo>
                  <a:pt x="181438" y="79748"/>
                </a:moveTo>
                <a:cubicBezTo>
                  <a:pt x="181001" y="87396"/>
                  <a:pt x="177881" y="91219"/>
                  <a:pt x="172077" y="91219"/>
                </a:cubicBezTo>
                <a:cubicBezTo>
                  <a:pt x="166711" y="91219"/>
                  <a:pt x="164027" y="88203"/>
                  <a:pt x="164027" y="82171"/>
                </a:cubicBezTo>
                <a:cubicBezTo>
                  <a:pt x="164027" y="81013"/>
                  <a:pt x="163934" y="78879"/>
                  <a:pt x="163746" y="75770"/>
                </a:cubicBezTo>
                <a:lnTo>
                  <a:pt x="163466" y="68093"/>
                </a:lnTo>
                <a:cubicBezTo>
                  <a:pt x="153606" y="69258"/>
                  <a:pt x="145712" y="71986"/>
                  <a:pt x="139783" y="76278"/>
                </a:cubicBezTo>
                <a:cubicBezTo>
                  <a:pt x="134230" y="80264"/>
                  <a:pt x="129612" y="86273"/>
                  <a:pt x="125930" y="94305"/>
                </a:cubicBezTo>
                <a:lnTo>
                  <a:pt x="126117" y="144701"/>
                </a:lnTo>
                <a:cubicBezTo>
                  <a:pt x="126117" y="150894"/>
                  <a:pt x="123028" y="153990"/>
                  <a:pt x="116850" y="153990"/>
                </a:cubicBezTo>
                <a:cubicBezTo>
                  <a:pt x="111359" y="153990"/>
                  <a:pt x="108613" y="150895"/>
                  <a:pt x="108613" y="144704"/>
                </a:cubicBezTo>
                <a:lnTo>
                  <a:pt x="108613" y="80164"/>
                </a:lnTo>
                <a:cubicBezTo>
                  <a:pt x="108613" y="78141"/>
                  <a:pt x="108691" y="75108"/>
                  <a:pt x="108847" y="71064"/>
                </a:cubicBezTo>
                <a:cubicBezTo>
                  <a:pt x="109003" y="67019"/>
                  <a:pt x="109081" y="63985"/>
                  <a:pt x="109081" y="61962"/>
                </a:cubicBezTo>
                <a:cubicBezTo>
                  <a:pt x="109081" y="55771"/>
                  <a:pt x="111827" y="52676"/>
                  <a:pt x="117318" y="52676"/>
                </a:cubicBezTo>
                <a:cubicBezTo>
                  <a:pt x="123434" y="52676"/>
                  <a:pt x="126523" y="57754"/>
                  <a:pt x="126585" y="67910"/>
                </a:cubicBezTo>
                <a:cubicBezTo>
                  <a:pt x="138567" y="56530"/>
                  <a:pt x="151859" y="50841"/>
                  <a:pt x="166461" y="50841"/>
                </a:cubicBezTo>
                <a:cubicBezTo>
                  <a:pt x="171516" y="50841"/>
                  <a:pt x="175291" y="52707"/>
                  <a:pt x="177787" y="56439"/>
                </a:cubicBezTo>
                <a:cubicBezTo>
                  <a:pt x="180283" y="60171"/>
                  <a:pt x="181531" y="65799"/>
                  <a:pt x="181531" y="73324"/>
                </a:cubicBezTo>
                <a:cubicBezTo>
                  <a:pt x="181531" y="76506"/>
                  <a:pt x="181500" y="78647"/>
                  <a:pt x="181438" y="79748"/>
                </a:cubicBezTo>
                <a:close/>
                <a:moveTo>
                  <a:pt x="239528" y="153256"/>
                </a:moveTo>
                <a:cubicBezTo>
                  <a:pt x="229045" y="153256"/>
                  <a:pt x="220027" y="149456"/>
                  <a:pt x="212476" y="141856"/>
                </a:cubicBezTo>
                <a:cubicBezTo>
                  <a:pt x="204052" y="133398"/>
                  <a:pt x="199621" y="122028"/>
                  <a:pt x="199184" y="107747"/>
                </a:cubicBezTo>
                <a:cubicBezTo>
                  <a:pt x="198810" y="93895"/>
                  <a:pt x="202367" y="81698"/>
                  <a:pt x="209855" y="71156"/>
                </a:cubicBezTo>
                <a:cubicBezTo>
                  <a:pt x="218592" y="58714"/>
                  <a:pt x="230761" y="52492"/>
                  <a:pt x="246362" y="52492"/>
                </a:cubicBezTo>
                <a:cubicBezTo>
                  <a:pt x="258842" y="52492"/>
                  <a:pt x="268296" y="58101"/>
                  <a:pt x="274724" y="69318"/>
                </a:cubicBezTo>
                <a:cubicBezTo>
                  <a:pt x="279841" y="78388"/>
                  <a:pt x="282306" y="89297"/>
                  <a:pt x="282119" y="102045"/>
                </a:cubicBezTo>
                <a:cubicBezTo>
                  <a:pt x="281932" y="115652"/>
                  <a:pt x="278312" y="127268"/>
                  <a:pt x="271261" y="136892"/>
                </a:cubicBezTo>
                <a:cubicBezTo>
                  <a:pt x="263273" y="147801"/>
                  <a:pt x="252696" y="153256"/>
                  <a:pt x="239528" y="153256"/>
                </a:cubicBezTo>
                <a:moveTo>
                  <a:pt x="245145" y="71213"/>
                </a:moveTo>
                <a:cubicBezTo>
                  <a:pt x="235971" y="71152"/>
                  <a:pt x="228826" y="75441"/>
                  <a:pt x="223709" y="84079"/>
                </a:cubicBezTo>
                <a:cubicBezTo>
                  <a:pt x="219653" y="91003"/>
                  <a:pt x="217625" y="98907"/>
                  <a:pt x="217625" y="107790"/>
                </a:cubicBezTo>
                <a:cubicBezTo>
                  <a:pt x="217625" y="116674"/>
                  <a:pt x="220090" y="123598"/>
                  <a:pt x="225020" y="128561"/>
                </a:cubicBezTo>
                <a:cubicBezTo>
                  <a:pt x="229138" y="132666"/>
                  <a:pt x="233974" y="134718"/>
                  <a:pt x="239528" y="134718"/>
                </a:cubicBezTo>
                <a:cubicBezTo>
                  <a:pt x="246018" y="134718"/>
                  <a:pt x="251603" y="132390"/>
                  <a:pt x="256284" y="127732"/>
                </a:cubicBezTo>
                <a:cubicBezTo>
                  <a:pt x="261588" y="122587"/>
                  <a:pt x="264396" y="115634"/>
                  <a:pt x="264708" y="106872"/>
                </a:cubicBezTo>
                <a:cubicBezTo>
                  <a:pt x="265582" y="83161"/>
                  <a:pt x="259061" y="71275"/>
                  <a:pt x="245145" y="71213"/>
                </a:cubicBezTo>
                <a:close/>
                <a:moveTo>
                  <a:pt x="351368" y="153623"/>
                </a:moveTo>
                <a:cubicBezTo>
                  <a:pt x="338575" y="153623"/>
                  <a:pt x="327904" y="149823"/>
                  <a:pt x="319355" y="142223"/>
                </a:cubicBezTo>
                <a:cubicBezTo>
                  <a:pt x="310369" y="134257"/>
                  <a:pt x="305876" y="123745"/>
                  <a:pt x="305876" y="110689"/>
                </a:cubicBezTo>
                <a:cubicBezTo>
                  <a:pt x="305876" y="98248"/>
                  <a:pt x="310088" y="85409"/>
                  <a:pt x="318512" y="72171"/>
                </a:cubicBezTo>
                <a:cubicBezTo>
                  <a:pt x="327873" y="57461"/>
                  <a:pt x="338419" y="50106"/>
                  <a:pt x="350151" y="50106"/>
                </a:cubicBezTo>
                <a:cubicBezTo>
                  <a:pt x="356267" y="50106"/>
                  <a:pt x="363100" y="51518"/>
                  <a:pt x="370651" y="54342"/>
                </a:cubicBezTo>
                <a:cubicBezTo>
                  <a:pt x="380198" y="57965"/>
                  <a:pt x="384972" y="62385"/>
                  <a:pt x="384972" y="67603"/>
                </a:cubicBezTo>
                <a:cubicBezTo>
                  <a:pt x="384972" y="69935"/>
                  <a:pt x="384192" y="72008"/>
                  <a:pt x="382632" y="73820"/>
                </a:cubicBezTo>
                <a:cubicBezTo>
                  <a:pt x="381072" y="75631"/>
                  <a:pt x="379137" y="76536"/>
                  <a:pt x="376829" y="76536"/>
                </a:cubicBezTo>
                <a:cubicBezTo>
                  <a:pt x="375019" y="76536"/>
                  <a:pt x="373443" y="75996"/>
                  <a:pt x="372101" y="74916"/>
                </a:cubicBezTo>
                <a:cubicBezTo>
                  <a:pt x="370760" y="73834"/>
                  <a:pt x="369465" y="72767"/>
                  <a:pt x="368217" y="71715"/>
                </a:cubicBezTo>
                <a:cubicBezTo>
                  <a:pt x="364535" y="68811"/>
                  <a:pt x="358513" y="67359"/>
                  <a:pt x="350151" y="67359"/>
                </a:cubicBezTo>
                <a:cubicBezTo>
                  <a:pt x="343786" y="67359"/>
                  <a:pt x="337483" y="72942"/>
                  <a:pt x="331243" y="84107"/>
                </a:cubicBezTo>
                <a:cubicBezTo>
                  <a:pt x="325564" y="94351"/>
                  <a:pt x="322725" y="103214"/>
                  <a:pt x="322725" y="110698"/>
                </a:cubicBezTo>
                <a:cubicBezTo>
                  <a:pt x="322725" y="118794"/>
                  <a:pt x="325533" y="125174"/>
                  <a:pt x="331149" y="129837"/>
                </a:cubicBezTo>
                <a:cubicBezTo>
                  <a:pt x="336391" y="134193"/>
                  <a:pt x="343131" y="136370"/>
                  <a:pt x="351368" y="136370"/>
                </a:cubicBezTo>
                <a:cubicBezTo>
                  <a:pt x="355112" y="136370"/>
                  <a:pt x="359106" y="135391"/>
                  <a:pt x="363349" y="133434"/>
                </a:cubicBezTo>
                <a:lnTo>
                  <a:pt x="374208" y="127744"/>
                </a:lnTo>
                <a:cubicBezTo>
                  <a:pt x="376080" y="126765"/>
                  <a:pt x="377421" y="126275"/>
                  <a:pt x="378233" y="126275"/>
                </a:cubicBezTo>
                <a:cubicBezTo>
                  <a:pt x="380542" y="126275"/>
                  <a:pt x="382538" y="127178"/>
                  <a:pt x="384223" y="128983"/>
                </a:cubicBezTo>
                <a:cubicBezTo>
                  <a:pt x="385908" y="130788"/>
                  <a:pt x="386751" y="132852"/>
                  <a:pt x="386751" y="135177"/>
                </a:cubicBezTo>
                <a:cubicBezTo>
                  <a:pt x="386751" y="139643"/>
                  <a:pt x="381946" y="143956"/>
                  <a:pt x="372336" y="148117"/>
                </a:cubicBezTo>
                <a:cubicBezTo>
                  <a:pt x="363911" y="151788"/>
                  <a:pt x="356922" y="153623"/>
                  <a:pt x="351368" y="153623"/>
                </a:cubicBezTo>
                <a:close/>
                <a:moveTo>
                  <a:pt x="455103" y="151971"/>
                </a:moveTo>
                <a:cubicBezTo>
                  <a:pt x="441000" y="151971"/>
                  <a:pt x="429580" y="148512"/>
                  <a:pt x="420844" y="141592"/>
                </a:cubicBezTo>
                <a:cubicBezTo>
                  <a:pt x="411296" y="133937"/>
                  <a:pt x="406522" y="123220"/>
                  <a:pt x="406522" y="109441"/>
                </a:cubicBezTo>
                <a:cubicBezTo>
                  <a:pt x="406522" y="93521"/>
                  <a:pt x="410454" y="80173"/>
                  <a:pt x="418317" y="69395"/>
                </a:cubicBezTo>
                <a:cubicBezTo>
                  <a:pt x="426866" y="57637"/>
                  <a:pt x="438286" y="51758"/>
                  <a:pt x="452576" y="51758"/>
                </a:cubicBezTo>
                <a:cubicBezTo>
                  <a:pt x="462935" y="51758"/>
                  <a:pt x="471391" y="53471"/>
                  <a:pt x="477943" y="56897"/>
                </a:cubicBezTo>
                <a:cubicBezTo>
                  <a:pt x="485993" y="61119"/>
                  <a:pt x="490018" y="67604"/>
                  <a:pt x="490018" y="76353"/>
                </a:cubicBezTo>
                <a:cubicBezTo>
                  <a:pt x="490018" y="82471"/>
                  <a:pt x="486492" y="88038"/>
                  <a:pt x="479441" y="93055"/>
                </a:cubicBezTo>
                <a:cubicBezTo>
                  <a:pt x="476321" y="95257"/>
                  <a:pt x="469706" y="98683"/>
                  <a:pt x="459597" y="103333"/>
                </a:cubicBezTo>
                <a:lnTo>
                  <a:pt x="423839" y="119943"/>
                </a:lnTo>
                <a:cubicBezTo>
                  <a:pt x="427334" y="125021"/>
                  <a:pt x="431687" y="128845"/>
                  <a:pt x="436897" y="131415"/>
                </a:cubicBezTo>
                <a:cubicBezTo>
                  <a:pt x="442108" y="133984"/>
                  <a:pt x="448177" y="135269"/>
                  <a:pt x="455103" y="135269"/>
                </a:cubicBezTo>
                <a:cubicBezTo>
                  <a:pt x="459409" y="135269"/>
                  <a:pt x="464464" y="134474"/>
                  <a:pt x="470268" y="132883"/>
                </a:cubicBezTo>
                <a:cubicBezTo>
                  <a:pt x="477631" y="130864"/>
                  <a:pt x="482374" y="128218"/>
                  <a:pt x="484496" y="124945"/>
                </a:cubicBezTo>
                <a:cubicBezTo>
                  <a:pt x="486617" y="121672"/>
                  <a:pt x="488895" y="120035"/>
                  <a:pt x="491329" y="120035"/>
                </a:cubicBezTo>
                <a:cubicBezTo>
                  <a:pt x="493513" y="120035"/>
                  <a:pt x="495463" y="120849"/>
                  <a:pt x="497179" y="122476"/>
                </a:cubicBezTo>
                <a:cubicBezTo>
                  <a:pt x="498895" y="124101"/>
                  <a:pt x="499753" y="125987"/>
                  <a:pt x="499753" y="128134"/>
                </a:cubicBezTo>
                <a:cubicBezTo>
                  <a:pt x="499753" y="134944"/>
                  <a:pt x="494168" y="140804"/>
                  <a:pt x="482998" y="145714"/>
                </a:cubicBezTo>
                <a:cubicBezTo>
                  <a:pt x="473450" y="149885"/>
                  <a:pt x="464152" y="151971"/>
                  <a:pt x="455103" y="151971"/>
                </a:cubicBezTo>
                <a:moveTo>
                  <a:pt x="452576" y="68277"/>
                </a:moveTo>
                <a:cubicBezTo>
                  <a:pt x="444963" y="68277"/>
                  <a:pt x="438629" y="71168"/>
                  <a:pt x="433574" y="76949"/>
                </a:cubicBezTo>
                <a:cubicBezTo>
                  <a:pt x="428520" y="82731"/>
                  <a:pt x="424744" y="91433"/>
                  <a:pt x="422248" y="103058"/>
                </a:cubicBezTo>
                <a:lnTo>
                  <a:pt x="450985" y="89659"/>
                </a:lnTo>
                <a:cubicBezTo>
                  <a:pt x="462280" y="84275"/>
                  <a:pt x="470330" y="79595"/>
                  <a:pt x="475135" y="75618"/>
                </a:cubicBezTo>
                <a:cubicBezTo>
                  <a:pt x="469768" y="70724"/>
                  <a:pt x="462249" y="68277"/>
                  <a:pt x="452576" y="68277"/>
                </a:cubicBezTo>
                <a:close/>
                <a:moveTo>
                  <a:pt x="606450" y="66677"/>
                </a:moveTo>
                <a:cubicBezTo>
                  <a:pt x="605701" y="75664"/>
                  <a:pt x="605326" y="84652"/>
                  <a:pt x="605326" y="93640"/>
                </a:cubicBezTo>
                <a:cubicBezTo>
                  <a:pt x="605326" y="114001"/>
                  <a:pt x="606294" y="129378"/>
                  <a:pt x="608228" y="139771"/>
                </a:cubicBezTo>
                <a:cubicBezTo>
                  <a:pt x="608353" y="140628"/>
                  <a:pt x="608415" y="141331"/>
                  <a:pt x="608415" y="141882"/>
                </a:cubicBezTo>
                <a:cubicBezTo>
                  <a:pt x="608415" y="144327"/>
                  <a:pt x="607542" y="146344"/>
                  <a:pt x="605794" y="147933"/>
                </a:cubicBezTo>
                <a:cubicBezTo>
                  <a:pt x="604047" y="149524"/>
                  <a:pt x="602019" y="150319"/>
                  <a:pt x="599710" y="150319"/>
                </a:cubicBezTo>
                <a:cubicBezTo>
                  <a:pt x="595841" y="150319"/>
                  <a:pt x="593002" y="147566"/>
                  <a:pt x="591192" y="142060"/>
                </a:cubicBezTo>
                <a:cubicBezTo>
                  <a:pt x="586699" y="145302"/>
                  <a:pt x="582034" y="147765"/>
                  <a:pt x="577198" y="149447"/>
                </a:cubicBezTo>
                <a:cubicBezTo>
                  <a:pt x="572362" y="151130"/>
                  <a:pt x="567323" y="151971"/>
                  <a:pt x="562081" y="151971"/>
                </a:cubicBezTo>
                <a:cubicBezTo>
                  <a:pt x="549163" y="151971"/>
                  <a:pt x="538461" y="147746"/>
                  <a:pt x="529974" y="139295"/>
                </a:cubicBezTo>
                <a:cubicBezTo>
                  <a:pt x="521238" y="130661"/>
                  <a:pt x="516869" y="119577"/>
                  <a:pt x="516869" y="106043"/>
                </a:cubicBezTo>
                <a:cubicBezTo>
                  <a:pt x="516869" y="89693"/>
                  <a:pt x="521284" y="76589"/>
                  <a:pt x="530115" y="66731"/>
                </a:cubicBezTo>
                <a:cubicBezTo>
                  <a:pt x="538945" y="56872"/>
                  <a:pt x="550411" y="51942"/>
                  <a:pt x="564515" y="51942"/>
                </a:cubicBezTo>
                <a:cubicBezTo>
                  <a:pt x="571753" y="51942"/>
                  <a:pt x="577338" y="53043"/>
                  <a:pt x="581270" y="55246"/>
                </a:cubicBezTo>
                <a:lnTo>
                  <a:pt x="590069" y="61578"/>
                </a:lnTo>
                <a:cubicBezTo>
                  <a:pt x="590942" y="35855"/>
                  <a:pt x="591972" y="18537"/>
                  <a:pt x="593158" y="9622"/>
                </a:cubicBezTo>
                <a:cubicBezTo>
                  <a:pt x="593969" y="4186"/>
                  <a:pt x="596808" y="1468"/>
                  <a:pt x="601676" y="1468"/>
                </a:cubicBezTo>
                <a:cubicBezTo>
                  <a:pt x="607355" y="1468"/>
                  <a:pt x="610194" y="4434"/>
                  <a:pt x="610194" y="10364"/>
                </a:cubicBezTo>
                <a:cubicBezTo>
                  <a:pt x="610194" y="18863"/>
                  <a:pt x="608946" y="37633"/>
                  <a:pt x="606450" y="66677"/>
                </a:cubicBezTo>
                <a:moveTo>
                  <a:pt x="564889" y="69011"/>
                </a:moveTo>
                <a:cubicBezTo>
                  <a:pt x="554405" y="69011"/>
                  <a:pt x="546542" y="72055"/>
                  <a:pt x="541300" y="78142"/>
                </a:cubicBezTo>
                <a:cubicBezTo>
                  <a:pt x="536058" y="84230"/>
                  <a:pt x="533438" y="93391"/>
                  <a:pt x="533438" y="105627"/>
                </a:cubicBezTo>
                <a:cubicBezTo>
                  <a:pt x="533438" y="113519"/>
                  <a:pt x="536293" y="120310"/>
                  <a:pt x="542002" y="126000"/>
                </a:cubicBezTo>
                <a:cubicBezTo>
                  <a:pt x="547712" y="131690"/>
                  <a:pt x="554405" y="134535"/>
                  <a:pt x="562081" y="134535"/>
                </a:cubicBezTo>
                <a:cubicBezTo>
                  <a:pt x="567323" y="134535"/>
                  <a:pt x="571753" y="133586"/>
                  <a:pt x="575373" y="131690"/>
                </a:cubicBezTo>
                <a:cubicBezTo>
                  <a:pt x="577494" y="130589"/>
                  <a:pt x="580958" y="128050"/>
                  <a:pt x="585763" y="124073"/>
                </a:cubicBezTo>
                <a:cubicBezTo>
                  <a:pt x="586699" y="123278"/>
                  <a:pt x="587604" y="122329"/>
                  <a:pt x="588477" y="121228"/>
                </a:cubicBezTo>
                <a:lnTo>
                  <a:pt x="588197" y="105352"/>
                </a:lnTo>
                <a:lnTo>
                  <a:pt x="588290" y="94707"/>
                </a:lnTo>
                <a:lnTo>
                  <a:pt x="588477" y="83878"/>
                </a:lnTo>
                <a:cubicBezTo>
                  <a:pt x="586106" y="78922"/>
                  <a:pt x="582955" y="75205"/>
                  <a:pt x="579023" y="72728"/>
                </a:cubicBezTo>
                <a:cubicBezTo>
                  <a:pt x="575092" y="70250"/>
                  <a:pt x="570380" y="69011"/>
                  <a:pt x="564889" y="69011"/>
                </a:cubicBezTo>
                <a:close/>
                <a:moveTo>
                  <a:pt x="711988" y="94156"/>
                </a:moveTo>
                <a:cubicBezTo>
                  <a:pt x="711988" y="98561"/>
                  <a:pt x="712020" y="105168"/>
                  <a:pt x="712082" y="113978"/>
                </a:cubicBezTo>
                <a:cubicBezTo>
                  <a:pt x="712145" y="122788"/>
                  <a:pt x="712176" y="129396"/>
                  <a:pt x="712176" y="133801"/>
                </a:cubicBezTo>
                <a:cubicBezTo>
                  <a:pt x="712176" y="135147"/>
                  <a:pt x="712285" y="137196"/>
                  <a:pt x="712503" y="139949"/>
                </a:cubicBezTo>
                <a:cubicBezTo>
                  <a:pt x="712722" y="142702"/>
                  <a:pt x="712831" y="144752"/>
                  <a:pt x="712831" y="146098"/>
                </a:cubicBezTo>
                <a:cubicBezTo>
                  <a:pt x="712831" y="148729"/>
                  <a:pt x="711926" y="150885"/>
                  <a:pt x="710116" y="152568"/>
                </a:cubicBezTo>
                <a:cubicBezTo>
                  <a:pt x="708307" y="154250"/>
                  <a:pt x="706091" y="155091"/>
                  <a:pt x="703470" y="155091"/>
                </a:cubicBezTo>
                <a:cubicBezTo>
                  <a:pt x="698665" y="155091"/>
                  <a:pt x="695608" y="152185"/>
                  <a:pt x="694297" y="146373"/>
                </a:cubicBezTo>
                <a:cubicBezTo>
                  <a:pt x="686497" y="150350"/>
                  <a:pt x="677511" y="152338"/>
                  <a:pt x="667339" y="152338"/>
                </a:cubicBezTo>
                <a:cubicBezTo>
                  <a:pt x="659164" y="152338"/>
                  <a:pt x="652393" y="150564"/>
                  <a:pt x="647026" y="147015"/>
                </a:cubicBezTo>
                <a:cubicBezTo>
                  <a:pt x="641098" y="143100"/>
                  <a:pt x="637572" y="137380"/>
                  <a:pt x="636449" y="129855"/>
                </a:cubicBezTo>
                <a:cubicBezTo>
                  <a:pt x="634015" y="113642"/>
                  <a:pt x="632798" y="99203"/>
                  <a:pt x="632798" y="86539"/>
                </a:cubicBezTo>
                <a:cubicBezTo>
                  <a:pt x="632798" y="78157"/>
                  <a:pt x="633734" y="68613"/>
                  <a:pt x="635607" y="57907"/>
                </a:cubicBezTo>
                <a:cubicBezTo>
                  <a:pt x="636480" y="52584"/>
                  <a:pt x="639444" y="49923"/>
                  <a:pt x="644499" y="49923"/>
                </a:cubicBezTo>
                <a:cubicBezTo>
                  <a:pt x="647182" y="49923"/>
                  <a:pt x="649429" y="50763"/>
                  <a:pt x="651239" y="52444"/>
                </a:cubicBezTo>
                <a:cubicBezTo>
                  <a:pt x="653048" y="54124"/>
                  <a:pt x="653953" y="56279"/>
                  <a:pt x="653953" y="58908"/>
                </a:cubicBezTo>
                <a:cubicBezTo>
                  <a:pt x="653953" y="61718"/>
                  <a:pt x="653501" y="66210"/>
                  <a:pt x="652596" y="72384"/>
                </a:cubicBezTo>
                <a:cubicBezTo>
                  <a:pt x="651691" y="78555"/>
                  <a:pt x="651239" y="83260"/>
                  <a:pt x="651239" y="86499"/>
                </a:cubicBezTo>
                <a:cubicBezTo>
                  <a:pt x="651239" y="96705"/>
                  <a:pt x="651582" y="105444"/>
                  <a:pt x="652268" y="112716"/>
                </a:cubicBezTo>
                <a:cubicBezTo>
                  <a:pt x="652955" y="119989"/>
                  <a:pt x="653984" y="125825"/>
                  <a:pt x="655357" y="130224"/>
                </a:cubicBezTo>
                <a:cubicBezTo>
                  <a:pt x="657417" y="131326"/>
                  <a:pt x="659445" y="132167"/>
                  <a:pt x="661442" y="132748"/>
                </a:cubicBezTo>
                <a:cubicBezTo>
                  <a:pt x="663439" y="133327"/>
                  <a:pt x="665404" y="133617"/>
                  <a:pt x="667339" y="133617"/>
                </a:cubicBezTo>
                <a:cubicBezTo>
                  <a:pt x="675701" y="133617"/>
                  <a:pt x="684531" y="132304"/>
                  <a:pt x="693829" y="129677"/>
                </a:cubicBezTo>
                <a:lnTo>
                  <a:pt x="693735" y="111067"/>
                </a:lnTo>
                <a:lnTo>
                  <a:pt x="693548" y="93284"/>
                </a:lnTo>
                <a:cubicBezTo>
                  <a:pt x="693548" y="80083"/>
                  <a:pt x="694141" y="68624"/>
                  <a:pt x="695327" y="58908"/>
                </a:cubicBezTo>
                <a:cubicBezTo>
                  <a:pt x="696013" y="53285"/>
                  <a:pt x="699040" y="50473"/>
                  <a:pt x="704406" y="50473"/>
                </a:cubicBezTo>
                <a:cubicBezTo>
                  <a:pt x="707090" y="50473"/>
                  <a:pt x="709336" y="51330"/>
                  <a:pt x="711146" y="53043"/>
                </a:cubicBezTo>
                <a:cubicBezTo>
                  <a:pt x="712956" y="54756"/>
                  <a:pt x="713798" y="56897"/>
                  <a:pt x="713673" y="59467"/>
                </a:cubicBezTo>
                <a:lnTo>
                  <a:pt x="711988" y="94156"/>
                </a:lnTo>
                <a:close/>
                <a:moveTo>
                  <a:pt x="813063" y="79748"/>
                </a:moveTo>
                <a:cubicBezTo>
                  <a:pt x="812627" y="87396"/>
                  <a:pt x="809506" y="91219"/>
                  <a:pt x="803703" y="91219"/>
                </a:cubicBezTo>
                <a:cubicBezTo>
                  <a:pt x="798336" y="91219"/>
                  <a:pt x="795653" y="88203"/>
                  <a:pt x="795653" y="82171"/>
                </a:cubicBezTo>
                <a:cubicBezTo>
                  <a:pt x="795653" y="81013"/>
                  <a:pt x="795559" y="78879"/>
                  <a:pt x="795372" y="75770"/>
                </a:cubicBezTo>
                <a:lnTo>
                  <a:pt x="795091" y="68093"/>
                </a:lnTo>
                <a:cubicBezTo>
                  <a:pt x="785231" y="69258"/>
                  <a:pt x="777337" y="71986"/>
                  <a:pt x="771409" y="76278"/>
                </a:cubicBezTo>
                <a:cubicBezTo>
                  <a:pt x="765855" y="80264"/>
                  <a:pt x="761237" y="86273"/>
                  <a:pt x="757555" y="94305"/>
                </a:cubicBezTo>
                <a:lnTo>
                  <a:pt x="757743" y="144701"/>
                </a:lnTo>
                <a:cubicBezTo>
                  <a:pt x="757743" y="150894"/>
                  <a:pt x="754654" y="153990"/>
                  <a:pt x="748476" y="153990"/>
                </a:cubicBezTo>
                <a:cubicBezTo>
                  <a:pt x="742984" y="153990"/>
                  <a:pt x="740238" y="150895"/>
                  <a:pt x="740238" y="144704"/>
                </a:cubicBezTo>
                <a:lnTo>
                  <a:pt x="740238" y="80164"/>
                </a:lnTo>
                <a:cubicBezTo>
                  <a:pt x="740238" y="78141"/>
                  <a:pt x="740316" y="75108"/>
                  <a:pt x="740472" y="71064"/>
                </a:cubicBezTo>
                <a:cubicBezTo>
                  <a:pt x="740628" y="67019"/>
                  <a:pt x="740706" y="63985"/>
                  <a:pt x="740706" y="61962"/>
                </a:cubicBezTo>
                <a:cubicBezTo>
                  <a:pt x="740706" y="55771"/>
                  <a:pt x="743452" y="52676"/>
                  <a:pt x="748944" y="52676"/>
                </a:cubicBezTo>
                <a:cubicBezTo>
                  <a:pt x="755059" y="52676"/>
                  <a:pt x="758148" y="57754"/>
                  <a:pt x="758211" y="67910"/>
                </a:cubicBezTo>
                <a:cubicBezTo>
                  <a:pt x="770192" y="56530"/>
                  <a:pt x="783484" y="50841"/>
                  <a:pt x="798087" y="50841"/>
                </a:cubicBezTo>
                <a:cubicBezTo>
                  <a:pt x="803141" y="50841"/>
                  <a:pt x="806917" y="52707"/>
                  <a:pt x="809413" y="56439"/>
                </a:cubicBezTo>
                <a:cubicBezTo>
                  <a:pt x="811909" y="60171"/>
                  <a:pt x="813157" y="65799"/>
                  <a:pt x="813157" y="73324"/>
                </a:cubicBezTo>
                <a:cubicBezTo>
                  <a:pt x="813157" y="76506"/>
                  <a:pt x="813126" y="78647"/>
                  <a:pt x="813063" y="79748"/>
                </a:cubicBezTo>
                <a:close/>
                <a:moveTo>
                  <a:pt x="909158" y="153806"/>
                </a:moveTo>
                <a:cubicBezTo>
                  <a:pt x="907972" y="153806"/>
                  <a:pt x="905819" y="152449"/>
                  <a:pt x="902699" y="149734"/>
                </a:cubicBezTo>
                <a:cubicBezTo>
                  <a:pt x="899891" y="147205"/>
                  <a:pt x="897800" y="144953"/>
                  <a:pt x="896427" y="142978"/>
                </a:cubicBezTo>
                <a:cubicBezTo>
                  <a:pt x="890437" y="146190"/>
                  <a:pt x="885164" y="148614"/>
                  <a:pt x="880608" y="150250"/>
                </a:cubicBezTo>
                <a:cubicBezTo>
                  <a:pt x="876053" y="151887"/>
                  <a:pt x="872246" y="152705"/>
                  <a:pt x="869188" y="152705"/>
                </a:cubicBezTo>
                <a:cubicBezTo>
                  <a:pt x="854586" y="152705"/>
                  <a:pt x="843946" y="148667"/>
                  <a:pt x="837269" y="140592"/>
                </a:cubicBezTo>
                <a:cubicBezTo>
                  <a:pt x="830966" y="133005"/>
                  <a:pt x="827815" y="121381"/>
                  <a:pt x="827815" y="105719"/>
                </a:cubicBezTo>
                <a:cubicBezTo>
                  <a:pt x="827815" y="90913"/>
                  <a:pt x="833010" y="78249"/>
                  <a:pt x="843400" y="67726"/>
                </a:cubicBezTo>
                <a:cubicBezTo>
                  <a:pt x="853790" y="57203"/>
                  <a:pt x="866193" y="51942"/>
                  <a:pt x="880608" y="51942"/>
                </a:cubicBezTo>
                <a:cubicBezTo>
                  <a:pt x="886037" y="51942"/>
                  <a:pt x="892122" y="53318"/>
                  <a:pt x="898861" y="56071"/>
                </a:cubicBezTo>
                <a:cubicBezTo>
                  <a:pt x="907348" y="59498"/>
                  <a:pt x="911592" y="63627"/>
                  <a:pt x="911592" y="68460"/>
                </a:cubicBezTo>
                <a:cubicBezTo>
                  <a:pt x="911592" y="70112"/>
                  <a:pt x="910967" y="71581"/>
                  <a:pt x="909719" y="72865"/>
                </a:cubicBezTo>
                <a:cubicBezTo>
                  <a:pt x="909095" y="75190"/>
                  <a:pt x="908612" y="79014"/>
                  <a:pt x="908269" y="84337"/>
                </a:cubicBezTo>
                <a:cubicBezTo>
                  <a:pt x="907925" y="89659"/>
                  <a:pt x="907723" y="96481"/>
                  <a:pt x="907660" y="104801"/>
                </a:cubicBezTo>
                <a:cubicBezTo>
                  <a:pt x="907598" y="112388"/>
                  <a:pt x="908128" y="118383"/>
                  <a:pt x="909251" y="122788"/>
                </a:cubicBezTo>
                <a:cubicBezTo>
                  <a:pt x="909875" y="125480"/>
                  <a:pt x="911841" y="130864"/>
                  <a:pt x="915149" y="138940"/>
                </a:cubicBezTo>
                <a:cubicBezTo>
                  <a:pt x="915585" y="140041"/>
                  <a:pt x="916303" y="141662"/>
                  <a:pt x="917301" y="143804"/>
                </a:cubicBezTo>
                <a:lnTo>
                  <a:pt x="917863" y="145364"/>
                </a:lnTo>
                <a:cubicBezTo>
                  <a:pt x="917863" y="147811"/>
                  <a:pt x="916989" y="149830"/>
                  <a:pt x="915242" y="151420"/>
                </a:cubicBezTo>
                <a:cubicBezTo>
                  <a:pt x="913495" y="153011"/>
                  <a:pt x="911467" y="153806"/>
                  <a:pt x="909158" y="153806"/>
                </a:cubicBezTo>
                <a:moveTo>
                  <a:pt x="889688" y="90061"/>
                </a:moveTo>
                <a:cubicBezTo>
                  <a:pt x="889688" y="87436"/>
                  <a:pt x="889859" y="84583"/>
                  <a:pt x="890203" y="81503"/>
                </a:cubicBezTo>
                <a:cubicBezTo>
                  <a:pt x="890546" y="78421"/>
                  <a:pt x="891061" y="75141"/>
                  <a:pt x="891747" y="71664"/>
                </a:cubicBezTo>
                <a:cubicBezTo>
                  <a:pt x="889438" y="70503"/>
                  <a:pt x="887457" y="69649"/>
                  <a:pt x="885803" y="69100"/>
                </a:cubicBezTo>
                <a:cubicBezTo>
                  <a:pt x="884150" y="68551"/>
                  <a:pt x="882823" y="68277"/>
                  <a:pt x="881825" y="68277"/>
                </a:cubicBezTo>
                <a:cubicBezTo>
                  <a:pt x="872152" y="68277"/>
                  <a:pt x="863806" y="72136"/>
                  <a:pt x="856786" y="79854"/>
                </a:cubicBezTo>
                <a:cubicBezTo>
                  <a:pt x="849765" y="87572"/>
                  <a:pt x="846255" y="96466"/>
                  <a:pt x="846255" y="106533"/>
                </a:cubicBezTo>
                <a:cubicBezTo>
                  <a:pt x="846255" y="116540"/>
                  <a:pt x="848065" y="124045"/>
                  <a:pt x="851684" y="129049"/>
                </a:cubicBezTo>
                <a:cubicBezTo>
                  <a:pt x="855303" y="134052"/>
                  <a:pt x="860733" y="136554"/>
                  <a:pt x="867971" y="136554"/>
                </a:cubicBezTo>
                <a:cubicBezTo>
                  <a:pt x="873962" y="136554"/>
                  <a:pt x="879048" y="135486"/>
                  <a:pt x="883229" y="133350"/>
                </a:cubicBezTo>
                <a:cubicBezTo>
                  <a:pt x="885476" y="132192"/>
                  <a:pt x="888627" y="129874"/>
                  <a:pt x="892683" y="126396"/>
                </a:cubicBezTo>
                <a:cubicBezTo>
                  <a:pt x="890686" y="110225"/>
                  <a:pt x="889688" y="98114"/>
                  <a:pt x="889688" y="90061"/>
                </a:cubicBezTo>
                <a:close/>
                <a:moveTo>
                  <a:pt x="962159" y="75618"/>
                </a:moveTo>
                <a:lnTo>
                  <a:pt x="960755" y="121283"/>
                </a:lnTo>
                <a:cubicBezTo>
                  <a:pt x="960755" y="126122"/>
                  <a:pt x="960506" y="133227"/>
                  <a:pt x="960006" y="142599"/>
                </a:cubicBezTo>
                <a:cubicBezTo>
                  <a:pt x="959382" y="148725"/>
                  <a:pt x="956324" y="151788"/>
                  <a:pt x="950833" y="151788"/>
                </a:cubicBezTo>
                <a:cubicBezTo>
                  <a:pt x="944717" y="151788"/>
                  <a:pt x="941660" y="148664"/>
                  <a:pt x="941660" y="142416"/>
                </a:cubicBezTo>
                <a:cubicBezTo>
                  <a:pt x="941660" y="135003"/>
                  <a:pt x="942003" y="123870"/>
                  <a:pt x="942689" y="109017"/>
                </a:cubicBezTo>
                <a:cubicBezTo>
                  <a:pt x="943376" y="94164"/>
                  <a:pt x="943719" y="83031"/>
                  <a:pt x="943719" y="75618"/>
                </a:cubicBezTo>
                <a:cubicBezTo>
                  <a:pt x="943719" y="65941"/>
                  <a:pt x="943875" y="54869"/>
                  <a:pt x="944187" y="42403"/>
                </a:cubicBezTo>
                <a:cubicBezTo>
                  <a:pt x="944499" y="29938"/>
                  <a:pt x="944655" y="18866"/>
                  <a:pt x="944655" y="9188"/>
                </a:cubicBezTo>
                <a:cubicBezTo>
                  <a:pt x="944655" y="3063"/>
                  <a:pt x="947713" y="0"/>
                  <a:pt x="953828" y="0"/>
                </a:cubicBezTo>
                <a:cubicBezTo>
                  <a:pt x="960006" y="0"/>
                  <a:pt x="963095" y="3063"/>
                  <a:pt x="963095" y="9188"/>
                </a:cubicBezTo>
                <a:cubicBezTo>
                  <a:pt x="963095" y="18866"/>
                  <a:pt x="962939" y="29938"/>
                  <a:pt x="962627" y="42403"/>
                </a:cubicBezTo>
                <a:cubicBezTo>
                  <a:pt x="962315" y="54869"/>
                  <a:pt x="962159" y="65941"/>
                  <a:pt x="962159" y="75618"/>
                </a:cubicBezTo>
                <a:close/>
                <a:moveTo>
                  <a:pt x="1170674" y="155458"/>
                </a:moveTo>
                <a:cubicBezTo>
                  <a:pt x="1165557" y="155458"/>
                  <a:pt x="1162562" y="152791"/>
                  <a:pt x="1161688" y="147457"/>
                </a:cubicBezTo>
                <a:cubicBezTo>
                  <a:pt x="1160565" y="140712"/>
                  <a:pt x="1159442" y="131209"/>
                  <a:pt x="1158319" y="118948"/>
                </a:cubicBezTo>
                <a:lnTo>
                  <a:pt x="1155136" y="90436"/>
                </a:lnTo>
                <a:cubicBezTo>
                  <a:pt x="1154512" y="86207"/>
                  <a:pt x="1153451" y="82069"/>
                  <a:pt x="1151953" y="78022"/>
                </a:cubicBezTo>
                <a:cubicBezTo>
                  <a:pt x="1149832" y="72504"/>
                  <a:pt x="1147523" y="69745"/>
                  <a:pt x="1145027" y="69745"/>
                </a:cubicBezTo>
                <a:cubicBezTo>
                  <a:pt x="1142718" y="69745"/>
                  <a:pt x="1138412" y="71674"/>
                  <a:pt x="1132109" y="75532"/>
                </a:cubicBezTo>
                <a:cubicBezTo>
                  <a:pt x="1126118" y="79085"/>
                  <a:pt x="1122187" y="81932"/>
                  <a:pt x="1120315" y="84076"/>
                </a:cubicBezTo>
                <a:cubicBezTo>
                  <a:pt x="1120252" y="89832"/>
                  <a:pt x="1120408" y="95589"/>
                  <a:pt x="1120783" y="101346"/>
                </a:cubicBezTo>
                <a:lnTo>
                  <a:pt x="1123591" y="125874"/>
                </a:lnTo>
                <a:cubicBezTo>
                  <a:pt x="1124777" y="135550"/>
                  <a:pt x="1125369" y="143543"/>
                  <a:pt x="1125369" y="149852"/>
                </a:cubicBezTo>
                <a:cubicBezTo>
                  <a:pt x="1125369" y="152546"/>
                  <a:pt x="1124511" y="154765"/>
                  <a:pt x="1122795" y="156511"/>
                </a:cubicBezTo>
                <a:cubicBezTo>
                  <a:pt x="1121079" y="158256"/>
                  <a:pt x="1118880" y="159129"/>
                  <a:pt x="1116196" y="159129"/>
                </a:cubicBezTo>
                <a:cubicBezTo>
                  <a:pt x="1113513" y="159129"/>
                  <a:pt x="1111313" y="158256"/>
                  <a:pt x="1109597" y="156511"/>
                </a:cubicBezTo>
                <a:cubicBezTo>
                  <a:pt x="1107881" y="154765"/>
                  <a:pt x="1107023" y="152546"/>
                  <a:pt x="1107023" y="149852"/>
                </a:cubicBezTo>
                <a:cubicBezTo>
                  <a:pt x="1107023" y="142441"/>
                  <a:pt x="1106258" y="131494"/>
                  <a:pt x="1104730" y="117010"/>
                </a:cubicBezTo>
                <a:cubicBezTo>
                  <a:pt x="1103201" y="102525"/>
                  <a:pt x="1102436" y="91578"/>
                  <a:pt x="1102436" y="84167"/>
                </a:cubicBezTo>
                <a:cubicBezTo>
                  <a:pt x="1102436" y="77677"/>
                  <a:pt x="1101500" y="72624"/>
                  <a:pt x="1099628" y="69011"/>
                </a:cubicBezTo>
                <a:cubicBezTo>
                  <a:pt x="1095260" y="70973"/>
                  <a:pt x="1090829" y="74161"/>
                  <a:pt x="1086336" y="78575"/>
                </a:cubicBezTo>
                <a:lnTo>
                  <a:pt x="1075291" y="90717"/>
                </a:lnTo>
                <a:cubicBezTo>
                  <a:pt x="1074292" y="92188"/>
                  <a:pt x="1072701" y="94119"/>
                  <a:pt x="1070517" y="96510"/>
                </a:cubicBezTo>
                <a:cubicBezTo>
                  <a:pt x="1070517" y="100189"/>
                  <a:pt x="1070174" y="105616"/>
                  <a:pt x="1069487" y="112791"/>
                </a:cubicBezTo>
                <a:cubicBezTo>
                  <a:pt x="1068801" y="119964"/>
                  <a:pt x="1068457" y="125268"/>
                  <a:pt x="1068457" y="128702"/>
                </a:cubicBezTo>
                <a:cubicBezTo>
                  <a:pt x="1068457" y="130541"/>
                  <a:pt x="1068754" y="133116"/>
                  <a:pt x="1069347" y="136428"/>
                </a:cubicBezTo>
                <a:cubicBezTo>
                  <a:pt x="1069940" y="139737"/>
                  <a:pt x="1070236" y="142128"/>
                  <a:pt x="1070236" y="143600"/>
                </a:cubicBezTo>
                <a:cubicBezTo>
                  <a:pt x="1070236" y="146114"/>
                  <a:pt x="1069284" y="148230"/>
                  <a:pt x="1067381" y="149946"/>
                </a:cubicBezTo>
                <a:cubicBezTo>
                  <a:pt x="1065478" y="151663"/>
                  <a:pt x="1063247" y="152522"/>
                  <a:pt x="1060688" y="152522"/>
                </a:cubicBezTo>
                <a:cubicBezTo>
                  <a:pt x="1053637" y="152522"/>
                  <a:pt x="1050111" y="144653"/>
                  <a:pt x="1050111" y="128917"/>
                </a:cubicBezTo>
                <a:cubicBezTo>
                  <a:pt x="1050111" y="125242"/>
                  <a:pt x="1050454" y="119762"/>
                  <a:pt x="1051140" y="112476"/>
                </a:cubicBezTo>
                <a:cubicBezTo>
                  <a:pt x="1051827" y="105189"/>
                  <a:pt x="1052170" y="99709"/>
                  <a:pt x="1052170" y="96034"/>
                </a:cubicBezTo>
                <a:cubicBezTo>
                  <a:pt x="1052170" y="92790"/>
                  <a:pt x="1051874" y="87922"/>
                  <a:pt x="1051281" y="81432"/>
                </a:cubicBezTo>
                <a:cubicBezTo>
                  <a:pt x="1050688" y="74941"/>
                  <a:pt x="1050392" y="70042"/>
                  <a:pt x="1050392" y="66734"/>
                </a:cubicBezTo>
                <a:cubicBezTo>
                  <a:pt x="1050392" y="52835"/>
                  <a:pt x="1053574" y="45885"/>
                  <a:pt x="1059939" y="45885"/>
                </a:cubicBezTo>
                <a:cubicBezTo>
                  <a:pt x="1062373" y="45885"/>
                  <a:pt x="1064604" y="46910"/>
                  <a:pt x="1066632" y="48959"/>
                </a:cubicBezTo>
                <a:cubicBezTo>
                  <a:pt x="1068660" y="51009"/>
                  <a:pt x="1069674" y="53257"/>
                  <a:pt x="1069674" y="55704"/>
                </a:cubicBezTo>
                <a:cubicBezTo>
                  <a:pt x="1069674" y="56867"/>
                  <a:pt x="1069518" y="58672"/>
                  <a:pt x="1069206" y="61119"/>
                </a:cubicBezTo>
                <a:cubicBezTo>
                  <a:pt x="1068894" y="63566"/>
                  <a:pt x="1068738" y="65432"/>
                  <a:pt x="1068738" y="66717"/>
                </a:cubicBezTo>
                <a:lnTo>
                  <a:pt x="1068925" y="76353"/>
                </a:lnTo>
                <a:cubicBezTo>
                  <a:pt x="1072170" y="69806"/>
                  <a:pt x="1076944" y="63887"/>
                  <a:pt x="1083247" y="58595"/>
                </a:cubicBezTo>
                <a:cubicBezTo>
                  <a:pt x="1089550" y="53303"/>
                  <a:pt x="1094917" y="50657"/>
                  <a:pt x="1099347" y="50657"/>
                </a:cubicBezTo>
                <a:cubicBezTo>
                  <a:pt x="1109145" y="50657"/>
                  <a:pt x="1115884" y="55429"/>
                  <a:pt x="1119566" y="64973"/>
                </a:cubicBezTo>
                <a:cubicBezTo>
                  <a:pt x="1122998" y="60507"/>
                  <a:pt x="1127086" y="57157"/>
                  <a:pt x="1131828" y="54924"/>
                </a:cubicBezTo>
                <a:cubicBezTo>
                  <a:pt x="1136571" y="52691"/>
                  <a:pt x="1142000" y="51575"/>
                  <a:pt x="1148116" y="51575"/>
                </a:cubicBezTo>
                <a:cubicBezTo>
                  <a:pt x="1158537" y="51575"/>
                  <a:pt x="1165651" y="57090"/>
                  <a:pt x="1169458" y="68122"/>
                </a:cubicBezTo>
                <a:cubicBezTo>
                  <a:pt x="1170206" y="70328"/>
                  <a:pt x="1171486" y="78939"/>
                  <a:pt x="1173295" y="93955"/>
                </a:cubicBezTo>
                <a:cubicBezTo>
                  <a:pt x="1175043" y="104497"/>
                  <a:pt x="1177289" y="122057"/>
                  <a:pt x="1180035" y="146634"/>
                </a:cubicBezTo>
                <a:cubicBezTo>
                  <a:pt x="1180222" y="149085"/>
                  <a:pt x="1179380" y="151168"/>
                  <a:pt x="1177508" y="152883"/>
                </a:cubicBezTo>
                <a:cubicBezTo>
                  <a:pt x="1175636" y="154600"/>
                  <a:pt x="1173358" y="155458"/>
                  <a:pt x="1170674" y="155458"/>
                </a:cubicBezTo>
                <a:close/>
                <a:moveTo>
                  <a:pt x="1248067" y="151971"/>
                </a:moveTo>
                <a:cubicBezTo>
                  <a:pt x="1233964" y="151971"/>
                  <a:pt x="1222544" y="148512"/>
                  <a:pt x="1213807" y="141592"/>
                </a:cubicBezTo>
                <a:cubicBezTo>
                  <a:pt x="1204260" y="133937"/>
                  <a:pt x="1199486" y="123220"/>
                  <a:pt x="1199486" y="109441"/>
                </a:cubicBezTo>
                <a:cubicBezTo>
                  <a:pt x="1199486" y="93521"/>
                  <a:pt x="1203417" y="80173"/>
                  <a:pt x="1211280" y="69395"/>
                </a:cubicBezTo>
                <a:cubicBezTo>
                  <a:pt x="1219829" y="57637"/>
                  <a:pt x="1231249" y="51758"/>
                  <a:pt x="1245540" y="51758"/>
                </a:cubicBezTo>
                <a:cubicBezTo>
                  <a:pt x="1255899" y="51758"/>
                  <a:pt x="1264354" y="53471"/>
                  <a:pt x="1270907" y="56897"/>
                </a:cubicBezTo>
                <a:cubicBezTo>
                  <a:pt x="1278957" y="61119"/>
                  <a:pt x="1282982" y="67604"/>
                  <a:pt x="1282982" y="76353"/>
                </a:cubicBezTo>
                <a:cubicBezTo>
                  <a:pt x="1282982" y="82471"/>
                  <a:pt x="1279456" y="88038"/>
                  <a:pt x="1272404" y="93055"/>
                </a:cubicBezTo>
                <a:cubicBezTo>
                  <a:pt x="1269284" y="95257"/>
                  <a:pt x="1262669" y="98683"/>
                  <a:pt x="1252560" y="103333"/>
                </a:cubicBezTo>
                <a:lnTo>
                  <a:pt x="1216803" y="119943"/>
                </a:lnTo>
                <a:cubicBezTo>
                  <a:pt x="1220297" y="125021"/>
                  <a:pt x="1224650" y="128845"/>
                  <a:pt x="1229861" y="131415"/>
                </a:cubicBezTo>
                <a:cubicBezTo>
                  <a:pt x="1235071" y="133984"/>
                  <a:pt x="1241140" y="135269"/>
                  <a:pt x="1248067" y="135269"/>
                </a:cubicBezTo>
                <a:cubicBezTo>
                  <a:pt x="1252373" y="135269"/>
                  <a:pt x="1257428" y="134474"/>
                  <a:pt x="1263231" y="132883"/>
                </a:cubicBezTo>
                <a:cubicBezTo>
                  <a:pt x="1270595" y="130864"/>
                  <a:pt x="1275337" y="128218"/>
                  <a:pt x="1277459" y="124945"/>
                </a:cubicBezTo>
                <a:cubicBezTo>
                  <a:pt x="1279581" y="121672"/>
                  <a:pt x="1281859" y="120035"/>
                  <a:pt x="1284292" y="120035"/>
                </a:cubicBezTo>
                <a:cubicBezTo>
                  <a:pt x="1286476" y="120035"/>
                  <a:pt x="1288427" y="120849"/>
                  <a:pt x="1290143" y="122476"/>
                </a:cubicBezTo>
                <a:cubicBezTo>
                  <a:pt x="1291859" y="124101"/>
                  <a:pt x="1292717" y="125987"/>
                  <a:pt x="1292717" y="128134"/>
                </a:cubicBezTo>
                <a:cubicBezTo>
                  <a:pt x="1292717" y="134944"/>
                  <a:pt x="1287132" y="140804"/>
                  <a:pt x="1275961" y="145714"/>
                </a:cubicBezTo>
                <a:cubicBezTo>
                  <a:pt x="1266414" y="149885"/>
                  <a:pt x="1257116" y="151971"/>
                  <a:pt x="1248067" y="151971"/>
                </a:cubicBezTo>
                <a:moveTo>
                  <a:pt x="1245540" y="68277"/>
                </a:moveTo>
                <a:cubicBezTo>
                  <a:pt x="1237926" y="68277"/>
                  <a:pt x="1231592" y="71168"/>
                  <a:pt x="1226538" y="76949"/>
                </a:cubicBezTo>
                <a:cubicBezTo>
                  <a:pt x="1221483" y="82731"/>
                  <a:pt x="1217708" y="91433"/>
                  <a:pt x="1215212" y="103058"/>
                </a:cubicBezTo>
                <a:lnTo>
                  <a:pt x="1243948" y="89659"/>
                </a:lnTo>
                <a:cubicBezTo>
                  <a:pt x="1255243" y="84275"/>
                  <a:pt x="1263293" y="79595"/>
                  <a:pt x="1268099" y="75618"/>
                </a:cubicBezTo>
                <a:cubicBezTo>
                  <a:pt x="1262732" y="70724"/>
                  <a:pt x="1255212" y="68277"/>
                  <a:pt x="1245540" y="68277"/>
                </a:cubicBezTo>
                <a:close/>
                <a:moveTo>
                  <a:pt x="1432081" y="155458"/>
                </a:moveTo>
                <a:cubicBezTo>
                  <a:pt x="1426964" y="155458"/>
                  <a:pt x="1423969" y="152791"/>
                  <a:pt x="1423095" y="147457"/>
                </a:cubicBezTo>
                <a:cubicBezTo>
                  <a:pt x="1421972" y="140712"/>
                  <a:pt x="1420849" y="131209"/>
                  <a:pt x="1419726" y="118948"/>
                </a:cubicBezTo>
                <a:lnTo>
                  <a:pt x="1416543" y="90436"/>
                </a:lnTo>
                <a:cubicBezTo>
                  <a:pt x="1415919" y="86207"/>
                  <a:pt x="1414858" y="82069"/>
                  <a:pt x="1413360" y="78022"/>
                </a:cubicBezTo>
                <a:cubicBezTo>
                  <a:pt x="1411239" y="72504"/>
                  <a:pt x="1408930" y="69745"/>
                  <a:pt x="1406434" y="69745"/>
                </a:cubicBezTo>
                <a:cubicBezTo>
                  <a:pt x="1404125" y="69745"/>
                  <a:pt x="1399819" y="71674"/>
                  <a:pt x="1393516" y="75532"/>
                </a:cubicBezTo>
                <a:cubicBezTo>
                  <a:pt x="1387525" y="79085"/>
                  <a:pt x="1383594" y="81932"/>
                  <a:pt x="1381722" y="84076"/>
                </a:cubicBezTo>
                <a:cubicBezTo>
                  <a:pt x="1381659" y="89832"/>
                  <a:pt x="1381815" y="95589"/>
                  <a:pt x="1382190" y="101346"/>
                </a:cubicBezTo>
                <a:lnTo>
                  <a:pt x="1384998" y="125874"/>
                </a:lnTo>
                <a:cubicBezTo>
                  <a:pt x="1386184" y="135550"/>
                  <a:pt x="1386776" y="143543"/>
                  <a:pt x="1386776" y="149852"/>
                </a:cubicBezTo>
                <a:cubicBezTo>
                  <a:pt x="1386776" y="152546"/>
                  <a:pt x="1385918" y="154765"/>
                  <a:pt x="1384202" y="156511"/>
                </a:cubicBezTo>
                <a:cubicBezTo>
                  <a:pt x="1382486" y="158256"/>
                  <a:pt x="1380286" y="159129"/>
                  <a:pt x="1377603" y="159129"/>
                </a:cubicBezTo>
                <a:cubicBezTo>
                  <a:pt x="1374920" y="159129"/>
                  <a:pt x="1372720" y="158256"/>
                  <a:pt x="1371004" y="156511"/>
                </a:cubicBezTo>
                <a:cubicBezTo>
                  <a:pt x="1369288" y="154765"/>
                  <a:pt x="1368430" y="152546"/>
                  <a:pt x="1368430" y="149852"/>
                </a:cubicBezTo>
                <a:cubicBezTo>
                  <a:pt x="1368430" y="142441"/>
                  <a:pt x="1367665" y="131494"/>
                  <a:pt x="1366136" y="117010"/>
                </a:cubicBezTo>
                <a:cubicBezTo>
                  <a:pt x="1364608" y="102525"/>
                  <a:pt x="1363843" y="91578"/>
                  <a:pt x="1363843" y="84167"/>
                </a:cubicBezTo>
                <a:cubicBezTo>
                  <a:pt x="1363843" y="77677"/>
                  <a:pt x="1362907" y="72624"/>
                  <a:pt x="1361035" y="69011"/>
                </a:cubicBezTo>
                <a:cubicBezTo>
                  <a:pt x="1356667" y="70973"/>
                  <a:pt x="1352236" y="74161"/>
                  <a:pt x="1347743" y="78575"/>
                </a:cubicBezTo>
                <a:lnTo>
                  <a:pt x="1336698" y="90717"/>
                </a:lnTo>
                <a:cubicBezTo>
                  <a:pt x="1335699" y="92188"/>
                  <a:pt x="1334108" y="94119"/>
                  <a:pt x="1331924" y="96510"/>
                </a:cubicBezTo>
                <a:cubicBezTo>
                  <a:pt x="1331924" y="100189"/>
                  <a:pt x="1331580" y="105616"/>
                  <a:pt x="1330894" y="112791"/>
                </a:cubicBezTo>
                <a:cubicBezTo>
                  <a:pt x="1330208" y="119964"/>
                  <a:pt x="1329864" y="125268"/>
                  <a:pt x="1329864" y="128702"/>
                </a:cubicBezTo>
                <a:cubicBezTo>
                  <a:pt x="1329864" y="130541"/>
                  <a:pt x="1330161" y="133116"/>
                  <a:pt x="1330754" y="136428"/>
                </a:cubicBezTo>
                <a:cubicBezTo>
                  <a:pt x="1331346" y="139737"/>
                  <a:pt x="1331643" y="142128"/>
                  <a:pt x="1331643" y="143600"/>
                </a:cubicBezTo>
                <a:cubicBezTo>
                  <a:pt x="1331643" y="146114"/>
                  <a:pt x="1330691" y="148230"/>
                  <a:pt x="1328788" y="149946"/>
                </a:cubicBezTo>
                <a:cubicBezTo>
                  <a:pt x="1326885" y="151663"/>
                  <a:pt x="1324654" y="152522"/>
                  <a:pt x="1322095" y="152522"/>
                </a:cubicBezTo>
                <a:cubicBezTo>
                  <a:pt x="1315044" y="152522"/>
                  <a:pt x="1311518" y="144653"/>
                  <a:pt x="1311518" y="128917"/>
                </a:cubicBezTo>
                <a:cubicBezTo>
                  <a:pt x="1311518" y="125242"/>
                  <a:pt x="1311861" y="119762"/>
                  <a:pt x="1312547" y="112476"/>
                </a:cubicBezTo>
                <a:cubicBezTo>
                  <a:pt x="1313234" y="105189"/>
                  <a:pt x="1313577" y="99709"/>
                  <a:pt x="1313577" y="96034"/>
                </a:cubicBezTo>
                <a:cubicBezTo>
                  <a:pt x="1313577" y="92790"/>
                  <a:pt x="1313281" y="87922"/>
                  <a:pt x="1312688" y="81432"/>
                </a:cubicBezTo>
                <a:cubicBezTo>
                  <a:pt x="1312095" y="74941"/>
                  <a:pt x="1311799" y="70042"/>
                  <a:pt x="1311799" y="66734"/>
                </a:cubicBezTo>
                <a:cubicBezTo>
                  <a:pt x="1311799" y="52835"/>
                  <a:pt x="1314981" y="45885"/>
                  <a:pt x="1321346" y="45885"/>
                </a:cubicBezTo>
                <a:cubicBezTo>
                  <a:pt x="1323780" y="45885"/>
                  <a:pt x="1326011" y="46910"/>
                  <a:pt x="1328039" y="48959"/>
                </a:cubicBezTo>
                <a:cubicBezTo>
                  <a:pt x="1330067" y="51009"/>
                  <a:pt x="1331081" y="53257"/>
                  <a:pt x="1331081" y="55704"/>
                </a:cubicBezTo>
                <a:cubicBezTo>
                  <a:pt x="1331081" y="56867"/>
                  <a:pt x="1330925" y="58672"/>
                  <a:pt x="1330613" y="61119"/>
                </a:cubicBezTo>
                <a:cubicBezTo>
                  <a:pt x="1330301" y="63566"/>
                  <a:pt x="1330145" y="65432"/>
                  <a:pt x="1330145" y="66717"/>
                </a:cubicBezTo>
                <a:lnTo>
                  <a:pt x="1330332" y="76353"/>
                </a:lnTo>
                <a:cubicBezTo>
                  <a:pt x="1333577" y="69806"/>
                  <a:pt x="1338351" y="63887"/>
                  <a:pt x="1344654" y="58595"/>
                </a:cubicBezTo>
                <a:cubicBezTo>
                  <a:pt x="1350957" y="53303"/>
                  <a:pt x="1356324" y="50657"/>
                  <a:pt x="1360754" y="50657"/>
                </a:cubicBezTo>
                <a:cubicBezTo>
                  <a:pt x="1370552" y="50657"/>
                  <a:pt x="1377291" y="55429"/>
                  <a:pt x="1380973" y="64973"/>
                </a:cubicBezTo>
                <a:cubicBezTo>
                  <a:pt x="1384405" y="60507"/>
                  <a:pt x="1388493" y="57157"/>
                  <a:pt x="1393235" y="54924"/>
                </a:cubicBezTo>
                <a:cubicBezTo>
                  <a:pt x="1397978" y="52691"/>
                  <a:pt x="1403407" y="51575"/>
                  <a:pt x="1409523" y="51575"/>
                </a:cubicBezTo>
                <a:cubicBezTo>
                  <a:pt x="1419944" y="51575"/>
                  <a:pt x="1427058" y="57090"/>
                  <a:pt x="1430865" y="68122"/>
                </a:cubicBezTo>
                <a:cubicBezTo>
                  <a:pt x="1431613" y="70328"/>
                  <a:pt x="1432893" y="78939"/>
                  <a:pt x="1434702" y="93955"/>
                </a:cubicBezTo>
                <a:cubicBezTo>
                  <a:pt x="1436450" y="104497"/>
                  <a:pt x="1438696" y="122057"/>
                  <a:pt x="1441442" y="146634"/>
                </a:cubicBezTo>
                <a:cubicBezTo>
                  <a:pt x="1441629" y="149085"/>
                  <a:pt x="1440787" y="151168"/>
                  <a:pt x="1438915" y="152883"/>
                </a:cubicBezTo>
                <a:cubicBezTo>
                  <a:pt x="1437043" y="154600"/>
                  <a:pt x="1434765" y="155458"/>
                  <a:pt x="1432081" y="155458"/>
                </a:cubicBezTo>
                <a:close/>
                <a:moveTo>
                  <a:pt x="1500863" y="153256"/>
                </a:moveTo>
                <a:cubicBezTo>
                  <a:pt x="1490379" y="153256"/>
                  <a:pt x="1481362" y="149456"/>
                  <a:pt x="1473811" y="141856"/>
                </a:cubicBezTo>
                <a:cubicBezTo>
                  <a:pt x="1465386" y="133398"/>
                  <a:pt x="1460956" y="122028"/>
                  <a:pt x="1460519" y="107747"/>
                </a:cubicBezTo>
                <a:cubicBezTo>
                  <a:pt x="1460144" y="93895"/>
                  <a:pt x="1463701" y="81698"/>
                  <a:pt x="1471190" y="71156"/>
                </a:cubicBezTo>
                <a:cubicBezTo>
                  <a:pt x="1479926" y="58714"/>
                  <a:pt x="1492095" y="52492"/>
                  <a:pt x="1507696" y="52492"/>
                </a:cubicBezTo>
                <a:cubicBezTo>
                  <a:pt x="1520177" y="52492"/>
                  <a:pt x="1529631" y="58101"/>
                  <a:pt x="1536058" y="69318"/>
                </a:cubicBezTo>
                <a:cubicBezTo>
                  <a:pt x="1541176" y="78388"/>
                  <a:pt x="1543640" y="89297"/>
                  <a:pt x="1543453" y="102045"/>
                </a:cubicBezTo>
                <a:cubicBezTo>
                  <a:pt x="1543266" y="115652"/>
                  <a:pt x="1539647" y="127268"/>
                  <a:pt x="1532595" y="136892"/>
                </a:cubicBezTo>
                <a:cubicBezTo>
                  <a:pt x="1524607" y="147801"/>
                  <a:pt x="1514030" y="153256"/>
                  <a:pt x="1500863" y="153256"/>
                </a:cubicBezTo>
                <a:moveTo>
                  <a:pt x="1506479" y="71213"/>
                </a:moveTo>
                <a:cubicBezTo>
                  <a:pt x="1497306" y="71152"/>
                  <a:pt x="1490161" y="75441"/>
                  <a:pt x="1485044" y="84079"/>
                </a:cubicBezTo>
                <a:cubicBezTo>
                  <a:pt x="1480987" y="91003"/>
                  <a:pt x="1478959" y="98907"/>
                  <a:pt x="1478959" y="107790"/>
                </a:cubicBezTo>
                <a:cubicBezTo>
                  <a:pt x="1478959" y="116674"/>
                  <a:pt x="1481424" y="123598"/>
                  <a:pt x="1486354" y="128561"/>
                </a:cubicBezTo>
                <a:cubicBezTo>
                  <a:pt x="1490473" y="132666"/>
                  <a:pt x="1495309" y="134718"/>
                  <a:pt x="1500863" y="134718"/>
                </a:cubicBezTo>
                <a:cubicBezTo>
                  <a:pt x="1507353" y="134718"/>
                  <a:pt x="1512938" y="132390"/>
                  <a:pt x="1517618" y="127732"/>
                </a:cubicBezTo>
                <a:cubicBezTo>
                  <a:pt x="1522922" y="122587"/>
                  <a:pt x="1525731" y="115634"/>
                  <a:pt x="1526043" y="106872"/>
                </a:cubicBezTo>
                <a:cubicBezTo>
                  <a:pt x="1526916" y="83161"/>
                  <a:pt x="1520395" y="71275"/>
                  <a:pt x="1506479" y="71213"/>
                </a:cubicBezTo>
                <a:close/>
                <a:moveTo>
                  <a:pt x="1643217" y="79748"/>
                </a:moveTo>
                <a:cubicBezTo>
                  <a:pt x="1642781" y="87396"/>
                  <a:pt x="1639660" y="91219"/>
                  <a:pt x="1633857" y="91219"/>
                </a:cubicBezTo>
                <a:cubicBezTo>
                  <a:pt x="1628490" y="91219"/>
                  <a:pt x="1625807" y="88203"/>
                  <a:pt x="1625807" y="82171"/>
                </a:cubicBezTo>
                <a:cubicBezTo>
                  <a:pt x="1625807" y="81013"/>
                  <a:pt x="1625713" y="78879"/>
                  <a:pt x="1625526" y="75770"/>
                </a:cubicBezTo>
                <a:lnTo>
                  <a:pt x="1625245" y="68093"/>
                </a:lnTo>
                <a:cubicBezTo>
                  <a:pt x="1615385" y="69258"/>
                  <a:pt x="1607491" y="71986"/>
                  <a:pt x="1601563" y="76278"/>
                </a:cubicBezTo>
                <a:cubicBezTo>
                  <a:pt x="1596009" y="80264"/>
                  <a:pt x="1591391" y="86273"/>
                  <a:pt x="1587709" y="94305"/>
                </a:cubicBezTo>
                <a:lnTo>
                  <a:pt x="1587897" y="144701"/>
                </a:lnTo>
                <a:cubicBezTo>
                  <a:pt x="1587897" y="150894"/>
                  <a:pt x="1584808" y="153990"/>
                  <a:pt x="1578630" y="153990"/>
                </a:cubicBezTo>
                <a:cubicBezTo>
                  <a:pt x="1573138" y="153990"/>
                  <a:pt x="1570392" y="150895"/>
                  <a:pt x="1570392" y="144704"/>
                </a:cubicBezTo>
                <a:lnTo>
                  <a:pt x="1570392" y="80164"/>
                </a:lnTo>
                <a:cubicBezTo>
                  <a:pt x="1570392" y="78141"/>
                  <a:pt x="1570470" y="75108"/>
                  <a:pt x="1570627" y="71064"/>
                </a:cubicBezTo>
                <a:cubicBezTo>
                  <a:pt x="1570783" y="67019"/>
                  <a:pt x="1570861" y="63985"/>
                  <a:pt x="1570861" y="61962"/>
                </a:cubicBezTo>
                <a:cubicBezTo>
                  <a:pt x="1570861" y="55771"/>
                  <a:pt x="1573606" y="52676"/>
                  <a:pt x="1579098" y="52676"/>
                </a:cubicBezTo>
                <a:cubicBezTo>
                  <a:pt x="1585213" y="52676"/>
                  <a:pt x="1588302" y="57754"/>
                  <a:pt x="1588365" y="67910"/>
                </a:cubicBezTo>
                <a:cubicBezTo>
                  <a:pt x="1600346" y="56530"/>
                  <a:pt x="1613638" y="50841"/>
                  <a:pt x="1628241" y="50841"/>
                </a:cubicBezTo>
                <a:cubicBezTo>
                  <a:pt x="1633295" y="50841"/>
                  <a:pt x="1637071" y="52707"/>
                  <a:pt x="1639567" y="56439"/>
                </a:cubicBezTo>
                <a:cubicBezTo>
                  <a:pt x="1642063" y="60171"/>
                  <a:pt x="1643311" y="65799"/>
                  <a:pt x="1643311" y="73324"/>
                </a:cubicBezTo>
                <a:cubicBezTo>
                  <a:pt x="1643311" y="76506"/>
                  <a:pt x="1643280" y="78647"/>
                  <a:pt x="1643217" y="79748"/>
                </a:cubicBezTo>
                <a:close/>
                <a:moveTo>
                  <a:pt x="1747830" y="65876"/>
                </a:moveTo>
                <a:lnTo>
                  <a:pt x="1715443" y="134529"/>
                </a:lnTo>
                <a:cubicBezTo>
                  <a:pt x="1707455" y="151233"/>
                  <a:pt x="1701339" y="165214"/>
                  <a:pt x="1697096" y="176471"/>
                </a:cubicBezTo>
                <a:lnTo>
                  <a:pt x="1690918" y="194277"/>
                </a:lnTo>
                <a:cubicBezTo>
                  <a:pt x="1689295" y="198743"/>
                  <a:pt x="1686487" y="200976"/>
                  <a:pt x="1682493" y="200976"/>
                </a:cubicBezTo>
                <a:cubicBezTo>
                  <a:pt x="1679873" y="200976"/>
                  <a:pt x="1677610" y="200130"/>
                  <a:pt x="1675707" y="198438"/>
                </a:cubicBezTo>
                <a:cubicBezTo>
                  <a:pt x="1673804" y="196748"/>
                  <a:pt x="1672852" y="194642"/>
                  <a:pt x="1672852" y="192120"/>
                </a:cubicBezTo>
                <a:cubicBezTo>
                  <a:pt x="1672852" y="185972"/>
                  <a:pt x="1679592" y="168280"/>
                  <a:pt x="1693071" y="139046"/>
                </a:cubicBezTo>
                <a:lnTo>
                  <a:pt x="1659560" y="75730"/>
                </a:lnTo>
                <a:lnTo>
                  <a:pt x="1655348" y="69020"/>
                </a:lnTo>
                <a:cubicBezTo>
                  <a:pt x="1653663" y="66202"/>
                  <a:pt x="1652821" y="63843"/>
                  <a:pt x="1652821" y="61945"/>
                </a:cubicBezTo>
                <a:cubicBezTo>
                  <a:pt x="1652821" y="59436"/>
                  <a:pt x="1653803" y="57234"/>
                  <a:pt x="1655769" y="55337"/>
                </a:cubicBezTo>
                <a:cubicBezTo>
                  <a:pt x="1657735" y="53441"/>
                  <a:pt x="1659935" y="52492"/>
                  <a:pt x="1662368" y="52492"/>
                </a:cubicBezTo>
                <a:cubicBezTo>
                  <a:pt x="1665239" y="52492"/>
                  <a:pt x="1667454" y="53563"/>
                  <a:pt x="1669014" y="55704"/>
                </a:cubicBezTo>
                <a:cubicBezTo>
                  <a:pt x="1679623" y="70164"/>
                  <a:pt x="1691012" y="90750"/>
                  <a:pt x="1703180" y="117463"/>
                </a:cubicBezTo>
                <a:lnTo>
                  <a:pt x="1717034" y="85705"/>
                </a:lnTo>
                <a:cubicBezTo>
                  <a:pt x="1722026" y="74748"/>
                  <a:pt x="1726831" y="65329"/>
                  <a:pt x="1731449" y="57448"/>
                </a:cubicBezTo>
                <a:cubicBezTo>
                  <a:pt x="1733446" y="54022"/>
                  <a:pt x="1736067" y="52309"/>
                  <a:pt x="1739312" y="52309"/>
                </a:cubicBezTo>
                <a:cubicBezTo>
                  <a:pt x="1741870" y="52309"/>
                  <a:pt x="1744133" y="53195"/>
                  <a:pt x="1746098" y="54967"/>
                </a:cubicBezTo>
                <a:cubicBezTo>
                  <a:pt x="1748064" y="56740"/>
                  <a:pt x="1749047" y="58848"/>
                  <a:pt x="1749047" y="61294"/>
                </a:cubicBezTo>
                <a:cubicBezTo>
                  <a:pt x="1749047" y="62638"/>
                  <a:pt x="1748641" y="64165"/>
                  <a:pt x="1747830" y="6587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124" name="Text and">
            <a:extLst xmlns:a="http://schemas.openxmlformats.org/drawingml/2006/main">
              <a:ext uri="{FF2B5EF4-FFF2-40B4-BE49-F238E27FC236}">
                <a16:creationId xmlns:a16="http://schemas.microsoft.com/office/drawing/2014/main" id="{B9543B44-3F78-4474-9550-D43BC61A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884" y="3405840"/>
            <a:ext cx="270164" cy="141770"/>
          </a:xfrm>
          <a:custGeom xmlns:a="http://schemas.openxmlformats.org/drawingml/2006/main">
            <a:pathLst>
              <a:path w="270164" h="141770">
                <a:moveTo>
                  <a:pt x="73948" y="141259"/>
                </a:moveTo>
                <a:cubicBezTo>
                  <a:pt x="72870" y="141259"/>
                  <a:pt x="70913" y="140000"/>
                  <a:pt x="68077" y="137483"/>
                </a:cubicBezTo>
                <a:cubicBezTo>
                  <a:pt x="65524" y="135137"/>
                  <a:pt x="63623" y="133049"/>
                  <a:pt x="62375" y="131218"/>
                </a:cubicBezTo>
                <a:cubicBezTo>
                  <a:pt x="56929" y="134196"/>
                  <a:pt x="52135" y="136444"/>
                  <a:pt x="47994" y="137962"/>
                </a:cubicBezTo>
                <a:cubicBezTo>
                  <a:pt x="43853" y="139479"/>
                  <a:pt x="40392" y="140238"/>
                  <a:pt x="37612" y="140238"/>
                </a:cubicBezTo>
                <a:cubicBezTo>
                  <a:pt x="24337" y="140238"/>
                  <a:pt x="14665" y="136494"/>
                  <a:pt x="8595" y="129005"/>
                </a:cubicBezTo>
                <a:cubicBezTo>
                  <a:pt x="2865" y="121971"/>
                  <a:pt x="0" y="111192"/>
                  <a:pt x="0" y="96669"/>
                </a:cubicBezTo>
                <a:cubicBezTo>
                  <a:pt x="0" y="82940"/>
                  <a:pt x="4723" y="71197"/>
                  <a:pt x="14168" y="61439"/>
                </a:cubicBezTo>
                <a:cubicBezTo>
                  <a:pt x="23614" y="51681"/>
                  <a:pt x="34889" y="46803"/>
                  <a:pt x="47994" y="46803"/>
                </a:cubicBezTo>
                <a:cubicBezTo>
                  <a:pt x="52930" y="46803"/>
                  <a:pt x="58461" y="48079"/>
                  <a:pt x="64588" y="50632"/>
                </a:cubicBezTo>
                <a:cubicBezTo>
                  <a:pt x="72303" y="53809"/>
                  <a:pt x="76161" y="57638"/>
                  <a:pt x="76161" y="62120"/>
                </a:cubicBezTo>
                <a:cubicBezTo>
                  <a:pt x="76161" y="63652"/>
                  <a:pt x="75593" y="65013"/>
                  <a:pt x="74459" y="66205"/>
                </a:cubicBezTo>
                <a:cubicBezTo>
                  <a:pt x="73892" y="68360"/>
                  <a:pt x="73452" y="71906"/>
                  <a:pt x="73140" y="76841"/>
                </a:cubicBezTo>
                <a:cubicBezTo>
                  <a:pt x="72828" y="81777"/>
                  <a:pt x="72643" y="88102"/>
                  <a:pt x="72587" y="95818"/>
                </a:cubicBezTo>
                <a:cubicBezTo>
                  <a:pt x="72530" y="102852"/>
                  <a:pt x="73012" y="108412"/>
                  <a:pt x="74033" y="112497"/>
                </a:cubicBezTo>
                <a:cubicBezTo>
                  <a:pt x="74601" y="114993"/>
                  <a:pt x="76388" y="119985"/>
                  <a:pt x="79394" y="127473"/>
                </a:cubicBezTo>
                <a:cubicBezTo>
                  <a:pt x="79791" y="128495"/>
                  <a:pt x="80444" y="129998"/>
                  <a:pt x="81352" y="131984"/>
                </a:cubicBezTo>
                <a:lnTo>
                  <a:pt x="81862" y="133430"/>
                </a:lnTo>
                <a:cubicBezTo>
                  <a:pt x="81862" y="135699"/>
                  <a:pt x="81068" y="137572"/>
                  <a:pt x="79479" y="139046"/>
                </a:cubicBezTo>
                <a:cubicBezTo>
                  <a:pt x="77891" y="140521"/>
                  <a:pt x="76047" y="141259"/>
                  <a:pt x="73948" y="141259"/>
                </a:cubicBezTo>
                <a:moveTo>
                  <a:pt x="56248" y="82149"/>
                </a:moveTo>
                <a:cubicBezTo>
                  <a:pt x="56248" y="79715"/>
                  <a:pt x="56404" y="77070"/>
                  <a:pt x="56716" y="74214"/>
                </a:cubicBezTo>
                <a:cubicBezTo>
                  <a:pt x="57028" y="71356"/>
                  <a:pt x="57496" y="68315"/>
                  <a:pt x="58120" y="65090"/>
                </a:cubicBezTo>
                <a:cubicBezTo>
                  <a:pt x="56021" y="64014"/>
                  <a:pt x="54220" y="63222"/>
                  <a:pt x="52717" y="62713"/>
                </a:cubicBezTo>
                <a:cubicBezTo>
                  <a:pt x="51213" y="62204"/>
                  <a:pt x="50008" y="61950"/>
                  <a:pt x="49100" y="61950"/>
                </a:cubicBezTo>
                <a:cubicBezTo>
                  <a:pt x="40307" y="61950"/>
                  <a:pt x="32719" y="65528"/>
                  <a:pt x="26337" y="72685"/>
                </a:cubicBezTo>
                <a:cubicBezTo>
                  <a:pt x="19955" y="79842"/>
                  <a:pt x="16764" y="88088"/>
                  <a:pt x="16764" y="97424"/>
                </a:cubicBezTo>
                <a:cubicBezTo>
                  <a:pt x="16764" y="106703"/>
                  <a:pt x="18409" y="113662"/>
                  <a:pt x="21699" y="118302"/>
                </a:cubicBezTo>
                <a:cubicBezTo>
                  <a:pt x="24990" y="122941"/>
                  <a:pt x="29925" y="125261"/>
                  <a:pt x="36506" y="125261"/>
                </a:cubicBezTo>
                <a:cubicBezTo>
                  <a:pt x="41952" y="125261"/>
                  <a:pt x="46576" y="124271"/>
                  <a:pt x="50377" y="122291"/>
                </a:cubicBezTo>
                <a:cubicBezTo>
                  <a:pt x="52419" y="121216"/>
                  <a:pt x="55284" y="119067"/>
                  <a:pt x="58971" y="115842"/>
                </a:cubicBezTo>
                <a:cubicBezTo>
                  <a:pt x="57156" y="100847"/>
                  <a:pt x="56248" y="89616"/>
                  <a:pt x="56248" y="82149"/>
                </a:cubicBezTo>
                <a:close/>
                <a:moveTo>
                  <a:pt x="162073" y="141770"/>
                </a:moveTo>
                <a:cubicBezTo>
                  <a:pt x="157195" y="141770"/>
                  <a:pt x="154443" y="139098"/>
                  <a:pt x="153819" y="133755"/>
                </a:cubicBezTo>
                <a:lnTo>
                  <a:pt x="151437" y="115079"/>
                </a:lnTo>
                <a:cubicBezTo>
                  <a:pt x="150642" y="108427"/>
                  <a:pt x="150245" y="102202"/>
                  <a:pt x="150245" y="96403"/>
                </a:cubicBezTo>
                <a:cubicBezTo>
                  <a:pt x="150245" y="94811"/>
                  <a:pt x="150344" y="92111"/>
                  <a:pt x="150543" y="88303"/>
                </a:cubicBezTo>
                <a:cubicBezTo>
                  <a:pt x="150742" y="84493"/>
                  <a:pt x="150841" y="81792"/>
                  <a:pt x="150841" y="80200"/>
                </a:cubicBezTo>
                <a:cubicBezTo>
                  <a:pt x="150841" y="67920"/>
                  <a:pt x="148572" y="61780"/>
                  <a:pt x="144033" y="61780"/>
                </a:cubicBezTo>
                <a:cubicBezTo>
                  <a:pt x="137679" y="61780"/>
                  <a:pt x="131609" y="65557"/>
                  <a:pt x="125823" y="73111"/>
                </a:cubicBezTo>
                <a:cubicBezTo>
                  <a:pt x="120603" y="79982"/>
                  <a:pt x="116519" y="88671"/>
                  <a:pt x="113569" y="99176"/>
                </a:cubicBezTo>
                <a:cubicBezTo>
                  <a:pt x="113455" y="101393"/>
                  <a:pt x="113200" y="104176"/>
                  <a:pt x="112803" y="107526"/>
                </a:cubicBezTo>
                <a:cubicBezTo>
                  <a:pt x="112463" y="110367"/>
                  <a:pt x="112292" y="113121"/>
                  <a:pt x="112292" y="115789"/>
                </a:cubicBezTo>
                <a:cubicBezTo>
                  <a:pt x="112292" y="117492"/>
                  <a:pt x="112463" y="120048"/>
                  <a:pt x="112803" y="123455"/>
                </a:cubicBezTo>
                <a:cubicBezTo>
                  <a:pt x="113143" y="126863"/>
                  <a:pt x="113314" y="129418"/>
                  <a:pt x="113314" y="131122"/>
                </a:cubicBezTo>
                <a:cubicBezTo>
                  <a:pt x="113314" y="133678"/>
                  <a:pt x="112534" y="135752"/>
                  <a:pt x="110973" y="137342"/>
                </a:cubicBezTo>
                <a:cubicBezTo>
                  <a:pt x="109413" y="138932"/>
                  <a:pt x="107414" y="139727"/>
                  <a:pt x="104974" y="139727"/>
                </a:cubicBezTo>
                <a:cubicBezTo>
                  <a:pt x="102478" y="139727"/>
                  <a:pt x="100464" y="138931"/>
                  <a:pt x="98932" y="137339"/>
                </a:cubicBezTo>
                <a:cubicBezTo>
                  <a:pt x="97401" y="135749"/>
                  <a:pt x="96635" y="133675"/>
                  <a:pt x="96635" y="131117"/>
                </a:cubicBezTo>
                <a:cubicBezTo>
                  <a:pt x="96635" y="129413"/>
                  <a:pt x="96450" y="126857"/>
                  <a:pt x="96082" y="123447"/>
                </a:cubicBezTo>
                <a:cubicBezTo>
                  <a:pt x="95713" y="120036"/>
                  <a:pt x="95529" y="117478"/>
                  <a:pt x="95529" y="115773"/>
                </a:cubicBezTo>
                <a:cubicBezTo>
                  <a:pt x="95529" y="109919"/>
                  <a:pt x="95940" y="101806"/>
                  <a:pt x="96762" y="91435"/>
                </a:cubicBezTo>
                <a:cubicBezTo>
                  <a:pt x="97585" y="81064"/>
                  <a:pt x="97996" y="72952"/>
                  <a:pt x="97996" y="67098"/>
                </a:cubicBezTo>
                <a:cubicBezTo>
                  <a:pt x="97996" y="65279"/>
                  <a:pt x="97897" y="62580"/>
                  <a:pt x="97699" y="59001"/>
                </a:cubicBezTo>
                <a:cubicBezTo>
                  <a:pt x="97500" y="55420"/>
                  <a:pt x="97401" y="52720"/>
                  <a:pt x="97401" y="50903"/>
                </a:cubicBezTo>
                <a:cubicBezTo>
                  <a:pt x="97401" y="48458"/>
                  <a:pt x="98209" y="46455"/>
                  <a:pt x="99826" y="44893"/>
                </a:cubicBezTo>
                <a:cubicBezTo>
                  <a:pt x="101443" y="43330"/>
                  <a:pt x="103442" y="42548"/>
                  <a:pt x="105825" y="42548"/>
                </a:cubicBezTo>
                <a:cubicBezTo>
                  <a:pt x="111044" y="42548"/>
                  <a:pt x="113909" y="46250"/>
                  <a:pt x="114420" y="53656"/>
                </a:cubicBezTo>
                <a:lnTo>
                  <a:pt x="114675" y="63652"/>
                </a:lnTo>
                <a:cubicBezTo>
                  <a:pt x="124206" y="50944"/>
                  <a:pt x="133992" y="44590"/>
                  <a:pt x="144033" y="44590"/>
                </a:cubicBezTo>
                <a:cubicBezTo>
                  <a:pt x="153110" y="44590"/>
                  <a:pt x="159436" y="48597"/>
                  <a:pt x="163010" y="56610"/>
                </a:cubicBezTo>
                <a:cubicBezTo>
                  <a:pt x="165449" y="61951"/>
                  <a:pt x="166782" y="69851"/>
                  <a:pt x="167009" y="80309"/>
                </a:cubicBezTo>
                <a:lnTo>
                  <a:pt x="167009" y="88917"/>
                </a:lnTo>
                <a:lnTo>
                  <a:pt x="166924" y="96844"/>
                </a:lnTo>
                <a:cubicBezTo>
                  <a:pt x="166924" y="101562"/>
                  <a:pt x="167534" y="107658"/>
                  <a:pt x="168754" y="115132"/>
                </a:cubicBezTo>
                <a:cubicBezTo>
                  <a:pt x="169973" y="122604"/>
                  <a:pt x="170583" y="128670"/>
                  <a:pt x="170583" y="133329"/>
                </a:cubicBezTo>
                <a:cubicBezTo>
                  <a:pt x="170583" y="135831"/>
                  <a:pt x="169775" y="137862"/>
                  <a:pt x="168158" y="139424"/>
                </a:cubicBezTo>
                <a:cubicBezTo>
                  <a:pt x="166541" y="140988"/>
                  <a:pt x="164513" y="141770"/>
                  <a:pt x="162073" y="141770"/>
                </a:cubicBezTo>
                <a:close/>
                <a:moveTo>
                  <a:pt x="266761" y="60466"/>
                </a:moveTo>
                <a:cubicBezTo>
                  <a:pt x="266080" y="68800"/>
                  <a:pt x="265739" y="77134"/>
                  <a:pt x="265739" y="85468"/>
                </a:cubicBezTo>
                <a:cubicBezTo>
                  <a:pt x="265739" y="104349"/>
                  <a:pt x="266619" y="118608"/>
                  <a:pt x="268377" y="128245"/>
                </a:cubicBezTo>
                <a:cubicBezTo>
                  <a:pt x="268491" y="129039"/>
                  <a:pt x="268548" y="129691"/>
                  <a:pt x="268548" y="130202"/>
                </a:cubicBezTo>
                <a:cubicBezTo>
                  <a:pt x="268548" y="132469"/>
                  <a:pt x="267753" y="134340"/>
                  <a:pt x="266165" y="135813"/>
                </a:cubicBezTo>
                <a:cubicBezTo>
                  <a:pt x="264576" y="137288"/>
                  <a:pt x="262733" y="138025"/>
                  <a:pt x="260634" y="138025"/>
                </a:cubicBezTo>
                <a:cubicBezTo>
                  <a:pt x="257116" y="138025"/>
                  <a:pt x="254535" y="135472"/>
                  <a:pt x="252890" y="130367"/>
                </a:cubicBezTo>
                <a:cubicBezTo>
                  <a:pt x="248805" y="133373"/>
                  <a:pt x="244565" y="135657"/>
                  <a:pt x="240168" y="137217"/>
                </a:cubicBezTo>
                <a:cubicBezTo>
                  <a:pt x="235771" y="138777"/>
                  <a:pt x="231191" y="139557"/>
                  <a:pt x="226425" y="139557"/>
                </a:cubicBezTo>
                <a:cubicBezTo>
                  <a:pt x="214682" y="139557"/>
                  <a:pt x="204953" y="135639"/>
                  <a:pt x="197237" y="127803"/>
                </a:cubicBezTo>
                <a:cubicBezTo>
                  <a:pt x="189295" y="119797"/>
                  <a:pt x="185324" y="109519"/>
                  <a:pt x="185324" y="96969"/>
                </a:cubicBezTo>
                <a:cubicBezTo>
                  <a:pt x="185324" y="81808"/>
                  <a:pt x="189338" y="69657"/>
                  <a:pt x="197365" y="60516"/>
                </a:cubicBezTo>
                <a:cubicBezTo>
                  <a:pt x="205392" y="51374"/>
                  <a:pt x="215817" y="46803"/>
                  <a:pt x="228638" y="46803"/>
                </a:cubicBezTo>
                <a:cubicBezTo>
                  <a:pt x="235218" y="46803"/>
                  <a:pt x="240296" y="47824"/>
                  <a:pt x="243870" y="49866"/>
                </a:cubicBezTo>
                <a:lnTo>
                  <a:pt x="251869" y="55738"/>
                </a:lnTo>
                <a:cubicBezTo>
                  <a:pt x="252663" y="31886"/>
                  <a:pt x="253599" y="15827"/>
                  <a:pt x="254677" y="7560"/>
                </a:cubicBezTo>
                <a:cubicBezTo>
                  <a:pt x="255414" y="2520"/>
                  <a:pt x="257996" y="0"/>
                  <a:pt x="262421" y="0"/>
                </a:cubicBezTo>
                <a:cubicBezTo>
                  <a:pt x="267583" y="0"/>
                  <a:pt x="270164" y="2750"/>
                  <a:pt x="270164" y="8249"/>
                </a:cubicBezTo>
                <a:cubicBezTo>
                  <a:pt x="270164" y="16129"/>
                  <a:pt x="269030" y="33535"/>
                  <a:pt x="266761" y="60466"/>
                </a:cubicBezTo>
                <a:moveTo>
                  <a:pt x="228978" y="62630"/>
                </a:moveTo>
                <a:cubicBezTo>
                  <a:pt x="219447" y="62630"/>
                  <a:pt x="212299" y="65453"/>
                  <a:pt x="207534" y="71098"/>
                </a:cubicBezTo>
                <a:cubicBezTo>
                  <a:pt x="202769" y="76742"/>
                  <a:pt x="200386" y="85238"/>
                  <a:pt x="200386" y="96584"/>
                </a:cubicBezTo>
                <a:cubicBezTo>
                  <a:pt x="200386" y="103902"/>
                  <a:pt x="202981" y="110199"/>
                  <a:pt x="208172" y="115475"/>
                </a:cubicBezTo>
                <a:cubicBezTo>
                  <a:pt x="213363" y="120751"/>
                  <a:pt x="219447" y="123389"/>
                  <a:pt x="226425" y="123389"/>
                </a:cubicBezTo>
                <a:cubicBezTo>
                  <a:pt x="231191" y="123389"/>
                  <a:pt x="235218" y="122510"/>
                  <a:pt x="238509" y="120751"/>
                </a:cubicBezTo>
                <a:cubicBezTo>
                  <a:pt x="240438" y="119730"/>
                  <a:pt x="243586" y="117375"/>
                  <a:pt x="247954" y="113688"/>
                </a:cubicBezTo>
                <a:cubicBezTo>
                  <a:pt x="248805" y="112950"/>
                  <a:pt x="249628" y="112071"/>
                  <a:pt x="250422" y="111050"/>
                </a:cubicBezTo>
                <a:lnTo>
                  <a:pt x="250167" y="96328"/>
                </a:lnTo>
                <a:lnTo>
                  <a:pt x="250252" y="86457"/>
                </a:lnTo>
                <a:lnTo>
                  <a:pt x="250422" y="76416"/>
                </a:lnTo>
                <a:cubicBezTo>
                  <a:pt x="248266" y="71821"/>
                  <a:pt x="245401" y="68374"/>
                  <a:pt x="241827" y="66077"/>
                </a:cubicBezTo>
                <a:cubicBezTo>
                  <a:pt x="238253" y="63779"/>
                  <a:pt x="233970" y="62630"/>
                  <a:pt x="228978" y="626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classicalconditioning">
            <a:extLst xmlns:a="http://schemas.openxmlformats.org/drawingml/2006/main">
              <a:ext uri="{FF2B5EF4-FFF2-40B4-BE49-F238E27FC236}">
                <a16:creationId xmlns:a16="http://schemas.microsoft.com/office/drawing/2014/main" id="{66DB7CA5-9449-4C0A-B279-CFB175FF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83" y="3633422"/>
            <a:ext cx="1920104" cy="199508"/>
          </a:xfrm>
          <a:custGeom xmlns:a="http://schemas.openxmlformats.org/drawingml/2006/main">
            <a:pathLst>
              <a:path w="1920104" h="199508">
                <a:moveTo>
                  <a:pt x="45492" y="153623"/>
                </a:moveTo>
                <a:cubicBezTo>
                  <a:pt x="32699" y="153623"/>
                  <a:pt x="22028" y="149823"/>
                  <a:pt x="13479" y="142223"/>
                </a:cubicBezTo>
                <a:cubicBezTo>
                  <a:pt x="4493" y="134257"/>
                  <a:pt x="0" y="123745"/>
                  <a:pt x="0" y="110689"/>
                </a:cubicBezTo>
                <a:cubicBezTo>
                  <a:pt x="0" y="98248"/>
                  <a:pt x="4212" y="85409"/>
                  <a:pt x="12637" y="72171"/>
                </a:cubicBezTo>
                <a:cubicBezTo>
                  <a:pt x="21997" y="57461"/>
                  <a:pt x="32543" y="50106"/>
                  <a:pt x="44275" y="50106"/>
                </a:cubicBezTo>
                <a:cubicBezTo>
                  <a:pt x="50391" y="50106"/>
                  <a:pt x="57224" y="51518"/>
                  <a:pt x="64775" y="54342"/>
                </a:cubicBezTo>
                <a:cubicBezTo>
                  <a:pt x="74323" y="57965"/>
                  <a:pt x="79097" y="62385"/>
                  <a:pt x="79097" y="67603"/>
                </a:cubicBezTo>
                <a:cubicBezTo>
                  <a:pt x="79097" y="69935"/>
                  <a:pt x="78316" y="72008"/>
                  <a:pt x="76756" y="73820"/>
                </a:cubicBezTo>
                <a:cubicBezTo>
                  <a:pt x="75196" y="75631"/>
                  <a:pt x="73262" y="76536"/>
                  <a:pt x="70953" y="76536"/>
                </a:cubicBezTo>
                <a:cubicBezTo>
                  <a:pt x="69143" y="76536"/>
                  <a:pt x="67567" y="75996"/>
                  <a:pt x="66226" y="74916"/>
                </a:cubicBezTo>
                <a:cubicBezTo>
                  <a:pt x="64884" y="73834"/>
                  <a:pt x="63589" y="72767"/>
                  <a:pt x="62341" y="71715"/>
                </a:cubicBezTo>
                <a:cubicBezTo>
                  <a:pt x="58659" y="68811"/>
                  <a:pt x="52637" y="67359"/>
                  <a:pt x="44275" y="67359"/>
                </a:cubicBezTo>
                <a:cubicBezTo>
                  <a:pt x="37910" y="67359"/>
                  <a:pt x="31607" y="72942"/>
                  <a:pt x="25367" y="84107"/>
                </a:cubicBezTo>
                <a:cubicBezTo>
                  <a:pt x="19688" y="94351"/>
                  <a:pt x="16849" y="103214"/>
                  <a:pt x="16849" y="110698"/>
                </a:cubicBezTo>
                <a:cubicBezTo>
                  <a:pt x="16849" y="118794"/>
                  <a:pt x="19657" y="125174"/>
                  <a:pt x="25273" y="129837"/>
                </a:cubicBezTo>
                <a:cubicBezTo>
                  <a:pt x="30515" y="134193"/>
                  <a:pt x="37255" y="136370"/>
                  <a:pt x="45492" y="136370"/>
                </a:cubicBezTo>
                <a:cubicBezTo>
                  <a:pt x="49236" y="136370"/>
                  <a:pt x="53230" y="135391"/>
                  <a:pt x="57474" y="133434"/>
                </a:cubicBezTo>
                <a:lnTo>
                  <a:pt x="68332" y="127744"/>
                </a:lnTo>
                <a:cubicBezTo>
                  <a:pt x="70204" y="126765"/>
                  <a:pt x="71546" y="126275"/>
                  <a:pt x="72357" y="126275"/>
                </a:cubicBezTo>
                <a:cubicBezTo>
                  <a:pt x="74666" y="126275"/>
                  <a:pt x="76663" y="127178"/>
                  <a:pt x="78348" y="128983"/>
                </a:cubicBezTo>
                <a:cubicBezTo>
                  <a:pt x="80033" y="130788"/>
                  <a:pt x="80875" y="132852"/>
                  <a:pt x="80875" y="135177"/>
                </a:cubicBezTo>
                <a:cubicBezTo>
                  <a:pt x="80875" y="139643"/>
                  <a:pt x="76070" y="143956"/>
                  <a:pt x="66460" y="148117"/>
                </a:cubicBezTo>
                <a:cubicBezTo>
                  <a:pt x="58035" y="151788"/>
                  <a:pt x="51046" y="153623"/>
                  <a:pt x="45492" y="153623"/>
                </a:cubicBezTo>
                <a:close/>
                <a:moveTo>
                  <a:pt x="129347" y="75618"/>
                </a:moveTo>
                <a:lnTo>
                  <a:pt x="127943" y="121283"/>
                </a:lnTo>
                <a:cubicBezTo>
                  <a:pt x="127943" y="126122"/>
                  <a:pt x="127694" y="133227"/>
                  <a:pt x="127194" y="142599"/>
                </a:cubicBezTo>
                <a:cubicBezTo>
                  <a:pt x="126570" y="148725"/>
                  <a:pt x="123513" y="151788"/>
                  <a:pt x="118021" y="151788"/>
                </a:cubicBezTo>
                <a:cubicBezTo>
                  <a:pt x="111906" y="151788"/>
                  <a:pt x="108848" y="148664"/>
                  <a:pt x="108848" y="142416"/>
                </a:cubicBezTo>
                <a:cubicBezTo>
                  <a:pt x="108848" y="135003"/>
                  <a:pt x="109191" y="123870"/>
                  <a:pt x="109877" y="109017"/>
                </a:cubicBezTo>
                <a:cubicBezTo>
                  <a:pt x="110564" y="94164"/>
                  <a:pt x="110907" y="83031"/>
                  <a:pt x="110907" y="75618"/>
                </a:cubicBezTo>
                <a:cubicBezTo>
                  <a:pt x="110907" y="65941"/>
                  <a:pt x="111063" y="54869"/>
                  <a:pt x="111375" y="42403"/>
                </a:cubicBezTo>
                <a:cubicBezTo>
                  <a:pt x="111687" y="29938"/>
                  <a:pt x="111843" y="18866"/>
                  <a:pt x="111843" y="9188"/>
                </a:cubicBezTo>
                <a:cubicBezTo>
                  <a:pt x="111843" y="3063"/>
                  <a:pt x="114901" y="0"/>
                  <a:pt x="121016" y="0"/>
                </a:cubicBezTo>
                <a:cubicBezTo>
                  <a:pt x="127194" y="0"/>
                  <a:pt x="130283" y="3063"/>
                  <a:pt x="130283" y="9188"/>
                </a:cubicBezTo>
                <a:cubicBezTo>
                  <a:pt x="130283" y="18866"/>
                  <a:pt x="130127" y="29938"/>
                  <a:pt x="129815" y="42403"/>
                </a:cubicBezTo>
                <a:cubicBezTo>
                  <a:pt x="129503" y="54869"/>
                  <a:pt x="129347" y="65941"/>
                  <a:pt x="129347" y="75618"/>
                </a:cubicBezTo>
                <a:close/>
                <a:moveTo>
                  <a:pt x="235249" y="153806"/>
                </a:moveTo>
                <a:cubicBezTo>
                  <a:pt x="234063" y="153806"/>
                  <a:pt x="231911" y="152449"/>
                  <a:pt x="228790" y="149734"/>
                </a:cubicBezTo>
                <a:cubicBezTo>
                  <a:pt x="225982" y="147205"/>
                  <a:pt x="223892" y="144953"/>
                  <a:pt x="222519" y="142978"/>
                </a:cubicBezTo>
                <a:cubicBezTo>
                  <a:pt x="216528" y="146190"/>
                  <a:pt x="211255" y="148614"/>
                  <a:pt x="206699" y="150250"/>
                </a:cubicBezTo>
                <a:cubicBezTo>
                  <a:pt x="202144" y="151887"/>
                  <a:pt x="198337" y="152705"/>
                  <a:pt x="195280" y="152705"/>
                </a:cubicBezTo>
                <a:cubicBezTo>
                  <a:pt x="180677" y="152705"/>
                  <a:pt x="170037" y="148667"/>
                  <a:pt x="163360" y="140592"/>
                </a:cubicBezTo>
                <a:cubicBezTo>
                  <a:pt x="157057" y="133005"/>
                  <a:pt x="153906" y="121381"/>
                  <a:pt x="153906" y="105719"/>
                </a:cubicBezTo>
                <a:cubicBezTo>
                  <a:pt x="153906" y="90913"/>
                  <a:pt x="159101" y="78249"/>
                  <a:pt x="169491" y="67726"/>
                </a:cubicBezTo>
                <a:cubicBezTo>
                  <a:pt x="179882" y="57203"/>
                  <a:pt x="192284" y="51942"/>
                  <a:pt x="206699" y="51942"/>
                </a:cubicBezTo>
                <a:cubicBezTo>
                  <a:pt x="212129" y="51942"/>
                  <a:pt x="218213" y="53318"/>
                  <a:pt x="224953" y="56071"/>
                </a:cubicBezTo>
                <a:cubicBezTo>
                  <a:pt x="233439" y="59498"/>
                  <a:pt x="237683" y="63627"/>
                  <a:pt x="237683" y="68460"/>
                </a:cubicBezTo>
                <a:cubicBezTo>
                  <a:pt x="237683" y="70112"/>
                  <a:pt x="237059" y="71581"/>
                  <a:pt x="235811" y="72865"/>
                </a:cubicBezTo>
                <a:cubicBezTo>
                  <a:pt x="235187" y="75190"/>
                  <a:pt x="234703" y="79014"/>
                  <a:pt x="234360" y="84337"/>
                </a:cubicBezTo>
                <a:cubicBezTo>
                  <a:pt x="234017" y="89659"/>
                  <a:pt x="233814" y="96481"/>
                  <a:pt x="233751" y="104801"/>
                </a:cubicBezTo>
                <a:cubicBezTo>
                  <a:pt x="233689" y="112388"/>
                  <a:pt x="234219" y="118383"/>
                  <a:pt x="235343" y="122788"/>
                </a:cubicBezTo>
                <a:cubicBezTo>
                  <a:pt x="235967" y="125480"/>
                  <a:pt x="237932" y="130864"/>
                  <a:pt x="241240" y="138940"/>
                </a:cubicBezTo>
                <a:cubicBezTo>
                  <a:pt x="241677" y="140041"/>
                  <a:pt x="242394" y="141662"/>
                  <a:pt x="243393" y="143804"/>
                </a:cubicBezTo>
                <a:lnTo>
                  <a:pt x="243954" y="145364"/>
                </a:lnTo>
                <a:cubicBezTo>
                  <a:pt x="243954" y="147811"/>
                  <a:pt x="243081" y="149830"/>
                  <a:pt x="241333" y="151420"/>
                </a:cubicBezTo>
                <a:cubicBezTo>
                  <a:pt x="239586" y="153011"/>
                  <a:pt x="237558" y="153806"/>
                  <a:pt x="235249" y="153806"/>
                </a:cubicBezTo>
                <a:moveTo>
                  <a:pt x="215779" y="90061"/>
                </a:moveTo>
                <a:cubicBezTo>
                  <a:pt x="215779" y="87436"/>
                  <a:pt x="215951" y="84583"/>
                  <a:pt x="216294" y="81503"/>
                </a:cubicBezTo>
                <a:cubicBezTo>
                  <a:pt x="216637" y="78421"/>
                  <a:pt x="217152" y="75141"/>
                  <a:pt x="217839" y="71664"/>
                </a:cubicBezTo>
                <a:cubicBezTo>
                  <a:pt x="215530" y="70503"/>
                  <a:pt x="213548" y="69649"/>
                  <a:pt x="211895" y="69100"/>
                </a:cubicBezTo>
                <a:cubicBezTo>
                  <a:pt x="210241" y="68551"/>
                  <a:pt x="208915" y="68277"/>
                  <a:pt x="207916" y="68277"/>
                </a:cubicBezTo>
                <a:cubicBezTo>
                  <a:pt x="198244" y="68277"/>
                  <a:pt x="189897" y="72136"/>
                  <a:pt x="182877" y="79854"/>
                </a:cubicBezTo>
                <a:cubicBezTo>
                  <a:pt x="175857" y="87572"/>
                  <a:pt x="172346" y="96466"/>
                  <a:pt x="172346" y="106533"/>
                </a:cubicBezTo>
                <a:cubicBezTo>
                  <a:pt x="172346" y="116540"/>
                  <a:pt x="174156" y="124045"/>
                  <a:pt x="177775" y="129049"/>
                </a:cubicBezTo>
                <a:cubicBezTo>
                  <a:pt x="181395" y="134052"/>
                  <a:pt x="186824" y="136554"/>
                  <a:pt x="194063" y="136554"/>
                </a:cubicBezTo>
                <a:cubicBezTo>
                  <a:pt x="200054" y="136554"/>
                  <a:pt x="205139" y="135486"/>
                  <a:pt x="209320" y="133350"/>
                </a:cubicBezTo>
                <a:cubicBezTo>
                  <a:pt x="211567" y="132192"/>
                  <a:pt x="214718" y="129874"/>
                  <a:pt x="218775" y="126396"/>
                </a:cubicBezTo>
                <a:cubicBezTo>
                  <a:pt x="216778" y="110225"/>
                  <a:pt x="215779" y="98114"/>
                  <a:pt x="215779" y="90061"/>
                </a:cubicBezTo>
                <a:close/>
                <a:moveTo>
                  <a:pt x="327716" y="77087"/>
                </a:moveTo>
                <a:cubicBezTo>
                  <a:pt x="324284" y="77087"/>
                  <a:pt x="321881" y="75963"/>
                  <a:pt x="320508" y="73714"/>
                </a:cubicBezTo>
                <a:cubicBezTo>
                  <a:pt x="319572" y="72135"/>
                  <a:pt x="318761" y="68854"/>
                  <a:pt x="318075" y="63872"/>
                </a:cubicBezTo>
                <a:cubicBezTo>
                  <a:pt x="313394" y="65032"/>
                  <a:pt x="306187" y="67171"/>
                  <a:pt x="296452" y="70287"/>
                </a:cubicBezTo>
                <a:cubicBezTo>
                  <a:pt x="286405" y="74199"/>
                  <a:pt x="281350" y="79026"/>
                  <a:pt x="281288" y="84770"/>
                </a:cubicBezTo>
                <a:cubicBezTo>
                  <a:pt x="283160" y="85443"/>
                  <a:pt x="285001" y="85932"/>
                  <a:pt x="286810" y="86238"/>
                </a:cubicBezTo>
                <a:cubicBezTo>
                  <a:pt x="301163" y="88743"/>
                  <a:pt x="311834" y="92195"/>
                  <a:pt x="318823" y="96596"/>
                </a:cubicBezTo>
                <a:cubicBezTo>
                  <a:pt x="328995" y="103015"/>
                  <a:pt x="334081" y="112305"/>
                  <a:pt x="334081" y="124469"/>
                </a:cubicBezTo>
                <a:cubicBezTo>
                  <a:pt x="334081" y="134432"/>
                  <a:pt x="329682" y="141949"/>
                  <a:pt x="320883" y="147021"/>
                </a:cubicBezTo>
                <a:cubicBezTo>
                  <a:pt x="313582" y="151178"/>
                  <a:pt x="304346" y="153256"/>
                  <a:pt x="293176" y="153256"/>
                </a:cubicBezTo>
                <a:cubicBezTo>
                  <a:pt x="285001" y="153256"/>
                  <a:pt x="277200" y="151910"/>
                  <a:pt x="269774" y="149218"/>
                </a:cubicBezTo>
                <a:cubicBezTo>
                  <a:pt x="260164" y="145792"/>
                  <a:pt x="255359" y="141020"/>
                  <a:pt x="255359" y="134902"/>
                </a:cubicBezTo>
                <a:cubicBezTo>
                  <a:pt x="255359" y="132455"/>
                  <a:pt x="256342" y="130313"/>
                  <a:pt x="258308" y="128478"/>
                </a:cubicBezTo>
                <a:cubicBezTo>
                  <a:pt x="260273" y="126643"/>
                  <a:pt x="262504" y="125725"/>
                  <a:pt x="265000" y="125725"/>
                </a:cubicBezTo>
                <a:cubicBezTo>
                  <a:pt x="266935" y="125725"/>
                  <a:pt x="269431" y="127193"/>
                  <a:pt x="272489" y="130130"/>
                </a:cubicBezTo>
                <a:cubicBezTo>
                  <a:pt x="273987" y="131537"/>
                  <a:pt x="277356" y="132699"/>
                  <a:pt x="282598" y="133617"/>
                </a:cubicBezTo>
                <a:cubicBezTo>
                  <a:pt x="286779" y="134351"/>
                  <a:pt x="290305" y="134718"/>
                  <a:pt x="293176" y="134718"/>
                </a:cubicBezTo>
                <a:cubicBezTo>
                  <a:pt x="298418" y="134718"/>
                  <a:pt x="303035" y="134107"/>
                  <a:pt x="307029" y="132886"/>
                </a:cubicBezTo>
                <a:cubicBezTo>
                  <a:pt x="312833" y="131113"/>
                  <a:pt x="315734" y="128303"/>
                  <a:pt x="315734" y="124454"/>
                </a:cubicBezTo>
                <a:cubicBezTo>
                  <a:pt x="315734" y="116144"/>
                  <a:pt x="309806" y="110522"/>
                  <a:pt x="297949" y="107589"/>
                </a:cubicBezTo>
                <a:lnTo>
                  <a:pt x="288215" y="105478"/>
                </a:lnTo>
                <a:cubicBezTo>
                  <a:pt x="279915" y="103702"/>
                  <a:pt x="274018" y="101620"/>
                  <a:pt x="270523" y="99232"/>
                </a:cubicBezTo>
                <a:cubicBezTo>
                  <a:pt x="265468" y="95804"/>
                  <a:pt x="262941" y="90632"/>
                  <a:pt x="262941" y="83717"/>
                </a:cubicBezTo>
                <a:cubicBezTo>
                  <a:pt x="262941" y="70923"/>
                  <a:pt x="269088" y="61801"/>
                  <a:pt x="281381" y="56352"/>
                </a:cubicBezTo>
                <a:cubicBezTo>
                  <a:pt x="285126" y="54701"/>
                  <a:pt x="291116" y="52728"/>
                  <a:pt x="299354" y="50433"/>
                </a:cubicBezTo>
                <a:cubicBezTo>
                  <a:pt x="307591" y="48137"/>
                  <a:pt x="313488" y="46193"/>
                  <a:pt x="317045" y="44600"/>
                </a:cubicBezTo>
                <a:cubicBezTo>
                  <a:pt x="319604" y="43499"/>
                  <a:pt x="322380" y="42948"/>
                  <a:pt x="325376" y="42948"/>
                </a:cubicBezTo>
                <a:cubicBezTo>
                  <a:pt x="328059" y="42948"/>
                  <a:pt x="330259" y="43805"/>
                  <a:pt x="331975" y="45518"/>
                </a:cubicBezTo>
                <a:cubicBezTo>
                  <a:pt x="333691" y="47231"/>
                  <a:pt x="334549" y="49464"/>
                  <a:pt x="334549" y="52217"/>
                </a:cubicBezTo>
                <a:cubicBezTo>
                  <a:pt x="334549" y="53991"/>
                  <a:pt x="334939" y="56591"/>
                  <a:pt x="335719" y="60018"/>
                </a:cubicBezTo>
                <a:cubicBezTo>
                  <a:pt x="336499" y="63444"/>
                  <a:pt x="336889" y="66044"/>
                  <a:pt x="336889" y="67818"/>
                </a:cubicBezTo>
                <a:cubicBezTo>
                  <a:pt x="336889" y="70571"/>
                  <a:pt x="336031" y="72804"/>
                  <a:pt x="334315" y="74517"/>
                </a:cubicBezTo>
                <a:cubicBezTo>
                  <a:pt x="332599" y="76230"/>
                  <a:pt x="330399" y="77087"/>
                  <a:pt x="327716" y="77087"/>
                </a:cubicBezTo>
                <a:close/>
                <a:moveTo>
                  <a:pt x="425696" y="77087"/>
                </a:moveTo>
                <a:cubicBezTo>
                  <a:pt x="422264" y="77087"/>
                  <a:pt x="419861" y="75963"/>
                  <a:pt x="418488" y="73714"/>
                </a:cubicBezTo>
                <a:cubicBezTo>
                  <a:pt x="417552" y="72135"/>
                  <a:pt x="416741" y="68854"/>
                  <a:pt x="416054" y="63872"/>
                </a:cubicBezTo>
                <a:cubicBezTo>
                  <a:pt x="411374" y="65032"/>
                  <a:pt x="404167" y="67171"/>
                  <a:pt x="394432" y="70287"/>
                </a:cubicBezTo>
                <a:cubicBezTo>
                  <a:pt x="384385" y="74199"/>
                  <a:pt x="379330" y="79026"/>
                  <a:pt x="379268" y="84770"/>
                </a:cubicBezTo>
                <a:cubicBezTo>
                  <a:pt x="381140" y="85443"/>
                  <a:pt x="382981" y="85932"/>
                  <a:pt x="384790" y="86238"/>
                </a:cubicBezTo>
                <a:cubicBezTo>
                  <a:pt x="399143" y="88743"/>
                  <a:pt x="409814" y="92195"/>
                  <a:pt x="416803" y="96596"/>
                </a:cubicBezTo>
                <a:cubicBezTo>
                  <a:pt x="426975" y="103015"/>
                  <a:pt x="432061" y="112305"/>
                  <a:pt x="432061" y="124469"/>
                </a:cubicBezTo>
                <a:cubicBezTo>
                  <a:pt x="432061" y="134432"/>
                  <a:pt x="427662" y="141949"/>
                  <a:pt x="418863" y="147021"/>
                </a:cubicBezTo>
                <a:cubicBezTo>
                  <a:pt x="411561" y="151178"/>
                  <a:pt x="402326" y="153256"/>
                  <a:pt x="391155" y="153256"/>
                </a:cubicBezTo>
                <a:cubicBezTo>
                  <a:pt x="382981" y="153256"/>
                  <a:pt x="375180" y="151910"/>
                  <a:pt x="367754" y="149218"/>
                </a:cubicBezTo>
                <a:cubicBezTo>
                  <a:pt x="358144" y="145792"/>
                  <a:pt x="353339" y="141020"/>
                  <a:pt x="353339" y="134902"/>
                </a:cubicBezTo>
                <a:cubicBezTo>
                  <a:pt x="353339" y="132455"/>
                  <a:pt x="354322" y="130313"/>
                  <a:pt x="356287" y="128478"/>
                </a:cubicBezTo>
                <a:cubicBezTo>
                  <a:pt x="358253" y="126643"/>
                  <a:pt x="360484" y="125725"/>
                  <a:pt x="362980" y="125725"/>
                </a:cubicBezTo>
                <a:cubicBezTo>
                  <a:pt x="364915" y="125725"/>
                  <a:pt x="367411" y="127193"/>
                  <a:pt x="370469" y="130130"/>
                </a:cubicBezTo>
                <a:cubicBezTo>
                  <a:pt x="371966" y="131537"/>
                  <a:pt x="375336" y="132699"/>
                  <a:pt x="380578" y="133617"/>
                </a:cubicBezTo>
                <a:cubicBezTo>
                  <a:pt x="384759" y="134351"/>
                  <a:pt x="388285" y="134718"/>
                  <a:pt x="391155" y="134718"/>
                </a:cubicBezTo>
                <a:cubicBezTo>
                  <a:pt x="396397" y="134718"/>
                  <a:pt x="401015" y="134107"/>
                  <a:pt x="405009" y="132886"/>
                </a:cubicBezTo>
                <a:cubicBezTo>
                  <a:pt x="410813" y="131113"/>
                  <a:pt x="413714" y="128303"/>
                  <a:pt x="413714" y="124454"/>
                </a:cubicBezTo>
                <a:cubicBezTo>
                  <a:pt x="413714" y="116144"/>
                  <a:pt x="407786" y="110522"/>
                  <a:pt x="395929" y="107589"/>
                </a:cubicBezTo>
                <a:lnTo>
                  <a:pt x="386194" y="105478"/>
                </a:lnTo>
                <a:cubicBezTo>
                  <a:pt x="377895" y="103702"/>
                  <a:pt x="371998" y="101620"/>
                  <a:pt x="368503" y="99232"/>
                </a:cubicBezTo>
                <a:cubicBezTo>
                  <a:pt x="363448" y="95804"/>
                  <a:pt x="360921" y="90632"/>
                  <a:pt x="360921" y="83717"/>
                </a:cubicBezTo>
                <a:cubicBezTo>
                  <a:pt x="360921" y="70923"/>
                  <a:pt x="367068" y="61801"/>
                  <a:pt x="379361" y="56352"/>
                </a:cubicBezTo>
                <a:cubicBezTo>
                  <a:pt x="383105" y="54701"/>
                  <a:pt x="389096" y="52728"/>
                  <a:pt x="397333" y="50433"/>
                </a:cubicBezTo>
                <a:cubicBezTo>
                  <a:pt x="405571" y="48137"/>
                  <a:pt x="411468" y="46193"/>
                  <a:pt x="415025" y="44600"/>
                </a:cubicBezTo>
                <a:cubicBezTo>
                  <a:pt x="417583" y="43499"/>
                  <a:pt x="420360" y="42948"/>
                  <a:pt x="423356" y="42948"/>
                </a:cubicBezTo>
                <a:cubicBezTo>
                  <a:pt x="426039" y="42948"/>
                  <a:pt x="428239" y="43805"/>
                  <a:pt x="429955" y="45518"/>
                </a:cubicBezTo>
                <a:cubicBezTo>
                  <a:pt x="431671" y="47231"/>
                  <a:pt x="432529" y="49464"/>
                  <a:pt x="432529" y="52217"/>
                </a:cubicBezTo>
                <a:cubicBezTo>
                  <a:pt x="432529" y="53991"/>
                  <a:pt x="432919" y="56591"/>
                  <a:pt x="433699" y="60018"/>
                </a:cubicBezTo>
                <a:cubicBezTo>
                  <a:pt x="434479" y="63444"/>
                  <a:pt x="434869" y="66044"/>
                  <a:pt x="434869" y="67818"/>
                </a:cubicBezTo>
                <a:cubicBezTo>
                  <a:pt x="434869" y="70571"/>
                  <a:pt x="434011" y="72804"/>
                  <a:pt x="432295" y="74517"/>
                </a:cubicBezTo>
                <a:cubicBezTo>
                  <a:pt x="430579" y="76230"/>
                  <a:pt x="428379" y="77087"/>
                  <a:pt x="425696" y="77087"/>
                </a:cubicBezTo>
                <a:close/>
                <a:moveTo>
                  <a:pt x="478371" y="31569"/>
                </a:moveTo>
                <a:cubicBezTo>
                  <a:pt x="475375" y="31569"/>
                  <a:pt x="472786" y="30529"/>
                  <a:pt x="470601" y="28449"/>
                </a:cubicBezTo>
                <a:cubicBezTo>
                  <a:pt x="468417" y="26369"/>
                  <a:pt x="467325" y="23860"/>
                  <a:pt x="467325" y="20924"/>
                </a:cubicBezTo>
                <a:cubicBezTo>
                  <a:pt x="467325" y="17987"/>
                  <a:pt x="468417" y="15479"/>
                  <a:pt x="470601" y="13398"/>
                </a:cubicBezTo>
                <a:cubicBezTo>
                  <a:pt x="472786" y="11318"/>
                  <a:pt x="475375" y="10278"/>
                  <a:pt x="478371" y="10278"/>
                </a:cubicBezTo>
                <a:cubicBezTo>
                  <a:pt x="481366" y="10278"/>
                  <a:pt x="483940" y="11318"/>
                  <a:pt x="486093" y="13398"/>
                </a:cubicBezTo>
                <a:cubicBezTo>
                  <a:pt x="488246" y="15479"/>
                  <a:pt x="489323" y="17987"/>
                  <a:pt x="489323" y="20924"/>
                </a:cubicBezTo>
                <a:cubicBezTo>
                  <a:pt x="489323" y="23860"/>
                  <a:pt x="488246" y="26369"/>
                  <a:pt x="486093" y="28449"/>
                </a:cubicBezTo>
                <a:cubicBezTo>
                  <a:pt x="483940" y="30529"/>
                  <a:pt x="481366" y="31569"/>
                  <a:pt x="478371" y="31569"/>
                </a:cubicBezTo>
                <a:moveTo>
                  <a:pt x="482583" y="106138"/>
                </a:moveTo>
                <a:cubicBezTo>
                  <a:pt x="482583" y="109812"/>
                  <a:pt x="482692" y="115309"/>
                  <a:pt x="482911" y="122628"/>
                </a:cubicBezTo>
                <a:cubicBezTo>
                  <a:pt x="483129" y="129944"/>
                  <a:pt x="483238" y="135440"/>
                  <a:pt x="483238" y="139115"/>
                </a:cubicBezTo>
                <a:cubicBezTo>
                  <a:pt x="483238" y="141809"/>
                  <a:pt x="482396" y="144013"/>
                  <a:pt x="480711" y="145728"/>
                </a:cubicBezTo>
                <a:cubicBezTo>
                  <a:pt x="479026" y="147443"/>
                  <a:pt x="476811" y="148300"/>
                  <a:pt x="474065" y="148300"/>
                </a:cubicBezTo>
                <a:cubicBezTo>
                  <a:pt x="471381" y="148300"/>
                  <a:pt x="469182" y="147443"/>
                  <a:pt x="467466" y="145728"/>
                </a:cubicBezTo>
                <a:cubicBezTo>
                  <a:pt x="465750" y="144013"/>
                  <a:pt x="464892" y="141809"/>
                  <a:pt x="464892" y="139115"/>
                </a:cubicBezTo>
                <a:cubicBezTo>
                  <a:pt x="464892" y="135440"/>
                  <a:pt x="464782" y="129944"/>
                  <a:pt x="464564" y="122628"/>
                </a:cubicBezTo>
                <a:cubicBezTo>
                  <a:pt x="464345" y="115309"/>
                  <a:pt x="464236" y="109812"/>
                  <a:pt x="464236" y="106138"/>
                </a:cubicBezTo>
                <a:cubicBezTo>
                  <a:pt x="464236" y="100381"/>
                  <a:pt x="464548" y="93201"/>
                  <a:pt x="465172" y="84598"/>
                </a:cubicBezTo>
                <a:cubicBezTo>
                  <a:pt x="465796" y="75992"/>
                  <a:pt x="466108" y="68811"/>
                  <a:pt x="466108" y="63055"/>
                </a:cubicBezTo>
                <a:cubicBezTo>
                  <a:pt x="466108" y="60300"/>
                  <a:pt x="466966" y="58065"/>
                  <a:pt x="468683" y="56350"/>
                </a:cubicBezTo>
                <a:cubicBezTo>
                  <a:pt x="470399" y="54635"/>
                  <a:pt x="472598" y="53777"/>
                  <a:pt x="475282" y="53777"/>
                </a:cubicBezTo>
                <a:cubicBezTo>
                  <a:pt x="477965" y="53777"/>
                  <a:pt x="480165" y="54635"/>
                  <a:pt x="481881" y="56350"/>
                </a:cubicBezTo>
                <a:cubicBezTo>
                  <a:pt x="483597" y="58065"/>
                  <a:pt x="484455" y="60300"/>
                  <a:pt x="484455" y="63055"/>
                </a:cubicBezTo>
                <a:cubicBezTo>
                  <a:pt x="484455" y="68811"/>
                  <a:pt x="484143" y="75992"/>
                  <a:pt x="483519" y="84598"/>
                </a:cubicBezTo>
                <a:cubicBezTo>
                  <a:pt x="482895" y="93201"/>
                  <a:pt x="482583" y="100381"/>
                  <a:pt x="482583" y="106138"/>
                </a:cubicBezTo>
                <a:close/>
                <a:moveTo>
                  <a:pt x="559373" y="153623"/>
                </a:moveTo>
                <a:cubicBezTo>
                  <a:pt x="546581" y="153623"/>
                  <a:pt x="535910" y="149823"/>
                  <a:pt x="527360" y="142223"/>
                </a:cubicBezTo>
                <a:cubicBezTo>
                  <a:pt x="518374" y="134257"/>
                  <a:pt x="513881" y="123745"/>
                  <a:pt x="513881" y="110689"/>
                </a:cubicBezTo>
                <a:cubicBezTo>
                  <a:pt x="513881" y="98248"/>
                  <a:pt x="518093" y="85409"/>
                  <a:pt x="526518" y="72171"/>
                </a:cubicBezTo>
                <a:cubicBezTo>
                  <a:pt x="535879" y="57461"/>
                  <a:pt x="546425" y="50106"/>
                  <a:pt x="558157" y="50106"/>
                </a:cubicBezTo>
                <a:cubicBezTo>
                  <a:pt x="564272" y="50106"/>
                  <a:pt x="571105" y="51518"/>
                  <a:pt x="578656" y="54342"/>
                </a:cubicBezTo>
                <a:cubicBezTo>
                  <a:pt x="588204" y="57965"/>
                  <a:pt x="592978" y="62385"/>
                  <a:pt x="592978" y="67603"/>
                </a:cubicBezTo>
                <a:cubicBezTo>
                  <a:pt x="592978" y="69935"/>
                  <a:pt x="592198" y="72008"/>
                  <a:pt x="590638" y="73820"/>
                </a:cubicBezTo>
                <a:cubicBezTo>
                  <a:pt x="589078" y="75631"/>
                  <a:pt x="587143" y="76536"/>
                  <a:pt x="584834" y="76536"/>
                </a:cubicBezTo>
                <a:cubicBezTo>
                  <a:pt x="583024" y="76536"/>
                  <a:pt x="581449" y="75996"/>
                  <a:pt x="580107" y="74916"/>
                </a:cubicBezTo>
                <a:cubicBezTo>
                  <a:pt x="578765" y="73834"/>
                  <a:pt x="577471" y="72767"/>
                  <a:pt x="576222" y="71715"/>
                </a:cubicBezTo>
                <a:cubicBezTo>
                  <a:pt x="572541" y="68811"/>
                  <a:pt x="566519" y="67359"/>
                  <a:pt x="558157" y="67359"/>
                </a:cubicBezTo>
                <a:cubicBezTo>
                  <a:pt x="551791" y="67359"/>
                  <a:pt x="545489" y="72942"/>
                  <a:pt x="539248" y="84107"/>
                </a:cubicBezTo>
                <a:cubicBezTo>
                  <a:pt x="533570" y="94351"/>
                  <a:pt x="530730" y="103214"/>
                  <a:pt x="530730" y="110698"/>
                </a:cubicBezTo>
                <a:cubicBezTo>
                  <a:pt x="530730" y="118794"/>
                  <a:pt x="533538" y="125174"/>
                  <a:pt x="539155" y="129837"/>
                </a:cubicBezTo>
                <a:cubicBezTo>
                  <a:pt x="544397" y="134193"/>
                  <a:pt x="551136" y="136370"/>
                  <a:pt x="559373" y="136370"/>
                </a:cubicBezTo>
                <a:cubicBezTo>
                  <a:pt x="563118" y="136370"/>
                  <a:pt x="567112" y="135391"/>
                  <a:pt x="571355" y="133434"/>
                </a:cubicBezTo>
                <a:lnTo>
                  <a:pt x="582213" y="127744"/>
                </a:lnTo>
                <a:cubicBezTo>
                  <a:pt x="584085" y="126765"/>
                  <a:pt x="585427" y="126275"/>
                  <a:pt x="586238" y="126275"/>
                </a:cubicBezTo>
                <a:cubicBezTo>
                  <a:pt x="588547" y="126275"/>
                  <a:pt x="590544" y="127178"/>
                  <a:pt x="592229" y="128983"/>
                </a:cubicBezTo>
                <a:cubicBezTo>
                  <a:pt x="593914" y="130788"/>
                  <a:pt x="594756" y="132852"/>
                  <a:pt x="594756" y="135177"/>
                </a:cubicBezTo>
                <a:cubicBezTo>
                  <a:pt x="594756" y="139643"/>
                  <a:pt x="589951" y="143956"/>
                  <a:pt x="580341" y="148117"/>
                </a:cubicBezTo>
                <a:cubicBezTo>
                  <a:pt x="571917" y="151788"/>
                  <a:pt x="564927" y="153623"/>
                  <a:pt x="559373" y="153623"/>
                </a:cubicBezTo>
                <a:close/>
                <a:moveTo>
                  <a:pt x="692559" y="153806"/>
                </a:moveTo>
                <a:cubicBezTo>
                  <a:pt x="691373" y="153806"/>
                  <a:pt x="689220" y="152449"/>
                  <a:pt x="686100" y="149734"/>
                </a:cubicBezTo>
                <a:cubicBezTo>
                  <a:pt x="683292" y="147205"/>
                  <a:pt x="681201" y="144953"/>
                  <a:pt x="679828" y="142978"/>
                </a:cubicBezTo>
                <a:cubicBezTo>
                  <a:pt x="673838" y="146190"/>
                  <a:pt x="668564" y="148614"/>
                  <a:pt x="664009" y="150250"/>
                </a:cubicBezTo>
                <a:cubicBezTo>
                  <a:pt x="659454" y="151887"/>
                  <a:pt x="655647" y="152705"/>
                  <a:pt x="652589" y="152705"/>
                </a:cubicBezTo>
                <a:cubicBezTo>
                  <a:pt x="637987" y="152705"/>
                  <a:pt x="627347" y="148667"/>
                  <a:pt x="620670" y="140592"/>
                </a:cubicBezTo>
                <a:cubicBezTo>
                  <a:pt x="614367" y="133005"/>
                  <a:pt x="611216" y="121381"/>
                  <a:pt x="611216" y="105719"/>
                </a:cubicBezTo>
                <a:cubicBezTo>
                  <a:pt x="611216" y="90913"/>
                  <a:pt x="616411" y="78249"/>
                  <a:pt x="626801" y="67726"/>
                </a:cubicBezTo>
                <a:cubicBezTo>
                  <a:pt x="637191" y="57203"/>
                  <a:pt x="649594" y="51942"/>
                  <a:pt x="664009" y="51942"/>
                </a:cubicBezTo>
                <a:cubicBezTo>
                  <a:pt x="669438" y="51942"/>
                  <a:pt x="675522" y="53318"/>
                  <a:pt x="682262" y="56071"/>
                </a:cubicBezTo>
                <a:cubicBezTo>
                  <a:pt x="690749" y="59498"/>
                  <a:pt x="694992" y="63627"/>
                  <a:pt x="694992" y="68460"/>
                </a:cubicBezTo>
                <a:cubicBezTo>
                  <a:pt x="694992" y="70112"/>
                  <a:pt x="694368" y="71581"/>
                  <a:pt x="693120" y="72865"/>
                </a:cubicBezTo>
                <a:cubicBezTo>
                  <a:pt x="692496" y="75190"/>
                  <a:pt x="692013" y="79014"/>
                  <a:pt x="691669" y="84337"/>
                </a:cubicBezTo>
                <a:cubicBezTo>
                  <a:pt x="691326" y="89659"/>
                  <a:pt x="691123" y="96481"/>
                  <a:pt x="691061" y="104801"/>
                </a:cubicBezTo>
                <a:cubicBezTo>
                  <a:pt x="690999" y="112388"/>
                  <a:pt x="691529" y="118383"/>
                  <a:pt x="692652" y="122788"/>
                </a:cubicBezTo>
                <a:cubicBezTo>
                  <a:pt x="693276" y="125480"/>
                  <a:pt x="695242" y="130864"/>
                  <a:pt x="698549" y="138940"/>
                </a:cubicBezTo>
                <a:cubicBezTo>
                  <a:pt x="698986" y="140041"/>
                  <a:pt x="699704" y="141662"/>
                  <a:pt x="700702" y="143804"/>
                </a:cubicBezTo>
                <a:lnTo>
                  <a:pt x="701264" y="145364"/>
                </a:lnTo>
                <a:cubicBezTo>
                  <a:pt x="701264" y="147811"/>
                  <a:pt x="700390" y="149830"/>
                  <a:pt x="698643" y="151420"/>
                </a:cubicBezTo>
                <a:cubicBezTo>
                  <a:pt x="696896" y="153011"/>
                  <a:pt x="694868" y="153806"/>
                  <a:pt x="692559" y="153806"/>
                </a:cubicBezTo>
                <a:moveTo>
                  <a:pt x="673089" y="90061"/>
                </a:moveTo>
                <a:cubicBezTo>
                  <a:pt x="673089" y="87436"/>
                  <a:pt x="673260" y="84583"/>
                  <a:pt x="673604" y="81503"/>
                </a:cubicBezTo>
                <a:cubicBezTo>
                  <a:pt x="673947" y="78421"/>
                  <a:pt x="674462" y="75141"/>
                  <a:pt x="675148" y="71664"/>
                </a:cubicBezTo>
                <a:cubicBezTo>
                  <a:pt x="672839" y="70503"/>
                  <a:pt x="670858" y="69649"/>
                  <a:pt x="669204" y="69100"/>
                </a:cubicBezTo>
                <a:cubicBezTo>
                  <a:pt x="667550" y="68551"/>
                  <a:pt x="666224" y="68277"/>
                  <a:pt x="665226" y="68277"/>
                </a:cubicBezTo>
                <a:cubicBezTo>
                  <a:pt x="655553" y="68277"/>
                  <a:pt x="647207" y="72136"/>
                  <a:pt x="640186" y="79854"/>
                </a:cubicBezTo>
                <a:cubicBezTo>
                  <a:pt x="633166" y="87572"/>
                  <a:pt x="629656" y="96466"/>
                  <a:pt x="629656" y="106533"/>
                </a:cubicBezTo>
                <a:cubicBezTo>
                  <a:pt x="629656" y="116540"/>
                  <a:pt x="631465" y="124045"/>
                  <a:pt x="635085" y="129049"/>
                </a:cubicBezTo>
                <a:cubicBezTo>
                  <a:pt x="638704" y="134052"/>
                  <a:pt x="644133" y="136554"/>
                  <a:pt x="651372" y="136554"/>
                </a:cubicBezTo>
                <a:cubicBezTo>
                  <a:pt x="657363" y="136554"/>
                  <a:pt x="662449" y="135486"/>
                  <a:pt x="666630" y="133350"/>
                </a:cubicBezTo>
                <a:cubicBezTo>
                  <a:pt x="668876" y="132192"/>
                  <a:pt x="672028" y="129874"/>
                  <a:pt x="676084" y="126396"/>
                </a:cubicBezTo>
                <a:cubicBezTo>
                  <a:pt x="674087" y="110225"/>
                  <a:pt x="673089" y="98114"/>
                  <a:pt x="673089" y="90061"/>
                </a:cubicBezTo>
                <a:close/>
                <a:moveTo>
                  <a:pt x="745617" y="75618"/>
                </a:moveTo>
                <a:lnTo>
                  <a:pt x="744213" y="121283"/>
                </a:lnTo>
                <a:cubicBezTo>
                  <a:pt x="744213" y="126122"/>
                  <a:pt x="743964" y="133227"/>
                  <a:pt x="743465" y="142599"/>
                </a:cubicBezTo>
                <a:cubicBezTo>
                  <a:pt x="742841" y="148725"/>
                  <a:pt x="739783" y="151788"/>
                  <a:pt x="734291" y="151788"/>
                </a:cubicBezTo>
                <a:cubicBezTo>
                  <a:pt x="728176" y="151788"/>
                  <a:pt x="725118" y="148664"/>
                  <a:pt x="725118" y="142416"/>
                </a:cubicBezTo>
                <a:cubicBezTo>
                  <a:pt x="725118" y="135003"/>
                  <a:pt x="725461" y="123870"/>
                  <a:pt x="726148" y="109017"/>
                </a:cubicBezTo>
                <a:cubicBezTo>
                  <a:pt x="726834" y="94164"/>
                  <a:pt x="727177" y="83031"/>
                  <a:pt x="727177" y="75618"/>
                </a:cubicBezTo>
                <a:cubicBezTo>
                  <a:pt x="727177" y="65941"/>
                  <a:pt x="727333" y="54869"/>
                  <a:pt x="727645" y="42403"/>
                </a:cubicBezTo>
                <a:cubicBezTo>
                  <a:pt x="727957" y="29938"/>
                  <a:pt x="728113" y="18866"/>
                  <a:pt x="728113" y="9188"/>
                </a:cubicBezTo>
                <a:cubicBezTo>
                  <a:pt x="728113" y="3063"/>
                  <a:pt x="731171" y="0"/>
                  <a:pt x="737287" y="0"/>
                </a:cubicBezTo>
                <a:cubicBezTo>
                  <a:pt x="743465" y="0"/>
                  <a:pt x="746554" y="3063"/>
                  <a:pt x="746554" y="9188"/>
                </a:cubicBezTo>
                <a:cubicBezTo>
                  <a:pt x="746554" y="18866"/>
                  <a:pt x="746398" y="29938"/>
                  <a:pt x="746086" y="42403"/>
                </a:cubicBezTo>
                <a:cubicBezTo>
                  <a:pt x="745773" y="54869"/>
                  <a:pt x="745617" y="65941"/>
                  <a:pt x="745617" y="75618"/>
                </a:cubicBezTo>
                <a:close/>
                <a:moveTo>
                  <a:pt x="877295" y="153623"/>
                </a:moveTo>
                <a:cubicBezTo>
                  <a:pt x="864502" y="153623"/>
                  <a:pt x="853831" y="149823"/>
                  <a:pt x="845282" y="142223"/>
                </a:cubicBezTo>
                <a:cubicBezTo>
                  <a:pt x="836296" y="134257"/>
                  <a:pt x="831803" y="123745"/>
                  <a:pt x="831803" y="110689"/>
                </a:cubicBezTo>
                <a:cubicBezTo>
                  <a:pt x="831803" y="98248"/>
                  <a:pt x="836015" y="85409"/>
                  <a:pt x="844440" y="72171"/>
                </a:cubicBezTo>
                <a:cubicBezTo>
                  <a:pt x="853800" y="57461"/>
                  <a:pt x="864346" y="50106"/>
                  <a:pt x="876078" y="50106"/>
                </a:cubicBezTo>
                <a:cubicBezTo>
                  <a:pt x="882194" y="50106"/>
                  <a:pt x="889027" y="51518"/>
                  <a:pt x="896578" y="54342"/>
                </a:cubicBezTo>
                <a:cubicBezTo>
                  <a:pt x="906125" y="57965"/>
                  <a:pt x="910899" y="62385"/>
                  <a:pt x="910899" y="67603"/>
                </a:cubicBezTo>
                <a:cubicBezTo>
                  <a:pt x="910899" y="69935"/>
                  <a:pt x="910119" y="72008"/>
                  <a:pt x="908559" y="73820"/>
                </a:cubicBezTo>
                <a:cubicBezTo>
                  <a:pt x="906999" y="75631"/>
                  <a:pt x="905065" y="76536"/>
                  <a:pt x="902756" y="76536"/>
                </a:cubicBezTo>
                <a:cubicBezTo>
                  <a:pt x="900946" y="76536"/>
                  <a:pt x="899370" y="75996"/>
                  <a:pt x="898029" y="74916"/>
                </a:cubicBezTo>
                <a:cubicBezTo>
                  <a:pt x="896687" y="73834"/>
                  <a:pt x="895392" y="72767"/>
                  <a:pt x="894144" y="71715"/>
                </a:cubicBezTo>
                <a:cubicBezTo>
                  <a:pt x="890462" y="68811"/>
                  <a:pt x="884440" y="67359"/>
                  <a:pt x="876078" y="67359"/>
                </a:cubicBezTo>
                <a:cubicBezTo>
                  <a:pt x="869713" y="67359"/>
                  <a:pt x="863410" y="72942"/>
                  <a:pt x="857170" y="84107"/>
                </a:cubicBezTo>
                <a:cubicBezTo>
                  <a:pt x="851491" y="94351"/>
                  <a:pt x="848652" y="103214"/>
                  <a:pt x="848652" y="110698"/>
                </a:cubicBezTo>
                <a:cubicBezTo>
                  <a:pt x="848652" y="118794"/>
                  <a:pt x="851460" y="125174"/>
                  <a:pt x="857076" y="129837"/>
                </a:cubicBezTo>
                <a:cubicBezTo>
                  <a:pt x="862318" y="134193"/>
                  <a:pt x="869058" y="136370"/>
                  <a:pt x="877295" y="136370"/>
                </a:cubicBezTo>
                <a:cubicBezTo>
                  <a:pt x="881039" y="136370"/>
                  <a:pt x="885033" y="135391"/>
                  <a:pt x="889277" y="133434"/>
                </a:cubicBezTo>
                <a:lnTo>
                  <a:pt x="900135" y="127744"/>
                </a:lnTo>
                <a:cubicBezTo>
                  <a:pt x="902007" y="126765"/>
                  <a:pt x="903349" y="126275"/>
                  <a:pt x="904160" y="126275"/>
                </a:cubicBezTo>
                <a:cubicBezTo>
                  <a:pt x="906469" y="126275"/>
                  <a:pt x="908466" y="127178"/>
                  <a:pt x="910151" y="128983"/>
                </a:cubicBezTo>
                <a:cubicBezTo>
                  <a:pt x="911835" y="130788"/>
                  <a:pt x="912678" y="132852"/>
                  <a:pt x="912678" y="135177"/>
                </a:cubicBezTo>
                <a:cubicBezTo>
                  <a:pt x="912678" y="139643"/>
                  <a:pt x="907873" y="143956"/>
                  <a:pt x="898263" y="148117"/>
                </a:cubicBezTo>
                <a:cubicBezTo>
                  <a:pt x="889838" y="151788"/>
                  <a:pt x="882849" y="153623"/>
                  <a:pt x="877295" y="153623"/>
                </a:cubicBezTo>
                <a:close/>
                <a:moveTo>
                  <a:pt x="972476" y="153256"/>
                </a:moveTo>
                <a:cubicBezTo>
                  <a:pt x="961993" y="153256"/>
                  <a:pt x="952975" y="149456"/>
                  <a:pt x="945424" y="141856"/>
                </a:cubicBezTo>
                <a:cubicBezTo>
                  <a:pt x="937000" y="133398"/>
                  <a:pt x="932569" y="122028"/>
                  <a:pt x="932132" y="107747"/>
                </a:cubicBezTo>
                <a:cubicBezTo>
                  <a:pt x="931758" y="93895"/>
                  <a:pt x="935315" y="81698"/>
                  <a:pt x="942803" y="71156"/>
                </a:cubicBezTo>
                <a:cubicBezTo>
                  <a:pt x="951540" y="58714"/>
                  <a:pt x="963709" y="52492"/>
                  <a:pt x="979310" y="52492"/>
                </a:cubicBezTo>
                <a:cubicBezTo>
                  <a:pt x="991790" y="52492"/>
                  <a:pt x="1001244" y="58101"/>
                  <a:pt x="1007672" y="69318"/>
                </a:cubicBezTo>
                <a:cubicBezTo>
                  <a:pt x="1012789" y="78388"/>
                  <a:pt x="1015254" y="89297"/>
                  <a:pt x="1015067" y="102045"/>
                </a:cubicBezTo>
                <a:cubicBezTo>
                  <a:pt x="1014880" y="115652"/>
                  <a:pt x="1011260" y="127268"/>
                  <a:pt x="1004209" y="136892"/>
                </a:cubicBezTo>
                <a:cubicBezTo>
                  <a:pt x="996221" y="147801"/>
                  <a:pt x="985643" y="153256"/>
                  <a:pt x="972476" y="153256"/>
                </a:cubicBezTo>
                <a:moveTo>
                  <a:pt x="978093" y="71213"/>
                </a:moveTo>
                <a:cubicBezTo>
                  <a:pt x="968919" y="71152"/>
                  <a:pt x="961774" y="75441"/>
                  <a:pt x="956657" y="84079"/>
                </a:cubicBezTo>
                <a:cubicBezTo>
                  <a:pt x="952601" y="91003"/>
                  <a:pt x="950573" y="98907"/>
                  <a:pt x="950573" y="107790"/>
                </a:cubicBezTo>
                <a:cubicBezTo>
                  <a:pt x="950573" y="116674"/>
                  <a:pt x="953038" y="123598"/>
                  <a:pt x="957967" y="128561"/>
                </a:cubicBezTo>
                <a:cubicBezTo>
                  <a:pt x="962086" y="132666"/>
                  <a:pt x="966922" y="134718"/>
                  <a:pt x="972476" y="134718"/>
                </a:cubicBezTo>
                <a:cubicBezTo>
                  <a:pt x="978966" y="134718"/>
                  <a:pt x="984551" y="132390"/>
                  <a:pt x="989232" y="127732"/>
                </a:cubicBezTo>
                <a:cubicBezTo>
                  <a:pt x="994536" y="122587"/>
                  <a:pt x="997344" y="115634"/>
                  <a:pt x="997656" y="106872"/>
                </a:cubicBezTo>
                <a:cubicBezTo>
                  <a:pt x="998530" y="83161"/>
                  <a:pt x="992009" y="71275"/>
                  <a:pt x="978093" y="71213"/>
                </a:cubicBezTo>
                <a:close/>
                <a:moveTo>
                  <a:pt x="1113667" y="154357"/>
                </a:moveTo>
                <a:cubicBezTo>
                  <a:pt x="1108301" y="154357"/>
                  <a:pt x="1105274" y="151476"/>
                  <a:pt x="1104588" y="145714"/>
                </a:cubicBezTo>
                <a:lnTo>
                  <a:pt x="1101967" y="125573"/>
                </a:lnTo>
                <a:cubicBezTo>
                  <a:pt x="1101093" y="118400"/>
                  <a:pt x="1100656" y="111686"/>
                  <a:pt x="1100656" y="105432"/>
                </a:cubicBezTo>
                <a:cubicBezTo>
                  <a:pt x="1100656" y="103715"/>
                  <a:pt x="1100765" y="100804"/>
                  <a:pt x="1100984" y="96697"/>
                </a:cubicBezTo>
                <a:cubicBezTo>
                  <a:pt x="1101202" y="92588"/>
                  <a:pt x="1101311" y="89676"/>
                  <a:pt x="1101311" y="87959"/>
                </a:cubicBezTo>
                <a:cubicBezTo>
                  <a:pt x="1101311" y="74715"/>
                  <a:pt x="1098815" y="68093"/>
                  <a:pt x="1093823" y="68093"/>
                </a:cubicBezTo>
                <a:cubicBezTo>
                  <a:pt x="1086834" y="68093"/>
                  <a:pt x="1080157" y="72167"/>
                  <a:pt x="1073791" y="80313"/>
                </a:cubicBezTo>
                <a:cubicBezTo>
                  <a:pt x="1068050" y="87723"/>
                  <a:pt x="1063557" y="97094"/>
                  <a:pt x="1060312" y="108423"/>
                </a:cubicBezTo>
                <a:cubicBezTo>
                  <a:pt x="1060187" y="110813"/>
                  <a:pt x="1059907" y="113815"/>
                  <a:pt x="1059470" y="117428"/>
                </a:cubicBezTo>
                <a:cubicBezTo>
                  <a:pt x="1059095" y="120491"/>
                  <a:pt x="1058908" y="123461"/>
                  <a:pt x="1058908" y="126339"/>
                </a:cubicBezTo>
                <a:cubicBezTo>
                  <a:pt x="1058908" y="128176"/>
                  <a:pt x="1059095" y="130932"/>
                  <a:pt x="1059470" y="134606"/>
                </a:cubicBezTo>
                <a:cubicBezTo>
                  <a:pt x="1059844" y="138281"/>
                  <a:pt x="1060031" y="141037"/>
                  <a:pt x="1060031" y="142874"/>
                </a:cubicBezTo>
                <a:cubicBezTo>
                  <a:pt x="1060031" y="145631"/>
                  <a:pt x="1059173" y="147867"/>
                  <a:pt x="1057457" y="149582"/>
                </a:cubicBezTo>
                <a:cubicBezTo>
                  <a:pt x="1055741" y="151297"/>
                  <a:pt x="1053541" y="152155"/>
                  <a:pt x="1050858" y="152155"/>
                </a:cubicBezTo>
                <a:cubicBezTo>
                  <a:pt x="1048112" y="152155"/>
                  <a:pt x="1045897" y="151296"/>
                  <a:pt x="1044212" y="149579"/>
                </a:cubicBezTo>
                <a:cubicBezTo>
                  <a:pt x="1042527" y="147864"/>
                  <a:pt x="1041685" y="145627"/>
                  <a:pt x="1041685" y="142869"/>
                </a:cubicBezTo>
                <a:cubicBezTo>
                  <a:pt x="1041685" y="141031"/>
                  <a:pt x="1041482" y="138274"/>
                  <a:pt x="1041076" y="134598"/>
                </a:cubicBezTo>
                <a:cubicBezTo>
                  <a:pt x="1040671" y="130919"/>
                  <a:pt x="1040468" y="128161"/>
                  <a:pt x="1040468" y="126321"/>
                </a:cubicBezTo>
                <a:cubicBezTo>
                  <a:pt x="1040468" y="120008"/>
                  <a:pt x="1040920" y="111260"/>
                  <a:pt x="1041825" y="100075"/>
                </a:cubicBezTo>
                <a:cubicBezTo>
                  <a:pt x="1042730" y="88891"/>
                  <a:pt x="1043182" y="80142"/>
                  <a:pt x="1043182" y="73829"/>
                </a:cubicBezTo>
                <a:cubicBezTo>
                  <a:pt x="1043182" y="71867"/>
                  <a:pt x="1043073" y="68957"/>
                  <a:pt x="1042855" y="65096"/>
                </a:cubicBezTo>
                <a:cubicBezTo>
                  <a:pt x="1042636" y="61234"/>
                  <a:pt x="1042527" y="58324"/>
                  <a:pt x="1042527" y="56364"/>
                </a:cubicBezTo>
                <a:cubicBezTo>
                  <a:pt x="1042527" y="53727"/>
                  <a:pt x="1043416" y="51567"/>
                  <a:pt x="1045195" y="49883"/>
                </a:cubicBezTo>
                <a:cubicBezTo>
                  <a:pt x="1046973" y="48196"/>
                  <a:pt x="1049173" y="47353"/>
                  <a:pt x="1051794" y="47353"/>
                </a:cubicBezTo>
                <a:cubicBezTo>
                  <a:pt x="1057535" y="47353"/>
                  <a:pt x="1060687" y="51346"/>
                  <a:pt x="1061248" y="59332"/>
                </a:cubicBezTo>
                <a:lnTo>
                  <a:pt x="1061529" y="70112"/>
                </a:lnTo>
                <a:cubicBezTo>
                  <a:pt x="1072013" y="56408"/>
                  <a:pt x="1082778" y="49556"/>
                  <a:pt x="1093823" y="49556"/>
                </a:cubicBezTo>
                <a:cubicBezTo>
                  <a:pt x="1103808" y="49556"/>
                  <a:pt x="1110766" y="53877"/>
                  <a:pt x="1114697" y="62518"/>
                </a:cubicBezTo>
                <a:cubicBezTo>
                  <a:pt x="1117380" y="68279"/>
                  <a:pt x="1118847" y="76798"/>
                  <a:pt x="1119096" y="88076"/>
                </a:cubicBezTo>
                <a:lnTo>
                  <a:pt x="1119096" y="97359"/>
                </a:lnTo>
                <a:lnTo>
                  <a:pt x="1119003" y="105908"/>
                </a:lnTo>
                <a:cubicBezTo>
                  <a:pt x="1119003" y="110996"/>
                  <a:pt x="1119674" y="117570"/>
                  <a:pt x="1121015" y="125630"/>
                </a:cubicBezTo>
                <a:cubicBezTo>
                  <a:pt x="1122357" y="133689"/>
                  <a:pt x="1123028" y="140230"/>
                  <a:pt x="1123028" y="145255"/>
                </a:cubicBezTo>
                <a:cubicBezTo>
                  <a:pt x="1123028" y="147952"/>
                  <a:pt x="1122139" y="150143"/>
                  <a:pt x="1120360" y="151828"/>
                </a:cubicBezTo>
                <a:cubicBezTo>
                  <a:pt x="1118582" y="153514"/>
                  <a:pt x="1116351" y="154357"/>
                  <a:pt x="1113667" y="154357"/>
                </a:cubicBezTo>
                <a:close/>
                <a:moveTo>
                  <a:pt x="1232580" y="66677"/>
                </a:moveTo>
                <a:cubicBezTo>
                  <a:pt x="1231832" y="75664"/>
                  <a:pt x="1231457" y="84652"/>
                  <a:pt x="1231457" y="93640"/>
                </a:cubicBezTo>
                <a:cubicBezTo>
                  <a:pt x="1231457" y="114001"/>
                  <a:pt x="1232424" y="129378"/>
                  <a:pt x="1234359" y="139771"/>
                </a:cubicBezTo>
                <a:cubicBezTo>
                  <a:pt x="1234484" y="140628"/>
                  <a:pt x="1234546" y="141331"/>
                  <a:pt x="1234546" y="141882"/>
                </a:cubicBezTo>
                <a:cubicBezTo>
                  <a:pt x="1234546" y="144327"/>
                  <a:pt x="1233672" y="146344"/>
                  <a:pt x="1231925" y="147933"/>
                </a:cubicBezTo>
                <a:cubicBezTo>
                  <a:pt x="1230178" y="149524"/>
                  <a:pt x="1228150" y="150319"/>
                  <a:pt x="1225841" y="150319"/>
                </a:cubicBezTo>
                <a:cubicBezTo>
                  <a:pt x="1221972" y="150319"/>
                  <a:pt x="1219132" y="147566"/>
                  <a:pt x="1217323" y="142060"/>
                </a:cubicBezTo>
                <a:cubicBezTo>
                  <a:pt x="1212830" y="145302"/>
                  <a:pt x="1208165" y="147765"/>
                  <a:pt x="1203329" y="149447"/>
                </a:cubicBezTo>
                <a:cubicBezTo>
                  <a:pt x="1198492" y="151130"/>
                  <a:pt x="1193453" y="151971"/>
                  <a:pt x="1188211" y="151971"/>
                </a:cubicBezTo>
                <a:cubicBezTo>
                  <a:pt x="1175294" y="151971"/>
                  <a:pt x="1164592" y="147746"/>
                  <a:pt x="1156105" y="139295"/>
                </a:cubicBezTo>
                <a:cubicBezTo>
                  <a:pt x="1147368" y="130661"/>
                  <a:pt x="1143000" y="119577"/>
                  <a:pt x="1143000" y="106043"/>
                </a:cubicBezTo>
                <a:cubicBezTo>
                  <a:pt x="1143000" y="89693"/>
                  <a:pt x="1147415" y="76589"/>
                  <a:pt x="1156245" y="66731"/>
                </a:cubicBezTo>
                <a:cubicBezTo>
                  <a:pt x="1165075" y="56872"/>
                  <a:pt x="1176542" y="51942"/>
                  <a:pt x="1190645" y="51942"/>
                </a:cubicBezTo>
                <a:cubicBezTo>
                  <a:pt x="1197884" y="51942"/>
                  <a:pt x="1203469" y="53043"/>
                  <a:pt x="1207401" y="55246"/>
                </a:cubicBezTo>
                <a:lnTo>
                  <a:pt x="1216199" y="61578"/>
                </a:lnTo>
                <a:cubicBezTo>
                  <a:pt x="1217073" y="35855"/>
                  <a:pt x="1218103" y="18537"/>
                  <a:pt x="1219288" y="9622"/>
                </a:cubicBezTo>
                <a:cubicBezTo>
                  <a:pt x="1220100" y="4186"/>
                  <a:pt x="1222939" y="1468"/>
                  <a:pt x="1227807" y="1468"/>
                </a:cubicBezTo>
                <a:cubicBezTo>
                  <a:pt x="1233485" y="1468"/>
                  <a:pt x="1236325" y="4434"/>
                  <a:pt x="1236325" y="10364"/>
                </a:cubicBezTo>
                <a:cubicBezTo>
                  <a:pt x="1236325" y="18863"/>
                  <a:pt x="1235077" y="37633"/>
                  <a:pt x="1232580" y="66677"/>
                </a:cubicBezTo>
                <a:moveTo>
                  <a:pt x="1191020" y="69011"/>
                </a:moveTo>
                <a:cubicBezTo>
                  <a:pt x="1180536" y="69011"/>
                  <a:pt x="1172673" y="72055"/>
                  <a:pt x="1167431" y="78142"/>
                </a:cubicBezTo>
                <a:cubicBezTo>
                  <a:pt x="1162189" y="84230"/>
                  <a:pt x="1159568" y="93391"/>
                  <a:pt x="1159568" y="105627"/>
                </a:cubicBezTo>
                <a:cubicBezTo>
                  <a:pt x="1159568" y="113519"/>
                  <a:pt x="1162423" y="120310"/>
                  <a:pt x="1168133" y="126000"/>
                </a:cubicBezTo>
                <a:cubicBezTo>
                  <a:pt x="1173843" y="131690"/>
                  <a:pt x="1180536" y="134535"/>
                  <a:pt x="1188211" y="134535"/>
                </a:cubicBezTo>
                <a:cubicBezTo>
                  <a:pt x="1193453" y="134535"/>
                  <a:pt x="1197884" y="133586"/>
                  <a:pt x="1201503" y="131690"/>
                </a:cubicBezTo>
                <a:cubicBezTo>
                  <a:pt x="1203625" y="130589"/>
                  <a:pt x="1207089" y="128050"/>
                  <a:pt x="1211894" y="124073"/>
                </a:cubicBezTo>
                <a:cubicBezTo>
                  <a:pt x="1212830" y="123278"/>
                  <a:pt x="1213735" y="122329"/>
                  <a:pt x="1214608" y="121228"/>
                </a:cubicBezTo>
                <a:lnTo>
                  <a:pt x="1214327" y="105352"/>
                </a:lnTo>
                <a:lnTo>
                  <a:pt x="1214421" y="94707"/>
                </a:lnTo>
                <a:lnTo>
                  <a:pt x="1214608" y="83878"/>
                </a:lnTo>
                <a:cubicBezTo>
                  <a:pt x="1212237" y="78922"/>
                  <a:pt x="1209085" y="75205"/>
                  <a:pt x="1205154" y="72728"/>
                </a:cubicBezTo>
                <a:cubicBezTo>
                  <a:pt x="1201223" y="70250"/>
                  <a:pt x="1196511" y="69011"/>
                  <a:pt x="1191020" y="69011"/>
                </a:cubicBezTo>
                <a:close/>
                <a:moveTo>
                  <a:pt x="1279673" y="31569"/>
                </a:moveTo>
                <a:cubicBezTo>
                  <a:pt x="1276678" y="31569"/>
                  <a:pt x="1274088" y="30529"/>
                  <a:pt x="1271904" y="28449"/>
                </a:cubicBezTo>
                <a:cubicBezTo>
                  <a:pt x="1269720" y="26369"/>
                  <a:pt x="1268628" y="23860"/>
                  <a:pt x="1268628" y="20924"/>
                </a:cubicBezTo>
                <a:cubicBezTo>
                  <a:pt x="1268628" y="17987"/>
                  <a:pt x="1269720" y="15479"/>
                  <a:pt x="1271904" y="13398"/>
                </a:cubicBezTo>
                <a:cubicBezTo>
                  <a:pt x="1274088" y="11318"/>
                  <a:pt x="1276678" y="10278"/>
                  <a:pt x="1279673" y="10278"/>
                </a:cubicBezTo>
                <a:cubicBezTo>
                  <a:pt x="1282669" y="10278"/>
                  <a:pt x="1285243" y="11318"/>
                  <a:pt x="1287396" y="13398"/>
                </a:cubicBezTo>
                <a:cubicBezTo>
                  <a:pt x="1289549" y="15479"/>
                  <a:pt x="1290625" y="17987"/>
                  <a:pt x="1290625" y="20924"/>
                </a:cubicBezTo>
                <a:cubicBezTo>
                  <a:pt x="1290625" y="23860"/>
                  <a:pt x="1289549" y="26369"/>
                  <a:pt x="1287396" y="28449"/>
                </a:cubicBezTo>
                <a:cubicBezTo>
                  <a:pt x="1285243" y="30529"/>
                  <a:pt x="1282669" y="31569"/>
                  <a:pt x="1279673" y="31569"/>
                </a:cubicBezTo>
                <a:moveTo>
                  <a:pt x="1283885" y="106138"/>
                </a:moveTo>
                <a:cubicBezTo>
                  <a:pt x="1283885" y="109812"/>
                  <a:pt x="1283995" y="115309"/>
                  <a:pt x="1284213" y="122628"/>
                </a:cubicBezTo>
                <a:cubicBezTo>
                  <a:pt x="1284432" y="129944"/>
                  <a:pt x="1284541" y="135440"/>
                  <a:pt x="1284541" y="139115"/>
                </a:cubicBezTo>
                <a:cubicBezTo>
                  <a:pt x="1284541" y="141809"/>
                  <a:pt x="1283698" y="144013"/>
                  <a:pt x="1282013" y="145728"/>
                </a:cubicBezTo>
                <a:cubicBezTo>
                  <a:pt x="1280328" y="147443"/>
                  <a:pt x="1278113" y="148300"/>
                  <a:pt x="1275367" y="148300"/>
                </a:cubicBezTo>
                <a:cubicBezTo>
                  <a:pt x="1272684" y="148300"/>
                  <a:pt x="1270484" y="147443"/>
                  <a:pt x="1268768" y="145728"/>
                </a:cubicBezTo>
                <a:cubicBezTo>
                  <a:pt x="1267052" y="144013"/>
                  <a:pt x="1266194" y="141809"/>
                  <a:pt x="1266194" y="139115"/>
                </a:cubicBezTo>
                <a:cubicBezTo>
                  <a:pt x="1266194" y="135440"/>
                  <a:pt x="1266085" y="129944"/>
                  <a:pt x="1265866" y="122628"/>
                </a:cubicBezTo>
                <a:cubicBezTo>
                  <a:pt x="1265648" y="115309"/>
                  <a:pt x="1265539" y="109812"/>
                  <a:pt x="1265539" y="106138"/>
                </a:cubicBezTo>
                <a:cubicBezTo>
                  <a:pt x="1265539" y="100381"/>
                  <a:pt x="1265851" y="93201"/>
                  <a:pt x="1266475" y="84598"/>
                </a:cubicBezTo>
                <a:cubicBezTo>
                  <a:pt x="1267099" y="75992"/>
                  <a:pt x="1267411" y="68811"/>
                  <a:pt x="1267411" y="63055"/>
                </a:cubicBezTo>
                <a:cubicBezTo>
                  <a:pt x="1267411" y="60300"/>
                  <a:pt x="1268269" y="58065"/>
                  <a:pt x="1269985" y="56350"/>
                </a:cubicBezTo>
                <a:cubicBezTo>
                  <a:pt x="1271701" y="54635"/>
                  <a:pt x="1273901" y="53777"/>
                  <a:pt x="1276584" y="53777"/>
                </a:cubicBezTo>
                <a:cubicBezTo>
                  <a:pt x="1279268" y="53777"/>
                  <a:pt x="1281467" y="54635"/>
                  <a:pt x="1283183" y="56350"/>
                </a:cubicBezTo>
                <a:cubicBezTo>
                  <a:pt x="1284900" y="58065"/>
                  <a:pt x="1285758" y="60300"/>
                  <a:pt x="1285758" y="63055"/>
                </a:cubicBezTo>
                <a:cubicBezTo>
                  <a:pt x="1285758" y="68811"/>
                  <a:pt x="1285446" y="75992"/>
                  <a:pt x="1284822" y="84598"/>
                </a:cubicBezTo>
                <a:cubicBezTo>
                  <a:pt x="1284198" y="93201"/>
                  <a:pt x="1283885" y="100381"/>
                  <a:pt x="1283885" y="106138"/>
                </a:cubicBezTo>
                <a:close/>
                <a:moveTo>
                  <a:pt x="1380989" y="69642"/>
                </a:moveTo>
                <a:cubicBezTo>
                  <a:pt x="1379678" y="69642"/>
                  <a:pt x="1378134" y="69581"/>
                  <a:pt x="1376355" y="69458"/>
                </a:cubicBezTo>
                <a:cubicBezTo>
                  <a:pt x="1374577" y="69334"/>
                  <a:pt x="1373032" y="69272"/>
                  <a:pt x="1371722" y="69272"/>
                </a:cubicBezTo>
                <a:cubicBezTo>
                  <a:pt x="1370286" y="69272"/>
                  <a:pt x="1366043" y="69736"/>
                  <a:pt x="1358991" y="70663"/>
                </a:cubicBezTo>
                <a:lnTo>
                  <a:pt x="1360770" y="124839"/>
                </a:lnTo>
                <a:lnTo>
                  <a:pt x="1360863" y="128874"/>
                </a:lnTo>
                <a:lnTo>
                  <a:pt x="1360957" y="133548"/>
                </a:lnTo>
                <a:cubicBezTo>
                  <a:pt x="1361207" y="146931"/>
                  <a:pt x="1357930" y="153623"/>
                  <a:pt x="1351128" y="153623"/>
                </a:cubicBezTo>
                <a:cubicBezTo>
                  <a:pt x="1348632" y="153623"/>
                  <a:pt x="1346464" y="152829"/>
                  <a:pt x="1344623" y="151240"/>
                </a:cubicBezTo>
                <a:cubicBezTo>
                  <a:pt x="1342782" y="149651"/>
                  <a:pt x="1341862" y="147665"/>
                  <a:pt x="1341862" y="145280"/>
                </a:cubicBezTo>
                <a:cubicBezTo>
                  <a:pt x="1341862" y="142959"/>
                  <a:pt x="1341955" y="139477"/>
                  <a:pt x="1342142" y="134833"/>
                </a:cubicBezTo>
                <a:cubicBezTo>
                  <a:pt x="1342330" y="130187"/>
                  <a:pt x="1342423" y="126703"/>
                  <a:pt x="1342423" y="124380"/>
                </a:cubicBezTo>
                <a:lnTo>
                  <a:pt x="1340551" y="70846"/>
                </a:lnTo>
                <a:cubicBezTo>
                  <a:pt x="1335996" y="70663"/>
                  <a:pt x="1329069" y="70140"/>
                  <a:pt x="1319771" y="69278"/>
                </a:cubicBezTo>
                <a:cubicBezTo>
                  <a:pt x="1314217" y="68540"/>
                  <a:pt x="1311440" y="65497"/>
                  <a:pt x="1311440" y="60149"/>
                </a:cubicBezTo>
                <a:cubicBezTo>
                  <a:pt x="1311440" y="57444"/>
                  <a:pt x="1312282" y="55202"/>
                  <a:pt x="1313967" y="53422"/>
                </a:cubicBezTo>
                <a:cubicBezTo>
                  <a:pt x="1315652" y="51640"/>
                  <a:pt x="1317805" y="50749"/>
                  <a:pt x="1320426" y="50749"/>
                </a:cubicBezTo>
                <a:lnTo>
                  <a:pt x="1340083" y="52309"/>
                </a:lnTo>
                <a:cubicBezTo>
                  <a:pt x="1340083" y="49179"/>
                  <a:pt x="1339943" y="44992"/>
                  <a:pt x="1339662" y="39748"/>
                </a:cubicBezTo>
                <a:cubicBezTo>
                  <a:pt x="1339381" y="34502"/>
                  <a:pt x="1339241" y="30713"/>
                  <a:pt x="1339241" y="28383"/>
                </a:cubicBezTo>
                <a:cubicBezTo>
                  <a:pt x="1339241" y="25806"/>
                  <a:pt x="1340145" y="23674"/>
                  <a:pt x="1341955" y="21988"/>
                </a:cubicBezTo>
                <a:cubicBezTo>
                  <a:pt x="1343765" y="20299"/>
                  <a:pt x="1345980" y="19455"/>
                  <a:pt x="1348601" y="19455"/>
                </a:cubicBezTo>
                <a:cubicBezTo>
                  <a:pt x="1354217" y="19455"/>
                  <a:pt x="1357494" y="23952"/>
                  <a:pt x="1358430" y="32945"/>
                </a:cubicBezTo>
                <a:cubicBezTo>
                  <a:pt x="1358617" y="35209"/>
                  <a:pt x="1358710" y="37932"/>
                  <a:pt x="1358710" y="41113"/>
                </a:cubicBezTo>
                <a:lnTo>
                  <a:pt x="1358523" y="46436"/>
                </a:lnTo>
                <a:lnTo>
                  <a:pt x="1358430" y="52125"/>
                </a:lnTo>
                <a:cubicBezTo>
                  <a:pt x="1366168" y="51146"/>
                  <a:pt x="1370598" y="50657"/>
                  <a:pt x="1371722" y="50657"/>
                </a:cubicBezTo>
                <a:cubicBezTo>
                  <a:pt x="1378212" y="50657"/>
                  <a:pt x="1382455" y="50963"/>
                  <a:pt x="1384452" y="51575"/>
                </a:cubicBezTo>
                <a:cubicBezTo>
                  <a:pt x="1388259" y="52806"/>
                  <a:pt x="1390162" y="55708"/>
                  <a:pt x="1390162" y="60281"/>
                </a:cubicBezTo>
                <a:cubicBezTo>
                  <a:pt x="1390162" y="63000"/>
                  <a:pt x="1389304" y="65240"/>
                  <a:pt x="1387588" y="67001"/>
                </a:cubicBezTo>
                <a:cubicBezTo>
                  <a:pt x="1385872" y="68762"/>
                  <a:pt x="1383672" y="69642"/>
                  <a:pt x="1380989" y="69642"/>
                </a:cubicBezTo>
                <a:close/>
                <a:moveTo>
                  <a:pt x="1429816" y="31569"/>
                </a:moveTo>
                <a:cubicBezTo>
                  <a:pt x="1426820" y="31569"/>
                  <a:pt x="1424231" y="30529"/>
                  <a:pt x="1422046" y="28449"/>
                </a:cubicBezTo>
                <a:cubicBezTo>
                  <a:pt x="1419862" y="26369"/>
                  <a:pt x="1418770" y="23860"/>
                  <a:pt x="1418770" y="20924"/>
                </a:cubicBezTo>
                <a:cubicBezTo>
                  <a:pt x="1418770" y="17987"/>
                  <a:pt x="1419862" y="15479"/>
                  <a:pt x="1422046" y="13398"/>
                </a:cubicBezTo>
                <a:cubicBezTo>
                  <a:pt x="1424231" y="11318"/>
                  <a:pt x="1426820" y="10278"/>
                  <a:pt x="1429816" y="10278"/>
                </a:cubicBezTo>
                <a:cubicBezTo>
                  <a:pt x="1432811" y="10278"/>
                  <a:pt x="1435385" y="11318"/>
                  <a:pt x="1437538" y="13398"/>
                </a:cubicBezTo>
                <a:cubicBezTo>
                  <a:pt x="1439691" y="15479"/>
                  <a:pt x="1440768" y="17987"/>
                  <a:pt x="1440768" y="20924"/>
                </a:cubicBezTo>
                <a:cubicBezTo>
                  <a:pt x="1440768" y="23860"/>
                  <a:pt x="1439691" y="26369"/>
                  <a:pt x="1437538" y="28449"/>
                </a:cubicBezTo>
                <a:cubicBezTo>
                  <a:pt x="1435385" y="30529"/>
                  <a:pt x="1432811" y="31569"/>
                  <a:pt x="1429816" y="31569"/>
                </a:cubicBezTo>
                <a:moveTo>
                  <a:pt x="1434028" y="106138"/>
                </a:moveTo>
                <a:cubicBezTo>
                  <a:pt x="1434028" y="109812"/>
                  <a:pt x="1434137" y="115309"/>
                  <a:pt x="1434356" y="122628"/>
                </a:cubicBezTo>
                <a:cubicBezTo>
                  <a:pt x="1434574" y="129944"/>
                  <a:pt x="1434683" y="135440"/>
                  <a:pt x="1434683" y="139115"/>
                </a:cubicBezTo>
                <a:cubicBezTo>
                  <a:pt x="1434683" y="141809"/>
                  <a:pt x="1433841" y="144013"/>
                  <a:pt x="1432156" y="145728"/>
                </a:cubicBezTo>
                <a:cubicBezTo>
                  <a:pt x="1430471" y="147443"/>
                  <a:pt x="1428256" y="148300"/>
                  <a:pt x="1425510" y="148300"/>
                </a:cubicBezTo>
                <a:cubicBezTo>
                  <a:pt x="1422827" y="148300"/>
                  <a:pt x="1420627" y="147443"/>
                  <a:pt x="1418911" y="145728"/>
                </a:cubicBezTo>
                <a:cubicBezTo>
                  <a:pt x="1417195" y="144013"/>
                  <a:pt x="1416337" y="141809"/>
                  <a:pt x="1416337" y="139115"/>
                </a:cubicBezTo>
                <a:cubicBezTo>
                  <a:pt x="1416337" y="135440"/>
                  <a:pt x="1416227" y="129944"/>
                  <a:pt x="1416009" y="122628"/>
                </a:cubicBezTo>
                <a:cubicBezTo>
                  <a:pt x="1415791" y="115309"/>
                  <a:pt x="1415681" y="109812"/>
                  <a:pt x="1415681" y="106138"/>
                </a:cubicBezTo>
                <a:cubicBezTo>
                  <a:pt x="1415681" y="100381"/>
                  <a:pt x="1415993" y="93201"/>
                  <a:pt x="1416617" y="84598"/>
                </a:cubicBezTo>
                <a:cubicBezTo>
                  <a:pt x="1417241" y="75992"/>
                  <a:pt x="1417553" y="68811"/>
                  <a:pt x="1417553" y="63055"/>
                </a:cubicBezTo>
                <a:cubicBezTo>
                  <a:pt x="1417553" y="60300"/>
                  <a:pt x="1418411" y="58065"/>
                  <a:pt x="1420128" y="56350"/>
                </a:cubicBezTo>
                <a:cubicBezTo>
                  <a:pt x="1421844" y="54635"/>
                  <a:pt x="1424043" y="53777"/>
                  <a:pt x="1426727" y="53777"/>
                </a:cubicBezTo>
                <a:cubicBezTo>
                  <a:pt x="1429410" y="53777"/>
                  <a:pt x="1431610" y="54635"/>
                  <a:pt x="1433326" y="56350"/>
                </a:cubicBezTo>
                <a:cubicBezTo>
                  <a:pt x="1435042" y="58065"/>
                  <a:pt x="1435900" y="60300"/>
                  <a:pt x="1435900" y="63055"/>
                </a:cubicBezTo>
                <a:cubicBezTo>
                  <a:pt x="1435900" y="68811"/>
                  <a:pt x="1435588" y="75992"/>
                  <a:pt x="1434964" y="84598"/>
                </a:cubicBezTo>
                <a:cubicBezTo>
                  <a:pt x="1434340" y="93201"/>
                  <a:pt x="1434028" y="100381"/>
                  <a:pt x="1434028" y="106138"/>
                </a:cubicBezTo>
                <a:close/>
                <a:moveTo>
                  <a:pt x="1503611" y="153256"/>
                </a:moveTo>
                <a:cubicBezTo>
                  <a:pt x="1493127" y="153256"/>
                  <a:pt x="1484110" y="149456"/>
                  <a:pt x="1476559" y="141856"/>
                </a:cubicBezTo>
                <a:cubicBezTo>
                  <a:pt x="1468135" y="133398"/>
                  <a:pt x="1463704" y="122028"/>
                  <a:pt x="1463267" y="107747"/>
                </a:cubicBezTo>
                <a:cubicBezTo>
                  <a:pt x="1462893" y="93895"/>
                  <a:pt x="1466450" y="81698"/>
                  <a:pt x="1473938" y="71156"/>
                </a:cubicBezTo>
                <a:cubicBezTo>
                  <a:pt x="1482675" y="58714"/>
                  <a:pt x="1494843" y="52492"/>
                  <a:pt x="1510444" y="52492"/>
                </a:cubicBezTo>
                <a:cubicBezTo>
                  <a:pt x="1522925" y="52492"/>
                  <a:pt x="1532379" y="58101"/>
                  <a:pt x="1538807" y="69318"/>
                </a:cubicBezTo>
                <a:cubicBezTo>
                  <a:pt x="1543924" y="78388"/>
                  <a:pt x="1546389" y="89297"/>
                  <a:pt x="1546201" y="102045"/>
                </a:cubicBezTo>
                <a:cubicBezTo>
                  <a:pt x="1546014" y="115652"/>
                  <a:pt x="1542395" y="127268"/>
                  <a:pt x="1535343" y="136892"/>
                </a:cubicBezTo>
                <a:cubicBezTo>
                  <a:pt x="1527356" y="147801"/>
                  <a:pt x="1516778" y="153256"/>
                  <a:pt x="1503611" y="153256"/>
                </a:cubicBezTo>
                <a:moveTo>
                  <a:pt x="1509227" y="71213"/>
                </a:moveTo>
                <a:cubicBezTo>
                  <a:pt x="1500054" y="71152"/>
                  <a:pt x="1492909" y="75441"/>
                  <a:pt x="1487792" y="84079"/>
                </a:cubicBezTo>
                <a:cubicBezTo>
                  <a:pt x="1483736" y="91003"/>
                  <a:pt x="1481707" y="98907"/>
                  <a:pt x="1481707" y="107790"/>
                </a:cubicBezTo>
                <a:cubicBezTo>
                  <a:pt x="1481707" y="116674"/>
                  <a:pt x="1484172" y="123598"/>
                  <a:pt x="1489102" y="128561"/>
                </a:cubicBezTo>
                <a:cubicBezTo>
                  <a:pt x="1493221" y="132666"/>
                  <a:pt x="1498057" y="134718"/>
                  <a:pt x="1503611" y="134718"/>
                </a:cubicBezTo>
                <a:cubicBezTo>
                  <a:pt x="1510101" y="134718"/>
                  <a:pt x="1515686" y="132390"/>
                  <a:pt x="1520366" y="127732"/>
                </a:cubicBezTo>
                <a:cubicBezTo>
                  <a:pt x="1525671" y="122587"/>
                  <a:pt x="1528479" y="115634"/>
                  <a:pt x="1528791" y="106872"/>
                </a:cubicBezTo>
                <a:cubicBezTo>
                  <a:pt x="1529665" y="83161"/>
                  <a:pt x="1523143" y="71275"/>
                  <a:pt x="1509227" y="71213"/>
                </a:cubicBezTo>
                <a:close/>
                <a:moveTo>
                  <a:pt x="1644802" y="154357"/>
                </a:moveTo>
                <a:cubicBezTo>
                  <a:pt x="1639435" y="154357"/>
                  <a:pt x="1636409" y="151476"/>
                  <a:pt x="1635722" y="145714"/>
                </a:cubicBezTo>
                <a:lnTo>
                  <a:pt x="1633101" y="125573"/>
                </a:lnTo>
                <a:cubicBezTo>
                  <a:pt x="1632228" y="118400"/>
                  <a:pt x="1631791" y="111686"/>
                  <a:pt x="1631791" y="105432"/>
                </a:cubicBezTo>
                <a:cubicBezTo>
                  <a:pt x="1631791" y="103715"/>
                  <a:pt x="1631900" y="100804"/>
                  <a:pt x="1632118" y="96697"/>
                </a:cubicBezTo>
                <a:cubicBezTo>
                  <a:pt x="1632337" y="92588"/>
                  <a:pt x="1632446" y="89676"/>
                  <a:pt x="1632446" y="87959"/>
                </a:cubicBezTo>
                <a:cubicBezTo>
                  <a:pt x="1632446" y="74715"/>
                  <a:pt x="1629950" y="68093"/>
                  <a:pt x="1624958" y="68093"/>
                </a:cubicBezTo>
                <a:cubicBezTo>
                  <a:pt x="1617968" y="68093"/>
                  <a:pt x="1611291" y="72167"/>
                  <a:pt x="1604926" y="80313"/>
                </a:cubicBezTo>
                <a:cubicBezTo>
                  <a:pt x="1599185" y="87723"/>
                  <a:pt x="1594692" y="97094"/>
                  <a:pt x="1591447" y="108423"/>
                </a:cubicBezTo>
                <a:cubicBezTo>
                  <a:pt x="1591322" y="110813"/>
                  <a:pt x="1591041" y="113815"/>
                  <a:pt x="1590604" y="117428"/>
                </a:cubicBezTo>
                <a:cubicBezTo>
                  <a:pt x="1590230" y="120491"/>
                  <a:pt x="1590043" y="123461"/>
                  <a:pt x="1590043" y="126339"/>
                </a:cubicBezTo>
                <a:cubicBezTo>
                  <a:pt x="1590043" y="128176"/>
                  <a:pt x="1590230" y="130932"/>
                  <a:pt x="1590604" y="134606"/>
                </a:cubicBezTo>
                <a:cubicBezTo>
                  <a:pt x="1590979" y="138281"/>
                  <a:pt x="1591166" y="141037"/>
                  <a:pt x="1591166" y="142874"/>
                </a:cubicBezTo>
                <a:cubicBezTo>
                  <a:pt x="1591166" y="145631"/>
                  <a:pt x="1590308" y="147867"/>
                  <a:pt x="1588592" y="149582"/>
                </a:cubicBezTo>
                <a:cubicBezTo>
                  <a:pt x="1586876" y="151297"/>
                  <a:pt x="1584676" y="152155"/>
                  <a:pt x="1581993" y="152155"/>
                </a:cubicBezTo>
                <a:cubicBezTo>
                  <a:pt x="1579247" y="152155"/>
                  <a:pt x="1577032" y="151296"/>
                  <a:pt x="1575347" y="149579"/>
                </a:cubicBezTo>
                <a:cubicBezTo>
                  <a:pt x="1573662" y="147864"/>
                  <a:pt x="1572819" y="145627"/>
                  <a:pt x="1572819" y="142869"/>
                </a:cubicBezTo>
                <a:cubicBezTo>
                  <a:pt x="1572819" y="141031"/>
                  <a:pt x="1572617" y="138274"/>
                  <a:pt x="1572211" y="134598"/>
                </a:cubicBezTo>
                <a:cubicBezTo>
                  <a:pt x="1571805" y="130919"/>
                  <a:pt x="1571603" y="128161"/>
                  <a:pt x="1571603" y="126321"/>
                </a:cubicBezTo>
                <a:cubicBezTo>
                  <a:pt x="1571603" y="120008"/>
                  <a:pt x="1572055" y="111260"/>
                  <a:pt x="1572960" y="100075"/>
                </a:cubicBezTo>
                <a:cubicBezTo>
                  <a:pt x="1573865" y="88891"/>
                  <a:pt x="1574317" y="80142"/>
                  <a:pt x="1574317" y="73829"/>
                </a:cubicBezTo>
                <a:cubicBezTo>
                  <a:pt x="1574317" y="71867"/>
                  <a:pt x="1574208" y="68957"/>
                  <a:pt x="1573990" y="65096"/>
                </a:cubicBezTo>
                <a:cubicBezTo>
                  <a:pt x="1573771" y="61234"/>
                  <a:pt x="1573662" y="58324"/>
                  <a:pt x="1573662" y="56364"/>
                </a:cubicBezTo>
                <a:cubicBezTo>
                  <a:pt x="1573662" y="53727"/>
                  <a:pt x="1574551" y="51567"/>
                  <a:pt x="1576330" y="49883"/>
                </a:cubicBezTo>
                <a:cubicBezTo>
                  <a:pt x="1578108" y="48196"/>
                  <a:pt x="1580308" y="47353"/>
                  <a:pt x="1582929" y="47353"/>
                </a:cubicBezTo>
                <a:cubicBezTo>
                  <a:pt x="1588670" y="47353"/>
                  <a:pt x="1591821" y="51346"/>
                  <a:pt x="1592383" y="59332"/>
                </a:cubicBezTo>
                <a:lnTo>
                  <a:pt x="1592664" y="70112"/>
                </a:lnTo>
                <a:cubicBezTo>
                  <a:pt x="1603148" y="56408"/>
                  <a:pt x="1613912" y="49556"/>
                  <a:pt x="1624958" y="49556"/>
                </a:cubicBezTo>
                <a:cubicBezTo>
                  <a:pt x="1634942" y="49556"/>
                  <a:pt x="1641900" y="53877"/>
                  <a:pt x="1645832" y="62518"/>
                </a:cubicBezTo>
                <a:cubicBezTo>
                  <a:pt x="1648515" y="68279"/>
                  <a:pt x="1649981" y="76798"/>
                  <a:pt x="1650231" y="88076"/>
                </a:cubicBezTo>
                <a:lnTo>
                  <a:pt x="1650231" y="97359"/>
                </a:lnTo>
                <a:lnTo>
                  <a:pt x="1650137" y="105908"/>
                </a:lnTo>
                <a:cubicBezTo>
                  <a:pt x="1650137" y="110996"/>
                  <a:pt x="1650808" y="117570"/>
                  <a:pt x="1652150" y="125630"/>
                </a:cubicBezTo>
                <a:cubicBezTo>
                  <a:pt x="1653492" y="133689"/>
                  <a:pt x="1654163" y="140230"/>
                  <a:pt x="1654163" y="145255"/>
                </a:cubicBezTo>
                <a:cubicBezTo>
                  <a:pt x="1654163" y="147952"/>
                  <a:pt x="1653273" y="150143"/>
                  <a:pt x="1651495" y="151828"/>
                </a:cubicBezTo>
                <a:cubicBezTo>
                  <a:pt x="1649716" y="153514"/>
                  <a:pt x="1647485" y="154357"/>
                  <a:pt x="1644802" y="154357"/>
                </a:cubicBezTo>
                <a:close/>
                <a:moveTo>
                  <a:pt x="1695383" y="31569"/>
                </a:moveTo>
                <a:cubicBezTo>
                  <a:pt x="1692388" y="31569"/>
                  <a:pt x="1689798" y="30529"/>
                  <a:pt x="1687614" y="28449"/>
                </a:cubicBezTo>
                <a:cubicBezTo>
                  <a:pt x="1685430" y="26369"/>
                  <a:pt x="1684338" y="23860"/>
                  <a:pt x="1684338" y="20924"/>
                </a:cubicBezTo>
                <a:cubicBezTo>
                  <a:pt x="1684338" y="17987"/>
                  <a:pt x="1685430" y="15479"/>
                  <a:pt x="1687614" y="13398"/>
                </a:cubicBezTo>
                <a:cubicBezTo>
                  <a:pt x="1689798" y="11318"/>
                  <a:pt x="1692388" y="10278"/>
                  <a:pt x="1695383" y="10278"/>
                </a:cubicBezTo>
                <a:cubicBezTo>
                  <a:pt x="1698379" y="10278"/>
                  <a:pt x="1700953" y="11318"/>
                  <a:pt x="1703106" y="13398"/>
                </a:cubicBezTo>
                <a:cubicBezTo>
                  <a:pt x="1705259" y="15479"/>
                  <a:pt x="1706335" y="17987"/>
                  <a:pt x="1706335" y="20924"/>
                </a:cubicBezTo>
                <a:cubicBezTo>
                  <a:pt x="1706335" y="23860"/>
                  <a:pt x="1705259" y="26369"/>
                  <a:pt x="1703106" y="28449"/>
                </a:cubicBezTo>
                <a:cubicBezTo>
                  <a:pt x="1700953" y="30529"/>
                  <a:pt x="1698379" y="31569"/>
                  <a:pt x="1695383" y="31569"/>
                </a:cubicBezTo>
                <a:moveTo>
                  <a:pt x="1699595" y="106138"/>
                </a:moveTo>
                <a:cubicBezTo>
                  <a:pt x="1699595" y="109812"/>
                  <a:pt x="1699705" y="115309"/>
                  <a:pt x="1699923" y="122628"/>
                </a:cubicBezTo>
                <a:cubicBezTo>
                  <a:pt x="1700141" y="129944"/>
                  <a:pt x="1700251" y="135440"/>
                  <a:pt x="1700251" y="139115"/>
                </a:cubicBezTo>
                <a:cubicBezTo>
                  <a:pt x="1700251" y="141809"/>
                  <a:pt x="1699408" y="144013"/>
                  <a:pt x="1697723" y="145728"/>
                </a:cubicBezTo>
                <a:cubicBezTo>
                  <a:pt x="1696038" y="147443"/>
                  <a:pt x="1693823" y="148300"/>
                  <a:pt x="1691077" y="148300"/>
                </a:cubicBezTo>
                <a:cubicBezTo>
                  <a:pt x="1688394" y="148300"/>
                  <a:pt x="1686194" y="147443"/>
                  <a:pt x="1684478" y="145728"/>
                </a:cubicBezTo>
                <a:cubicBezTo>
                  <a:pt x="1682762" y="144013"/>
                  <a:pt x="1681904" y="141809"/>
                  <a:pt x="1681904" y="139115"/>
                </a:cubicBezTo>
                <a:cubicBezTo>
                  <a:pt x="1681904" y="135440"/>
                  <a:pt x="1681795" y="129944"/>
                  <a:pt x="1681576" y="122628"/>
                </a:cubicBezTo>
                <a:cubicBezTo>
                  <a:pt x="1681358" y="115309"/>
                  <a:pt x="1681249" y="109812"/>
                  <a:pt x="1681249" y="106138"/>
                </a:cubicBezTo>
                <a:cubicBezTo>
                  <a:pt x="1681249" y="100381"/>
                  <a:pt x="1681561" y="93201"/>
                  <a:pt x="1682185" y="84598"/>
                </a:cubicBezTo>
                <a:cubicBezTo>
                  <a:pt x="1682809" y="75992"/>
                  <a:pt x="1683121" y="68811"/>
                  <a:pt x="1683121" y="63055"/>
                </a:cubicBezTo>
                <a:cubicBezTo>
                  <a:pt x="1683121" y="60300"/>
                  <a:pt x="1683979" y="58065"/>
                  <a:pt x="1685695" y="56350"/>
                </a:cubicBezTo>
                <a:cubicBezTo>
                  <a:pt x="1687411" y="54635"/>
                  <a:pt x="1689611" y="53777"/>
                  <a:pt x="1692294" y="53777"/>
                </a:cubicBezTo>
                <a:cubicBezTo>
                  <a:pt x="1694978" y="53777"/>
                  <a:pt x="1697177" y="54635"/>
                  <a:pt x="1698893" y="56350"/>
                </a:cubicBezTo>
                <a:cubicBezTo>
                  <a:pt x="1700609" y="58065"/>
                  <a:pt x="1701468" y="60300"/>
                  <a:pt x="1701468" y="63055"/>
                </a:cubicBezTo>
                <a:cubicBezTo>
                  <a:pt x="1701468" y="68811"/>
                  <a:pt x="1701155" y="75992"/>
                  <a:pt x="1700531" y="84598"/>
                </a:cubicBezTo>
                <a:cubicBezTo>
                  <a:pt x="1699907" y="93201"/>
                  <a:pt x="1699595" y="100381"/>
                  <a:pt x="1699595" y="106138"/>
                </a:cubicBezTo>
                <a:close/>
                <a:moveTo>
                  <a:pt x="1805872" y="154357"/>
                </a:moveTo>
                <a:cubicBezTo>
                  <a:pt x="1800505" y="154357"/>
                  <a:pt x="1797478" y="151476"/>
                  <a:pt x="1796792" y="145714"/>
                </a:cubicBezTo>
                <a:lnTo>
                  <a:pt x="1794171" y="125573"/>
                </a:lnTo>
                <a:cubicBezTo>
                  <a:pt x="1793297" y="118400"/>
                  <a:pt x="1792860" y="111686"/>
                  <a:pt x="1792860" y="105432"/>
                </a:cubicBezTo>
                <a:cubicBezTo>
                  <a:pt x="1792860" y="103715"/>
                  <a:pt x="1792970" y="100804"/>
                  <a:pt x="1793188" y="96697"/>
                </a:cubicBezTo>
                <a:cubicBezTo>
                  <a:pt x="1793406" y="92588"/>
                  <a:pt x="1793516" y="89676"/>
                  <a:pt x="1793516" y="87959"/>
                </a:cubicBezTo>
                <a:cubicBezTo>
                  <a:pt x="1793516" y="74715"/>
                  <a:pt x="1791019" y="68093"/>
                  <a:pt x="1786027" y="68093"/>
                </a:cubicBezTo>
                <a:cubicBezTo>
                  <a:pt x="1779038" y="68093"/>
                  <a:pt x="1772361" y="72167"/>
                  <a:pt x="1765996" y="80313"/>
                </a:cubicBezTo>
                <a:cubicBezTo>
                  <a:pt x="1760255" y="87723"/>
                  <a:pt x="1755761" y="97094"/>
                  <a:pt x="1752516" y="108423"/>
                </a:cubicBezTo>
                <a:cubicBezTo>
                  <a:pt x="1752392" y="110813"/>
                  <a:pt x="1752111" y="113815"/>
                  <a:pt x="1751674" y="117428"/>
                </a:cubicBezTo>
                <a:cubicBezTo>
                  <a:pt x="1751300" y="120491"/>
                  <a:pt x="1751112" y="123461"/>
                  <a:pt x="1751112" y="126339"/>
                </a:cubicBezTo>
                <a:cubicBezTo>
                  <a:pt x="1751112" y="128176"/>
                  <a:pt x="1751300" y="130932"/>
                  <a:pt x="1751674" y="134606"/>
                </a:cubicBezTo>
                <a:cubicBezTo>
                  <a:pt x="1752048" y="138281"/>
                  <a:pt x="1752236" y="141037"/>
                  <a:pt x="1752236" y="142874"/>
                </a:cubicBezTo>
                <a:cubicBezTo>
                  <a:pt x="1752236" y="145631"/>
                  <a:pt x="1751378" y="147867"/>
                  <a:pt x="1749662" y="149582"/>
                </a:cubicBezTo>
                <a:cubicBezTo>
                  <a:pt x="1747945" y="151297"/>
                  <a:pt x="1745746" y="152155"/>
                  <a:pt x="1743062" y="152155"/>
                </a:cubicBezTo>
                <a:cubicBezTo>
                  <a:pt x="1740317" y="152155"/>
                  <a:pt x="1738101" y="151296"/>
                  <a:pt x="1736416" y="149579"/>
                </a:cubicBezTo>
                <a:cubicBezTo>
                  <a:pt x="1734731" y="147864"/>
                  <a:pt x="1733889" y="145627"/>
                  <a:pt x="1733889" y="142869"/>
                </a:cubicBezTo>
                <a:cubicBezTo>
                  <a:pt x="1733889" y="141031"/>
                  <a:pt x="1733686" y="138274"/>
                  <a:pt x="1733281" y="134598"/>
                </a:cubicBezTo>
                <a:cubicBezTo>
                  <a:pt x="1732875" y="130919"/>
                  <a:pt x="1732672" y="128161"/>
                  <a:pt x="1732672" y="126321"/>
                </a:cubicBezTo>
                <a:cubicBezTo>
                  <a:pt x="1732672" y="120008"/>
                  <a:pt x="1733125" y="111260"/>
                  <a:pt x="1734029" y="100075"/>
                </a:cubicBezTo>
                <a:cubicBezTo>
                  <a:pt x="1734934" y="88891"/>
                  <a:pt x="1735387" y="80142"/>
                  <a:pt x="1735387" y="73829"/>
                </a:cubicBezTo>
                <a:cubicBezTo>
                  <a:pt x="1735387" y="71867"/>
                  <a:pt x="1735278" y="68957"/>
                  <a:pt x="1735059" y="65096"/>
                </a:cubicBezTo>
                <a:cubicBezTo>
                  <a:pt x="1734841" y="61234"/>
                  <a:pt x="1734731" y="58324"/>
                  <a:pt x="1734731" y="56364"/>
                </a:cubicBezTo>
                <a:cubicBezTo>
                  <a:pt x="1734731" y="53727"/>
                  <a:pt x="1735621" y="51567"/>
                  <a:pt x="1737399" y="49883"/>
                </a:cubicBezTo>
                <a:cubicBezTo>
                  <a:pt x="1739178" y="48196"/>
                  <a:pt x="1741377" y="47353"/>
                  <a:pt x="1743998" y="47353"/>
                </a:cubicBezTo>
                <a:cubicBezTo>
                  <a:pt x="1749740" y="47353"/>
                  <a:pt x="1752891" y="51346"/>
                  <a:pt x="1753453" y="59332"/>
                </a:cubicBezTo>
                <a:lnTo>
                  <a:pt x="1753733" y="70112"/>
                </a:lnTo>
                <a:cubicBezTo>
                  <a:pt x="1764217" y="56408"/>
                  <a:pt x="1774982" y="49556"/>
                  <a:pt x="1786027" y="49556"/>
                </a:cubicBezTo>
                <a:cubicBezTo>
                  <a:pt x="1796012" y="49556"/>
                  <a:pt x="1802970" y="53877"/>
                  <a:pt x="1806901" y="62518"/>
                </a:cubicBezTo>
                <a:cubicBezTo>
                  <a:pt x="1809585" y="68279"/>
                  <a:pt x="1811051" y="76798"/>
                  <a:pt x="1811301" y="88076"/>
                </a:cubicBezTo>
                <a:lnTo>
                  <a:pt x="1811301" y="97359"/>
                </a:lnTo>
                <a:lnTo>
                  <a:pt x="1811207" y="105908"/>
                </a:lnTo>
                <a:cubicBezTo>
                  <a:pt x="1811207" y="110996"/>
                  <a:pt x="1811878" y="117570"/>
                  <a:pt x="1813220" y="125630"/>
                </a:cubicBezTo>
                <a:cubicBezTo>
                  <a:pt x="1814561" y="133689"/>
                  <a:pt x="1815232" y="140230"/>
                  <a:pt x="1815232" y="145255"/>
                </a:cubicBezTo>
                <a:cubicBezTo>
                  <a:pt x="1815232" y="147952"/>
                  <a:pt x="1814343" y="150143"/>
                  <a:pt x="1812564" y="151828"/>
                </a:cubicBezTo>
                <a:cubicBezTo>
                  <a:pt x="1810786" y="153514"/>
                  <a:pt x="1808555" y="154357"/>
                  <a:pt x="1805872" y="154357"/>
                </a:cubicBezTo>
                <a:close/>
                <a:moveTo>
                  <a:pt x="1915611" y="108197"/>
                </a:moveTo>
                <a:lnTo>
                  <a:pt x="1913458" y="139032"/>
                </a:lnTo>
                <a:cubicBezTo>
                  <a:pt x="1913084" y="151268"/>
                  <a:pt x="1911805" y="161270"/>
                  <a:pt x="1909621" y="169040"/>
                </a:cubicBezTo>
                <a:cubicBezTo>
                  <a:pt x="1906812" y="178951"/>
                  <a:pt x="1902319" y="186262"/>
                  <a:pt x="1896141" y="190973"/>
                </a:cubicBezTo>
                <a:cubicBezTo>
                  <a:pt x="1888653" y="196663"/>
                  <a:pt x="1877826" y="199508"/>
                  <a:pt x="1863660" y="199508"/>
                </a:cubicBezTo>
                <a:cubicBezTo>
                  <a:pt x="1855361" y="199508"/>
                  <a:pt x="1848403" y="198957"/>
                  <a:pt x="1842786" y="197856"/>
                </a:cubicBezTo>
                <a:cubicBezTo>
                  <a:pt x="1834924" y="196327"/>
                  <a:pt x="1830992" y="193145"/>
                  <a:pt x="1830992" y="188312"/>
                </a:cubicBezTo>
                <a:cubicBezTo>
                  <a:pt x="1830992" y="182867"/>
                  <a:pt x="1833707" y="180144"/>
                  <a:pt x="1839136" y="180144"/>
                </a:cubicBezTo>
                <a:cubicBezTo>
                  <a:pt x="1841382" y="180144"/>
                  <a:pt x="1845127" y="180680"/>
                  <a:pt x="1850368" y="181750"/>
                </a:cubicBezTo>
                <a:cubicBezTo>
                  <a:pt x="1855610" y="182821"/>
                  <a:pt x="1861414" y="183295"/>
                  <a:pt x="1867779" y="183173"/>
                </a:cubicBezTo>
                <a:cubicBezTo>
                  <a:pt x="1879761" y="182978"/>
                  <a:pt x="1888029" y="176954"/>
                  <a:pt x="1892584" y="165100"/>
                </a:cubicBezTo>
                <a:cubicBezTo>
                  <a:pt x="1895580" y="157196"/>
                  <a:pt x="1897171" y="145050"/>
                  <a:pt x="1897358" y="128662"/>
                </a:cubicBezTo>
                <a:cubicBezTo>
                  <a:pt x="1893989" y="135820"/>
                  <a:pt x="1889979" y="141188"/>
                  <a:pt x="1885330" y="144767"/>
                </a:cubicBezTo>
                <a:cubicBezTo>
                  <a:pt x="1880681" y="148346"/>
                  <a:pt x="1875361" y="150136"/>
                  <a:pt x="1869370" y="150136"/>
                </a:cubicBezTo>
                <a:cubicBezTo>
                  <a:pt x="1858075" y="150136"/>
                  <a:pt x="1848886" y="146354"/>
                  <a:pt x="1841804" y="138791"/>
                </a:cubicBezTo>
                <a:cubicBezTo>
                  <a:pt x="1834721" y="131227"/>
                  <a:pt x="1831179" y="121414"/>
                  <a:pt x="1831179" y="109350"/>
                </a:cubicBezTo>
                <a:cubicBezTo>
                  <a:pt x="1831179" y="92816"/>
                  <a:pt x="1836016" y="79497"/>
                  <a:pt x="1845688" y="69392"/>
                </a:cubicBezTo>
                <a:cubicBezTo>
                  <a:pt x="1855673" y="58982"/>
                  <a:pt x="1869277" y="53777"/>
                  <a:pt x="1886500" y="53777"/>
                </a:cubicBezTo>
                <a:cubicBezTo>
                  <a:pt x="1892304" y="53777"/>
                  <a:pt x="1897171" y="54511"/>
                  <a:pt x="1901103" y="55980"/>
                </a:cubicBezTo>
                <a:cubicBezTo>
                  <a:pt x="1905034" y="57448"/>
                  <a:pt x="1908029" y="59650"/>
                  <a:pt x="1910089" y="62587"/>
                </a:cubicBezTo>
                <a:cubicBezTo>
                  <a:pt x="1916766" y="62771"/>
                  <a:pt x="1920104" y="66411"/>
                  <a:pt x="1920104" y="73508"/>
                </a:cubicBezTo>
                <a:cubicBezTo>
                  <a:pt x="1920104" y="77852"/>
                  <a:pt x="1919449" y="83664"/>
                  <a:pt x="1918139" y="90944"/>
                </a:cubicBezTo>
                <a:cubicBezTo>
                  <a:pt x="1916703" y="99387"/>
                  <a:pt x="1915861" y="105138"/>
                  <a:pt x="1915611" y="108197"/>
                </a:cubicBezTo>
                <a:moveTo>
                  <a:pt x="1885564" y="72131"/>
                </a:moveTo>
                <a:cubicBezTo>
                  <a:pt x="1873707" y="72131"/>
                  <a:pt x="1864534" y="75739"/>
                  <a:pt x="1858044" y="82954"/>
                </a:cubicBezTo>
                <a:cubicBezTo>
                  <a:pt x="1852241" y="89453"/>
                  <a:pt x="1849339" y="97715"/>
                  <a:pt x="1849339" y="107741"/>
                </a:cubicBezTo>
                <a:cubicBezTo>
                  <a:pt x="1849339" y="115727"/>
                  <a:pt x="1851055" y="121730"/>
                  <a:pt x="1854487" y="125751"/>
                </a:cubicBezTo>
                <a:cubicBezTo>
                  <a:pt x="1857919" y="129771"/>
                  <a:pt x="1863068" y="131782"/>
                  <a:pt x="1869932" y="131782"/>
                </a:cubicBezTo>
                <a:cubicBezTo>
                  <a:pt x="1876235" y="131782"/>
                  <a:pt x="1882350" y="128642"/>
                  <a:pt x="1888279" y="122364"/>
                </a:cubicBezTo>
                <a:cubicBezTo>
                  <a:pt x="1893645" y="116580"/>
                  <a:pt x="1896703" y="110852"/>
                  <a:pt x="1897452" y="105180"/>
                </a:cubicBezTo>
                <a:cubicBezTo>
                  <a:pt x="1898762" y="99230"/>
                  <a:pt x="1900166" y="89893"/>
                  <a:pt x="1901664" y="77170"/>
                </a:cubicBezTo>
                <a:cubicBezTo>
                  <a:pt x="1899168" y="75463"/>
                  <a:pt x="1896578" y="74196"/>
                  <a:pt x="1893895" y="73370"/>
                </a:cubicBezTo>
                <a:cubicBezTo>
                  <a:pt x="1891212" y="72544"/>
                  <a:pt x="1888435" y="72131"/>
                  <a:pt x="1885564" y="72131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classicalconditioning">
            <a:extLst xmlns:a="http://schemas.openxmlformats.org/drawingml/2006/main">
              <a:ext uri="{FF2B5EF4-FFF2-40B4-BE49-F238E27FC236}">
                <a16:creationId xmlns:a16="http://schemas.microsoft.com/office/drawing/2014/main" id="{A963683B-7D24-40F1-8442-93445C51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83" y="3633422"/>
            <a:ext cx="1920104" cy="199508"/>
          </a:xfrm>
          <a:custGeom xmlns:a="http://schemas.openxmlformats.org/drawingml/2006/main">
            <a:pathLst>
              <a:path w="1920104" h="199508" fill="none">
                <a:moveTo>
                  <a:pt x="45492" y="153623"/>
                </a:moveTo>
                <a:cubicBezTo>
                  <a:pt x="32699" y="153623"/>
                  <a:pt x="22028" y="149823"/>
                  <a:pt x="13479" y="142223"/>
                </a:cubicBezTo>
                <a:cubicBezTo>
                  <a:pt x="4493" y="134257"/>
                  <a:pt x="0" y="123745"/>
                  <a:pt x="0" y="110689"/>
                </a:cubicBezTo>
                <a:cubicBezTo>
                  <a:pt x="0" y="98248"/>
                  <a:pt x="4212" y="85409"/>
                  <a:pt x="12637" y="72171"/>
                </a:cubicBezTo>
                <a:cubicBezTo>
                  <a:pt x="21997" y="57461"/>
                  <a:pt x="32543" y="50106"/>
                  <a:pt x="44275" y="50106"/>
                </a:cubicBezTo>
                <a:cubicBezTo>
                  <a:pt x="50391" y="50106"/>
                  <a:pt x="57224" y="51518"/>
                  <a:pt x="64775" y="54342"/>
                </a:cubicBezTo>
                <a:cubicBezTo>
                  <a:pt x="74323" y="57965"/>
                  <a:pt x="79097" y="62385"/>
                  <a:pt x="79097" y="67603"/>
                </a:cubicBezTo>
                <a:cubicBezTo>
                  <a:pt x="79097" y="69935"/>
                  <a:pt x="78316" y="72008"/>
                  <a:pt x="76756" y="73820"/>
                </a:cubicBezTo>
                <a:cubicBezTo>
                  <a:pt x="75196" y="75631"/>
                  <a:pt x="73262" y="76536"/>
                  <a:pt x="70953" y="76536"/>
                </a:cubicBezTo>
                <a:cubicBezTo>
                  <a:pt x="69143" y="76536"/>
                  <a:pt x="67567" y="75996"/>
                  <a:pt x="66226" y="74916"/>
                </a:cubicBezTo>
                <a:cubicBezTo>
                  <a:pt x="64884" y="73834"/>
                  <a:pt x="63589" y="72767"/>
                  <a:pt x="62341" y="71715"/>
                </a:cubicBezTo>
                <a:cubicBezTo>
                  <a:pt x="58659" y="68811"/>
                  <a:pt x="52637" y="67359"/>
                  <a:pt x="44275" y="67359"/>
                </a:cubicBezTo>
                <a:cubicBezTo>
                  <a:pt x="37910" y="67359"/>
                  <a:pt x="31607" y="72942"/>
                  <a:pt x="25367" y="84107"/>
                </a:cubicBezTo>
                <a:cubicBezTo>
                  <a:pt x="19688" y="94351"/>
                  <a:pt x="16849" y="103214"/>
                  <a:pt x="16849" y="110698"/>
                </a:cubicBezTo>
                <a:cubicBezTo>
                  <a:pt x="16849" y="118794"/>
                  <a:pt x="19657" y="125174"/>
                  <a:pt x="25273" y="129837"/>
                </a:cubicBezTo>
                <a:cubicBezTo>
                  <a:pt x="30515" y="134193"/>
                  <a:pt x="37255" y="136370"/>
                  <a:pt x="45492" y="136370"/>
                </a:cubicBezTo>
                <a:cubicBezTo>
                  <a:pt x="49236" y="136370"/>
                  <a:pt x="53230" y="135391"/>
                  <a:pt x="57474" y="133434"/>
                </a:cubicBezTo>
                <a:lnTo>
                  <a:pt x="68332" y="127744"/>
                </a:lnTo>
                <a:cubicBezTo>
                  <a:pt x="70204" y="126765"/>
                  <a:pt x="71546" y="126275"/>
                  <a:pt x="72357" y="126275"/>
                </a:cubicBezTo>
                <a:cubicBezTo>
                  <a:pt x="74666" y="126275"/>
                  <a:pt x="76663" y="127178"/>
                  <a:pt x="78348" y="128983"/>
                </a:cubicBezTo>
                <a:cubicBezTo>
                  <a:pt x="80033" y="130788"/>
                  <a:pt x="80875" y="132852"/>
                  <a:pt x="80875" y="135177"/>
                </a:cubicBezTo>
                <a:cubicBezTo>
                  <a:pt x="80875" y="139643"/>
                  <a:pt x="76070" y="143956"/>
                  <a:pt x="66460" y="148117"/>
                </a:cubicBezTo>
                <a:cubicBezTo>
                  <a:pt x="58035" y="151788"/>
                  <a:pt x="51046" y="153623"/>
                  <a:pt x="45492" y="153623"/>
                </a:cubicBezTo>
                <a:close/>
                <a:moveTo>
                  <a:pt x="129347" y="75618"/>
                </a:moveTo>
                <a:lnTo>
                  <a:pt x="127943" y="121283"/>
                </a:lnTo>
                <a:cubicBezTo>
                  <a:pt x="127943" y="126122"/>
                  <a:pt x="127694" y="133227"/>
                  <a:pt x="127194" y="142599"/>
                </a:cubicBezTo>
                <a:cubicBezTo>
                  <a:pt x="126570" y="148725"/>
                  <a:pt x="123513" y="151788"/>
                  <a:pt x="118021" y="151788"/>
                </a:cubicBezTo>
                <a:cubicBezTo>
                  <a:pt x="111906" y="151788"/>
                  <a:pt x="108848" y="148664"/>
                  <a:pt x="108848" y="142416"/>
                </a:cubicBezTo>
                <a:cubicBezTo>
                  <a:pt x="108848" y="135003"/>
                  <a:pt x="109191" y="123870"/>
                  <a:pt x="109877" y="109017"/>
                </a:cubicBezTo>
                <a:cubicBezTo>
                  <a:pt x="110564" y="94164"/>
                  <a:pt x="110907" y="83031"/>
                  <a:pt x="110907" y="75618"/>
                </a:cubicBezTo>
                <a:cubicBezTo>
                  <a:pt x="110907" y="65941"/>
                  <a:pt x="111063" y="54869"/>
                  <a:pt x="111375" y="42403"/>
                </a:cubicBezTo>
                <a:cubicBezTo>
                  <a:pt x="111687" y="29938"/>
                  <a:pt x="111843" y="18866"/>
                  <a:pt x="111843" y="9188"/>
                </a:cubicBezTo>
                <a:cubicBezTo>
                  <a:pt x="111843" y="3063"/>
                  <a:pt x="114901" y="0"/>
                  <a:pt x="121016" y="0"/>
                </a:cubicBezTo>
                <a:cubicBezTo>
                  <a:pt x="127194" y="0"/>
                  <a:pt x="130283" y="3063"/>
                  <a:pt x="130283" y="9188"/>
                </a:cubicBezTo>
                <a:cubicBezTo>
                  <a:pt x="130283" y="18866"/>
                  <a:pt x="130127" y="29938"/>
                  <a:pt x="129815" y="42403"/>
                </a:cubicBezTo>
                <a:cubicBezTo>
                  <a:pt x="129503" y="54869"/>
                  <a:pt x="129347" y="65941"/>
                  <a:pt x="129347" y="75618"/>
                </a:cubicBezTo>
                <a:close/>
                <a:moveTo>
                  <a:pt x="235249" y="153806"/>
                </a:moveTo>
                <a:cubicBezTo>
                  <a:pt x="234063" y="153806"/>
                  <a:pt x="231911" y="152449"/>
                  <a:pt x="228790" y="149734"/>
                </a:cubicBezTo>
                <a:cubicBezTo>
                  <a:pt x="225982" y="147205"/>
                  <a:pt x="223892" y="144953"/>
                  <a:pt x="222519" y="142978"/>
                </a:cubicBezTo>
                <a:cubicBezTo>
                  <a:pt x="216528" y="146190"/>
                  <a:pt x="211255" y="148614"/>
                  <a:pt x="206699" y="150250"/>
                </a:cubicBezTo>
                <a:cubicBezTo>
                  <a:pt x="202144" y="151887"/>
                  <a:pt x="198337" y="152705"/>
                  <a:pt x="195280" y="152705"/>
                </a:cubicBezTo>
                <a:cubicBezTo>
                  <a:pt x="180677" y="152705"/>
                  <a:pt x="170037" y="148667"/>
                  <a:pt x="163360" y="140592"/>
                </a:cubicBezTo>
                <a:cubicBezTo>
                  <a:pt x="157057" y="133005"/>
                  <a:pt x="153906" y="121381"/>
                  <a:pt x="153906" y="105719"/>
                </a:cubicBezTo>
                <a:cubicBezTo>
                  <a:pt x="153906" y="90913"/>
                  <a:pt x="159101" y="78249"/>
                  <a:pt x="169491" y="67726"/>
                </a:cubicBezTo>
                <a:cubicBezTo>
                  <a:pt x="179882" y="57203"/>
                  <a:pt x="192284" y="51942"/>
                  <a:pt x="206699" y="51942"/>
                </a:cubicBezTo>
                <a:cubicBezTo>
                  <a:pt x="212129" y="51942"/>
                  <a:pt x="218213" y="53318"/>
                  <a:pt x="224953" y="56071"/>
                </a:cubicBezTo>
                <a:cubicBezTo>
                  <a:pt x="233439" y="59498"/>
                  <a:pt x="237683" y="63627"/>
                  <a:pt x="237683" y="68460"/>
                </a:cubicBezTo>
                <a:cubicBezTo>
                  <a:pt x="237683" y="70112"/>
                  <a:pt x="237059" y="71581"/>
                  <a:pt x="235811" y="72865"/>
                </a:cubicBezTo>
                <a:cubicBezTo>
                  <a:pt x="235187" y="75190"/>
                  <a:pt x="234703" y="79014"/>
                  <a:pt x="234360" y="84337"/>
                </a:cubicBezTo>
                <a:cubicBezTo>
                  <a:pt x="234017" y="89659"/>
                  <a:pt x="233814" y="96481"/>
                  <a:pt x="233751" y="104801"/>
                </a:cubicBezTo>
                <a:cubicBezTo>
                  <a:pt x="233689" y="112388"/>
                  <a:pt x="234219" y="118383"/>
                  <a:pt x="235343" y="122788"/>
                </a:cubicBezTo>
                <a:cubicBezTo>
                  <a:pt x="235967" y="125480"/>
                  <a:pt x="237932" y="130864"/>
                  <a:pt x="241240" y="138940"/>
                </a:cubicBezTo>
                <a:cubicBezTo>
                  <a:pt x="241677" y="140041"/>
                  <a:pt x="242394" y="141662"/>
                  <a:pt x="243393" y="143804"/>
                </a:cubicBezTo>
                <a:lnTo>
                  <a:pt x="243954" y="145364"/>
                </a:lnTo>
                <a:cubicBezTo>
                  <a:pt x="243954" y="147811"/>
                  <a:pt x="243081" y="149830"/>
                  <a:pt x="241333" y="151420"/>
                </a:cubicBezTo>
                <a:cubicBezTo>
                  <a:pt x="239586" y="153011"/>
                  <a:pt x="237558" y="153806"/>
                  <a:pt x="235249" y="153806"/>
                </a:cubicBezTo>
                <a:moveTo>
                  <a:pt x="215779" y="90061"/>
                </a:moveTo>
                <a:cubicBezTo>
                  <a:pt x="215779" y="87436"/>
                  <a:pt x="215951" y="84583"/>
                  <a:pt x="216294" y="81503"/>
                </a:cubicBezTo>
                <a:cubicBezTo>
                  <a:pt x="216637" y="78421"/>
                  <a:pt x="217152" y="75141"/>
                  <a:pt x="217839" y="71664"/>
                </a:cubicBezTo>
                <a:cubicBezTo>
                  <a:pt x="215530" y="70503"/>
                  <a:pt x="213548" y="69649"/>
                  <a:pt x="211895" y="69100"/>
                </a:cubicBezTo>
                <a:cubicBezTo>
                  <a:pt x="210241" y="68551"/>
                  <a:pt x="208915" y="68277"/>
                  <a:pt x="207916" y="68277"/>
                </a:cubicBezTo>
                <a:cubicBezTo>
                  <a:pt x="198244" y="68277"/>
                  <a:pt x="189897" y="72136"/>
                  <a:pt x="182877" y="79854"/>
                </a:cubicBezTo>
                <a:cubicBezTo>
                  <a:pt x="175857" y="87572"/>
                  <a:pt x="172346" y="96466"/>
                  <a:pt x="172346" y="106533"/>
                </a:cubicBezTo>
                <a:cubicBezTo>
                  <a:pt x="172346" y="116540"/>
                  <a:pt x="174156" y="124045"/>
                  <a:pt x="177775" y="129049"/>
                </a:cubicBezTo>
                <a:cubicBezTo>
                  <a:pt x="181395" y="134052"/>
                  <a:pt x="186824" y="136554"/>
                  <a:pt x="194063" y="136554"/>
                </a:cubicBezTo>
                <a:cubicBezTo>
                  <a:pt x="200054" y="136554"/>
                  <a:pt x="205139" y="135486"/>
                  <a:pt x="209320" y="133350"/>
                </a:cubicBezTo>
                <a:cubicBezTo>
                  <a:pt x="211567" y="132192"/>
                  <a:pt x="214718" y="129874"/>
                  <a:pt x="218775" y="126396"/>
                </a:cubicBezTo>
                <a:cubicBezTo>
                  <a:pt x="216778" y="110225"/>
                  <a:pt x="215779" y="98114"/>
                  <a:pt x="215779" y="90061"/>
                </a:cubicBezTo>
                <a:close/>
                <a:moveTo>
                  <a:pt x="327716" y="77087"/>
                </a:moveTo>
                <a:cubicBezTo>
                  <a:pt x="324284" y="77087"/>
                  <a:pt x="321881" y="75963"/>
                  <a:pt x="320508" y="73714"/>
                </a:cubicBezTo>
                <a:cubicBezTo>
                  <a:pt x="319572" y="72135"/>
                  <a:pt x="318761" y="68854"/>
                  <a:pt x="318075" y="63872"/>
                </a:cubicBezTo>
                <a:cubicBezTo>
                  <a:pt x="313394" y="65032"/>
                  <a:pt x="306187" y="67171"/>
                  <a:pt x="296452" y="70287"/>
                </a:cubicBezTo>
                <a:cubicBezTo>
                  <a:pt x="286405" y="74199"/>
                  <a:pt x="281350" y="79026"/>
                  <a:pt x="281288" y="84770"/>
                </a:cubicBezTo>
                <a:cubicBezTo>
                  <a:pt x="283160" y="85443"/>
                  <a:pt x="285001" y="85932"/>
                  <a:pt x="286810" y="86238"/>
                </a:cubicBezTo>
                <a:cubicBezTo>
                  <a:pt x="301163" y="88743"/>
                  <a:pt x="311834" y="92195"/>
                  <a:pt x="318823" y="96596"/>
                </a:cubicBezTo>
                <a:cubicBezTo>
                  <a:pt x="328995" y="103015"/>
                  <a:pt x="334081" y="112305"/>
                  <a:pt x="334081" y="124469"/>
                </a:cubicBezTo>
                <a:cubicBezTo>
                  <a:pt x="334081" y="134432"/>
                  <a:pt x="329682" y="141949"/>
                  <a:pt x="320883" y="147021"/>
                </a:cubicBezTo>
                <a:cubicBezTo>
                  <a:pt x="313582" y="151178"/>
                  <a:pt x="304346" y="153256"/>
                  <a:pt x="293176" y="153256"/>
                </a:cubicBezTo>
                <a:cubicBezTo>
                  <a:pt x="285001" y="153256"/>
                  <a:pt x="277200" y="151910"/>
                  <a:pt x="269774" y="149218"/>
                </a:cubicBezTo>
                <a:cubicBezTo>
                  <a:pt x="260164" y="145792"/>
                  <a:pt x="255359" y="141020"/>
                  <a:pt x="255359" y="134902"/>
                </a:cubicBezTo>
                <a:cubicBezTo>
                  <a:pt x="255359" y="132455"/>
                  <a:pt x="256342" y="130313"/>
                  <a:pt x="258308" y="128478"/>
                </a:cubicBezTo>
                <a:cubicBezTo>
                  <a:pt x="260273" y="126643"/>
                  <a:pt x="262504" y="125725"/>
                  <a:pt x="265000" y="125725"/>
                </a:cubicBezTo>
                <a:cubicBezTo>
                  <a:pt x="266935" y="125725"/>
                  <a:pt x="269431" y="127193"/>
                  <a:pt x="272489" y="130130"/>
                </a:cubicBezTo>
                <a:cubicBezTo>
                  <a:pt x="273987" y="131537"/>
                  <a:pt x="277356" y="132699"/>
                  <a:pt x="282598" y="133617"/>
                </a:cubicBezTo>
                <a:cubicBezTo>
                  <a:pt x="286779" y="134351"/>
                  <a:pt x="290305" y="134718"/>
                  <a:pt x="293176" y="134718"/>
                </a:cubicBezTo>
                <a:cubicBezTo>
                  <a:pt x="298418" y="134718"/>
                  <a:pt x="303035" y="134107"/>
                  <a:pt x="307029" y="132886"/>
                </a:cubicBezTo>
                <a:cubicBezTo>
                  <a:pt x="312833" y="131113"/>
                  <a:pt x="315734" y="128303"/>
                  <a:pt x="315734" y="124454"/>
                </a:cubicBezTo>
                <a:cubicBezTo>
                  <a:pt x="315734" y="116144"/>
                  <a:pt x="309806" y="110522"/>
                  <a:pt x="297949" y="107589"/>
                </a:cubicBezTo>
                <a:lnTo>
                  <a:pt x="288215" y="105478"/>
                </a:lnTo>
                <a:cubicBezTo>
                  <a:pt x="279915" y="103702"/>
                  <a:pt x="274018" y="101620"/>
                  <a:pt x="270523" y="99232"/>
                </a:cubicBezTo>
                <a:cubicBezTo>
                  <a:pt x="265468" y="95804"/>
                  <a:pt x="262941" y="90632"/>
                  <a:pt x="262941" y="83717"/>
                </a:cubicBezTo>
                <a:cubicBezTo>
                  <a:pt x="262941" y="70923"/>
                  <a:pt x="269088" y="61801"/>
                  <a:pt x="281381" y="56352"/>
                </a:cubicBezTo>
                <a:cubicBezTo>
                  <a:pt x="285126" y="54701"/>
                  <a:pt x="291116" y="52728"/>
                  <a:pt x="299354" y="50433"/>
                </a:cubicBezTo>
                <a:cubicBezTo>
                  <a:pt x="307591" y="48137"/>
                  <a:pt x="313488" y="46193"/>
                  <a:pt x="317045" y="44600"/>
                </a:cubicBezTo>
                <a:cubicBezTo>
                  <a:pt x="319604" y="43499"/>
                  <a:pt x="322380" y="42948"/>
                  <a:pt x="325376" y="42948"/>
                </a:cubicBezTo>
                <a:cubicBezTo>
                  <a:pt x="328059" y="42948"/>
                  <a:pt x="330259" y="43805"/>
                  <a:pt x="331975" y="45518"/>
                </a:cubicBezTo>
                <a:cubicBezTo>
                  <a:pt x="333691" y="47231"/>
                  <a:pt x="334549" y="49464"/>
                  <a:pt x="334549" y="52217"/>
                </a:cubicBezTo>
                <a:cubicBezTo>
                  <a:pt x="334549" y="53991"/>
                  <a:pt x="334939" y="56591"/>
                  <a:pt x="335719" y="60018"/>
                </a:cubicBezTo>
                <a:cubicBezTo>
                  <a:pt x="336499" y="63444"/>
                  <a:pt x="336889" y="66044"/>
                  <a:pt x="336889" y="67818"/>
                </a:cubicBezTo>
                <a:cubicBezTo>
                  <a:pt x="336889" y="70571"/>
                  <a:pt x="336031" y="72804"/>
                  <a:pt x="334315" y="74517"/>
                </a:cubicBezTo>
                <a:cubicBezTo>
                  <a:pt x="332599" y="76230"/>
                  <a:pt x="330399" y="77087"/>
                  <a:pt x="327716" y="77087"/>
                </a:cubicBezTo>
                <a:close/>
                <a:moveTo>
                  <a:pt x="425696" y="77087"/>
                </a:moveTo>
                <a:cubicBezTo>
                  <a:pt x="422264" y="77087"/>
                  <a:pt x="419861" y="75963"/>
                  <a:pt x="418488" y="73714"/>
                </a:cubicBezTo>
                <a:cubicBezTo>
                  <a:pt x="417552" y="72135"/>
                  <a:pt x="416741" y="68854"/>
                  <a:pt x="416054" y="63872"/>
                </a:cubicBezTo>
                <a:cubicBezTo>
                  <a:pt x="411374" y="65032"/>
                  <a:pt x="404167" y="67171"/>
                  <a:pt x="394432" y="70287"/>
                </a:cubicBezTo>
                <a:cubicBezTo>
                  <a:pt x="384385" y="74199"/>
                  <a:pt x="379330" y="79026"/>
                  <a:pt x="379268" y="84770"/>
                </a:cubicBezTo>
                <a:cubicBezTo>
                  <a:pt x="381140" y="85443"/>
                  <a:pt x="382981" y="85932"/>
                  <a:pt x="384790" y="86238"/>
                </a:cubicBezTo>
                <a:cubicBezTo>
                  <a:pt x="399143" y="88743"/>
                  <a:pt x="409814" y="92195"/>
                  <a:pt x="416803" y="96596"/>
                </a:cubicBezTo>
                <a:cubicBezTo>
                  <a:pt x="426975" y="103015"/>
                  <a:pt x="432061" y="112305"/>
                  <a:pt x="432061" y="124469"/>
                </a:cubicBezTo>
                <a:cubicBezTo>
                  <a:pt x="432061" y="134432"/>
                  <a:pt x="427662" y="141949"/>
                  <a:pt x="418863" y="147021"/>
                </a:cubicBezTo>
                <a:cubicBezTo>
                  <a:pt x="411561" y="151178"/>
                  <a:pt x="402326" y="153256"/>
                  <a:pt x="391155" y="153256"/>
                </a:cubicBezTo>
                <a:cubicBezTo>
                  <a:pt x="382981" y="153256"/>
                  <a:pt x="375180" y="151910"/>
                  <a:pt x="367754" y="149218"/>
                </a:cubicBezTo>
                <a:cubicBezTo>
                  <a:pt x="358144" y="145792"/>
                  <a:pt x="353339" y="141020"/>
                  <a:pt x="353339" y="134902"/>
                </a:cubicBezTo>
                <a:cubicBezTo>
                  <a:pt x="353339" y="132455"/>
                  <a:pt x="354322" y="130313"/>
                  <a:pt x="356287" y="128478"/>
                </a:cubicBezTo>
                <a:cubicBezTo>
                  <a:pt x="358253" y="126643"/>
                  <a:pt x="360484" y="125725"/>
                  <a:pt x="362980" y="125725"/>
                </a:cubicBezTo>
                <a:cubicBezTo>
                  <a:pt x="364915" y="125725"/>
                  <a:pt x="367411" y="127193"/>
                  <a:pt x="370469" y="130130"/>
                </a:cubicBezTo>
                <a:cubicBezTo>
                  <a:pt x="371966" y="131537"/>
                  <a:pt x="375336" y="132699"/>
                  <a:pt x="380578" y="133617"/>
                </a:cubicBezTo>
                <a:cubicBezTo>
                  <a:pt x="384759" y="134351"/>
                  <a:pt x="388285" y="134718"/>
                  <a:pt x="391155" y="134718"/>
                </a:cubicBezTo>
                <a:cubicBezTo>
                  <a:pt x="396397" y="134718"/>
                  <a:pt x="401015" y="134107"/>
                  <a:pt x="405009" y="132886"/>
                </a:cubicBezTo>
                <a:cubicBezTo>
                  <a:pt x="410813" y="131113"/>
                  <a:pt x="413714" y="128303"/>
                  <a:pt x="413714" y="124454"/>
                </a:cubicBezTo>
                <a:cubicBezTo>
                  <a:pt x="413714" y="116144"/>
                  <a:pt x="407786" y="110522"/>
                  <a:pt x="395929" y="107589"/>
                </a:cubicBezTo>
                <a:lnTo>
                  <a:pt x="386194" y="105478"/>
                </a:lnTo>
                <a:cubicBezTo>
                  <a:pt x="377895" y="103702"/>
                  <a:pt x="371998" y="101620"/>
                  <a:pt x="368503" y="99232"/>
                </a:cubicBezTo>
                <a:cubicBezTo>
                  <a:pt x="363448" y="95804"/>
                  <a:pt x="360921" y="90632"/>
                  <a:pt x="360921" y="83717"/>
                </a:cubicBezTo>
                <a:cubicBezTo>
                  <a:pt x="360921" y="70923"/>
                  <a:pt x="367068" y="61801"/>
                  <a:pt x="379361" y="56352"/>
                </a:cubicBezTo>
                <a:cubicBezTo>
                  <a:pt x="383105" y="54701"/>
                  <a:pt x="389096" y="52728"/>
                  <a:pt x="397333" y="50433"/>
                </a:cubicBezTo>
                <a:cubicBezTo>
                  <a:pt x="405571" y="48137"/>
                  <a:pt x="411468" y="46193"/>
                  <a:pt x="415025" y="44600"/>
                </a:cubicBezTo>
                <a:cubicBezTo>
                  <a:pt x="417583" y="43499"/>
                  <a:pt x="420360" y="42948"/>
                  <a:pt x="423356" y="42948"/>
                </a:cubicBezTo>
                <a:cubicBezTo>
                  <a:pt x="426039" y="42948"/>
                  <a:pt x="428239" y="43805"/>
                  <a:pt x="429955" y="45518"/>
                </a:cubicBezTo>
                <a:cubicBezTo>
                  <a:pt x="431671" y="47231"/>
                  <a:pt x="432529" y="49464"/>
                  <a:pt x="432529" y="52217"/>
                </a:cubicBezTo>
                <a:cubicBezTo>
                  <a:pt x="432529" y="53991"/>
                  <a:pt x="432919" y="56591"/>
                  <a:pt x="433699" y="60018"/>
                </a:cubicBezTo>
                <a:cubicBezTo>
                  <a:pt x="434479" y="63444"/>
                  <a:pt x="434869" y="66044"/>
                  <a:pt x="434869" y="67818"/>
                </a:cubicBezTo>
                <a:cubicBezTo>
                  <a:pt x="434869" y="70571"/>
                  <a:pt x="434011" y="72804"/>
                  <a:pt x="432295" y="74517"/>
                </a:cubicBezTo>
                <a:cubicBezTo>
                  <a:pt x="430579" y="76230"/>
                  <a:pt x="428379" y="77087"/>
                  <a:pt x="425696" y="77087"/>
                </a:cubicBezTo>
                <a:close/>
                <a:moveTo>
                  <a:pt x="478371" y="31569"/>
                </a:moveTo>
                <a:cubicBezTo>
                  <a:pt x="475375" y="31569"/>
                  <a:pt x="472786" y="30529"/>
                  <a:pt x="470601" y="28449"/>
                </a:cubicBezTo>
                <a:cubicBezTo>
                  <a:pt x="468417" y="26369"/>
                  <a:pt x="467325" y="23860"/>
                  <a:pt x="467325" y="20924"/>
                </a:cubicBezTo>
                <a:cubicBezTo>
                  <a:pt x="467325" y="17987"/>
                  <a:pt x="468417" y="15479"/>
                  <a:pt x="470601" y="13398"/>
                </a:cubicBezTo>
                <a:cubicBezTo>
                  <a:pt x="472786" y="11318"/>
                  <a:pt x="475375" y="10278"/>
                  <a:pt x="478371" y="10278"/>
                </a:cubicBezTo>
                <a:cubicBezTo>
                  <a:pt x="481366" y="10278"/>
                  <a:pt x="483940" y="11318"/>
                  <a:pt x="486093" y="13398"/>
                </a:cubicBezTo>
                <a:cubicBezTo>
                  <a:pt x="488246" y="15479"/>
                  <a:pt x="489323" y="17987"/>
                  <a:pt x="489323" y="20924"/>
                </a:cubicBezTo>
                <a:cubicBezTo>
                  <a:pt x="489323" y="23860"/>
                  <a:pt x="488246" y="26369"/>
                  <a:pt x="486093" y="28449"/>
                </a:cubicBezTo>
                <a:cubicBezTo>
                  <a:pt x="483940" y="30529"/>
                  <a:pt x="481366" y="31569"/>
                  <a:pt x="478371" y="31569"/>
                </a:cubicBezTo>
                <a:moveTo>
                  <a:pt x="482583" y="106138"/>
                </a:moveTo>
                <a:cubicBezTo>
                  <a:pt x="482583" y="109812"/>
                  <a:pt x="482692" y="115309"/>
                  <a:pt x="482911" y="122628"/>
                </a:cubicBezTo>
                <a:cubicBezTo>
                  <a:pt x="483129" y="129944"/>
                  <a:pt x="483238" y="135440"/>
                  <a:pt x="483238" y="139115"/>
                </a:cubicBezTo>
                <a:cubicBezTo>
                  <a:pt x="483238" y="141809"/>
                  <a:pt x="482396" y="144013"/>
                  <a:pt x="480711" y="145728"/>
                </a:cubicBezTo>
                <a:cubicBezTo>
                  <a:pt x="479026" y="147443"/>
                  <a:pt x="476811" y="148300"/>
                  <a:pt x="474065" y="148300"/>
                </a:cubicBezTo>
                <a:cubicBezTo>
                  <a:pt x="471381" y="148300"/>
                  <a:pt x="469182" y="147443"/>
                  <a:pt x="467466" y="145728"/>
                </a:cubicBezTo>
                <a:cubicBezTo>
                  <a:pt x="465750" y="144013"/>
                  <a:pt x="464892" y="141809"/>
                  <a:pt x="464892" y="139115"/>
                </a:cubicBezTo>
                <a:cubicBezTo>
                  <a:pt x="464892" y="135440"/>
                  <a:pt x="464782" y="129944"/>
                  <a:pt x="464564" y="122628"/>
                </a:cubicBezTo>
                <a:cubicBezTo>
                  <a:pt x="464345" y="115309"/>
                  <a:pt x="464236" y="109812"/>
                  <a:pt x="464236" y="106138"/>
                </a:cubicBezTo>
                <a:cubicBezTo>
                  <a:pt x="464236" y="100381"/>
                  <a:pt x="464548" y="93201"/>
                  <a:pt x="465172" y="84598"/>
                </a:cubicBezTo>
                <a:cubicBezTo>
                  <a:pt x="465796" y="75992"/>
                  <a:pt x="466108" y="68811"/>
                  <a:pt x="466108" y="63055"/>
                </a:cubicBezTo>
                <a:cubicBezTo>
                  <a:pt x="466108" y="60300"/>
                  <a:pt x="466966" y="58065"/>
                  <a:pt x="468683" y="56350"/>
                </a:cubicBezTo>
                <a:cubicBezTo>
                  <a:pt x="470399" y="54635"/>
                  <a:pt x="472598" y="53777"/>
                  <a:pt x="475282" y="53777"/>
                </a:cubicBezTo>
                <a:cubicBezTo>
                  <a:pt x="477965" y="53777"/>
                  <a:pt x="480165" y="54635"/>
                  <a:pt x="481881" y="56350"/>
                </a:cubicBezTo>
                <a:cubicBezTo>
                  <a:pt x="483597" y="58065"/>
                  <a:pt x="484455" y="60300"/>
                  <a:pt x="484455" y="63055"/>
                </a:cubicBezTo>
                <a:cubicBezTo>
                  <a:pt x="484455" y="68811"/>
                  <a:pt x="484143" y="75992"/>
                  <a:pt x="483519" y="84598"/>
                </a:cubicBezTo>
                <a:cubicBezTo>
                  <a:pt x="482895" y="93201"/>
                  <a:pt x="482583" y="100381"/>
                  <a:pt x="482583" y="106138"/>
                </a:cubicBezTo>
                <a:close/>
                <a:moveTo>
                  <a:pt x="559373" y="153623"/>
                </a:moveTo>
                <a:cubicBezTo>
                  <a:pt x="546581" y="153623"/>
                  <a:pt x="535910" y="149823"/>
                  <a:pt x="527360" y="142223"/>
                </a:cubicBezTo>
                <a:cubicBezTo>
                  <a:pt x="518374" y="134257"/>
                  <a:pt x="513881" y="123745"/>
                  <a:pt x="513881" y="110689"/>
                </a:cubicBezTo>
                <a:cubicBezTo>
                  <a:pt x="513881" y="98248"/>
                  <a:pt x="518093" y="85409"/>
                  <a:pt x="526518" y="72171"/>
                </a:cubicBezTo>
                <a:cubicBezTo>
                  <a:pt x="535879" y="57461"/>
                  <a:pt x="546425" y="50106"/>
                  <a:pt x="558157" y="50106"/>
                </a:cubicBezTo>
                <a:cubicBezTo>
                  <a:pt x="564272" y="50106"/>
                  <a:pt x="571105" y="51518"/>
                  <a:pt x="578656" y="54342"/>
                </a:cubicBezTo>
                <a:cubicBezTo>
                  <a:pt x="588204" y="57965"/>
                  <a:pt x="592978" y="62385"/>
                  <a:pt x="592978" y="67603"/>
                </a:cubicBezTo>
                <a:cubicBezTo>
                  <a:pt x="592978" y="69935"/>
                  <a:pt x="592198" y="72008"/>
                  <a:pt x="590638" y="73820"/>
                </a:cubicBezTo>
                <a:cubicBezTo>
                  <a:pt x="589078" y="75631"/>
                  <a:pt x="587143" y="76536"/>
                  <a:pt x="584834" y="76536"/>
                </a:cubicBezTo>
                <a:cubicBezTo>
                  <a:pt x="583024" y="76536"/>
                  <a:pt x="581449" y="75996"/>
                  <a:pt x="580107" y="74916"/>
                </a:cubicBezTo>
                <a:cubicBezTo>
                  <a:pt x="578765" y="73834"/>
                  <a:pt x="577471" y="72767"/>
                  <a:pt x="576222" y="71715"/>
                </a:cubicBezTo>
                <a:cubicBezTo>
                  <a:pt x="572541" y="68811"/>
                  <a:pt x="566519" y="67359"/>
                  <a:pt x="558157" y="67359"/>
                </a:cubicBezTo>
                <a:cubicBezTo>
                  <a:pt x="551791" y="67359"/>
                  <a:pt x="545489" y="72942"/>
                  <a:pt x="539248" y="84107"/>
                </a:cubicBezTo>
                <a:cubicBezTo>
                  <a:pt x="533570" y="94351"/>
                  <a:pt x="530730" y="103214"/>
                  <a:pt x="530730" y="110698"/>
                </a:cubicBezTo>
                <a:cubicBezTo>
                  <a:pt x="530730" y="118794"/>
                  <a:pt x="533538" y="125174"/>
                  <a:pt x="539155" y="129837"/>
                </a:cubicBezTo>
                <a:cubicBezTo>
                  <a:pt x="544397" y="134193"/>
                  <a:pt x="551136" y="136370"/>
                  <a:pt x="559373" y="136370"/>
                </a:cubicBezTo>
                <a:cubicBezTo>
                  <a:pt x="563118" y="136370"/>
                  <a:pt x="567112" y="135391"/>
                  <a:pt x="571355" y="133434"/>
                </a:cubicBezTo>
                <a:lnTo>
                  <a:pt x="582213" y="127744"/>
                </a:lnTo>
                <a:cubicBezTo>
                  <a:pt x="584085" y="126765"/>
                  <a:pt x="585427" y="126275"/>
                  <a:pt x="586238" y="126275"/>
                </a:cubicBezTo>
                <a:cubicBezTo>
                  <a:pt x="588547" y="126275"/>
                  <a:pt x="590544" y="127178"/>
                  <a:pt x="592229" y="128983"/>
                </a:cubicBezTo>
                <a:cubicBezTo>
                  <a:pt x="593914" y="130788"/>
                  <a:pt x="594756" y="132852"/>
                  <a:pt x="594756" y="135177"/>
                </a:cubicBezTo>
                <a:cubicBezTo>
                  <a:pt x="594756" y="139643"/>
                  <a:pt x="589951" y="143956"/>
                  <a:pt x="580341" y="148117"/>
                </a:cubicBezTo>
                <a:cubicBezTo>
                  <a:pt x="571917" y="151788"/>
                  <a:pt x="564927" y="153623"/>
                  <a:pt x="559373" y="153623"/>
                </a:cubicBezTo>
                <a:close/>
                <a:moveTo>
                  <a:pt x="692559" y="153806"/>
                </a:moveTo>
                <a:cubicBezTo>
                  <a:pt x="691373" y="153806"/>
                  <a:pt x="689220" y="152449"/>
                  <a:pt x="686100" y="149734"/>
                </a:cubicBezTo>
                <a:cubicBezTo>
                  <a:pt x="683292" y="147205"/>
                  <a:pt x="681201" y="144953"/>
                  <a:pt x="679828" y="142978"/>
                </a:cubicBezTo>
                <a:cubicBezTo>
                  <a:pt x="673838" y="146190"/>
                  <a:pt x="668564" y="148614"/>
                  <a:pt x="664009" y="150250"/>
                </a:cubicBezTo>
                <a:cubicBezTo>
                  <a:pt x="659454" y="151887"/>
                  <a:pt x="655647" y="152705"/>
                  <a:pt x="652589" y="152705"/>
                </a:cubicBezTo>
                <a:cubicBezTo>
                  <a:pt x="637987" y="152705"/>
                  <a:pt x="627347" y="148667"/>
                  <a:pt x="620670" y="140592"/>
                </a:cubicBezTo>
                <a:cubicBezTo>
                  <a:pt x="614367" y="133005"/>
                  <a:pt x="611216" y="121381"/>
                  <a:pt x="611216" y="105719"/>
                </a:cubicBezTo>
                <a:cubicBezTo>
                  <a:pt x="611216" y="90913"/>
                  <a:pt x="616411" y="78249"/>
                  <a:pt x="626801" y="67726"/>
                </a:cubicBezTo>
                <a:cubicBezTo>
                  <a:pt x="637191" y="57203"/>
                  <a:pt x="649594" y="51942"/>
                  <a:pt x="664009" y="51942"/>
                </a:cubicBezTo>
                <a:cubicBezTo>
                  <a:pt x="669438" y="51942"/>
                  <a:pt x="675522" y="53318"/>
                  <a:pt x="682262" y="56071"/>
                </a:cubicBezTo>
                <a:cubicBezTo>
                  <a:pt x="690749" y="59498"/>
                  <a:pt x="694992" y="63627"/>
                  <a:pt x="694992" y="68460"/>
                </a:cubicBezTo>
                <a:cubicBezTo>
                  <a:pt x="694992" y="70112"/>
                  <a:pt x="694368" y="71581"/>
                  <a:pt x="693120" y="72865"/>
                </a:cubicBezTo>
                <a:cubicBezTo>
                  <a:pt x="692496" y="75190"/>
                  <a:pt x="692013" y="79014"/>
                  <a:pt x="691669" y="84337"/>
                </a:cubicBezTo>
                <a:cubicBezTo>
                  <a:pt x="691326" y="89659"/>
                  <a:pt x="691123" y="96481"/>
                  <a:pt x="691061" y="104801"/>
                </a:cubicBezTo>
                <a:cubicBezTo>
                  <a:pt x="690999" y="112388"/>
                  <a:pt x="691529" y="118383"/>
                  <a:pt x="692652" y="122788"/>
                </a:cubicBezTo>
                <a:cubicBezTo>
                  <a:pt x="693276" y="125480"/>
                  <a:pt x="695242" y="130864"/>
                  <a:pt x="698549" y="138940"/>
                </a:cubicBezTo>
                <a:cubicBezTo>
                  <a:pt x="698986" y="140041"/>
                  <a:pt x="699704" y="141662"/>
                  <a:pt x="700702" y="143804"/>
                </a:cubicBezTo>
                <a:lnTo>
                  <a:pt x="701264" y="145364"/>
                </a:lnTo>
                <a:cubicBezTo>
                  <a:pt x="701264" y="147811"/>
                  <a:pt x="700390" y="149830"/>
                  <a:pt x="698643" y="151420"/>
                </a:cubicBezTo>
                <a:cubicBezTo>
                  <a:pt x="696896" y="153011"/>
                  <a:pt x="694868" y="153806"/>
                  <a:pt x="692559" y="153806"/>
                </a:cubicBezTo>
                <a:moveTo>
                  <a:pt x="673089" y="90061"/>
                </a:moveTo>
                <a:cubicBezTo>
                  <a:pt x="673089" y="87436"/>
                  <a:pt x="673260" y="84583"/>
                  <a:pt x="673604" y="81503"/>
                </a:cubicBezTo>
                <a:cubicBezTo>
                  <a:pt x="673947" y="78421"/>
                  <a:pt x="674462" y="75141"/>
                  <a:pt x="675148" y="71664"/>
                </a:cubicBezTo>
                <a:cubicBezTo>
                  <a:pt x="672839" y="70503"/>
                  <a:pt x="670858" y="69649"/>
                  <a:pt x="669204" y="69100"/>
                </a:cubicBezTo>
                <a:cubicBezTo>
                  <a:pt x="667550" y="68551"/>
                  <a:pt x="666224" y="68277"/>
                  <a:pt x="665226" y="68277"/>
                </a:cubicBezTo>
                <a:cubicBezTo>
                  <a:pt x="655553" y="68277"/>
                  <a:pt x="647207" y="72136"/>
                  <a:pt x="640186" y="79854"/>
                </a:cubicBezTo>
                <a:cubicBezTo>
                  <a:pt x="633166" y="87572"/>
                  <a:pt x="629656" y="96466"/>
                  <a:pt x="629656" y="106533"/>
                </a:cubicBezTo>
                <a:cubicBezTo>
                  <a:pt x="629656" y="116540"/>
                  <a:pt x="631465" y="124045"/>
                  <a:pt x="635085" y="129049"/>
                </a:cubicBezTo>
                <a:cubicBezTo>
                  <a:pt x="638704" y="134052"/>
                  <a:pt x="644133" y="136554"/>
                  <a:pt x="651372" y="136554"/>
                </a:cubicBezTo>
                <a:cubicBezTo>
                  <a:pt x="657363" y="136554"/>
                  <a:pt x="662449" y="135486"/>
                  <a:pt x="666630" y="133350"/>
                </a:cubicBezTo>
                <a:cubicBezTo>
                  <a:pt x="668876" y="132192"/>
                  <a:pt x="672028" y="129874"/>
                  <a:pt x="676084" y="126396"/>
                </a:cubicBezTo>
                <a:cubicBezTo>
                  <a:pt x="674087" y="110225"/>
                  <a:pt x="673089" y="98114"/>
                  <a:pt x="673089" y="90061"/>
                </a:cubicBezTo>
                <a:close/>
                <a:moveTo>
                  <a:pt x="745617" y="75618"/>
                </a:moveTo>
                <a:lnTo>
                  <a:pt x="744213" y="121283"/>
                </a:lnTo>
                <a:cubicBezTo>
                  <a:pt x="744213" y="126122"/>
                  <a:pt x="743964" y="133227"/>
                  <a:pt x="743465" y="142599"/>
                </a:cubicBezTo>
                <a:cubicBezTo>
                  <a:pt x="742841" y="148725"/>
                  <a:pt x="739783" y="151788"/>
                  <a:pt x="734291" y="151788"/>
                </a:cubicBezTo>
                <a:cubicBezTo>
                  <a:pt x="728176" y="151788"/>
                  <a:pt x="725118" y="148664"/>
                  <a:pt x="725118" y="142416"/>
                </a:cubicBezTo>
                <a:cubicBezTo>
                  <a:pt x="725118" y="135003"/>
                  <a:pt x="725461" y="123870"/>
                  <a:pt x="726148" y="109017"/>
                </a:cubicBezTo>
                <a:cubicBezTo>
                  <a:pt x="726834" y="94164"/>
                  <a:pt x="727177" y="83031"/>
                  <a:pt x="727177" y="75618"/>
                </a:cubicBezTo>
                <a:cubicBezTo>
                  <a:pt x="727177" y="65941"/>
                  <a:pt x="727333" y="54869"/>
                  <a:pt x="727645" y="42403"/>
                </a:cubicBezTo>
                <a:cubicBezTo>
                  <a:pt x="727957" y="29938"/>
                  <a:pt x="728113" y="18866"/>
                  <a:pt x="728113" y="9188"/>
                </a:cubicBezTo>
                <a:cubicBezTo>
                  <a:pt x="728113" y="3063"/>
                  <a:pt x="731171" y="0"/>
                  <a:pt x="737287" y="0"/>
                </a:cubicBezTo>
                <a:cubicBezTo>
                  <a:pt x="743465" y="0"/>
                  <a:pt x="746554" y="3063"/>
                  <a:pt x="746554" y="9188"/>
                </a:cubicBezTo>
                <a:cubicBezTo>
                  <a:pt x="746554" y="18866"/>
                  <a:pt x="746398" y="29938"/>
                  <a:pt x="746086" y="42403"/>
                </a:cubicBezTo>
                <a:cubicBezTo>
                  <a:pt x="745773" y="54869"/>
                  <a:pt x="745617" y="65941"/>
                  <a:pt x="745617" y="75618"/>
                </a:cubicBezTo>
                <a:close/>
                <a:moveTo>
                  <a:pt x="877295" y="153623"/>
                </a:moveTo>
                <a:cubicBezTo>
                  <a:pt x="864502" y="153623"/>
                  <a:pt x="853831" y="149823"/>
                  <a:pt x="845282" y="142223"/>
                </a:cubicBezTo>
                <a:cubicBezTo>
                  <a:pt x="836296" y="134257"/>
                  <a:pt x="831803" y="123745"/>
                  <a:pt x="831803" y="110689"/>
                </a:cubicBezTo>
                <a:cubicBezTo>
                  <a:pt x="831803" y="98248"/>
                  <a:pt x="836015" y="85409"/>
                  <a:pt x="844440" y="72171"/>
                </a:cubicBezTo>
                <a:cubicBezTo>
                  <a:pt x="853800" y="57461"/>
                  <a:pt x="864346" y="50106"/>
                  <a:pt x="876078" y="50106"/>
                </a:cubicBezTo>
                <a:cubicBezTo>
                  <a:pt x="882194" y="50106"/>
                  <a:pt x="889027" y="51518"/>
                  <a:pt x="896578" y="54342"/>
                </a:cubicBezTo>
                <a:cubicBezTo>
                  <a:pt x="906125" y="57965"/>
                  <a:pt x="910899" y="62385"/>
                  <a:pt x="910899" y="67603"/>
                </a:cubicBezTo>
                <a:cubicBezTo>
                  <a:pt x="910899" y="69935"/>
                  <a:pt x="910119" y="72008"/>
                  <a:pt x="908559" y="73820"/>
                </a:cubicBezTo>
                <a:cubicBezTo>
                  <a:pt x="906999" y="75631"/>
                  <a:pt x="905065" y="76536"/>
                  <a:pt x="902756" y="76536"/>
                </a:cubicBezTo>
                <a:cubicBezTo>
                  <a:pt x="900946" y="76536"/>
                  <a:pt x="899370" y="75996"/>
                  <a:pt x="898029" y="74916"/>
                </a:cubicBezTo>
                <a:cubicBezTo>
                  <a:pt x="896687" y="73834"/>
                  <a:pt x="895392" y="72767"/>
                  <a:pt x="894144" y="71715"/>
                </a:cubicBezTo>
                <a:cubicBezTo>
                  <a:pt x="890462" y="68811"/>
                  <a:pt x="884440" y="67359"/>
                  <a:pt x="876078" y="67359"/>
                </a:cubicBezTo>
                <a:cubicBezTo>
                  <a:pt x="869713" y="67359"/>
                  <a:pt x="863410" y="72942"/>
                  <a:pt x="857170" y="84107"/>
                </a:cubicBezTo>
                <a:cubicBezTo>
                  <a:pt x="851491" y="94351"/>
                  <a:pt x="848652" y="103214"/>
                  <a:pt x="848652" y="110698"/>
                </a:cubicBezTo>
                <a:cubicBezTo>
                  <a:pt x="848652" y="118794"/>
                  <a:pt x="851460" y="125174"/>
                  <a:pt x="857076" y="129837"/>
                </a:cubicBezTo>
                <a:cubicBezTo>
                  <a:pt x="862318" y="134193"/>
                  <a:pt x="869058" y="136370"/>
                  <a:pt x="877295" y="136370"/>
                </a:cubicBezTo>
                <a:cubicBezTo>
                  <a:pt x="881039" y="136370"/>
                  <a:pt x="885033" y="135391"/>
                  <a:pt x="889277" y="133434"/>
                </a:cubicBezTo>
                <a:lnTo>
                  <a:pt x="900135" y="127744"/>
                </a:lnTo>
                <a:cubicBezTo>
                  <a:pt x="902007" y="126765"/>
                  <a:pt x="903349" y="126275"/>
                  <a:pt x="904160" y="126275"/>
                </a:cubicBezTo>
                <a:cubicBezTo>
                  <a:pt x="906469" y="126275"/>
                  <a:pt x="908466" y="127178"/>
                  <a:pt x="910151" y="128983"/>
                </a:cubicBezTo>
                <a:cubicBezTo>
                  <a:pt x="911835" y="130788"/>
                  <a:pt x="912678" y="132852"/>
                  <a:pt x="912678" y="135177"/>
                </a:cubicBezTo>
                <a:cubicBezTo>
                  <a:pt x="912678" y="139643"/>
                  <a:pt x="907873" y="143956"/>
                  <a:pt x="898263" y="148117"/>
                </a:cubicBezTo>
                <a:cubicBezTo>
                  <a:pt x="889838" y="151788"/>
                  <a:pt x="882849" y="153623"/>
                  <a:pt x="877295" y="153623"/>
                </a:cubicBezTo>
                <a:close/>
                <a:moveTo>
                  <a:pt x="972476" y="153256"/>
                </a:moveTo>
                <a:cubicBezTo>
                  <a:pt x="961993" y="153256"/>
                  <a:pt x="952975" y="149456"/>
                  <a:pt x="945424" y="141856"/>
                </a:cubicBezTo>
                <a:cubicBezTo>
                  <a:pt x="937000" y="133398"/>
                  <a:pt x="932569" y="122028"/>
                  <a:pt x="932132" y="107747"/>
                </a:cubicBezTo>
                <a:cubicBezTo>
                  <a:pt x="931758" y="93895"/>
                  <a:pt x="935315" y="81698"/>
                  <a:pt x="942803" y="71156"/>
                </a:cubicBezTo>
                <a:cubicBezTo>
                  <a:pt x="951540" y="58714"/>
                  <a:pt x="963709" y="52492"/>
                  <a:pt x="979310" y="52492"/>
                </a:cubicBezTo>
                <a:cubicBezTo>
                  <a:pt x="991790" y="52492"/>
                  <a:pt x="1001244" y="58101"/>
                  <a:pt x="1007672" y="69318"/>
                </a:cubicBezTo>
                <a:cubicBezTo>
                  <a:pt x="1012789" y="78388"/>
                  <a:pt x="1015254" y="89297"/>
                  <a:pt x="1015067" y="102045"/>
                </a:cubicBezTo>
                <a:cubicBezTo>
                  <a:pt x="1014880" y="115652"/>
                  <a:pt x="1011260" y="127268"/>
                  <a:pt x="1004209" y="136892"/>
                </a:cubicBezTo>
                <a:cubicBezTo>
                  <a:pt x="996221" y="147801"/>
                  <a:pt x="985643" y="153256"/>
                  <a:pt x="972476" y="153256"/>
                </a:cubicBezTo>
                <a:moveTo>
                  <a:pt x="978093" y="71213"/>
                </a:moveTo>
                <a:cubicBezTo>
                  <a:pt x="968919" y="71152"/>
                  <a:pt x="961774" y="75441"/>
                  <a:pt x="956657" y="84079"/>
                </a:cubicBezTo>
                <a:cubicBezTo>
                  <a:pt x="952601" y="91003"/>
                  <a:pt x="950573" y="98907"/>
                  <a:pt x="950573" y="107790"/>
                </a:cubicBezTo>
                <a:cubicBezTo>
                  <a:pt x="950573" y="116674"/>
                  <a:pt x="953038" y="123598"/>
                  <a:pt x="957967" y="128561"/>
                </a:cubicBezTo>
                <a:cubicBezTo>
                  <a:pt x="962086" y="132666"/>
                  <a:pt x="966922" y="134718"/>
                  <a:pt x="972476" y="134718"/>
                </a:cubicBezTo>
                <a:cubicBezTo>
                  <a:pt x="978966" y="134718"/>
                  <a:pt x="984551" y="132390"/>
                  <a:pt x="989232" y="127732"/>
                </a:cubicBezTo>
                <a:cubicBezTo>
                  <a:pt x="994536" y="122587"/>
                  <a:pt x="997344" y="115634"/>
                  <a:pt x="997656" y="106872"/>
                </a:cubicBezTo>
                <a:cubicBezTo>
                  <a:pt x="998530" y="83161"/>
                  <a:pt x="992009" y="71275"/>
                  <a:pt x="978093" y="71213"/>
                </a:cubicBezTo>
                <a:close/>
                <a:moveTo>
                  <a:pt x="1113667" y="154357"/>
                </a:moveTo>
                <a:cubicBezTo>
                  <a:pt x="1108301" y="154357"/>
                  <a:pt x="1105274" y="151476"/>
                  <a:pt x="1104588" y="145714"/>
                </a:cubicBezTo>
                <a:lnTo>
                  <a:pt x="1101967" y="125573"/>
                </a:lnTo>
                <a:cubicBezTo>
                  <a:pt x="1101093" y="118400"/>
                  <a:pt x="1100656" y="111686"/>
                  <a:pt x="1100656" y="105432"/>
                </a:cubicBezTo>
                <a:cubicBezTo>
                  <a:pt x="1100656" y="103715"/>
                  <a:pt x="1100765" y="100804"/>
                  <a:pt x="1100984" y="96697"/>
                </a:cubicBezTo>
                <a:cubicBezTo>
                  <a:pt x="1101202" y="92588"/>
                  <a:pt x="1101311" y="89676"/>
                  <a:pt x="1101311" y="87959"/>
                </a:cubicBezTo>
                <a:cubicBezTo>
                  <a:pt x="1101311" y="74715"/>
                  <a:pt x="1098815" y="68093"/>
                  <a:pt x="1093823" y="68093"/>
                </a:cubicBezTo>
                <a:cubicBezTo>
                  <a:pt x="1086834" y="68093"/>
                  <a:pt x="1080157" y="72167"/>
                  <a:pt x="1073791" y="80313"/>
                </a:cubicBezTo>
                <a:cubicBezTo>
                  <a:pt x="1068050" y="87723"/>
                  <a:pt x="1063557" y="97094"/>
                  <a:pt x="1060312" y="108423"/>
                </a:cubicBezTo>
                <a:cubicBezTo>
                  <a:pt x="1060187" y="110813"/>
                  <a:pt x="1059907" y="113815"/>
                  <a:pt x="1059470" y="117428"/>
                </a:cubicBezTo>
                <a:cubicBezTo>
                  <a:pt x="1059095" y="120491"/>
                  <a:pt x="1058908" y="123461"/>
                  <a:pt x="1058908" y="126339"/>
                </a:cubicBezTo>
                <a:cubicBezTo>
                  <a:pt x="1058908" y="128176"/>
                  <a:pt x="1059095" y="130932"/>
                  <a:pt x="1059470" y="134606"/>
                </a:cubicBezTo>
                <a:cubicBezTo>
                  <a:pt x="1059844" y="138281"/>
                  <a:pt x="1060031" y="141037"/>
                  <a:pt x="1060031" y="142874"/>
                </a:cubicBezTo>
                <a:cubicBezTo>
                  <a:pt x="1060031" y="145631"/>
                  <a:pt x="1059173" y="147867"/>
                  <a:pt x="1057457" y="149582"/>
                </a:cubicBezTo>
                <a:cubicBezTo>
                  <a:pt x="1055741" y="151297"/>
                  <a:pt x="1053541" y="152155"/>
                  <a:pt x="1050858" y="152155"/>
                </a:cubicBezTo>
                <a:cubicBezTo>
                  <a:pt x="1048112" y="152155"/>
                  <a:pt x="1045897" y="151296"/>
                  <a:pt x="1044212" y="149579"/>
                </a:cubicBezTo>
                <a:cubicBezTo>
                  <a:pt x="1042527" y="147864"/>
                  <a:pt x="1041685" y="145627"/>
                  <a:pt x="1041685" y="142869"/>
                </a:cubicBezTo>
                <a:cubicBezTo>
                  <a:pt x="1041685" y="141031"/>
                  <a:pt x="1041482" y="138274"/>
                  <a:pt x="1041076" y="134598"/>
                </a:cubicBezTo>
                <a:cubicBezTo>
                  <a:pt x="1040671" y="130919"/>
                  <a:pt x="1040468" y="128161"/>
                  <a:pt x="1040468" y="126321"/>
                </a:cubicBezTo>
                <a:cubicBezTo>
                  <a:pt x="1040468" y="120008"/>
                  <a:pt x="1040920" y="111260"/>
                  <a:pt x="1041825" y="100075"/>
                </a:cubicBezTo>
                <a:cubicBezTo>
                  <a:pt x="1042730" y="88891"/>
                  <a:pt x="1043182" y="80142"/>
                  <a:pt x="1043182" y="73829"/>
                </a:cubicBezTo>
                <a:cubicBezTo>
                  <a:pt x="1043182" y="71867"/>
                  <a:pt x="1043073" y="68957"/>
                  <a:pt x="1042855" y="65096"/>
                </a:cubicBezTo>
                <a:cubicBezTo>
                  <a:pt x="1042636" y="61234"/>
                  <a:pt x="1042527" y="58324"/>
                  <a:pt x="1042527" y="56364"/>
                </a:cubicBezTo>
                <a:cubicBezTo>
                  <a:pt x="1042527" y="53727"/>
                  <a:pt x="1043416" y="51567"/>
                  <a:pt x="1045195" y="49883"/>
                </a:cubicBezTo>
                <a:cubicBezTo>
                  <a:pt x="1046973" y="48196"/>
                  <a:pt x="1049173" y="47353"/>
                  <a:pt x="1051794" y="47353"/>
                </a:cubicBezTo>
                <a:cubicBezTo>
                  <a:pt x="1057535" y="47353"/>
                  <a:pt x="1060687" y="51346"/>
                  <a:pt x="1061248" y="59332"/>
                </a:cubicBezTo>
                <a:lnTo>
                  <a:pt x="1061529" y="70112"/>
                </a:lnTo>
                <a:cubicBezTo>
                  <a:pt x="1072013" y="56408"/>
                  <a:pt x="1082778" y="49556"/>
                  <a:pt x="1093823" y="49556"/>
                </a:cubicBezTo>
                <a:cubicBezTo>
                  <a:pt x="1103808" y="49556"/>
                  <a:pt x="1110766" y="53877"/>
                  <a:pt x="1114697" y="62518"/>
                </a:cubicBezTo>
                <a:cubicBezTo>
                  <a:pt x="1117380" y="68279"/>
                  <a:pt x="1118847" y="76798"/>
                  <a:pt x="1119096" y="88076"/>
                </a:cubicBezTo>
                <a:lnTo>
                  <a:pt x="1119096" y="97359"/>
                </a:lnTo>
                <a:lnTo>
                  <a:pt x="1119003" y="105908"/>
                </a:lnTo>
                <a:cubicBezTo>
                  <a:pt x="1119003" y="110996"/>
                  <a:pt x="1119674" y="117570"/>
                  <a:pt x="1121015" y="125630"/>
                </a:cubicBezTo>
                <a:cubicBezTo>
                  <a:pt x="1122357" y="133689"/>
                  <a:pt x="1123028" y="140230"/>
                  <a:pt x="1123028" y="145255"/>
                </a:cubicBezTo>
                <a:cubicBezTo>
                  <a:pt x="1123028" y="147952"/>
                  <a:pt x="1122139" y="150143"/>
                  <a:pt x="1120360" y="151828"/>
                </a:cubicBezTo>
                <a:cubicBezTo>
                  <a:pt x="1118582" y="153514"/>
                  <a:pt x="1116351" y="154357"/>
                  <a:pt x="1113667" y="154357"/>
                </a:cubicBezTo>
                <a:close/>
                <a:moveTo>
                  <a:pt x="1232580" y="66677"/>
                </a:moveTo>
                <a:cubicBezTo>
                  <a:pt x="1231832" y="75664"/>
                  <a:pt x="1231457" y="84652"/>
                  <a:pt x="1231457" y="93640"/>
                </a:cubicBezTo>
                <a:cubicBezTo>
                  <a:pt x="1231457" y="114001"/>
                  <a:pt x="1232424" y="129378"/>
                  <a:pt x="1234359" y="139771"/>
                </a:cubicBezTo>
                <a:cubicBezTo>
                  <a:pt x="1234484" y="140628"/>
                  <a:pt x="1234546" y="141331"/>
                  <a:pt x="1234546" y="141882"/>
                </a:cubicBezTo>
                <a:cubicBezTo>
                  <a:pt x="1234546" y="144327"/>
                  <a:pt x="1233672" y="146344"/>
                  <a:pt x="1231925" y="147933"/>
                </a:cubicBezTo>
                <a:cubicBezTo>
                  <a:pt x="1230178" y="149524"/>
                  <a:pt x="1228150" y="150319"/>
                  <a:pt x="1225841" y="150319"/>
                </a:cubicBezTo>
                <a:cubicBezTo>
                  <a:pt x="1221972" y="150319"/>
                  <a:pt x="1219132" y="147566"/>
                  <a:pt x="1217323" y="142060"/>
                </a:cubicBezTo>
                <a:cubicBezTo>
                  <a:pt x="1212830" y="145302"/>
                  <a:pt x="1208165" y="147765"/>
                  <a:pt x="1203329" y="149447"/>
                </a:cubicBezTo>
                <a:cubicBezTo>
                  <a:pt x="1198492" y="151130"/>
                  <a:pt x="1193453" y="151971"/>
                  <a:pt x="1188211" y="151971"/>
                </a:cubicBezTo>
                <a:cubicBezTo>
                  <a:pt x="1175294" y="151971"/>
                  <a:pt x="1164592" y="147746"/>
                  <a:pt x="1156105" y="139295"/>
                </a:cubicBezTo>
                <a:cubicBezTo>
                  <a:pt x="1147368" y="130661"/>
                  <a:pt x="1143000" y="119577"/>
                  <a:pt x="1143000" y="106043"/>
                </a:cubicBezTo>
                <a:cubicBezTo>
                  <a:pt x="1143000" y="89693"/>
                  <a:pt x="1147415" y="76589"/>
                  <a:pt x="1156245" y="66731"/>
                </a:cubicBezTo>
                <a:cubicBezTo>
                  <a:pt x="1165075" y="56872"/>
                  <a:pt x="1176542" y="51942"/>
                  <a:pt x="1190645" y="51942"/>
                </a:cubicBezTo>
                <a:cubicBezTo>
                  <a:pt x="1197884" y="51942"/>
                  <a:pt x="1203469" y="53043"/>
                  <a:pt x="1207401" y="55246"/>
                </a:cubicBezTo>
                <a:lnTo>
                  <a:pt x="1216199" y="61578"/>
                </a:lnTo>
                <a:cubicBezTo>
                  <a:pt x="1217073" y="35855"/>
                  <a:pt x="1218103" y="18537"/>
                  <a:pt x="1219288" y="9622"/>
                </a:cubicBezTo>
                <a:cubicBezTo>
                  <a:pt x="1220100" y="4186"/>
                  <a:pt x="1222939" y="1468"/>
                  <a:pt x="1227807" y="1468"/>
                </a:cubicBezTo>
                <a:cubicBezTo>
                  <a:pt x="1233485" y="1468"/>
                  <a:pt x="1236325" y="4434"/>
                  <a:pt x="1236325" y="10364"/>
                </a:cubicBezTo>
                <a:cubicBezTo>
                  <a:pt x="1236325" y="18863"/>
                  <a:pt x="1235077" y="37633"/>
                  <a:pt x="1232580" y="66677"/>
                </a:cubicBezTo>
                <a:moveTo>
                  <a:pt x="1191020" y="69011"/>
                </a:moveTo>
                <a:cubicBezTo>
                  <a:pt x="1180536" y="69011"/>
                  <a:pt x="1172673" y="72055"/>
                  <a:pt x="1167431" y="78142"/>
                </a:cubicBezTo>
                <a:cubicBezTo>
                  <a:pt x="1162189" y="84230"/>
                  <a:pt x="1159568" y="93391"/>
                  <a:pt x="1159568" y="105627"/>
                </a:cubicBezTo>
                <a:cubicBezTo>
                  <a:pt x="1159568" y="113519"/>
                  <a:pt x="1162423" y="120310"/>
                  <a:pt x="1168133" y="126000"/>
                </a:cubicBezTo>
                <a:cubicBezTo>
                  <a:pt x="1173843" y="131690"/>
                  <a:pt x="1180536" y="134535"/>
                  <a:pt x="1188211" y="134535"/>
                </a:cubicBezTo>
                <a:cubicBezTo>
                  <a:pt x="1193453" y="134535"/>
                  <a:pt x="1197884" y="133586"/>
                  <a:pt x="1201503" y="131690"/>
                </a:cubicBezTo>
                <a:cubicBezTo>
                  <a:pt x="1203625" y="130589"/>
                  <a:pt x="1207089" y="128050"/>
                  <a:pt x="1211894" y="124073"/>
                </a:cubicBezTo>
                <a:cubicBezTo>
                  <a:pt x="1212830" y="123278"/>
                  <a:pt x="1213735" y="122329"/>
                  <a:pt x="1214608" y="121228"/>
                </a:cubicBezTo>
                <a:lnTo>
                  <a:pt x="1214327" y="105352"/>
                </a:lnTo>
                <a:lnTo>
                  <a:pt x="1214421" y="94707"/>
                </a:lnTo>
                <a:lnTo>
                  <a:pt x="1214608" y="83878"/>
                </a:lnTo>
                <a:cubicBezTo>
                  <a:pt x="1212237" y="78922"/>
                  <a:pt x="1209085" y="75205"/>
                  <a:pt x="1205154" y="72728"/>
                </a:cubicBezTo>
                <a:cubicBezTo>
                  <a:pt x="1201223" y="70250"/>
                  <a:pt x="1196511" y="69011"/>
                  <a:pt x="1191020" y="69011"/>
                </a:cubicBezTo>
                <a:close/>
                <a:moveTo>
                  <a:pt x="1279673" y="31569"/>
                </a:moveTo>
                <a:cubicBezTo>
                  <a:pt x="1276678" y="31569"/>
                  <a:pt x="1274088" y="30529"/>
                  <a:pt x="1271904" y="28449"/>
                </a:cubicBezTo>
                <a:cubicBezTo>
                  <a:pt x="1269720" y="26369"/>
                  <a:pt x="1268628" y="23860"/>
                  <a:pt x="1268628" y="20924"/>
                </a:cubicBezTo>
                <a:cubicBezTo>
                  <a:pt x="1268628" y="17987"/>
                  <a:pt x="1269720" y="15479"/>
                  <a:pt x="1271904" y="13398"/>
                </a:cubicBezTo>
                <a:cubicBezTo>
                  <a:pt x="1274088" y="11318"/>
                  <a:pt x="1276678" y="10278"/>
                  <a:pt x="1279673" y="10278"/>
                </a:cubicBezTo>
                <a:cubicBezTo>
                  <a:pt x="1282669" y="10278"/>
                  <a:pt x="1285243" y="11318"/>
                  <a:pt x="1287396" y="13398"/>
                </a:cubicBezTo>
                <a:cubicBezTo>
                  <a:pt x="1289549" y="15479"/>
                  <a:pt x="1290625" y="17987"/>
                  <a:pt x="1290625" y="20924"/>
                </a:cubicBezTo>
                <a:cubicBezTo>
                  <a:pt x="1290625" y="23860"/>
                  <a:pt x="1289549" y="26369"/>
                  <a:pt x="1287396" y="28449"/>
                </a:cubicBezTo>
                <a:cubicBezTo>
                  <a:pt x="1285243" y="30529"/>
                  <a:pt x="1282669" y="31569"/>
                  <a:pt x="1279673" y="31569"/>
                </a:cubicBezTo>
                <a:moveTo>
                  <a:pt x="1283885" y="106138"/>
                </a:moveTo>
                <a:cubicBezTo>
                  <a:pt x="1283885" y="109812"/>
                  <a:pt x="1283995" y="115309"/>
                  <a:pt x="1284213" y="122628"/>
                </a:cubicBezTo>
                <a:cubicBezTo>
                  <a:pt x="1284432" y="129944"/>
                  <a:pt x="1284541" y="135440"/>
                  <a:pt x="1284541" y="139115"/>
                </a:cubicBezTo>
                <a:cubicBezTo>
                  <a:pt x="1284541" y="141809"/>
                  <a:pt x="1283698" y="144013"/>
                  <a:pt x="1282013" y="145728"/>
                </a:cubicBezTo>
                <a:cubicBezTo>
                  <a:pt x="1280328" y="147443"/>
                  <a:pt x="1278113" y="148300"/>
                  <a:pt x="1275367" y="148300"/>
                </a:cubicBezTo>
                <a:cubicBezTo>
                  <a:pt x="1272684" y="148300"/>
                  <a:pt x="1270484" y="147443"/>
                  <a:pt x="1268768" y="145728"/>
                </a:cubicBezTo>
                <a:cubicBezTo>
                  <a:pt x="1267052" y="144013"/>
                  <a:pt x="1266194" y="141809"/>
                  <a:pt x="1266194" y="139115"/>
                </a:cubicBezTo>
                <a:cubicBezTo>
                  <a:pt x="1266194" y="135440"/>
                  <a:pt x="1266085" y="129944"/>
                  <a:pt x="1265866" y="122628"/>
                </a:cubicBezTo>
                <a:cubicBezTo>
                  <a:pt x="1265648" y="115309"/>
                  <a:pt x="1265539" y="109812"/>
                  <a:pt x="1265539" y="106138"/>
                </a:cubicBezTo>
                <a:cubicBezTo>
                  <a:pt x="1265539" y="100381"/>
                  <a:pt x="1265851" y="93201"/>
                  <a:pt x="1266475" y="84598"/>
                </a:cubicBezTo>
                <a:cubicBezTo>
                  <a:pt x="1267099" y="75992"/>
                  <a:pt x="1267411" y="68811"/>
                  <a:pt x="1267411" y="63055"/>
                </a:cubicBezTo>
                <a:cubicBezTo>
                  <a:pt x="1267411" y="60300"/>
                  <a:pt x="1268269" y="58065"/>
                  <a:pt x="1269985" y="56350"/>
                </a:cubicBezTo>
                <a:cubicBezTo>
                  <a:pt x="1271701" y="54635"/>
                  <a:pt x="1273901" y="53777"/>
                  <a:pt x="1276584" y="53777"/>
                </a:cubicBezTo>
                <a:cubicBezTo>
                  <a:pt x="1279268" y="53777"/>
                  <a:pt x="1281467" y="54635"/>
                  <a:pt x="1283183" y="56350"/>
                </a:cubicBezTo>
                <a:cubicBezTo>
                  <a:pt x="1284900" y="58065"/>
                  <a:pt x="1285758" y="60300"/>
                  <a:pt x="1285758" y="63055"/>
                </a:cubicBezTo>
                <a:cubicBezTo>
                  <a:pt x="1285758" y="68811"/>
                  <a:pt x="1285446" y="75992"/>
                  <a:pt x="1284822" y="84598"/>
                </a:cubicBezTo>
                <a:cubicBezTo>
                  <a:pt x="1284198" y="93201"/>
                  <a:pt x="1283885" y="100381"/>
                  <a:pt x="1283885" y="106138"/>
                </a:cubicBezTo>
                <a:close/>
                <a:moveTo>
                  <a:pt x="1380989" y="69642"/>
                </a:moveTo>
                <a:cubicBezTo>
                  <a:pt x="1379678" y="69642"/>
                  <a:pt x="1378134" y="69581"/>
                  <a:pt x="1376355" y="69458"/>
                </a:cubicBezTo>
                <a:cubicBezTo>
                  <a:pt x="1374577" y="69334"/>
                  <a:pt x="1373032" y="69272"/>
                  <a:pt x="1371722" y="69272"/>
                </a:cubicBezTo>
                <a:cubicBezTo>
                  <a:pt x="1370286" y="69272"/>
                  <a:pt x="1366043" y="69736"/>
                  <a:pt x="1358991" y="70663"/>
                </a:cubicBezTo>
                <a:lnTo>
                  <a:pt x="1360770" y="124839"/>
                </a:lnTo>
                <a:lnTo>
                  <a:pt x="1360863" y="128874"/>
                </a:lnTo>
                <a:lnTo>
                  <a:pt x="1360957" y="133548"/>
                </a:lnTo>
                <a:cubicBezTo>
                  <a:pt x="1361207" y="146931"/>
                  <a:pt x="1357930" y="153623"/>
                  <a:pt x="1351128" y="153623"/>
                </a:cubicBezTo>
                <a:cubicBezTo>
                  <a:pt x="1348632" y="153623"/>
                  <a:pt x="1346464" y="152829"/>
                  <a:pt x="1344623" y="151240"/>
                </a:cubicBezTo>
                <a:cubicBezTo>
                  <a:pt x="1342782" y="149651"/>
                  <a:pt x="1341862" y="147665"/>
                  <a:pt x="1341862" y="145280"/>
                </a:cubicBezTo>
                <a:cubicBezTo>
                  <a:pt x="1341862" y="142959"/>
                  <a:pt x="1341955" y="139477"/>
                  <a:pt x="1342142" y="134833"/>
                </a:cubicBezTo>
                <a:cubicBezTo>
                  <a:pt x="1342330" y="130187"/>
                  <a:pt x="1342423" y="126703"/>
                  <a:pt x="1342423" y="124380"/>
                </a:cubicBezTo>
                <a:lnTo>
                  <a:pt x="1340551" y="70846"/>
                </a:lnTo>
                <a:cubicBezTo>
                  <a:pt x="1335996" y="70663"/>
                  <a:pt x="1329069" y="70140"/>
                  <a:pt x="1319771" y="69278"/>
                </a:cubicBezTo>
                <a:cubicBezTo>
                  <a:pt x="1314217" y="68540"/>
                  <a:pt x="1311440" y="65497"/>
                  <a:pt x="1311440" y="60149"/>
                </a:cubicBezTo>
                <a:cubicBezTo>
                  <a:pt x="1311440" y="57444"/>
                  <a:pt x="1312282" y="55202"/>
                  <a:pt x="1313967" y="53422"/>
                </a:cubicBezTo>
                <a:cubicBezTo>
                  <a:pt x="1315652" y="51640"/>
                  <a:pt x="1317805" y="50749"/>
                  <a:pt x="1320426" y="50749"/>
                </a:cubicBezTo>
                <a:lnTo>
                  <a:pt x="1340083" y="52309"/>
                </a:lnTo>
                <a:cubicBezTo>
                  <a:pt x="1340083" y="49179"/>
                  <a:pt x="1339943" y="44992"/>
                  <a:pt x="1339662" y="39748"/>
                </a:cubicBezTo>
                <a:cubicBezTo>
                  <a:pt x="1339381" y="34502"/>
                  <a:pt x="1339241" y="30713"/>
                  <a:pt x="1339241" y="28383"/>
                </a:cubicBezTo>
                <a:cubicBezTo>
                  <a:pt x="1339241" y="25806"/>
                  <a:pt x="1340145" y="23674"/>
                  <a:pt x="1341955" y="21988"/>
                </a:cubicBezTo>
                <a:cubicBezTo>
                  <a:pt x="1343765" y="20299"/>
                  <a:pt x="1345980" y="19455"/>
                  <a:pt x="1348601" y="19455"/>
                </a:cubicBezTo>
                <a:cubicBezTo>
                  <a:pt x="1354217" y="19455"/>
                  <a:pt x="1357494" y="23952"/>
                  <a:pt x="1358430" y="32945"/>
                </a:cubicBezTo>
                <a:cubicBezTo>
                  <a:pt x="1358617" y="35209"/>
                  <a:pt x="1358710" y="37932"/>
                  <a:pt x="1358710" y="41113"/>
                </a:cubicBezTo>
                <a:lnTo>
                  <a:pt x="1358523" y="46436"/>
                </a:lnTo>
                <a:lnTo>
                  <a:pt x="1358430" y="52125"/>
                </a:lnTo>
                <a:cubicBezTo>
                  <a:pt x="1366168" y="51146"/>
                  <a:pt x="1370598" y="50657"/>
                  <a:pt x="1371722" y="50657"/>
                </a:cubicBezTo>
                <a:cubicBezTo>
                  <a:pt x="1378212" y="50657"/>
                  <a:pt x="1382455" y="50963"/>
                  <a:pt x="1384452" y="51575"/>
                </a:cubicBezTo>
                <a:cubicBezTo>
                  <a:pt x="1388259" y="52806"/>
                  <a:pt x="1390162" y="55708"/>
                  <a:pt x="1390162" y="60281"/>
                </a:cubicBezTo>
                <a:cubicBezTo>
                  <a:pt x="1390162" y="63000"/>
                  <a:pt x="1389304" y="65240"/>
                  <a:pt x="1387588" y="67001"/>
                </a:cubicBezTo>
                <a:cubicBezTo>
                  <a:pt x="1385872" y="68762"/>
                  <a:pt x="1383672" y="69642"/>
                  <a:pt x="1380989" y="69642"/>
                </a:cubicBezTo>
                <a:close/>
                <a:moveTo>
                  <a:pt x="1429816" y="31569"/>
                </a:moveTo>
                <a:cubicBezTo>
                  <a:pt x="1426820" y="31569"/>
                  <a:pt x="1424231" y="30529"/>
                  <a:pt x="1422046" y="28449"/>
                </a:cubicBezTo>
                <a:cubicBezTo>
                  <a:pt x="1419862" y="26369"/>
                  <a:pt x="1418770" y="23860"/>
                  <a:pt x="1418770" y="20924"/>
                </a:cubicBezTo>
                <a:cubicBezTo>
                  <a:pt x="1418770" y="17987"/>
                  <a:pt x="1419862" y="15479"/>
                  <a:pt x="1422046" y="13398"/>
                </a:cubicBezTo>
                <a:cubicBezTo>
                  <a:pt x="1424231" y="11318"/>
                  <a:pt x="1426820" y="10278"/>
                  <a:pt x="1429816" y="10278"/>
                </a:cubicBezTo>
                <a:cubicBezTo>
                  <a:pt x="1432811" y="10278"/>
                  <a:pt x="1435385" y="11318"/>
                  <a:pt x="1437538" y="13398"/>
                </a:cubicBezTo>
                <a:cubicBezTo>
                  <a:pt x="1439691" y="15479"/>
                  <a:pt x="1440768" y="17987"/>
                  <a:pt x="1440768" y="20924"/>
                </a:cubicBezTo>
                <a:cubicBezTo>
                  <a:pt x="1440768" y="23860"/>
                  <a:pt x="1439691" y="26369"/>
                  <a:pt x="1437538" y="28449"/>
                </a:cubicBezTo>
                <a:cubicBezTo>
                  <a:pt x="1435385" y="30529"/>
                  <a:pt x="1432811" y="31569"/>
                  <a:pt x="1429816" y="31569"/>
                </a:cubicBezTo>
                <a:moveTo>
                  <a:pt x="1434028" y="106138"/>
                </a:moveTo>
                <a:cubicBezTo>
                  <a:pt x="1434028" y="109812"/>
                  <a:pt x="1434137" y="115309"/>
                  <a:pt x="1434356" y="122628"/>
                </a:cubicBezTo>
                <a:cubicBezTo>
                  <a:pt x="1434574" y="129944"/>
                  <a:pt x="1434683" y="135440"/>
                  <a:pt x="1434683" y="139115"/>
                </a:cubicBezTo>
                <a:cubicBezTo>
                  <a:pt x="1434683" y="141809"/>
                  <a:pt x="1433841" y="144013"/>
                  <a:pt x="1432156" y="145728"/>
                </a:cubicBezTo>
                <a:cubicBezTo>
                  <a:pt x="1430471" y="147443"/>
                  <a:pt x="1428256" y="148300"/>
                  <a:pt x="1425510" y="148300"/>
                </a:cubicBezTo>
                <a:cubicBezTo>
                  <a:pt x="1422827" y="148300"/>
                  <a:pt x="1420627" y="147443"/>
                  <a:pt x="1418911" y="145728"/>
                </a:cubicBezTo>
                <a:cubicBezTo>
                  <a:pt x="1417195" y="144013"/>
                  <a:pt x="1416337" y="141809"/>
                  <a:pt x="1416337" y="139115"/>
                </a:cubicBezTo>
                <a:cubicBezTo>
                  <a:pt x="1416337" y="135440"/>
                  <a:pt x="1416227" y="129944"/>
                  <a:pt x="1416009" y="122628"/>
                </a:cubicBezTo>
                <a:cubicBezTo>
                  <a:pt x="1415791" y="115309"/>
                  <a:pt x="1415681" y="109812"/>
                  <a:pt x="1415681" y="106138"/>
                </a:cubicBezTo>
                <a:cubicBezTo>
                  <a:pt x="1415681" y="100381"/>
                  <a:pt x="1415993" y="93201"/>
                  <a:pt x="1416617" y="84598"/>
                </a:cubicBezTo>
                <a:cubicBezTo>
                  <a:pt x="1417241" y="75992"/>
                  <a:pt x="1417553" y="68811"/>
                  <a:pt x="1417553" y="63055"/>
                </a:cubicBezTo>
                <a:cubicBezTo>
                  <a:pt x="1417553" y="60300"/>
                  <a:pt x="1418411" y="58065"/>
                  <a:pt x="1420128" y="56350"/>
                </a:cubicBezTo>
                <a:cubicBezTo>
                  <a:pt x="1421844" y="54635"/>
                  <a:pt x="1424043" y="53777"/>
                  <a:pt x="1426727" y="53777"/>
                </a:cubicBezTo>
                <a:cubicBezTo>
                  <a:pt x="1429410" y="53777"/>
                  <a:pt x="1431610" y="54635"/>
                  <a:pt x="1433326" y="56350"/>
                </a:cubicBezTo>
                <a:cubicBezTo>
                  <a:pt x="1435042" y="58065"/>
                  <a:pt x="1435900" y="60300"/>
                  <a:pt x="1435900" y="63055"/>
                </a:cubicBezTo>
                <a:cubicBezTo>
                  <a:pt x="1435900" y="68811"/>
                  <a:pt x="1435588" y="75992"/>
                  <a:pt x="1434964" y="84598"/>
                </a:cubicBezTo>
                <a:cubicBezTo>
                  <a:pt x="1434340" y="93201"/>
                  <a:pt x="1434028" y="100381"/>
                  <a:pt x="1434028" y="106138"/>
                </a:cubicBezTo>
                <a:close/>
                <a:moveTo>
                  <a:pt x="1503611" y="153256"/>
                </a:moveTo>
                <a:cubicBezTo>
                  <a:pt x="1493127" y="153256"/>
                  <a:pt x="1484110" y="149456"/>
                  <a:pt x="1476559" y="141856"/>
                </a:cubicBezTo>
                <a:cubicBezTo>
                  <a:pt x="1468135" y="133398"/>
                  <a:pt x="1463704" y="122028"/>
                  <a:pt x="1463267" y="107747"/>
                </a:cubicBezTo>
                <a:cubicBezTo>
                  <a:pt x="1462893" y="93895"/>
                  <a:pt x="1466450" y="81698"/>
                  <a:pt x="1473938" y="71156"/>
                </a:cubicBezTo>
                <a:cubicBezTo>
                  <a:pt x="1482675" y="58714"/>
                  <a:pt x="1494843" y="52492"/>
                  <a:pt x="1510444" y="52492"/>
                </a:cubicBezTo>
                <a:cubicBezTo>
                  <a:pt x="1522925" y="52492"/>
                  <a:pt x="1532379" y="58101"/>
                  <a:pt x="1538807" y="69318"/>
                </a:cubicBezTo>
                <a:cubicBezTo>
                  <a:pt x="1543924" y="78388"/>
                  <a:pt x="1546389" y="89297"/>
                  <a:pt x="1546201" y="102045"/>
                </a:cubicBezTo>
                <a:cubicBezTo>
                  <a:pt x="1546014" y="115652"/>
                  <a:pt x="1542395" y="127268"/>
                  <a:pt x="1535343" y="136892"/>
                </a:cubicBezTo>
                <a:cubicBezTo>
                  <a:pt x="1527356" y="147801"/>
                  <a:pt x="1516778" y="153256"/>
                  <a:pt x="1503611" y="153256"/>
                </a:cubicBezTo>
                <a:moveTo>
                  <a:pt x="1509227" y="71213"/>
                </a:moveTo>
                <a:cubicBezTo>
                  <a:pt x="1500054" y="71152"/>
                  <a:pt x="1492909" y="75441"/>
                  <a:pt x="1487792" y="84079"/>
                </a:cubicBezTo>
                <a:cubicBezTo>
                  <a:pt x="1483736" y="91003"/>
                  <a:pt x="1481707" y="98907"/>
                  <a:pt x="1481707" y="107790"/>
                </a:cubicBezTo>
                <a:cubicBezTo>
                  <a:pt x="1481707" y="116674"/>
                  <a:pt x="1484172" y="123598"/>
                  <a:pt x="1489102" y="128561"/>
                </a:cubicBezTo>
                <a:cubicBezTo>
                  <a:pt x="1493221" y="132666"/>
                  <a:pt x="1498057" y="134718"/>
                  <a:pt x="1503611" y="134718"/>
                </a:cubicBezTo>
                <a:cubicBezTo>
                  <a:pt x="1510101" y="134718"/>
                  <a:pt x="1515686" y="132390"/>
                  <a:pt x="1520366" y="127732"/>
                </a:cubicBezTo>
                <a:cubicBezTo>
                  <a:pt x="1525671" y="122587"/>
                  <a:pt x="1528479" y="115634"/>
                  <a:pt x="1528791" y="106872"/>
                </a:cubicBezTo>
                <a:cubicBezTo>
                  <a:pt x="1529665" y="83161"/>
                  <a:pt x="1523143" y="71275"/>
                  <a:pt x="1509227" y="71213"/>
                </a:cubicBezTo>
                <a:close/>
                <a:moveTo>
                  <a:pt x="1644802" y="154357"/>
                </a:moveTo>
                <a:cubicBezTo>
                  <a:pt x="1639435" y="154357"/>
                  <a:pt x="1636409" y="151476"/>
                  <a:pt x="1635722" y="145714"/>
                </a:cubicBezTo>
                <a:lnTo>
                  <a:pt x="1633101" y="125573"/>
                </a:lnTo>
                <a:cubicBezTo>
                  <a:pt x="1632228" y="118400"/>
                  <a:pt x="1631791" y="111686"/>
                  <a:pt x="1631791" y="105432"/>
                </a:cubicBezTo>
                <a:cubicBezTo>
                  <a:pt x="1631791" y="103715"/>
                  <a:pt x="1631900" y="100804"/>
                  <a:pt x="1632118" y="96697"/>
                </a:cubicBezTo>
                <a:cubicBezTo>
                  <a:pt x="1632337" y="92588"/>
                  <a:pt x="1632446" y="89676"/>
                  <a:pt x="1632446" y="87959"/>
                </a:cubicBezTo>
                <a:cubicBezTo>
                  <a:pt x="1632446" y="74715"/>
                  <a:pt x="1629950" y="68093"/>
                  <a:pt x="1624958" y="68093"/>
                </a:cubicBezTo>
                <a:cubicBezTo>
                  <a:pt x="1617968" y="68093"/>
                  <a:pt x="1611291" y="72167"/>
                  <a:pt x="1604926" y="80313"/>
                </a:cubicBezTo>
                <a:cubicBezTo>
                  <a:pt x="1599185" y="87723"/>
                  <a:pt x="1594692" y="97094"/>
                  <a:pt x="1591447" y="108423"/>
                </a:cubicBezTo>
                <a:cubicBezTo>
                  <a:pt x="1591322" y="110813"/>
                  <a:pt x="1591041" y="113815"/>
                  <a:pt x="1590604" y="117428"/>
                </a:cubicBezTo>
                <a:cubicBezTo>
                  <a:pt x="1590230" y="120491"/>
                  <a:pt x="1590043" y="123461"/>
                  <a:pt x="1590043" y="126339"/>
                </a:cubicBezTo>
                <a:cubicBezTo>
                  <a:pt x="1590043" y="128176"/>
                  <a:pt x="1590230" y="130932"/>
                  <a:pt x="1590604" y="134606"/>
                </a:cubicBezTo>
                <a:cubicBezTo>
                  <a:pt x="1590979" y="138281"/>
                  <a:pt x="1591166" y="141037"/>
                  <a:pt x="1591166" y="142874"/>
                </a:cubicBezTo>
                <a:cubicBezTo>
                  <a:pt x="1591166" y="145631"/>
                  <a:pt x="1590308" y="147867"/>
                  <a:pt x="1588592" y="149582"/>
                </a:cubicBezTo>
                <a:cubicBezTo>
                  <a:pt x="1586876" y="151297"/>
                  <a:pt x="1584676" y="152155"/>
                  <a:pt x="1581993" y="152155"/>
                </a:cubicBezTo>
                <a:cubicBezTo>
                  <a:pt x="1579247" y="152155"/>
                  <a:pt x="1577032" y="151296"/>
                  <a:pt x="1575347" y="149579"/>
                </a:cubicBezTo>
                <a:cubicBezTo>
                  <a:pt x="1573662" y="147864"/>
                  <a:pt x="1572819" y="145627"/>
                  <a:pt x="1572819" y="142869"/>
                </a:cubicBezTo>
                <a:cubicBezTo>
                  <a:pt x="1572819" y="141031"/>
                  <a:pt x="1572617" y="138274"/>
                  <a:pt x="1572211" y="134598"/>
                </a:cubicBezTo>
                <a:cubicBezTo>
                  <a:pt x="1571805" y="130919"/>
                  <a:pt x="1571603" y="128161"/>
                  <a:pt x="1571603" y="126321"/>
                </a:cubicBezTo>
                <a:cubicBezTo>
                  <a:pt x="1571603" y="120008"/>
                  <a:pt x="1572055" y="111260"/>
                  <a:pt x="1572960" y="100075"/>
                </a:cubicBezTo>
                <a:cubicBezTo>
                  <a:pt x="1573865" y="88891"/>
                  <a:pt x="1574317" y="80142"/>
                  <a:pt x="1574317" y="73829"/>
                </a:cubicBezTo>
                <a:cubicBezTo>
                  <a:pt x="1574317" y="71867"/>
                  <a:pt x="1574208" y="68957"/>
                  <a:pt x="1573990" y="65096"/>
                </a:cubicBezTo>
                <a:cubicBezTo>
                  <a:pt x="1573771" y="61234"/>
                  <a:pt x="1573662" y="58324"/>
                  <a:pt x="1573662" y="56364"/>
                </a:cubicBezTo>
                <a:cubicBezTo>
                  <a:pt x="1573662" y="53727"/>
                  <a:pt x="1574551" y="51567"/>
                  <a:pt x="1576330" y="49883"/>
                </a:cubicBezTo>
                <a:cubicBezTo>
                  <a:pt x="1578108" y="48196"/>
                  <a:pt x="1580308" y="47353"/>
                  <a:pt x="1582929" y="47353"/>
                </a:cubicBezTo>
                <a:cubicBezTo>
                  <a:pt x="1588670" y="47353"/>
                  <a:pt x="1591821" y="51346"/>
                  <a:pt x="1592383" y="59332"/>
                </a:cubicBezTo>
                <a:lnTo>
                  <a:pt x="1592664" y="70112"/>
                </a:lnTo>
                <a:cubicBezTo>
                  <a:pt x="1603148" y="56408"/>
                  <a:pt x="1613912" y="49556"/>
                  <a:pt x="1624958" y="49556"/>
                </a:cubicBezTo>
                <a:cubicBezTo>
                  <a:pt x="1634942" y="49556"/>
                  <a:pt x="1641900" y="53877"/>
                  <a:pt x="1645832" y="62518"/>
                </a:cubicBezTo>
                <a:cubicBezTo>
                  <a:pt x="1648515" y="68279"/>
                  <a:pt x="1649981" y="76798"/>
                  <a:pt x="1650231" y="88076"/>
                </a:cubicBezTo>
                <a:lnTo>
                  <a:pt x="1650231" y="97359"/>
                </a:lnTo>
                <a:lnTo>
                  <a:pt x="1650137" y="105908"/>
                </a:lnTo>
                <a:cubicBezTo>
                  <a:pt x="1650137" y="110996"/>
                  <a:pt x="1650808" y="117570"/>
                  <a:pt x="1652150" y="125630"/>
                </a:cubicBezTo>
                <a:cubicBezTo>
                  <a:pt x="1653492" y="133689"/>
                  <a:pt x="1654163" y="140230"/>
                  <a:pt x="1654163" y="145255"/>
                </a:cubicBezTo>
                <a:cubicBezTo>
                  <a:pt x="1654163" y="147952"/>
                  <a:pt x="1653273" y="150143"/>
                  <a:pt x="1651495" y="151828"/>
                </a:cubicBezTo>
                <a:cubicBezTo>
                  <a:pt x="1649716" y="153514"/>
                  <a:pt x="1647485" y="154357"/>
                  <a:pt x="1644802" y="154357"/>
                </a:cubicBezTo>
                <a:close/>
                <a:moveTo>
                  <a:pt x="1695383" y="31569"/>
                </a:moveTo>
                <a:cubicBezTo>
                  <a:pt x="1692388" y="31569"/>
                  <a:pt x="1689798" y="30529"/>
                  <a:pt x="1687614" y="28449"/>
                </a:cubicBezTo>
                <a:cubicBezTo>
                  <a:pt x="1685430" y="26369"/>
                  <a:pt x="1684338" y="23860"/>
                  <a:pt x="1684338" y="20924"/>
                </a:cubicBezTo>
                <a:cubicBezTo>
                  <a:pt x="1684338" y="17987"/>
                  <a:pt x="1685430" y="15479"/>
                  <a:pt x="1687614" y="13398"/>
                </a:cubicBezTo>
                <a:cubicBezTo>
                  <a:pt x="1689798" y="11318"/>
                  <a:pt x="1692388" y="10278"/>
                  <a:pt x="1695383" y="10278"/>
                </a:cubicBezTo>
                <a:cubicBezTo>
                  <a:pt x="1698379" y="10278"/>
                  <a:pt x="1700953" y="11318"/>
                  <a:pt x="1703106" y="13398"/>
                </a:cubicBezTo>
                <a:cubicBezTo>
                  <a:pt x="1705259" y="15479"/>
                  <a:pt x="1706335" y="17987"/>
                  <a:pt x="1706335" y="20924"/>
                </a:cubicBezTo>
                <a:cubicBezTo>
                  <a:pt x="1706335" y="23860"/>
                  <a:pt x="1705259" y="26369"/>
                  <a:pt x="1703106" y="28449"/>
                </a:cubicBezTo>
                <a:cubicBezTo>
                  <a:pt x="1700953" y="30529"/>
                  <a:pt x="1698379" y="31569"/>
                  <a:pt x="1695383" y="31569"/>
                </a:cubicBezTo>
                <a:moveTo>
                  <a:pt x="1699595" y="106138"/>
                </a:moveTo>
                <a:cubicBezTo>
                  <a:pt x="1699595" y="109812"/>
                  <a:pt x="1699705" y="115309"/>
                  <a:pt x="1699923" y="122628"/>
                </a:cubicBezTo>
                <a:cubicBezTo>
                  <a:pt x="1700141" y="129944"/>
                  <a:pt x="1700251" y="135440"/>
                  <a:pt x="1700251" y="139115"/>
                </a:cubicBezTo>
                <a:cubicBezTo>
                  <a:pt x="1700251" y="141809"/>
                  <a:pt x="1699408" y="144013"/>
                  <a:pt x="1697723" y="145728"/>
                </a:cubicBezTo>
                <a:cubicBezTo>
                  <a:pt x="1696038" y="147443"/>
                  <a:pt x="1693823" y="148300"/>
                  <a:pt x="1691077" y="148300"/>
                </a:cubicBezTo>
                <a:cubicBezTo>
                  <a:pt x="1688394" y="148300"/>
                  <a:pt x="1686194" y="147443"/>
                  <a:pt x="1684478" y="145728"/>
                </a:cubicBezTo>
                <a:cubicBezTo>
                  <a:pt x="1682762" y="144013"/>
                  <a:pt x="1681904" y="141809"/>
                  <a:pt x="1681904" y="139115"/>
                </a:cubicBezTo>
                <a:cubicBezTo>
                  <a:pt x="1681904" y="135440"/>
                  <a:pt x="1681795" y="129944"/>
                  <a:pt x="1681576" y="122628"/>
                </a:cubicBezTo>
                <a:cubicBezTo>
                  <a:pt x="1681358" y="115309"/>
                  <a:pt x="1681249" y="109812"/>
                  <a:pt x="1681249" y="106138"/>
                </a:cubicBezTo>
                <a:cubicBezTo>
                  <a:pt x="1681249" y="100381"/>
                  <a:pt x="1681561" y="93201"/>
                  <a:pt x="1682185" y="84598"/>
                </a:cubicBezTo>
                <a:cubicBezTo>
                  <a:pt x="1682809" y="75992"/>
                  <a:pt x="1683121" y="68811"/>
                  <a:pt x="1683121" y="63055"/>
                </a:cubicBezTo>
                <a:cubicBezTo>
                  <a:pt x="1683121" y="60300"/>
                  <a:pt x="1683979" y="58065"/>
                  <a:pt x="1685695" y="56350"/>
                </a:cubicBezTo>
                <a:cubicBezTo>
                  <a:pt x="1687411" y="54635"/>
                  <a:pt x="1689611" y="53777"/>
                  <a:pt x="1692294" y="53777"/>
                </a:cubicBezTo>
                <a:cubicBezTo>
                  <a:pt x="1694978" y="53777"/>
                  <a:pt x="1697177" y="54635"/>
                  <a:pt x="1698893" y="56350"/>
                </a:cubicBezTo>
                <a:cubicBezTo>
                  <a:pt x="1700609" y="58065"/>
                  <a:pt x="1701468" y="60300"/>
                  <a:pt x="1701468" y="63055"/>
                </a:cubicBezTo>
                <a:cubicBezTo>
                  <a:pt x="1701468" y="68811"/>
                  <a:pt x="1701155" y="75992"/>
                  <a:pt x="1700531" y="84598"/>
                </a:cubicBezTo>
                <a:cubicBezTo>
                  <a:pt x="1699907" y="93201"/>
                  <a:pt x="1699595" y="100381"/>
                  <a:pt x="1699595" y="106138"/>
                </a:cubicBezTo>
                <a:close/>
                <a:moveTo>
                  <a:pt x="1805872" y="154357"/>
                </a:moveTo>
                <a:cubicBezTo>
                  <a:pt x="1800505" y="154357"/>
                  <a:pt x="1797478" y="151476"/>
                  <a:pt x="1796792" y="145714"/>
                </a:cubicBezTo>
                <a:lnTo>
                  <a:pt x="1794171" y="125573"/>
                </a:lnTo>
                <a:cubicBezTo>
                  <a:pt x="1793297" y="118400"/>
                  <a:pt x="1792860" y="111686"/>
                  <a:pt x="1792860" y="105432"/>
                </a:cubicBezTo>
                <a:cubicBezTo>
                  <a:pt x="1792860" y="103715"/>
                  <a:pt x="1792970" y="100804"/>
                  <a:pt x="1793188" y="96697"/>
                </a:cubicBezTo>
                <a:cubicBezTo>
                  <a:pt x="1793406" y="92588"/>
                  <a:pt x="1793516" y="89676"/>
                  <a:pt x="1793516" y="87959"/>
                </a:cubicBezTo>
                <a:cubicBezTo>
                  <a:pt x="1793516" y="74715"/>
                  <a:pt x="1791019" y="68093"/>
                  <a:pt x="1786027" y="68093"/>
                </a:cubicBezTo>
                <a:cubicBezTo>
                  <a:pt x="1779038" y="68093"/>
                  <a:pt x="1772361" y="72167"/>
                  <a:pt x="1765996" y="80313"/>
                </a:cubicBezTo>
                <a:cubicBezTo>
                  <a:pt x="1760255" y="87723"/>
                  <a:pt x="1755761" y="97094"/>
                  <a:pt x="1752516" y="108423"/>
                </a:cubicBezTo>
                <a:cubicBezTo>
                  <a:pt x="1752392" y="110813"/>
                  <a:pt x="1752111" y="113815"/>
                  <a:pt x="1751674" y="117428"/>
                </a:cubicBezTo>
                <a:cubicBezTo>
                  <a:pt x="1751300" y="120491"/>
                  <a:pt x="1751112" y="123461"/>
                  <a:pt x="1751112" y="126339"/>
                </a:cubicBezTo>
                <a:cubicBezTo>
                  <a:pt x="1751112" y="128176"/>
                  <a:pt x="1751300" y="130932"/>
                  <a:pt x="1751674" y="134606"/>
                </a:cubicBezTo>
                <a:cubicBezTo>
                  <a:pt x="1752048" y="138281"/>
                  <a:pt x="1752236" y="141037"/>
                  <a:pt x="1752236" y="142874"/>
                </a:cubicBezTo>
                <a:cubicBezTo>
                  <a:pt x="1752236" y="145631"/>
                  <a:pt x="1751378" y="147867"/>
                  <a:pt x="1749662" y="149582"/>
                </a:cubicBezTo>
                <a:cubicBezTo>
                  <a:pt x="1747945" y="151297"/>
                  <a:pt x="1745746" y="152155"/>
                  <a:pt x="1743062" y="152155"/>
                </a:cubicBezTo>
                <a:cubicBezTo>
                  <a:pt x="1740317" y="152155"/>
                  <a:pt x="1738101" y="151296"/>
                  <a:pt x="1736416" y="149579"/>
                </a:cubicBezTo>
                <a:cubicBezTo>
                  <a:pt x="1734731" y="147864"/>
                  <a:pt x="1733889" y="145627"/>
                  <a:pt x="1733889" y="142869"/>
                </a:cubicBezTo>
                <a:cubicBezTo>
                  <a:pt x="1733889" y="141031"/>
                  <a:pt x="1733686" y="138274"/>
                  <a:pt x="1733281" y="134598"/>
                </a:cubicBezTo>
                <a:cubicBezTo>
                  <a:pt x="1732875" y="130919"/>
                  <a:pt x="1732672" y="128161"/>
                  <a:pt x="1732672" y="126321"/>
                </a:cubicBezTo>
                <a:cubicBezTo>
                  <a:pt x="1732672" y="120008"/>
                  <a:pt x="1733125" y="111260"/>
                  <a:pt x="1734029" y="100075"/>
                </a:cubicBezTo>
                <a:cubicBezTo>
                  <a:pt x="1734934" y="88891"/>
                  <a:pt x="1735387" y="80142"/>
                  <a:pt x="1735387" y="73829"/>
                </a:cubicBezTo>
                <a:cubicBezTo>
                  <a:pt x="1735387" y="71867"/>
                  <a:pt x="1735278" y="68957"/>
                  <a:pt x="1735059" y="65096"/>
                </a:cubicBezTo>
                <a:cubicBezTo>
                  <a:pt x="1734841" y="61234"/>
                  <a:pt x="1734731" y="58324"/>
                  <a:pt x="1734731" y="56364"/>
                </a:cubicBezTo>
                <a:cubicBezTo>
                  <a:pt x="1734731" y="53727"/>
                  <a:pt x="1735621" y="51567"/>
                  <a:pt x="1737399" y="49883"/>
                </a:cubicBezTo>
                <a:cubicBezTo>
                  <a:pt x="1739178" y="48196"/>
                  <a:pt x="1741377" y="47353"/>
                  <a:pt x="1743998" y="47353"/>
                </a:cubicBezTo>
                <a:cubicBezTo>
                  <a:pt x="1749740" y="47353"/>
                  <a:pt x="1752891" y="51346"/>
                  <a:pt x="1753453" y="59332"/>
                </a:cubicBezTo>
                <a:lnTo>
                  <a:pt x="1753733" y="70112"/>
                </a:lnTo>
                <a:cubicBezTo>
                  <a:pt x="1764217" y="56408"/>
                  <a:pt x="1774982" y="49556"/>
                  <a:pt x="1786027" y="49556"/>
                </a:cubicBezTo>
                <a:cubicBezTo>
                  <a:pt x="1796012" y="49556"/>
                  <a:pt x="1802970" y="53877"/>
                  <a:pt x="1806901" y="62518"/>
                </a:cubicBezTo>
                <a:cubicBezTo>
                  <a:pt x="1809585" y="68279"/>
                  <a:pt x="1811051" y="76798"/>
                  <a:pt x="1811301" y="88076"/>
                </a:cubicBezTo>
                <a:lnTo>
                  <a:pt x="1811301" y="97359"/>
                </a:lnTo>
                <a:lnTo>
                  <a:pt x="1811207" y="105908"/>
                </a:lnTo>
                <a:cubicBezTo>
                  <a:pt x="1811207" y="110996"/>
                  <a:pt x="1811878" y="117570"/>
                  <a:pt x="1813220" y="125630"/>
                </a:cubicBezTo>
                <a:cubicBezTo>
                  <a:pt x="1814561" y="133689"/>
                  <a:pt x="1815232" y="140230"/>
                  <a:pt x="1815232" y="145255"/>
                </a:cubicBezTo>
                <a:cubicBezTo>
                  <a:pt x="1815232" y="147952"/>
                  <a:pt x="1814343" y="150143"/>
                  <a:pt x="1812564" y="151828"/>
                </a:cubicBezTo>
                <a:cubicBezTo>
                  <a:pt x="1810786" y="153514"/>
                  <a:pt x="1808555" y="154357"/>
                  <a:pt x="1805872" y="154357"/>
                </a:cubicBezTo>
                <a:close/>
                <a:moveTo>
                  <a:pt x="1915611" y="108197"/>
                </a:moveTo>
                <a:lnTo>
                  <a:pt x="1913458" y="139032"/>
                </a:lnTo>
                <a:cubicBezTo>
                  <a:pt x="1913084" y="151268"/>
                  <a:pt x="1911805" y="161270"/>
                  <a:pt x="1909621" y="169040"/>
                </a:cubicBezTo>
                <a:cubicBezTo>
                  <a:pt x="1906812" y="178951"/>
                  <a:pt x="1902319" y="186262"/>
                  <a:pt x="1896141" y="190973"/>
                </a:cubicBezTo>
                <a:cubicBezTo>
                  <a:pt x="1888653" y="196663"/>
                  <a:pt x="1877826" y="199508"/>
                  <a:pt x="1863660" y="199508"/>
                </a:cubicBezTo>
                <a:cubicBezTo>
                  <a:pt x="1855361" y="199508"/>
                  <a:pt x="1848403" y="198957"/>
                  <a:pt x="1842786" y="197856"/>
                </a:cubicBezTo>
                <a:cubicBezTo>
                  <a:pt x="1834924" y="196327"/>
                  <a:pt x="1830992" y="193145"/>
                  <a:pt x="1830992" y="188312"/>
                </a:cubicBezTo>
                <a:cubicBezTo>
                  <a:pt x="1830992" y="182867"/>
                  <a:pt x="1833707" y="180144"/>
                  <a:pt x="1839136" y="180144"/>
                </a:cubicBezTo>
                <a:cubicBezTo>
                  <a:pt x="1841382" y="180144"/>
                  <a:pt x="1845127" y="180680"/>
                  <a:pt x="1850368" y="181750"/>
                </a:cubicBezTo>
                <a:cubicBezTo>
                  <a:pt x="1855610" y="182821"/>
                  <a:pt x="1861414" y="183295"/>
                  <a:pt x="1867779" y="183173"/>
                </a:cubicBezTo>
                <a:cubicBezTo>
                  <a:pt x="1879761" y="182978"/>
                  <a:pt x="1888029" y="176954"/>
                  <a:pt x="1892584" y="165100"/>
                </a:cubicBezTo>
                <a:cubicBezTo>
                  <a:pt x="1895580" y="157196"/>
                  <a:pt x="1897171" y="145050"/>
                  <a:pt x="1897358" y="128662"/>
                </a:cubicBezTo>
                <a:cubicBezTo>
                  <a:pt x="1893989" y="135820"/>
                  <a:pt x="1889979" y="141188"/>
                  <a:pt x="1885330" y="144767"/>
                </a:cubicBezTo>
                <a:cubicBezTo>
                  <a:pt x="1880681" y="148346"/>
                  <a:pt x="1875361" y="150136"/>
                  <a:pt x="1869370" y="150136"/>
                </a:cubicBezTo>
                <a:cubicBezTo>
                  <a:pt x="1858075" y="150136"/>
                  <a:pt x="1848886" y="146354"/>
                  <a:pt x="1841804" y="138791"/>
                </a:cubicBezTo>
                <a:cubicBezTo>
                  <a:pt x="1834721" y="131227"/>
                  <a:pt x="1831179" y="121414"/>
                  <a:pt x="1831179" y="109350"/>
                </a:cubicBezTo>
                <a:cubicBezTo>
                  <a:pt x="1831179" y="92816"/>
                  <a:pt x="1836016" y="79497"/>
                  <a:pt x="1845688" y="69392"/>
                </a:cubicBezTo>
                <a:cubicBezTo>
                  <a:pt x="1855673" y="58982"/>
                  <a:pt x="1869277" y="53777"/>
                  <a:pt x="1886500" y="53777"/>
                </a:cubicBezTo>
                <a:cubicBezTo>
                  <a:pt x="1892304" y="53777"/>
                  <a:pt x="1897171" y="54511"/>
                  <a:pt x="1901103" y="55980"/>
                </a:cubicBezTo>
                <a:cubicBezTo>
                  <a:pt x="1905034" y="57448"/>
                  <a:pt x="1908029" y="59650"/>
                  <a:pt x="1910089" y="62587"/>
                </a:cubicBezTo>
                <a:cubicBezTo>
                  <a:pt x="1916766" y="62771"/>
                  <a:pt x="1920104" y="66411"/>
                  <a:pt x="1920104" y="73508"/>
                </a:cubicBezTo>
                <a:cubicBezTo>
                  <a:pt x="1920104" y="77852"/>
                  <a:pt x="1919449" y="83664"/>
                  <a:pt x="1918139" y="90944"/>
                </a:cubicBezTo>
                <a:cubicBezTo>
                  <a:pt x="1916703" y="99387"/>
                  <a:pt x="1915861" y="105138"/>
                  <a:pt x="1915611" y="108197"/>
                </a:cubicBezTo>
                <a:moveTo>
                  <a:pt x="1885564" y="72131"/>
                </a:moveTo>
                <a:cubicBezTo>
                  <a:pt x="1873707" y="72131"/>
                  <a:pt x="1864534" y="75739"/>
                  <a:pt x="1858044" y="82954"/>
                </a:cubicBezTo>
                <a:cubicBezTo>
                  <a:pt x="1852241" y="89453"/>
                  <a:pt x="1849339" y="97715"/>
                  <a:pt x="1849339" y="107741"/>
                </a:cubicBezTo>
                <a:cubicBezTo>
                  <a:pt x="1849339" y="115727"/>
                  <a:pt x="1851055" y="121730"/>
                  <a:pt x="1854487" y="125751"/>
                </a:cubicBezTo>
                <a:cubicBezTo>
                  <a:pt x="1857919" y="129771"/>
                  <a:pt x="1863068" y="131782"/>
                  <a:pt x="1869932" y="131782"/>
                </a:cubicBezTo>
                <a:cubicBezTo>
                  <a:pt x="1876235" y="131782"/>
                  <a:pt x="1882350" y="128642"/>
                  <a:pt x="1888279" y="122364"/>
                </a:cubicBezTo>
                <a:cubicBezTo>
                  <a:pt x="1893645" y="116580"/>
                  <a:pt x="1896703" y="110852"/>
                  <a:pt x="1897452" y="105180"/>
                </a:cubicBezTo>
                <a:cubicBezTo>
                  <a:pt x="1898762" y="99230"/>
                  <a:pt x="1900166" y="89893"/>
                  <a:pt x="1901664" y="77170"/>
                </a:cubicBezTo>
                <a:cubicBezTo>
                  <a:pt x="1899168" y="75463"/>
                  <a:pt x="1896578" y="74196"/>
                  <a:pt x="1893895" y="73370"/>
                </a:cubicBezTo>
                <a:cubicBezTo>
                  <a:pt x="1891212" y="72544"/>
                  <a:pt x="1888435" y="72131"/>
                  <a:pt x="1885564" y="721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127" name="Text (with">
            <a:extLst xmlns:a="http://schemas.openxmlformats.org/drawingml/2006/main">
              <a:ext uri="{FF2B5EF4-FFF2-40B4-BE49-F238E27FC236}">
                <a16:creationId xmlns:a16="http://schemas.microsoft.com/office/drawing/2014/main" id="{83498515-6414-4CC7-AEC8-2704AE23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96" y="3647412"/>
            <a:ext cx="395729" cy="173425"/>
          </a:xfrm>
          <a:custGeom xmlns:a="http://schemas.openxmlformats.org/drawingml/2006/main">
            <a:pathLst>
              <a:path w="395729" h="173425">
                <a:moveTo>
                  <a:pt x="49526" y="7914"/>
                </a:moveTo>
                <a:cubicBezTo>
                  <a:pt x="49526" y="9899"/>
                  <a:pt x="47767" y="12793"/>
                  <a:pt x="44250" y="16594"/>
                </a:cubicBezTo>
                <a:cubicBezTo>
                  <a:pt x="41640" y="19203"/>
                  <a:pt x="39059" y="21813"/>
                  <a:pt x="36506" y="24422"/>
                </a:cubicBezTo>
                <a:cubicBezTo>
                  <a:pt x="30209" y="31571"/>
                  <a:pt x="25273" y="41782"/>
                  <a:pt x="21699" y="55057"/>
                </a:cubicBezTo>
                <a:cubicBezTo>
                  <a:pt x="18579" y="66630"/>
                  <a:pt x="17019" y="78004"/>
                  <a:pt x="17019" y="89180"/>
                </a:cubicBezTo>
                <a:cubicBezTo>
                  <a:pt x="17019" y="117999"/>
                  <a:pt x="23543" y="139132"/>
                  <a:pt x="36591" y="152577"/>
                </a:cubicBezTo>
                <a:cubicBezTo>
                  <a:pt x="39201" y="154619"/>
                  <a:pt x="41839" y="156661"/>
                  <a:pt x="44505" y="158704"/>
                </a:cubicBezTo>
                <a:cubicBezTo>
                  <a:pt x="47795" y="161313"/>
                  <a:pt x="49441" y="163894"/>
                  <a:pt x="49441" y="166447"/>
                </a:cubicBezTo>
                <a:cubicBezTo>
                  <a:pt x="49441" y="168319"/>
                  <a:pt x="48703" y="169950"/>
                  <a:pt x="47228" y="171340"/>
                </a:cubicBezTo>
                <a:cubicBezTo>
                  <a:pt x="45753" y="172730"/>
                  <a:pt x="44051" y="173425"/>
                  <a:pt x="42122" y="173425"/>
                </a:cubicBezTo>
                <a:cubicBezTo>
                  <a:pt x="40420" y="173425"/>
                  <a:pt x="38378" y="172773"/>
                  <a:pt x="35996" y="171468"/>
                </a:cubicBezTo>
                <a:cubicBezTo>
                  <a:pt x="11999" y="158023"/>
                  <a:pt x="0" y="129941"/>
                  <a:pt x="0" y="87223"/>
                </a:cubicBezTo>
                <a:cubicBezTo>
                  <a:pt x="0" y="71849"/>
                  <a:pt x="3092" y="56277"/>
                  <a:pt x="9275" y="40506"/>
                </a:cubicBezTo>
                <a:cubicBezTo>
                  <a:pt x="16197" y="22976"/>
                  <a:pt x="25273" y="10268"/>
                  <a:pt x="36506" y="2383"/>
                </a:cubicBezTo>
                <a:cubicBezTo>
                  <a:pt x="38775" y="794"/>
                  <a:pt x="40562" y="0"/>
                  <a:pt x="41867" y="0"/>
                </a:cubicBezTo>
                <a:cubicBezTo>
                  <a:pt x="43909" y="0"/>
                  <a:pt x="45696" y="808"/>
                  <a:pt x="47228" y="2425"/>
                </a:cubicBezTo>
                <a:cubicBezTo>
                  <a:pt x="48760" y="4042"/>
                  <a:pt x="49526" y="5872"/>
                  <a:pt x="49526" y="7914"/>
                </a:cubicBezTo>
                <a:close/>
                <a:moveTo>
                  <a:pt x="167162" y="60439"/>
                </a:moveTo>
                <a:cubicBezTo>
                  <a:pt x="162737" y="78967"/>
                  <a:pt x="156951" y="99910"/>
                  <a:pt x="149803" y="123269"/>
                </a:cubicBezTo>
                <a:cubicBezTo>
                  <a:pt x="148214" y="128432"/>
                  <a:pt x="145576" y="133736"/>
                  <a:pt x="141889" y="139182"/>
                </a:cubicBezTo>
                <a:cubicBezTo>
                  <a:pt x="139903" y="142189"/>
                  <a:pt x="137208" y="143664"/>
                  <a:pt x="133805" y="143607"/>
                </a:cubicBezTo>
                <a:cubicBezTo>
                  <a:pt x="127621" y="143494"/>
                  <a:pt x="122799" y="135805"/>
                  <a:pt x="119338" y="120541"/>
                </a:cubicBezTo>
                <a:cubicBezTo>
                  <a:pt x="118204" y="115653"/>
                  <a:pt x="117041" y="109003"/>
                  <a:pt x="115849" y="100591"/>
                </a:cubicBezTo>
                <a:lnTo>
                  <a:pt x="113041" y="81580"/>
                </a:lnTo>
                <a:lnTo>
                  <a:pt x="106063" y="97863"/>
                </a:lnTo>
                <a:lnTo>
                  <a:pt x="93129" y="133071"/>
                </a:lnTo>
                <a:cubicBezTo>
                  <a:pt x="92391" y="135230"/>
                  <a:pt x="91313" y="136878"/>
                  <a:pt x="89895" y="138015"/>
                </a:cubicBezTo>
                <a:cubicBezTo>
                  <a:pt x="88193" y="141312"/>
                  <a:pt x="85470" y="143018"/>
                  <a:pt x="81726" y="143131"/>
                </a:cubicBezTo>
                <a:cubicBezTo>
                  <a:pt x="77414" y="143301"/>
                  <a:pt x="73245" y="134833"/>
                  <a:pt x="69217" y="117727"/>
                </a:cubicBezTo>
                <a:cubicBezTo>
                  <a:pt x="67175" y="108918"/>
                  <a:pt x="65132" y="96983"/>
                  <a:pt x="63090" y="81923"/>
                </a:cubicBezTo>
                <a:lnTo>
                  <a:pt x="61048" y="69135"/>
                </a:lnTo>
                <a:cubicBezTo>
                  <a:pt x="60310" y="64020"/>
                  <a:pt x="59941" y="59729"/>
                  <a:pt x="59941" y="56262"/>
                </a:cubicBezTo>
                <a:cubicBezTo>
                  <a:pt x="59941" y="53875"/>
                  <a:pt x="60778" y="51901"/>
                  <a:pt x="62452" y="50339"/>
                </a:cubicBezTo>
                <a:cubicBezTo>
                  <a:pt x="64125" y="48776"/>
                  <a:pt x="66153" y="47994"/>
                  <a:pt x="68536" y="47994"/>
                </a:cubicBezTo>
                <a:cubicBezTo>
                  <a:pt x="72848" y="47994"/>
                  <a:pt x="75514" y="50353"/>
                  <a:pt x="76535" y="55070"/>
                </a:cubicBezTo>
                <a:cubicBezTo>
                  <a:pt x="77273" y="58423"/>
                  <a:pt x="77868" y="62571"/>
                  <a:pt x="78322" y="67516"/>
                </a:cubicBezTo>
                <a:lnTo>
                  <a:pt x="79599" y="80049"/>
                </a:lnTo>
                <a:lnTo>
                  <a:pt x="84619" y="118323"/>
                </a:lnTo>
                <a:cubicBezTo>
                  <a:pt x="90916" y="100818"/>
                  <a:pt x="97440" y="80642"/>
                  <a:pt x="104191" y="57796"/>
                </a:cubicBezTo>
                <a:cubicBezTo>
                  <a:pt x="106063" y="51488"/>
                  <a:pt x="109325" y="48334"/>
                  <a:pt x="113977" y="48334"/>
                </a:cubicBezTo>
                <a:cubicBezTo>
                  <a:pt x="118459" y="48334"/>
                  <a:pt x="121494" y="51858"/>
                  <a:pt x="123082" y="58905"/>
                </a:cubicBezTo>
                <a:cubicBezTo>
                  <a:pt x="124557" y="65555"/>
                  <a:pt x="126401" y="75785"/>
                  <a:pt x="128614" y="89595"/>
                </a:cubicBezTo>
                <a:cubicBezTo>
                  <a:pt x="130883" y="103916"/>
                  <a:pt x="132897" y="115083"/>
                  <a:pt x="134655" y="123096"/>
                </a:cubicBezTo>
                <a:lnTo>
                  <a:pt x="140867" y="99908"/>
                </a:lnTo>
                <a:lnTo>
                  <a:pt x="151845" y="53448"/>
                </a:lnTo>
                <a:cubicBezTo>
                  <a:pt x="152696" y="50039"/>
                  <a:pt x="155135" y="48334"/>
                  <a:pt x="159163" y="48334"/>
                </a:cubicBezTo>
                <a:cubicBezTo>
                  <a:pt x="161546" y="48334"/>
                  <a:pt x="163616" y="49138"/>
                  <a:pt x="165375" y="50746"/>
                </a:cubicBezTo>
                <a:cubicBezTo>
                  <a:pt x="167134" y="52354"/>
                  <a:pt x="168013" y="54288"/>
                  <a:pt x="168013" y="56546"/>
                </a:cubicBezTo>
                <a:cubicBezTo>
                  <a:pt x="168013" y="56828"/>
                  <a:pt x="167729" y="58126"/>
                  <a:pt x="167162" y="60439"/>
                </a:cubicBezTo>
                <a:close/>
                <a:moveTo>
                  <a:pt x="201371" y="28933"/>
                </a:moveTo>
                <a:cubicBezTo>
                  <a:pt x="198648" y="28933"/>
                  <a:pt x="196293" y="27968"/>
                  <a:pt x="194308" y="26039"/>
                </a:cubicBezTo>
                <a:cubicBezTo>
                  <a:pt x="192322" y="24110"/>
                  <a:pt x="191329" y="21785"/>
                  <a:pt x="191329" y="19061"/>
                </a:cubicBezTo>
                <a:cubicBezTo>
                  <a:pt x="191329" y="16338"/>
                  <a:pt x="192322" y="14012"/>
                  <a:pt x="194308" y="12084"/>
                </a:cubicBezTo>
                <a:cubicBezTo>
                  <a:pt x="196293" y="10155"/>
                  <a:pt x="198648" y="9190"/>
                  <a:pt x="201371" y="9190"/>
                </a:cubicBezTo>
                <a:cubicBezTo>
                  <a:pt x="204094" y="9190"/>
                  <a:pt x="206434" y="10155"/>
                  <a:pt x="208391" y="12084"/>
                </a:cubicBezTo>
                <a:cubicBezTo>
                  <a:pt x="210348" y="14012"/>
                  <a:pt x="211327" y="16338"/>
                  <a:pt x="211327" y="19061"/>
                </a:cubicBezTo>
                <a:cubicBezTo>
                  <a:pt x="211327" y="21785"/>
                  <a:pt x="210348" y="24110"/>
                  <a:pt x="208391" y="26039"/>
                </a:cubicBezTo>
                <a:cubicBezTo>
                  <a:pt x="206434" y="27968"/>
                  <a:pt x="204094" y="28933"/>
                  <a:pt x="201371" y="28933"/>
                </a:cubicBezTo>
                <a:moveTo>
                  <a:pt x="205200" y="98078"/>
                </a:moveTo>
                <a:cubicBezTo>
                  <a:pt x="205200" y="101486"/>
                  <a:pt x="205299" y="106582"/>
                  <a:pt x="205498" y="113369"/>
                </a:cubicBezTo>
                <a:cubicBezTo>
                  <a:pt x="205696" y="120153"/>
                  <a:pt x="205796" y="125249"/>
                  <a:pt x="205796" y="128657"/>
                </a:cubicBezTo>
                <a:cubicBezTo>
                  <a:pt x="205796" y="131155"/>
                  <a:pt x="205030" y="133199"/>
                  <a:pt x="203498" y="134789"/>
                </a:cubicBezTo>
                <a:cubicBezTo>
                  <a:pt x="201966" y="136379"/>
                  <a:pt x="199952" y="137174"/>
                  <a:pt x="197456" y="137174"/>
                </a:cubicBezTo>
                <a:cubicBezTo>
                  <a:pt x="195017" y="137174"/>
                  <a:pt x="193017" y="136379"/>
                  <a:pt x="191457" y="134789"/>
                </a:cubicBezTo>
                <a:cubicBezTo>
                  <a:pt x="189897" y="133199"/>
                  <a:pt x="189117" y="131155"/>
                  <a:pt x="189117" y="128657"/>
                </a:cubicBezTo>
                <a:cubicBezTo>
                  <a:pt x="189117" y="125249"/>
                  <a:pt x="189018" y="120153"/>
                  <a:pt x="188819" y="113369"/>
                </a:cubicBezTo>
                <a:cubicBezTo>
                  <a:pt x="188620" y="106582"/>
                  <a:pt x="188521" y="101486"/>
                  <a:pt x="188521" y="98078"/>
                </a:cubicBezTo>
                <a:cubicBezTo>
                  <a:pt x="188521" y="92740"/>
                  <a:pt x="188805" y="86082"/>
                  <a:pt x="189372" y="78105"/>
                </a:cubicBezTo>
                <a:cubicBezTo>
                  <a:pt x="189939" y="70125"/>
                  <a:pt x="190223" y="63466"/>
                  <a:pt x="190223" y="58128"/>
                </a:cubicBezTo>
                <a:cubicBezTo>
                  <a:pt x="190223" y="55574"/>
                  <a:pt x="191003" y="53501"/>
                  <a:pt x="192563" y="51911"/>
                </a:cubicBezTo>
                <a:cubicBezTo>
                  <a:pt x="194123" y="50321"/>
                  <a:pt x="196123" y="49526"/>
                  <a:pt x="198562" y="49526"/>
                </a:cubicBezTo>
                <a:cubicBezTo>
                  <a:pt x="201002" y="49526"/>
                  <a:pt x="203002" y="50321"/>
                  <a:pt x="204562" y="51911"/>
                </a:cubicBezTo>
                <a:cubicBezTo>
                  <a:pt x="206122" y="53501"/>
                  <a:pt x="206902" y="55574"/>
                  <a:pt x="206902" y="58128"/>
                </a:cubicBezTo>
                <a:cubicBezTo>
                  <a:pt x="206902" y="63466"/>
                  <a:pt x="206618" y="70125"/>
                  <a:pt x="206051" y="78105"/>
                </a:cubicBezTo>
                <a:cubicBezTo>
                  <a:pt x="205484" y="86082"/>
                  <a:pt x="205200" y="92740"/>
                  <a:pt x="205200" y="98078"/>
                </a:cubicBezTo>
                <a:close/>
                <a:moveTo>
                  <a:pt x="289885" y="64237"/>
                </a:moveTo>
                <a:cubicBezTo>
                  <a:pt x="288694" y="64237"/>
                  <a:pt x="287290" y="64180"/>
                  <a:pt x="285673" y="64066"/>
                </a:cubicBezTo>
                <a:cubicBezTo>
                  <a:pt x="284056" y="63951"/>
                  <a:pt x="282652" y="63894"/>
                  <a:pt x="281461" y="63894"/>
                </a:cubicBezTo>
                <a:cubicBezTo>
                  <a:pt x="280156" y="63894"/>
                  <a:pt x="276298" y="64324"/>
                  <a:pt x="269888" y="65183"/>
                </a:cubicBezTo>
                <a:lnTo>
                  <a:pt x="271504" y="115419"/>
                </a:lnTo>
                <a:lnTo>
                  <a:pt x="271589" y="119161"/>
                </a:lnTo>
                <a:lnTo>
                  <a:pt x="271675" y="123495"/>
                </a:lnTo>
                <a:cubicBezTo>
                  <a:pt x="271901" y="135905"/>
                  <a:pt x="268923" y="142110"/>
                  <a:pt x="262739" y="142110"/>
                </a:cubicBezTo>
                <a:cubicBezTo>
                  <a:pt x="260470" y="142110"/>
                  <a:pt x="258499" y="141373"/>
                  <a:pt x="256825" y="139900"/>
                </a:cubicBezTo>
                <a:cubicBezTo>
                  <a:pt x="255152" y="138427"/>
                  <a:pt x="254315" y="136585"/>
                  <a:pt x="254315" y="134374"/>
                </a:cubicBezTo>
                <a:cubicBezTo>
                  <a:pt x="254315" y="132222"/>
                  <a:pt x="254400" y="128993"/>
                  <a:pt x="254570" y="124687"/>
                </a:cubicBezTo>
                <a:cubicBezTo>
                  <a:pt x="254740" y="120379"/>
                  <a:pt x="254826" y="117148"/>
                  <a:pt x="254826" y="114994"/>
                </a:cubicBezTo>
                <a:lnTo>
                  <a:pt x="253124" y="65354"/>
                </a:lnTo>
                <a:cubicBezTo>
                  <a:pt x="248982" y="65183"/>
                  <a:pt x="242685" y="64698"/>
                  <a:pt x="234232" y="63899"/>
                </a:cubicBezTo>
                <a:cubicBezTo>
                  <a:pt x="229183" y="63215"/>
                  <a:pt x="226659" y="60393"/>
                  <a:pt x="226659" y="55435"/>
                </a:cubicBezTo>
                <a:cubicBezTo>
                  <a:pt x="226659" y="52926"/>
                  <a:pt x="227425" y="50846"/>
                  <a:pt x="228956" y="49196"/>
                </a:cubicBezTo>
                <a:cubicBezTo>
                  <a:pt x="230488" y="47544"/>
                  <a:pt x="232445" y="46718"/>
                  <a:pt x="234828" y="46718"/>
                </a:cubicBezTo>
                <a:lnTo>
                  <a:pt x="252698" y="48164"/>
                </a:lnTo>
                <a:cubicBezTo>
                  <a:pt x="252698" y="45262"/>
                  <a:pt x="252571" y="41380"/>
                  <a:pt x="252315" y="36517"/>
                </a:cubicBezTo>
                <a:cubicBezTo>
                  <a:pt x="252060" y="31652"/>
                  <a:pt x="251932" y="28139"/>
                  <a:pt x="251932" y="25978"/>
                </a:cubicBezTo>
                <a:cubicBezTo>
                  <a:pt x="251932" y="23588"/>
                  <a:pt x="252755" y="21612"/>
                  <a:pt x="254400" y="20048"/>
                </a:cubicBezTo>
                <a:cubicBezTo>
                  <a:pt x="256045" y="18483"/>
                  <a:pt x="258059" y="17700"/>
                  <a:pt x="260442" y="17700"/>
                </a:cubicBezTo>
                <a:cubicBezTo>
                  <a:pt x="265548" y="17700"/>
                  <a:pt x="268526" y="21870"/>
                  <a:pt x="269377" y="30209"/>
                </a:cubicBezTo>
                <a:cubicBezTo>
                  <a:pt x="269547" y="32308"/>
                  <a:pt x="269632" y="34833"/>
                  <a:pt x="269632" y="37783"/>
                </a:cubicBezTo>
                <a:lnTo>
                  <a:pt x="269462" y="42718"/>
                </a:lnTo>
                <a:lnTo>
                  <a:pt x="269377" y="47994"/>
                </a:lnTo>
                <a:cubicBezTo>
                  <a:pt x="276412" y="47086"/>
                  <a:pt x="280439" y="46632"/>
                  <a:pt x="281461" y="46632"/>
                </a:cubicBezTo>
                <a:cubicBezTo>
                  <a:pt x="287361" y="46632"/>
                  <a:pt x="291218" y="46916"/>
                  <a:pt x="293034" y="47483"/>
                </a:cubicBezTo>
                <a:cubicBezTo>
                  <a:pt x="296494" y="48625"/>
                  <a:pt x="298224" y="51316"/>
                  <a:pt x="298224" y="55557"/>
                </a:cubicBezTo>
                <a:cubicBezTo>
                  <a:pt x="298224" y="58078"/>
                  <a:pt x="297444" y="60155"/>
                  <a:pt x="295884" y="61788"/>
                </a:cubicBezTo>
                <a:cubicBezTo>
                  <a:pt x="294324" y="63420"/>
                  <a:pt x="292324" y="64237"/>
                  <a:pt x="289885" y="64237"/>
                </a:cubicBezTo>
                <a:close/>
                <a:moveTo>
                  <a:pt x="387050" y="141940"/>
                </a:moveTo>
                <a:cubicBezTo>
                  <a:pt x="383022" y="141940"/>
                  <a:pt x="380384" y="139787"/>
                  <a:pt x="379136" y="135480"/>
                </a:cubicBezTo>
                <a:cubicBezTo>
                  <a:pt x="377831" y="130834"/>
                  <a:pt x="376640" y="124232"/>
                  <a:pt x="375562" y="115674"/>
                </a:cubicBezTo>
                <a:cubicBezTo>
                  <a:pt x="374541" y="107457"/>
                  <a:pt x="374030" y="100714"/>
                  <a:pt x="374030" y="95446"/>
                </a:cubicBezTo>
                <a:cubicBezTo>
                  <a:pt x="374030" y="93972"/>
                  <a:pt x="374101" y="91734"/>
                  <a:pt x="374243" y="88731"/>
                </a:cubicBezTo>
                <a:cubicBezTo>
                  <a:pt x="374385" y="85726"/>
                  <a:pt x="374456" y="83487"/>
                  <a:pt x="374456" y="82014"/>
                </a:cubicBezTo>
                <a:cubicBezTo>
                  <a:pt x="374456" y="71361"/>
                  <a:pt x="371789" y="66034"/>
                  <a:pt x="366457" y="66034"/>
                </a:cubicBezTo>
                <a:cubicBezTo>
                  <a:pt x="359252" y="66034"/>
                  <a:pt x="352813" y="69296"/>
                  <a:pt x="347140" y="75820"/>
                </a:cubicBezTo>
                <a:cubicBezTo>
                  <a:pt x="344247" y="79167"/>
                  <a:pt x="340275" y="85550"/>
                  <a:pt x="335226" y="94967"/>
                </a:cubicBezTo>
                <a:cubicBezTo>
                  <a:pt x="335226" y="116539"/>
                  <a:pt x="334319" y="129307"/>
                  <a:pt x="332503" y="133271"/>
                </a:cubicBezTo>
                <a:cubicBezTo>
                  <a:pt x="330915" y="136781"/>
                  <a:pt x="328447" y="138536"/>
                  <a:pt x="325100" y="138536"/>
                </a:cubicBezTo>
                <a:cubicBezTo>
                  <a:pt x="322774" y="138536"/>
                  <a:pt x="320732" y="137742"/>
                  <a:pt x="318973" y="136153"/>
                </a:cubicBezTo>
                <a:cubicBezTo>
                  <a:pt x="317214" y="134565"/>
                  <a:pt x="316335" y="132636"/>
                  <a:pt x="316335" y="130367"/>
                </a:cubicBezTo>
                <a:cubicBezTo>
                  <a:pt x="316335" y="129573"/>
                  <a:pt x="316590" y="128324"/>
                  <a:pt x="317101" y="126623"/>
                </a:cubicBezTo>
                <a:cubicBezTo>
                  <a:pt x="317555" y="125204"/>
                  <a:pt x="317867" y="121063"/>
                  <a:pt x="318037" y="114199"/>
                </a:cubicBezTo>
                <a:lnTo>
                  <a:pt x="318292" y="101604"/>
                </a:lnTo>
                <a:lnTo>
                  <a:pt x="318548" y="39059"/>
                </a:lnTo>
                <a:cubicBezTo>
                  <a:pt x="318945" y="32024"/>
                  <a:pt x="319143" y="27287"/>
                  <a:pt x="319143" y="24848"/>
                </a:cubicBezTo>
                <a:cubicBezTo>
                  <a:pt x="319143" y="21955"/>
                  <a:pt x="318874" y="19217"/>
                  <a:pt x="318335" y="16636"/>
                </a:cubicBezTo>
                <a:cubicBezTo>
                  <a:pt x="317796" y="14055"/>
                  <a:pt x="317526" y="11374"/>
                  <a:pt x="317526" y="8595"/>
                </a:cubicBezTo>
                <a:cubicBezTo>
                  <a:pt x="317526" y="6212"/>
                  <a:pt x="318349" y="4241"/>
                  <a:pt x="319994" y="2681"/>
                </a:cubicBezTo>
                <a:cubicBezTo>
                  <a:pt x="321639" y="1120"/>
                  <a:pt x="323653" y="340"/>
                  <a:pt x="326036" y="340"/>
                </a:cubicBezTo>
                <a:cubicBezTo>
                  <a:pt x="330688" y="340"/>
                  <a:pt x="333411" y="2837"/>
                  <a:pt x="334205" y="7829"/>
                </a:cubicBezTo>
                <a:cubicBezTo>
                  <a:pt x="335113" y="13332"/>
                  <a:pt x="335567" y="18296"/>
                  <a:pt x="335567" y="22721"/>
                </a:cubicBezTo>
                <a:cubicBezTo>
                  <a:pt x="335567" y="28677"/>
                  <a:pt x="335368" y="34889"/>
                  <a:pt x="334971" y="41357"/>
                </a:cubicBezTo>
                <a:cubicBezTo>
                  <a:pt x="334631" y="47540"/>
                  <a:pt x="334489" y="53752"/>
                  <a:pt x="334546" y="59993"/>
                </a:cubicBezTo>
                <a:lnTo>
                  <a:pt x="334631" y="67481"/>
                </a:lnTo>
                <a:cubicBezTo>
                  <a:pt x="339283" y="61241"/>
                  <a:pt x="344261" y="56575"/>
                  <a:pt x="349565" y="53483"/>
                </a:cubicBezTo>
                <a:cubicBezTo>
                  <a:pt x="354869" y="50391"/>
                  <a:pt x="360500" y="48845"/>
                  <a:pt x="366457" y="48845"/>
                </a:cubicBezTo>
                <a:cubicBezTo>
                  <a:pt x="375874" y="48845"/>
                  <a:pt x="382341" y="51908"/>
                  <a:pt x="385858" y="58035"/>
                </a:cubicBezTo>
                <a:cubicBezTo>
                  <a:pt x="388355" y="62347"/>
                  <a:pt x="389773" y="69608"/>
                  <a:pt x="390113" y="79820"/>
                </a:cubicBezTo>
                <a:lnTo>
                  <a:pt x="390794" y="96073"/>
                </a:lnTo>
                <a:lnTo>
                  <a:pt x="392496" y="113773"/>
                </a:lnTo>
                <a:cubicBezTo>
                  <a:pt x="393290" y="120411"/>
                  <a:pt x="394254" y="126254"/>
                  <a:pt x="395389" y="131303"/>
                </a:cubicBezTo>
                <a:cubicBezTo>
                  <a:pt x="395616" y="132267"/>
                  <a:pt x="395729" y="133090"/>
                  <a:pt x="395729" y="133771"/>
                </a:cubicBezTo>
                <a:cubicBezTo>
                  <a:pt x="395729" y="136097"/>
                  <a:pt x="394879" y="138040"/>
                  <a:pt x="393177" y="139600"/>
                </a:cubicBezTo>
                <a:cubicBezTo>
                  <a:pt x="391475" y="141160"/>
                  <a:pt x="389432" y="141940"/>
                  <a:pt x="387050" y="1419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standardanswers),werecord">
            <a:extLst xmlns:a="http://schemas.openxmlformats.org/drawingml/2006/main">
              <a:ext uri="{FF2B5EF4-FFF2-40B4-BE49-F238E27FC236}">
                <a16:creationId xmlns:a16="http://schemas.microsoft.com/office/drawing/2014/main" id="{AA763F60-9EBB-462D-8752-C1DCD707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44" y="3856542"/>
            <a:ext cx="2390824" cy="173425"/>
          </a:xfrm>
          <a:custGeom xmlns:a="http://schemas.openxmlformats.org/drawingml/2006/main">
            <a:pathLst>
              <a:path w="2390824" h="173425">
                <a:moveTo>
                  <a:pt x="65779" y="71140"/>
                </a:moveTo>
                <a:cubicBezTo>
                  <a:pt x="62659" y="71140"/>
                  <a:pt x="60475" y="70098"/>
                  <a:pt x="59227" y="68013"/>
                </a:cubicBezTo>
                <a:cubicBezTo>
                  <a:pt x="58376" y="66548"/>
                  <a:pt x="57638" y="63506"/>
                  <a:pt x="57014" y="58886"/>
                </a:cubicBezTo>
                <a:cubicBezTo>
                  <a:pt x="52759" y="59962"/>
                  <a:pt x="46207" y="61945"/>
                  <a:pt x="37357" y="64835"/>
                </a:cubicBezTo>
                <a:cubicBezTo>
                  <a:pt x="28223" y="68462"/>
                  <a:pt x="23628" y="72939"/>
                  <a:pt x="23572" y="78264"/>
                </a:cubicBezTo>
                <a:cubicBezTo>
                  <a:pt x="25273" y="78888"/>
                  <a:pt x="26947" y="79342"/>
                  <a:pt x="28592" y="79626"/>
                </a:cubicBezTo>
                <a:cubicBezTo>
                  <a:pt x="41640" y="81948"/>
                  <a:pt x="51341" y="85150"/>
                  <a:pt x="57695" y="89231"/>
                </a:cubicBezTo>
                <a:cubicBezTo>
                  <a:pt x="66942" y="95182"/>
                  <a:pt x="71566" y="103797"/>
                  <a:pt x="71566" y="115076"/>
                </a:cubicBezTo>
                <a:cubicBezTo>
                  <a:pt x="71566" y="124314"/>
                  <a:pt x="67566" y="131285"/>
                  <a:pt x="59567" y="135988"/>
                </a:cubicBezTo>
                <a:cubicBezTo>
                  <a:pt x="52930" y="139843"/>
                  <a:pt x="44533" y="141770"/>
                  <a:pt x="34379" y="141770"/>
                </a:cubicBezTo>
                <a:cubicBezTo>
                  <a:pt x="26947" y="141770"/>
                  <a:pt x="19856" y="140521"/>
                  <a:pt x="13105" y="138025"/>
                </a:cubicBezTo>
                <a:cubicBezTo>
                  <a:pt x="4368" y="134848"/>
                  <a:pt x="0" y="130423"/>
                  <a:pt x="0" y="124750"/>
                </a:cubicBezTo>
                <a:cubicBezTo>
                  <a:pt x="0" y="122481"/>
                  <a:pt x="894" y="120496"/>
                  <a:pt x="2681" y="118794"/>
                </a:cubicBezTo>
                <a:cubicBezTo>
                  <a:pt x="4468" y="117092"/>
                  <a:pt x="6496" y="116241"/>
                  <a:pt x="8765" y="116241"/>
                </a:cubicBezTo>
                <a:cubicBezTo>
                  <a:pt x="10524" y="116241"/>
                  <a:pt x="12793" y="117602"/>
                  <a:pt x="15573" y="120325"/>
                </a:cubicBezTo>
                <a:cubicBezTo>
                  <a:pt x="16934" y="121630"/>
                  <a:pt x="19998" y="122708"/>
                  <a:pt x="24763" y="123559"/>
                </a:cubicBezTo>
                <a:cubicBezTo>
                  <a:pt x="28564" y="124240"/>
                  <a:pt x="31769" y="124580"/>
                  <a:pt x="34379" y="124580"/>
                </a:cubicBezTo>
                <a:cubicBezTo>
                  <a:pt x="39144" y="124580"/>
                  <a:pt x="43342" y="124014"/>
                  <a:pt x="46973" y="122881"/>
                </a:cubicBezTo>
                <a:cubicBezTo>
                  <a:pt x="52249" y="121238"/>
                  <a:pt x="54887" y="118631"/>
                  <a:pt x="54887" y="115063"/>
                </a:cubicBezTo>
                <a:cubicBezTo>
                  <a:pt x="54887" y="107356"/>
                  <a:pt x="49497" y="102143"/>
                  <a:pt x="38719" y="99424"/>
                </a:cubicBezTo>
                <a:lnTo>
                  <a:pt x="29869" y="97467"/>
                </a:lnTo>
                <a:cubicBezTo>
                  <a:pt x="22323" y="95820"/>
                  <a:pt x="16962" y="93889"/>
                  <a:pt x="13786" y="91675"/>
                </a:cubicBezTo>
                <a:cubicBezTo>
                  <a:pt x="9190" y="88496"/>
                  <a:pt x="6893" y="83701"/>
                  <a:pt x="6893" y="77288"/>
                </a:cubicBezTo>
                <a:cubicBezTo>
                  <a:pt x="6893" y="65424"/>
                  <a:pt x="12481" y="56966"/>
                  <a:pt x="23657" y="51914"/>
                </a:cubicBezTo>
                <a:cubicBezTo>
                  <a:pt x="27060" y="50382"/>
                  <a:pt x="32507" y="48552"/>
                  <a:pt x="39995" y="46425"/>
                </a:cubicBezTo>
                <a:cubicBezTo>
                  <a:pt x="47483" y="44296"/>
                  <a:pt x="52844" y="42493"/>
                  <a:pt x="56078" y="41016"/>
                </a:cubicBezTo>
                <a:cubicBezTo>
                  <a:pt x="58404" y="39995"/>
                  <a:pt x="60929" y="39484"/>
                  <a:pt x="63652" y="39484"/>
                </a:cubicBezTo>
                <a:cubicBezTo>
                  <a:pt x="66091" y="39484"/>
                  <a:pt x="68091" y="40279"/>
                  <a:pt x="69651" y="41867"/>
                </a:cubicBezTo>
                <a:cubicBezTo>
                  <a:pt x="71211" y="43456"/>
                  <a:pt x="71991" y="45526"/>
                  <a:pt x="71991" y="48079"/>
                </a:cubicBezTo>
                <a:cubicBezTo>
                  <a:pt x="71991" y="49724"/>
                  <a:pt x="72346" y="52135"/>
                  <a:pt x="73055" y="55312"/>
                </a:cubicBezTo>
                <a:cubicBezTo>
                  <a:pt x="73764" y="58489"/>
                  <a:pt x="74118" y="60900"/>
                  <a:pt x="74118" y="62545"/>
                </a:cubicBezTo>
                <a:cubicBezTo>
                  <a:pt x="74118" y="65098"/>
                  <a:pt x="73338" y="67169"/>
                  <a:pt x="71778" y="68757"/>
                </a:cubicBezTo>
                <a:cubicBezTo>
                  <a:pt x="70218" y="70346"/>
                  <a:pt x="68218" y="71140"/>
                  <a:pt x="65779" y="71140"/>
                </a:cubicBezTo>
                <a:close/>
                <a:moveTo>
                  <a:pt x="150228" y="64237"/>
                </a:moveTo>
                <a:cubicBezTo>
                  <a:pt x="149037" y="64237"/>
                  <a:pt x="147633" y="64180"/>
                  <a:pt x="146016" y="64066"/>
                </a:cubicBezTo>
                <a:cubicBezTo>
                  <a:pt x="144399" y="63951"/>
                  <a:pt x="142995" y="63894"/>
                  <a:pt x="141804" y="63894"/>
                </a:cubicBezTo>
                <a:cubicBezTo>
                  <a:pt x="140499" y="63894"/>
                  <a:pt x="136641" y="64324"/>
                  <a:pt x="130231" y="65183"/>
                </a:cubicBezTo>
                <a:lnTo>
                  <a:pt x="131847" y="115419"/>
                </a:lnTo>
                <a:lnTo>
                  <a:pt x="131932" y="119161"/>
                </a:lnTo>
                <a:lnTo>
                  <a:pt x="132018" y="123495"/>
                </a:lnTo>
                <a:cubicBezTo>
                  <a:pt x="132245" y="135905"/>
                  <a:pt x="129266" y="142110"/>
                  <a:pt x="123083" y="142110"/>
                </a:cubicBezTo>
                <a:cubicBezTo>
                  <a:pt x="120813" y="142110"/>
                  <a:pt x="118842" y="141373"/>
                  <a:pt x="117168" y="139900"/>
                </a:cubicBezTo>
                <a:cubicBezTo>
                  <a:pt x="115495" y="138427"/>
                  <a:pt x="114658" y="136585"/>
                  <a:pt x="114658" y="134374"/>
                </a:cubicBezTo>
                <a:cubicBezTo>
                  <a:pt x="114658" y="132222"/>
                  <a:pt x="114743" y="128993"/>
                  <a:pt x="114913" y="124687"/>
                </a:cubicBezTo>
                <a:cubicBezTo>
                  <a:pt x="115084" y="120379"/>
                  <a:pt x="115169" y="117148"/>
                  <a:pt x="115169" y="114994"/>
                </a:cubicBezTo>
                <a:lnTo>
                  <a:pt x="113467" y="65354"/>
                </a:lnTo>
                <a:cubicBezTo>
                  <a:pt x="109325" y="65183"/>
                  <a:pt x="103028" y="64698"/>
                  <a:pt x="94575" y="63899"/>
                </a:cubicBezTo>
                <a:cubicBezTo>
                  <a:pt x="89526" y="63215"/>
                  <a:pt x="87002" y="60393"/>
                  <a:pt x="87002" y="55435"/>
                </a:cubicBezTo>
                <a:cubicBezTo>
                  <a:pt x="87002" y="52926"/>
                  <a:pt x="87768" y="50846"/>
                  <a:pt x="89300" y="49196"/>
                </a:cubicBezTo>
                <a:cubicBezTo>
                  <a:pt x="90831" y="47544"/>
                  <a:pt x="92788" y="46718"/>
                  <a:pt x="95171" y="46718"/>
                </a:cubicBezTo>
                <a:lnTo>
                  <a:pt x="113041" y="48164"/>
                </a:lnTo>
                <a:cubicBezTo>
                  <a:pt x="113041" y="45262"/>
                  <a:pt x="112914" y="41380"/>
                  <a:pt x="112658" y="36517"/>
                </a:cubicBezTo>
                <a:cubicBezTo>
                  <a:pt x="112403" y="31652"/>
                  <a:pt x="112275" y="28139"/>
                  <a:pt x="112275" y="25978"/>
                </a:cubicBezTo>
                <a:cubicBezTo>
                  <a:pt x="112275" y="23588"/>
                  <a:pt x="113098" y="21612"/>
                  <a:pt x="114743" y="20048"/>
                </a:cubicBezTo>
                <a:cubicBezTo>
                  <a:pt x="116388" y="18483"/>
                  <a:pt x="118402" y="17700"/>
                  <a:pt x="120785" y="17700"/>
                </a:cubicBezTo>
                <a:cubicBezTo>
                  <a:pt x="125891" y="17700"/>
                  <a:pt x="128869" y="21870"/>
                  <a:pt x="129720" y="30209"/>
                </a:cubicBezTo>
                <a:cubicBezTo>
                  <a:pt x="129890" y="32308"/>
                  <a:pt x="129975" y="34833"/>
                  <a:pt x="129975" y="37783"/>
                </a:cubicBezTo>
                <a:lnTo>
                  <a:pt x="129805" y="42718"/>
                </a:lnTo>
                <a:lnTo>
                  <a:pt x="129720" y="47994"/>
                </a:lnTo>
                <a:cubicBezTo>
                  <a:pt x="136755" y="47086"/>
                  <a:pt x="140782" y="46632"/>
                  <a:pt x="141804" y="46632"/>
                </a:cubicBezTo>
                <a:cubicBezTo>
                  <a:pt x="147704" y="46632"/>
                  <a:pt x="151561" y="46916"/>
                  <a:pt x="153377" y="47483"/>
                </a:cubicBezTo>
                <a:cubicBezTo>
                  <a:pt x="156837" y="48625"/>
                  <a:pt x="158567" y="51316"/>
                  <a:pt x="158567" y="55557"/>
                </a:cubicBezTo>
                <a:cubicBezTo>
                  <a:pt x="158567" y="58078"/>
                  <a:pt x="157787" y="60155"/>
                  <a:pt x="156227" y="61788"/>
                </a:cubicBezTo>
                <a:cubicBezTo>
                  <a:pt x="154667" y="63420"/>
                  <a:pt x="152667" y="64237"/>
                  <a:pt x="150228" y="64237"/>
                </a:cubicBezTo>
                <a:close/>
                <a:moveTo>
                  <a:pt x="242627" y="142280"/>
                </a:moveTo>
                <a:cubicBezTo>
                  <a:pt x="241549" y="142280"/>
                  <a:pt x="239592" y="141021"/>
                  <a:pt x="236756" y="138504"/>
                </a:cubicBezTo>
                <a:cubicBezTo>
                  <a:pt x="234203" y="136159"/>
                  <a:pt x="232302" y="134070"/>
                  <a:pt x="231054" y="132239"/>
                </a:cubicBezTo>
                <a:cubicBezTo>
                  <a:pt x="225608" y="135217"/>
                  <a:pt x="220814" y="137465"/>
                  <a:pt x="216673" y="138983"/>
                </a:cubicBezTo>
                <a:cubicBezTo>
                  <a:pt x="212532" y="140500"/>
                  <a:pt x="209071" y="141259"/>
                  <a:pt x="206291" y="141259"/>
                </a:cubicBezTo>
                <a:cubicBezTo>
                  <a:pt x="193016" y="141259"/>
                  <a:pt x="183344" y="137515"/>
                  <a:pt x="177274" y="130026"/>
                </a:cubicBezTo>
                <a:cubicBezTo>
                  <a:pt x="171544" y="122992"/>
                  <a:pt x="168679" y="112213"/>
                  <a:pt x="168679" y="97690"/>
                </a:cubicBezTo>
                <a:cubicBezTo>
                  <a:pt x="168679" y="83961"/>
                  <a:pt x="173402" y="72218"/>
                  <a:pt x="182847" y="62460"/>
                </a:cubicBezTo>
                <a:cubicBezTo>
                  <a:pt x="192293" y="52703"/>
                  <a:pt x="203568" y="47824"/>
                  <a:pt x="216673" y="47824"/>
                </a:cubicBezTo>
                <a:cubicBezTo>
                  <a:pt x="221609" y="47824"/>
                  <a:pt x="227140" y="49100"/>
                  <a:pt x="233267" y="51653"/>
                </a:cubicBezTo>
                <a:cubicBezTo>
                  <a:pt x="240982" y="54830"/>
                  <a:pt x="244840" y="58659"/>
                  <a:pt x="244840" y="63141"/>
                </a:cubicBezTo>
                <a:cubicBezTo>
                  <a:pt x="244840" y="64673"/>
                  <a:pt x="244272" y="66034"/>
                  <a:pt x="243138" y="67226"/>
                </a:cubicBezTo>
                <a:cubicBezTo>
                  <a:pt x="242570" y="69381"/>
                  <a:pt x="242131" y="72927"/>
                  <a:pt x="241819" y="77863"/>
                </a:cubicBezTo>
                <a:cubicBezTo>
                  <a:pt x="241507" y="82798"/>
                  <a:pt x="241322" y="89124"/>
                  <a:pt x="241266" y="96839"/>
                </a:cubicBezTo>
                <a:cubicBezTo>
                  <a:pt x="241209" y="103874"/>
                  <a:pt x="241691" y="109433"/>
                  <a:pt x="242712" y="113518"/>
                </a:cubicBezTo>
                <a:cubicBezTo>
                  <a:pt x="243280" y="116014"/>
                  <a:pt x="245067" y="121006"/>
                  <a:pt x="248073" y="128495"/>
                </a:cubicBezTo>
                <a:cubicBezTo>
                  <a:pt x="248470" y="129516"/>
                  <a:pt x="249123" y="131019"/>
                  <a:pt x="250030" y="133005"/>
                </a:cubicBezTo>
                <a:lnTo>
                  <a:pt x="250541" y="134451"/>
                </a:lnTo>
                <a:cubicBezTo>
                  <a:pt x="250541" y="136721"/>
                  <a:pt x="249747" y="138593"/>
                  <a:pt x="248158" y="140068"/>
                </a:cubicBezTo>
                <a:cubicBezTo>
                  <a:pt x="246570" y="141543"/>
                  <a:pt x="244726" y="142280"/>
                  <a:pt x="242627" y="142280"/>
                </a:cubicBezTo>
                <a:moveTo>
                  <a:pt x="224927" y="83170"/>
                </a:moveTo>
                <a:cubicBezTo>
                  <a:pt x="224927" y="80736"/>
                  <a:pt x="225083" y="78091"/>
                  <a:pt x="225395" y="75235"/>
                </a:cubicBezTo>
                <a:cubicBezTo>
                  <a:pt x="225707" y="72378"/>
                  <a:pt x="226175" y="69336"/>
                  <a:pt x="226799" y="66111"/>
                </a:cubicBezTo>
                <a:cubicBezTo>
                  <a:pt x="224700" y="65035"/>
                  <a:pt x="222899" y="64243"/>
                  <a:pt x="221396" y="63734"/>
                </a:cubicBezTo>
                <a:cubicBezTo>
                  <a:pt x="219892" y="63225"/>
                  <a:pt x="218687" y="62971"/>
                  <a:pt x="217779" y="62971"/>
                </a:cubicBezTo>
                <a:cubicBezTo>
                  <a:pt x="208986" y="62971"/>
                  <a:pt x="201398" y="66549"/>
                  <a:pt x="195016" y="73706"/>
                </a:cubicBezTo>
                <a:cubicBezTo>
                  <a:pt x="188634" y="80863"/>
                  <a:pt x="185443" y="89109"/>
                  <a:pt x="185443" y="98445"/>
                </a:cubicBezTo>
                <a:cubicBezTo>
                  <a:pt x="185443" y="107724"/>
                  <a:pt x="187088" y="114683"/>
                  <a:pt x="190378" y="119323"/>
                </a:cubicBezTo>
                <a:cubicBezTo>
                  <a:pt x="193669" y="123962"/>
                  <a:pt x="198604" y="126282"/>
                  <a:pt x="205185" y="126282"/>
                </a:cubicBezTo>
                <a:cubicBezTo>
                  <a:pt x="210631" y="126282"/>
                  <a:pt x="215255" y="125292"/>
                  <a:pt x="219056" y="123312"/>
                </a:cubicBezTo>
                <a:cubicBezTo>
                  <a:pt x="221098" y="122237"/>
                  <a:pt x="223963" y="120088"/>
                  <a:pt x="227650" y="116863"/>
                </a:cubicBezTo>
                <a:cubicBezTo>
                  <a:pt x="225835" y="101869"/>
                  <a:pt x="224927" y="90638"/>
                  <a:pt x="224927" y="83170"/>
                </a:cubicBezTo>
                <a:close/>
                <a:moveTo>
                  <a:pt x="330752" y="142791"/>
                </a:moveTo>
                <a:cubicBezTo>
                  <a:pt x="325874" y="142791"/>
                  <a:pt x="323122" y="140119"/>
                  <a:pt x="322498" y="134776"/>
                </a:cubicBezTo>
                <a:lnTo>
                  <a:pt x="320115" y="116100"/>
                </a:lnTo>
                <a:cubicBezTo>
                  <a:pt x="319321" y="109448"/>
                  <a:pt x="318924" y="103223"/>
                  <a:pt x="318924" y="97424"/>
                </a:cubicBezTo>
                <a:cubicBezTo>
                  <a:pt x="318924" y="95832"/>
                  <a:pt x="319023" y="93132"/>
                  <a:pt x="319222" y="89324"/>
                </a:cubicBezTo>
                <a:cubicBezTo>
                  <a:pt x="319420" y="85514"/>
                  <a:pt x="319520" y="82813"/>
                  <a:pt x="319520" y="81221"/>
                </a:cubicBezTo>
                <a:cubicBezTo>
                  <a:pt x="319520" y="68941"/>
                  <a:pt x="317250" y="62801"/>
                  <a:pt x="312712" y="62801"/>
                </a:cubicBezTo>
                <a:cubicBezTo>
                  <a:pt x="306358" y="62801"/>
                  <a:pt x="300288" y="66578"/>
                  <a:pt x="294502" y="74132"/>
                </a:cubicBezTo>
                <a:cubicBezTo>
                  <a:pt x="289282" y="81003"/>
                  <a:pt x="285198" y="89692"/>
                  <a:pt x="282248" y="100198"/>
                </a:cubicBezTo>
                <a:cubicBezTo>
                  <a:pt x="282134" y="102414"/>
                  <a:pt x="281879" y="105197"/>
                  <a:pt x="281482" y="108548"/>
                </a:cubicBezTo>
                <a:cubicBezTo>
                  <a:pt x="281141" y="111388"/>
                  <a:pt x="280971" y="114142"/>
                  <a:pt x="280971" y="116810"/>
                </a:cubicBezTo>
                <a:cubicBezTo>
                  <a:pt x="280971" y="118514"/>
                  <a:pt x="281141" y="121069"/>
                  <a:pt x="281482" y="124477"/>
                </a:cubicBezTo>
                <a:cubicBezTo>
                  <a:pt x="281822" y="127884"/>
                  <a:pt x="281992" y="130439"/>
                  <a:pt x="281992" y="132143"/>
                </a:cubicBezTo>
                <a:cubicBezTo>
                  <a:pt x="281992" y="134700"/>
                  <a:pt x="281212" y="136773"/>
                  <a:pt x="279652" y="138363"/>
                </a:cubicBezTo>
                <a:cubicBezTo>
                  <a:pt x="278092" y="139953"/>
                  <a:pt x="276092" y="140748"/>
                  <a:pt x="273653" y="140748"/>
                </a:cubicBezTo>
                <a:cubicBezTo>
                  <a:pt x="271157" y="140748"/>
                  <a:pt x="269143" y="139952"/>
                  <a:pt x="267611" y="138360"/>
                </a:cubicBezTo>
                <a:cubicBezTo>
                  <a:pt x="266080" y="136770"/>
                  <a:pt x="265314" y="134696"/>
                  <a:pt x="265314" y="132138"/>
                </a:cubicBezTo>
                <a:cubicBezTo>
                  <a:pt x="265314" y="130434"/>
                  <a:pt x="265129" y="127878"/>
                  <a:pt x="264761" y="124469"/>
                </a:cubicBezTo>
                <a:cubicBezTo>
                  <a:pt x="264392" y="121058"/>
                  <a:pt x="264207" y="118499"/>
                  <a:pt x="264207" y="116794"/>
                </a:cubicBezTo>
                <a:cubicBezTo>
                  <a:pt x="264207" y="110940"/>
                  <a:pt x="264619" y="102828"/>
                  <a:pt x="265441" y="92457"/>
                </a:cubicBezTo>
                <a:cubicBezTo>
                  <a:pt x="266264" y="82086"/>
                  <a:pt x="266675" y="73973"/>
                  <a:pt x="266675" y="68119"/>
                </a:cubicBezTo>
                <a:cubicBezTo>
                  <a:pt x="266675" y="66300"/>
                  <a:pt x="266576" y="63601"/>
                  <a:pt x="266377" y="60022"/>
                </a:cubicBezTo>
                <a:cubicBezTo>
                  <a:pt x="266179" y="56441"/>
                  <a:pt x="266080" y="53742"/>
                  <a:pt x="266080" y="51924"/>
                </a:cubicBezTo>
                <a:cubicBezTo>
                  <a:pt x="266080" y="49480"/>
                  <a:pt x="266888" y="47476"/>
                  <a:pt x="268505" y="45914"/>
                </a:cubicBezTo>
                <a:cubicBezTo>
                  <a:pt x="270122" y="44351"/>
                  <a:pt x="272121" y="43569"/>
                  <a:pt x="274504" y="43569"/>
                </a:cubicBezTo>
                <a:cubicBezTo>
                  <a:pt x="279723" y="43569"/>
                  <a:pt x="282588" y="47272"/>
                  <a:pt x="283099" y="54677"/>
                </a:cubicBezTo>
                <a:lnTo>
                  <a:pt x="283354" y="64673"/>
                </a:lnTo>
                <a:cubicBezTo>
                  <a:pt x="292885" y="51965"/>
                  <a:pt x="302671" y="45611"/>
                  <a:pt x="312712" y="45611"/>
                </a:cubicBezTo>
                <a:cubicBezTo>
                  <a:pt x="321789" y="45611"/>
                  <a:pt x="328114" y="49618"/>
                  <a:pt x="331688" y="57631"/>
                </a:cubicBezTo>
                <a:cubicBezTo>
                  <a:pt x="334128" y="62973"/>
                  <a:pt x="335461" y="70872"/>
                  <a:pt x="335688" y="81330"/>
                </a:cubicBezTo>
                <a:lnTo>
                  <a:pt x="335688" y="89938"/>
                </a:lnTo>
                <a:lnTo>
                  <a:pt x="335603" y="97865"/>
                </a:lnTo>
                <a:cubicBezTo>
                  <a:pt x="335603" y="102583"/>
                  <a:pt x="336213" y="108679"/>
                  <a:pt x="337432" y="116153"/>
                </a:cubicBezTo>
                <a:cubicBezTo>
                  <a:pt x="338652" y="123626"/>
                  <a:pt x="339262" y="129691"/>
                  <a:pt x="339262" y="134350"/>
                </a:cubicBezTo>
                <a:cubicBezTo>
                  <a:pt x="339262" y="136852"/>
                  <a:pt x="338454" y="138883"/>
                  <a:pt x="336837" y="140445"/>
                </a:cubicBezTo>
                <a:cubicBezTo>
                  <a:pt x="335220" y="142009"/>
                  <a:pt x="333192" y="142791"/>
                  <a:pt x="330752" y="142791"/>
                </a:cubicBezTo>
                <a:close/>
                <a:moveTo>
                  <a:pt x="435439" y="61487"/>
                </a:moveTo>
                <a:cubicBezTo>
                  <a:pt x="434758" y="69821"/>
                  <a:pt x="434418" y="78155"/>
                  <a:pt x="434418" y="86489"/>
                </a:cubicBezTo>
                <a:cubicBezTo>
                  <a:pt x="434418" y="105370"/>
                  <a:pt x="435297" y="119629"/>
                  <a:pt x="437056" y="129266"/>
                </a:cubicBezTo>
                <a:cubicBezTo>
                  <a:pt x="437170" y="130060"/>
                  <a:pt x="437226" y="130712"/>
                  <a:pt x="437226" y="131223"/>
                </a:cubicBezTo>
                <a:cubicBezTo>
                  <a:pt x="437226" y="133490"/>
                  <a:pt x="436432" y="135361"/>
                  <a:pt x="434844" y="136834"/>
                </a:cubicBezTo>
                <a:cubicBezTo>
                  <a:pt x="433255" y="138309"/>
                  <a:pt x="431411" y="139047"/>
                  <a:pt x="429312" y="139047"/>
                </a:cubicBezTo>
                <a:cubicBezTo>
                  <a:pt x="425795" y="139047"/>
                  <a:pt x="423214" y="136494"/>
                  <a:pt x="421569" y="131388"/>
                </a:cubicBezTo>
                <a:cubicBezTo>
                  <a:pt x="417484" y="134395"/>
                  <a:pt x="413243" y="136678"/>
                  <a:pt x="408847" y="138238"/>
                </a:cubicBezTo>
                <a:cubicBezTo>
                  <a:pt x="404450" y="139798"/>
                  <a:pt x="399869" y="140578"/>
                  <a:pt x="395104" y="140578"/>
                </a:cubicBezTo>
                <a:cubicBezTo>
                  <a:pt x="383361" y="140578"/>
                  <a:pt x="373631" y="136660"/>
                  <a:pt x="365916" y="128824"/>
                </a:cubicBezTo>
                <a:cubicBezTo>
                  <a:pt x="357974" y="120818"/>
                  <a:pt x="354003" y="110540"/>
                  <a:pt x="354003" y="97990"/>
                </a:cubicBezTo>
                <a:cubicBezTo>
                  <a:pt x="354003" y="82829"/>
                  <a:pt x="358016" y="70678"/>
                  <a:pt x="366044" y="61538"/>
                </a:cubicBezTo>
                <a:cubicBezTo>
                  <a:pt x="374071" y="52395"/>
                  <a:pt x="384495" y="47824"/>
                  <a:pt x="397316" y="47824"/>
                </a:cubicBezTo>
                <a:cubicBezTo>
                  <a:pt x="403897" y="47824"/>
                  <a:pt x="408974" y="48845"/>
                  <a:pt x="412548" y="50887"/>
                </a:cubicBezTo>
                <a:lnTo>
                  <a:pt x="420547" y="56759"/>
                </a:lnTo>
                <a:cubicBezTo>
                  <a:pt x="421342" y="32907"/>
                  <a:pt x="422278" y="16848"/>
                  <a:pt x="423356" y="8581"/>
                </a:cubicBezTo>
                <a:cubicBezTo>
                  <a:pt x="424093" y="3541"/>
                  <a:pt x="426674" y="1021"/>
                  <a:pt x="431099" y="1021"/>
                </a:cubicBezTo>
                <a:cubicBezTo>
                  <a:pt x="436262" y="1021"/>
                  <a:pt x="438843" y="3771"/>
                  <a:pt x="438843" y="9270"/>
                </a:cubicBezTo>
                <a:cubicBezTo>
                  <a:pt x="438843" y="17150"/>
                  <a:pt x="437708" y="34556"/>
                  <a:pt x="435439" y="61487"/>
                </a:cubicBezTo>
                <a:moveTo>
                  <a:pt x="397657" y="63652"/>
                </a:moveTo>
                <a:cubicBezTo>
                  <a:pt x="388126" y="63652"/>
                  <a:pt x="380978" y="66474"/>
                  <a:pt x="376213" y="72119"/>
                </a:cubicBezTo>
                <a:cubicBezTo>
                  <a:pt x="371447" y="77763"/>
                  <a:pt x="369065" y="86259"/>
                  <a:pt x="369065" y="97605"/>
                </a:cubicBezTo>
                <a:cubicBezTo>
                  <a:pt x="369065" y="104923"/>
                  <a:pt x="371660" y="111220"/>
                  <a:pt x="376851" y="116496"/>
                </a:cubicBezTo>
                <a:cubicBezTo>
                  <a:pt x="382042" y="121772"/>
                  <a:pt x="388126" y="124410"/>
                  <a:pt x="395104" y="124410"/>
                </a:cubicBezTo>
                <a:cubicBezTo>
                  <a:pt x="399869" y="124410"/>
                  <a:pt x="403897" y="123531"/>
                  <a:pt x="407187" y="121772"/>
                </a:cubicBezTo>
                <a:cubicBezTo>
                  <a:pt x="409116" y="120751"/>
                  <a:pt x="412265" y="118397"/>
                  <a:pt x="416633" y="114709"/>
                </a:cubicBezTo>
                <a:cubicBezTo>
                  <a:pt x="417484" y="113972"/>
                  <a:pt x="418307" y="113092"/>
                  <a:pt x="419101" y="112071"/>
                </a:cubicBezTo>
                <a:lnTo>
                  <a:pt x="418846" y="97350"/>
                </a:lnTo>
                <a:lnTo>
                  <a:pt x="418931" y="87478"/>
                </a:lnTo>
                <a:lnTo>
                  <a:pt x="419101" y="77437"/>
                </a:lnTo>
                <a:cubicBezTo>
                  <a:pt x="416945" y="72842"/>
                  <a:pt x="414080" y="69396"/>
                  <a:pt x="410506" y="67098"/>
                </a:cubicBezTo>
                <a:cubicBezTo>
                  <a:pt x="406932" y="64800"/>
                  <a:pt x="402649" y="63652"/>
                  <a:pt x="397657" y="63652"/>
                </a:cubicBezTo>
                <a:close/>
                <a:moveTo>
                  <a:pt x="525913" y="142280"/>
                </a:moveTo>
                <a:cubicBezTo>
                  <a:pt x="524835" y="142280"/>
                  <a:pt x="522878" y="141021"/>
                  <a:pt x="520042" y="138504"/>
                </a:cubicBezTo>
                <a:cubicBezTo>
                  <a:pt x="517489" y="136159"/>
                  <a:pt x="515588" y="134070"/>
                  <a:pt x="514340" y="132239"/>
                </a:cubicBezTo>
                <a:cubicBezTo>
                  <a:pt x="508894" y="135217"/>
                  <a:pt x="504100" y="137465"/>
                  <a:pt x="499959" y="138983"/>
                </a:cubicBezTo>
                <a:cubicBezTo>
                  <a:pt x="495818" y="140500"/>
                  <a:pt x="492357" y="141259"/>
                  <a:pt x="489577" y="141259"/>
                </a:cubicBezTo>
                <a:cubicBezTo>
                  <a:pt x="476302" y="141259"/>
                  <a:pt x="466630" y="137515"/>
                  <a:pt x="460560" y="130026"/>
                </a:cubicBezTo>
                <a:cubicBezTo>
                  <a:pt x="454830" y="122992"/>
                  <a:pt x="451965" y="112213"/>
                  <a:pt x="451965" y="97690"/>
                </a:cubicBezTo>
                <a:cubicBezTo>
                  <a:pt x="451965" y="83961"/>
                  <a:pt x="456688" y="72218"/>
                  <a:pt x="466133" y="62460"/>
                </a:cubicBezTo>
                <a:cubicBezTo>
                  <a:pt x="475579" y="52703"/>
                  <a:pt x="486854" y="47824"/>
                  <a:pt x="499959" y="47824"/>
                </a:cubicBezTo>
                <a:cubicBezTo>
                  <a:pt x="504894" y="47824"/>
                  <a:pt x="510426" y="49100"/>
                  <a:pt x="516553" y="51653"/>
                </a:cubicBezTo>
                <a:cubicBezTo>
                  <a:pt x="524268" y="54830"/>
                  <a:pt x="528126" y="58659"/>
                  <a:pt x="528126" y="63141"/>
                </a:cubicBezTo>
                <a:cubicBezTo>
                  <a:pt x="528126" y="64673"/>
                  <a:pt x="527558" y="66034"/>
                  <a:pt x="526424" y="67226"/>
                </a:cubicBezTo>
                <a:cubicBezTo>
                  <a:pt x="525856" y="69381"/>
                  <a:pt x="525417" y="72927"/>
                  <a:pt x="525105" y="77863"/>
                </a:cubicBezTo>
                <a:cubicBezTo>
                  <a:pt x="524793" y="82798"/>
                  <a:pt x="524608" y="89124"/>
                  <a:pt x="524552" y="96839"/>
                </a:cubicBezTo>
                <a:cubicBezTo>
                  <a:pt x="524495" y="103874"/>
                  <a:pt x="524977" y="109433"/>
                  <a:pt x="525998" y="113518"/>
                </a:cubicBezTo>
                <a:cubicBezTo>
                  <a:pt x="526566" y="116014"/>
                  <a:pt x="528353" y="121006"/>
                  <a:pt x="531359" y="128495"/>
                </a:cubicBezTo>
                <a:cubicBezTo>
                  <a:pt x="531756" y="129516"/>
                  <a:pt x="532409" y="131019"/>
                  <a:pt x="533316" y="133005"/>
                </a:cubicBezTo>
                <a:lnTo>
                  <a:pt x="533827" y="134451"/>
                </a:lnTo>
                <a:cubicBezTo>
                  <a:pt x="533827" y="136721"/>
                  <a:pt x="533033" y="138593"/>
                  <a:pt x="531444" y="140068"/>
                </a:cubicBezTo>
                <a:cubicBezTo>
                  <a:pt x="529856" y="141543"/>
                  <a:pt x="528012" y="142280"/>
                  <a:pt x="525913" y="142280"/>
                </a:cubicBezTo>
                <a:moveTo>
                  <a:pt x="508213" y="83170"/>
                </a:moveTo>
                <a:cubicBezTo>
                  <a:pt x="508213" y="80736"/>
                  <a:pt x="508369" y="78091"/>
                  <a:pt x="508681" y="75235"/>
                </a:cubicBezTo>
                <a:cubicBezTo>
                  <a:pt x="508993" y="72378"/>
                  <a:pt x="509461" y="69336"/>
                  <a:pt x="510085" y="66111"/>
                </a:cubicBezTo>
                <a:cubicBezTo>
                  <a:pt x="507986" y="65035"/>
                  <a:pt x="506185" y="64243"/>
                  <a:pt x="504682" y="63734"/>
                </a:cubicBezTo>
                <a:cubicBezTo>
                  <a:pt x="503178" y="63225"/>
                  <a:pt x="501973" y="62971"/>
                  <a:pt x="501065" y="62971"/>
                </a:cubicBezTo>
                <a:cubicBezTo>
                  <a:pt x="492272" y="62971"/>
                  <a:pt x="484684" y="66549"/>
                  <a:pt x="478302" y="73706"/>
                </a:cubicBezTo>
                <a:cubicBezTo>
                  <a:pt x="471920" y="80863"/>
                  <a:pt x="468729" y="89109"/>
                  <a:pt x="468729" y="98445"/>
                </a:cubicBezTo>
                <a:cubicBezTo>
                  <a:pt x="468729" y="107724"/>
                  <a:pt x="470374" y="114683"/>
                  <a:pt x="473664" y="119323"/>
                </a:cubicBezTo>
                <a:cubicBezTo>
                  <a:pt x="476955" y="123962"/>
                  <a:pt x="481890" y="126282"/>
                  <a:pt x="488471" y="126282"/>
                </a:cubicBezTo>
                <a:cubicBezTo>
                  <a:pt x="493917" y="126282"/>
                  <a:pt x="498541" y="125292"/>
                  <a:pt x="502342" y="123312"/>
                </a:cubicBezTo>
                <a:cubicBezTo>
                  <a:pt x="504384" y="122237"/>
                  <a:pt x="507249" y="120088"/>
                  <a:pt x="510936" y="116863"/>
                </a:cubicBezTo>
                <a:cubicBezTo>
                  <a:pt x="509121" y="101869"/>
                  <a:pt x="508213" y="90638"/>
                  <a:pt x="508213" y="83170"/>
                </a:cubicBezTo>
                <a:close/>
                <a:moveTo>
                  <a:pt x="614974" y="73608"/>
                </a:moveTo>
                <a:cubicBezTo>
                  <a:pt x="614577" y="80699"/>
                  <a:pt x="611741" y="84245"/>
                  <a:pt x="606465" y="84245"/>
                </a:cubicBezTo>
                <a:cubicBezTo>
                  <a:pt x="601586" y="84245"/>
                  <a:pt x="599147" y="81448"/>
                  <a:pt x="599147" y="75855"/>
                </a:cubicBezTo>
                <a:cubicBezTo>
                  <a:pt x="599147" y="74781"/>
                  <a:pt x="599061" y="72802"/>
                  <a:pt x="598891" y="69919"/>
                </a:cubicBezTo>
                <a:lnTo>
                  <a:pt x="598636" y="62801"/>
                </a:lnTo>
                <a:cubicBezTo>
                  <a:pt x="589673" y="63880"/>
                  <a:pt x="582496" y="66410"/>
                  <a:pt x="577107" y="70390"/>
                </a:cubicBezTo>
                <a:cubicBezTo>
                  <a:pt x="572058" y="74087"/>
                  <a:pt x="567860" y="79659"/>
                  <a:pt x="564513" y="87106"/>
                </a:cubicBezTo>
                <a:lnTo>
                  <a:pt x="564683" y="133837"/>
                </a:lnTo>
                <a:cubicBezTo>
                  <a:pt x="564683" y="139579"/>
                  <a:pt x="561875" y="142450"/>
                  <a:pt x="556258" y="142450"/>
                </a:cubicBezTo>
                <a:cubicBezTo>
                  <a:pt x="551266" y="142450"/>
                  <a:pt x="548770" y="139580"/>
                  <a:pt x="548770" y="133840"/>
                </a:cubicBezTo>
                <a:lnTo>
                  <a:pt x="548770" y="73993"/>
                </a:lnTo>
                <a:cubicBezTo>
                  <a:pt x="548770" y="72118"/>
                  <a:pt x="548841" y="69305"/>
                  <a:pt x="548983" y="65556"/>
                </a:cubicBezTo>
                <a:cubicBezTo>
                  <a:pt x="549124" y="61804"/>
                  <a:pt x="549195" y="58991"/>
                  <a:pt x="549195" y="57115"/>
                </a:cubicBezTo>
                <a:cubicBezTo>
                  <a:pt x="549195" y="51375"/>
                  <a:pt x="551691" y="48505"/>
                  <a:pt x="556684" y="48505"/>
                </a:cubicBezTo>
                <a:cubicBezTo>
                  <a:pt x="562243" y="48505"/>
                  <a:pt x="565052" y="53213"/>
                  <a:pt x="565108" y="62630"/>
                </a:cubicBezTo>
                <a:cubicBezTo>
                  <a:pt x="576000" y="52079"/>
                  <a:pt x="588084" y="46803"/>
                  <a:pt x="601359" y="46803"/>
                </a:cubicBezTo>
                <a:cubicBezTo>
                  <a:pt x="605954" y="46803"/>
                  <a:pt x="609386" y="48533"/>
                  <a:pt x="611656" y="51994"/>
                </a:cubicBezTo>
                <a:cubicBezTo>
                  <a:pt x="613925" y="55454"/>
                  <a:pt x="615059" y="60673"/>
                  <a:pt x="615059" y="67651"/>
                </a:cubicBezTo>
                <a:cubicBezTo>
                  <a:pt x="615059" y="70601"/>
                  <a:pt x="615031" y="72587"/>
                  <a:pt x="614974" y="73608"/>
                </a:cubicBezTo>
                <a:close/>
                <a:moveTo>
                  <a:pt x="709837" y="61487"/>
                </a:moveTo>
                <a:cubicBezTo>
                  <a:pt x="709156" y="69821"/>
                  <a:pt x="708816" y="78155"/>
                  <a:pt x="708816" y="86489"/>
                </a:cubicBezTo>
                <a:cubicBezTo>
                  <a:pt x="708816" y="105370"/>
                  <a:pt x="709695" y="119629"/>
                  <a:pt x="711454" y="129266"/>
                </a:cubicBezTo>
                <a:cubicBezTo>
                  <a:pt x="711567" y="130060"/>
                  <a:pt x="711624" y="130712"/>
                  <a:pt x="711624" y="131223"/>
                </a:cubicBezTo>
                <a:cubicBezTo>
                  <a:pt x="711624" y="133490"/>
                  <a:pt x="710830" y="135361"/>
                  <a:pt x="709241" y="136834"/>
                </a:cubicBezTo>
                <a:cubicBezTo>
                  <a:pt x="707653" y="138309"/>
                  <a:pt x="705809" y="139047"/>
                  <a:pt x="703710" y="139047"/>
                </a:cubicBezTo>
                <a:cubicBezTo>
                  <a:pt x="700193" y="139047"/>
                  <a:pt x="697612" y="136494"/>
                  <a:pt x="695967" y="131388"/>
                </a:cubicBezTo>
                <a:cubicBezTo>
                  <a:pt x="691882" y="134395"/>
                  <a:pt x="687641" y="136678"/>
                  <a:pt x="683245" y="138238"/>
                </a:cubicBezTo>
                <a:cubicBezTo>
                  <a:pt x="678848" y="139798"/>
                  <a:pt x="674267" y="140578"/>
                  <a:pt x="669502" y="140578"/>
                </a:cubicBezTo>
                <a:cubicBezTo>
                  <a:pt x="657759" y="140578"/>
                  <a:pt x="648029" y="136660"/>
                  <a:pt x="640314" y="128824"/>
                </a:cubicBezTo>
                <a:cubicBezTo>
                  <a:pt x="632372" y="120818"/>
                  <a:pt x="628401" y="110540"/>
                  <a:pt x="628401" y="97990"/>
                </a:cubicBezTo>
                <a:cubicBezTo>
                  <a:pt x="628401" y="82829"/>
                  <a:pt x="632414" y="70678"/>
                  <a:pt x="640442" y="61538"/>
                </a:cubicBezTo>
                <a:cubicBezTo>
                  <a:pt x="648469" y="52395"/>
                  <a:pt x="658893" y="47824"/>
                  <a:pt x="671714" y="47824"/>
                </a:cubicBezTo>
                <a:cubicBezTo>
                  <a:pt x="678295" y="47824"/>
                  <a:pt x="683372" y="48845"/>
                  <a:pt x="686946" y="50887"/>
                </a:cubicBezTo>
                <a:lnTo>
                  <a:pt x="694945" y="56759"/>
                </a:lnTo>
                <a:cubicBezTo>
                  <a:pt x="695740" y="32907"/>
                  <a:pt x="696676" y="16848"/>
                  <a:pt x="697754" y="8581"/>
                </a:cubicBezTo>
                <a:cubicBezTo>
                  <a:pt x="698491" y="3541"/>
                  <a:pt x="701072" y="1021"/>
                  <a:pt x="705497" y="1021"/>
                </a:cubicBezTo>
                <a:cubicBezTo>
                  <a:pt x="710660" y="1021"/>
                  <a:pt x="713241" y="3771"/>
                  <a:pt x="713241" y="9270"/>
                </a:cubicBezTo>
                <a:cubicBezTo>
                  <a:pt x="713241" y="17150"/>
                  <a:pt x="712106" y="34556"/>
                  <a:pt x="709837" y="61487"/>
                </a:cubicBezTo>
                <a:moveTo>
                  <a:pt x="672055" y="63652"/>
                </a:moveTo>
                <a:cubicBezTo>
                  <a:pt x="662524" y="63652"/>
                  <a:pt x="655376" y="66474"/>
                  <a:pt x="650611" y="72119"/>
                </a:cubicBezTo>
                <a:cubicBezTo>
                  <a:pt x="645845" y="77763"/>
                  <a:pt x="643462" y="86259"/>
                  <a:pt x="643462" y="97605"/>
                </a:cubicBezTo>
                <a:cubicBezTo>
                  <a:pt x="643462" y="104923"/>
                  <a:pt x="646058" y="111220"/>
                  <a:pt x="651249" y="116496"/>
                </a:cubicBezTo>
                <a:cubicBezTo>
                  <a:pt x="656440" y="121772"/>
                  <a:pt x="662524" y="124410"/>
                  <a:pt x="669502" y="124410"/>
                </a:cubicBezTo>
                <a:cubicBezTo>
                  <a:pt x="674267" y="124410"/>
                  <a:pt x="678295" y="123531"/>
                  <a:pt x="681585" y="121772"/>
                </a:cubicBezTo>
                <a:cubicBezTo>
                  <a:pt x="683514" y="120751"/>
                  <a:pt x="686663" y="118397"/>
                  <a:pt x="691031" y="114709"/>
                </a:cubicBezTo>
                <a:cubicBezTo>
                  <a:pt x="691882" y="113972"/>
                  <a:pt x="692705" y="113092"/>
                  <a:pt x="693499" y="112071"/>
                </a:cubicBezTo>
                <a:lnTo>
                  <a:pt x="693243" y="97350"/>
                </a:lnTo>
                <a:lnTo>
                  <a:pt x="693329" y="87478"/>
                </a:lnTo>
                <a:lnTo>
                  <a:pt x="693499" y="77437"/>
                </a:lnTo>
                <a:cubicBezTo>
                  <a:pt x="691343" y="72842"/>
                  <a:pt x="688478" y="69396"/>
                  <a:pt x="684904" y="67098"/>
                </a:cubicBezTo>
                <a:cubicBezTo>
                  <a:pt x="681330" y="64800"/>
                  <a:pt x="677047" y="63652"/>
                  <a:pt x="672055" y="63652"/>
                </a:cubicBezTo>
                <a:close/>
                <a:moveTo>
                  <a:pt x="852681" y="142280"/>
                </a:moveTo>
                <a:cubicBezTo>
                  <a:pt x="851603" y="142280"/>
                  <a:pt x="849646" y="141021"/>
                  <a:pt x="846809" y="138504"/>
                </a:cubicBezTo>
                <a:cubicBezTo>
                  <a:pt x="844256" y="136159"/>
                  <a:pt x="842356" y="134070"/>
                  <a:pt x="841108" y="132239"/>
                </a:cubicBezTo>
                <a:cubicBezTo>
                  <a:pt x="835662" y="135217"/>
                  <a:pt x="830868" y="137465"/>
                  <a:pt x="826727" y="138983"/>
                </a:cubicBezTo>
                <a:cubicBezTo>
                  <a:pt x="822585" y="140500"/>
                  <a:pt x="819125" y="141259"/>
                  <a:pt x="816345" y="141259"/>
                </a:cubicBezTo>
                <a:cubicBezTo>
                  <a:pt x="803070" y="141259"/>
                  <a:pt x="793397" y="137515"/>
                  <a:pt x="787327" y="130026"/>
                </a:cubicBezTo>
                <a:cubicBezTo>
                  <a:pt x="781598" y="122992"/>
                  <a:pt x="778733" y="112213"/>
                  <a:pt x="778733" y="97690"/>
                </a:cubicBezTo>
                <a:cubicBezTo>
                  <a:pt x="778733" y="83961"/>
                  <a:pt x="783455" y="72218"/>
                  <a:pt x="792901" y="62460"/>
                </a:cubicBezTo>
                <a:cubicBezTo>
                  <a:pt x="802347" y="52703"/>
                  <a:pt x="813622" y="47824"/>
                  <a:pt x="826727" y="47824"/>
                </a:cubicBezTo>
                <a:cubicBezTo>
                  <a:pt x="831662" y="47824"/>
                  <a:pt x="837193" y="49100"/>
                  <a:pt x="843320" y="51653"/>
                </a:cubicBezTo>
                <a:cubicBezTo>
                  <a:pt x="851036" y="54830"/>
                  <a:pt x="854893" y="58659"/>
                  <a:pt x="854893" y="63141"/>
                </a:cubicBezTo>
                <a:cubicBezTo>
                  <a:pt x="854893" y="64673"/>
                  <a:pt x="854326" y="66034"/>
                  <a:pt x="853191" y="67226"/>
                </a:cubicBezTo>
                <a:cubicBezTo>
                  <a:pt x="852624" y="69381"/>
                  <a:pt x="852184" y="72927"/>
                  <a:pt x="851872" y="77863"/>
                </a:cubicBezTo>
                <a:cubicBezTo>
                  <a:pt x="851560" y="82798"/>
                  <a:pt x="851376" y="89124"/>
                  <a:pt x="851319" y="96839"/>
                </a:cubicBezTo>
                <a:cubicBezTo>
                  <a:pt x="851263" y="103874"/>
                  <a:pt x="851745" y="109433"/>
                  <a:pt x="852766" y="113518"/>
                </a:cubicBezTo>
                <a:cubicBezTo>
                  <a:pt x="853333" y="116014"/>
                  <a:pt x="855120" y="121006"/>
                  <a:pt x="858127" y="128495"/>
                </a:cubicBezTo>
                <a:cubicBezTo>
                  <a:pt x="858524" y="129516"/>
                  <a:pt x="859177" y="131019"/>
                  <a:pt x="860084" y="133005"/>
                </a:cubicBezTo>
                <a:lnTo>
                  <a:pt x="860595" y="134451"/>
                </a:lnTo>
                <a:cubicBezTo>
                  <a:pt x="860595" y="136721"/>
                  <a:pt x="859801" y="138593"/>
                  <a:pt x="858212" y="140068"/>
                </a:cubicBezTo>
                <a:cubicBezTo>
                  <a:pt x="856624" y="141543"/>
                  <a:pt x="854780" y="142280"/>
                  <a:pt x="852681" y="142280"/>
                </a:cubicBezTo>
                <a:moveTo>
                  <a:pt x="834981" y="83170"/>
                </a:moveTo>
                <a:cubicBezTo>
                  <a:pt x="834981" y="80736"/>
                  <a:pt x="835137" y="78091"/>
                  <a:pt x="835449" y="75235"/>
                </a:cubicBezTo>
                <a:cubicBezTo>
                  <a:pt x="835761" y="72378"/>
                  <a:pt x="836229" y="69336"/>
                  <a:pt x="836853" y="66111"/>
                </a:cubicBezTo>
                <a:cubicBezTo>
                  <a:pt x="834754" y="65035"/>
                  <a:pt x="832953" y="64243"/>
                  <a:pt x="831449" y="63734"/>
                </a:cubicBezTo>
                <a:cubicBezTo>
                  <a:pt x="829946" y="63225"/>
                  <a:pt x="828741" y="62971"/>
                  <a:pt x="827833" y="62971"/>
                </a:cubicBezTo>
                <a:cubicBezTo>
                  <a:pt x="819040" y="62971"/>
                  <a:pt x="811452" y="66549"/>
                  <a:pt x="805070" y="73706"/>
                </a:cubicBezTo>
                <a:cubicBezTo>
                  <a:pt x="798688" y="80863"/>
                  <a:pt x="795497" y="89109"/>
                  <a:pt x="795497" y="98445"/>
                </a:cubicBezTo>
                <a:cubicBezTo>
                  <a:pt x="795497" y="107724"/>
                  <a:pt x="797142" y="114683"/>
                  <a:pt x="800432" y="119323"/>
                </a:cubicBezTo>
                <a:cubicBezTo>
                  <a:pt x="803722" y="123962"/>
                  <a:pt x="808658" y="126282"/>
                  <a:pt x="815239" y="126282"/>
                </a:cubicBezTo>
                <a:cubicBezTo>
                  <a:pt x="820685" y="126282"/>
                  <a:pt x="825308" y="125292"/>
                  <a:pt x="829109" y="123312"/>
                </a:cubicBezTo>
                <a:cubicBezTo>
                  <a:pt x="831152" y="122237"/>
                  <a:pt x="834017" y="120088"/>
                  <a:pt x="837704" y="116863"/>
                </a:cubicBezTo>
                <a:cubicBezTo>
                  <a:pt x="835889" y="101869"/>
                  <a:pt x="834981" y="90638"/>
                  <a:pt x="834981" y="83170"/>
                </a:cubicBezTo>
                <a:close/>
                <a:moveTo>
                  <a:pt x="940806" y="142791"/>
                </a:moveTo>
                <a:cubicBezTo>
                  <a:pt x="935927" y="142791"/>
                  <a:pt x="933176" y="140119"/>
                  <a:pt x="932552" y="134776"/>
                </a:cubicBezTo>
                <a:lnTo>
                  <a:pt x="930169" y="116100"/>
                </a:lnTo>
                <a:cubicBezTo>
                  <a:pt x="929375" y="109448"/>
                  <a:pt x="928978" y="103223"/>
                  <a:pt x="928978" y="97424"/>
                </a:cubicBezTo>
                <a:cubicBezTo>
                  <a:pt x="928978" y="95832"/>
                  <a:pt x="929077" y="93132"/>
                  <a:pt x="929276" y="89324"/>
                </a:cubicBezTo>
                <a:cubicBezTo>
                  <a:pt x="929474" y="85514"/>
                  <a:pt x="929573" y="82813"/>
                  <a:pt x="929573" y="81221"/>
                </a:cubicBezTo>
                <a:cubicBezTo>
                  <a:pt x="929573" y="68941"/>
                  <a:pt x="927304" y="62801"/>
                  <a:pt x="922766" y="62801"/>
                </a:cubicBezTo>
                <a:cubicBezTo>
                  <a:pt x="916412" y="62801"/>
                  <a:pt x="910342" y="66578"/>
                  <a:pt x="904555" y="74132"/>
                </a:cubicBezTo>
                <a:cubicBezTo>
                  <a:pt x="899336" y="81003"/>
                  <a:pt x="895252" y="89692"/>
                  <a:pt x="892302" y="100198"/>
                </a:cubicBezTo>
                <a:cubicBezTo>
                  <a:pt x="892188" y="102414"/>
                  <a:pt x="891933" y="105197"/>
                  <a:pt x="891536" y="108548"/>
                </a:cubicBezTo>
                <a:cubicBezTo>
                  <a:pt x="891195" y="111388"/>
                  <a:pt x="891025" y="114142"/>
                  <a:pt x="891025" y="116810"/>
                </a:cubicBezTo>
                <a:cubicBezTo>
                  <a:pt x="891025" y="118514"/>
                  <a:pt x="891195" y="121069"/>
                  <a:pt x="891536" y="124477"/>
                </a:cubicBezTo>
                <a:cubicBezTo>
                  <a:pt x="891876" y="127884"/>
                  <a:pt x="892046" y="130439"/>
                  <a:pt x="892046" y="132143"/>
                </a:cubicBezTo>
                <a:cubicBezTo>
                  <a:pt x="892046" y="134700"/>
                  <a:pt x="891266" y="136773"/>
                  <a:pt x="889706" y="138363"/>
                </a:cubicBezTo>
                <a:cubicBezTo>
                  <a:pt x="888146" y="139953"/>
                  <a:pt x="886146" y="140748"/>
                  <a:pt x="883707" y="140748"/>
                </a:cubicBezTo>
                <a:cubicBezTo>
                  <a:pt x="881211" y="140748"/>
                  <a:pt x="879197" y="139952"/>
                  <a:pt x="877665" y="138360"/>
                </a:cubicBezTo>
                <a:cubicBezTo>
                  <a:pt x="876133" y="136770"/>
                  <a:pt x="875367" y="134696"/>
                  <a:pt x="875367" y="132138"/>
                </a:cubicBezTo>
                <a:cubicBezTo>
                  <a:pt x="875367" y="130434"/>
                  <a:pt x="875183" y="127878"/>
                  <a:pt x="874814" y="124469"/>
                </a:cubicBezTo>
                <a:cubicBezTo>
                  <a:pt x="874446" y="121058"/>
                  <a:pt x="874261" y="118499"/>
                  <a:pt x="874261" y="116794"/>
                </a:cubicBezTo>
                <a:cubicBezTo>
                  <a:pt x="874261" y="110940"/>
                  <a:pt x="874673" y="102828"/>
                  <a:pt x="875495" y="92457"/>
                </a:cubicBezTo>
                <a:cubicBezTo>
                  <a:pt x="876318" y="82086"/>
                  <a:pt x="876729" y="73973"/>
                  <a:pt x="876729" y="68119"/>
                </a:cubicBezTo>
                <a:cubicBezTo>
                  <a:pt x="876729" y="66300"/>
                  <a:pt x="876630" y="63601"/>
                  <a:pt x="876431" y="60022"/>
                </a:cubicBezTo>
                <a:cubicBezTo>
                  <a:pt x="876233" y="56441"/>
                  <a:pt x="876133" y="53742"/>
                  <a:pt x="876133" y="51924"/>
                </a:cubicBezTo>
                <a:cubicBezTo>
                  <a:pt x="876133" y="49480"/>
                  <a:pt x="876942" y="47476"/>
                  <a:pt x="878559" y="45914"/>
                </a:cubicBezTo>
                <a:cubicBezTo>
                  <a:pt x="880175" y="44351"/>
                  <a:pt x="882175" y="43569"/>
                  <a:pt x="884558" y="43569"/>
                </a:cubicBezTo>
                <a:cubicBezTo>
                  <a:pt x="889777" y="43569"/>
                  <a:pt x="892642" y="47272"/>
                  <a:pt x="893152" y="54677"/>
                </a:cubicBezTo>
                <a:lnTo>
                  <a:pt x="893408" y="64673"/>
                </a:lnTo>
                <a:cubicBezTo>
                  <a:pt x="902938" y="51965"/>
                  <a:pt x="912725" y="45611"/>
                  <a:pt x="922766" y="45611"/>
                </a:cubicBezTo>
                <a:cubicBezTo>
                  <a:pt x="931843" y="45611"/>
                  <a:pt x="938168" y="49618"/>
                  <a:pt x="941742" y="57631"/>
                </a:cubicBezTo>
                <a:cubicBezTo>
                  <a:pt x="944182" y="62973"/>
                  <a:pt x="945515" y="70872"/>
                  <a:pt x="945742" y="81330"/>
                </a:cubicBezTo>
                <a:lnTo>
                  <a:pt x="945742" y="89938"/>
                </a:lnTo>
                <a:lnTo>
                  <a:pt x="945657" y="97865"/>
                </a:lnTo>
                <a:cubicBezTo>
                  <a:pt x="945657" y="102583"/>
                  <a:pt x="946266" y="108679"/>
                  <a:pt x="947486" y="116153"/>
                </a:cubicBezTo>
                <a:cubicBezTo>
                  <a:pt x="948706" y="123626"/>
                  <a:pt x="949316" y="129691"/>
                  <a:pt x="949316" y="134350"/>
                </a:cubicBezTo>
                <a:cubicBezTo>
                  <a:pt x="949316" y="136852"/>
                  <a:pt x="948507" y="138883"/>
                  <a:pt x="946890" y="140445"/>
                </a:cubicBezTo>
                <a:cubicBezTo>
                  <a:pt x="945274" y="142009"/>
                  <a:pt x="943246" y="142791"/>
                  <a:pt x="940806" y="142791"/>
                </a:cubicBezTo>
                <a:close/>
                <a:moveTo>
                  <a:pt x="1024559" y="71140"/>
                </a:moveTo>
                <a:cubicBezTo>
                  <a:pt x="1021439" y="71140"/>
                  <a:pt x="1019255" y="70098"/>
                  <a:pt x="1018007" y="68013"/>
                </a:cubicBezTo>
                <a:cubicBezTo>
                  <a:pt x="1017156" y="66548"/>
                  <a:pt x="1016419" y="63506"/>
                  <a:pt x="1015795" y="58886"/>
                </a:cubicBezTo>
                <a:cubicBezTo>
                  <a:pt x="1011540" y="59962"/>
                  <a:pt x="1004987" y="61945"/>
                  <a:pt x="996137" y="64835"/>
                </a:cubicBezTo>
                <a:cubicBezTo>
                  <a:pt x="987004" y="68462"/>
                  <a:pt x="982409" y="72939"/>
                  <a:pt x="982352" y="78264"/>
                </a:cubicBezTo>
                <a:cubicBezTo>
                  <a:pt x="984054" y="78888"/>
                  <a:pt x="985727" y="79342"/>
                  <a:pt x="987373" y="79626"/>
                </a:cubicBezTo>
                <a:cubicBezTo>
                  <a:pt x="1000421" y="81948"/>
                  <a:pt x="1010122" y="85150"/>
                  <a:pt x="1016475" y="89231"/>
                </a:cubicBezTo>
                <a:cubicBezTo>
                  <a:pt x="1025722" y="95182"/>
                  <a:pt x="1030346" y="103797"/>
                  <a:pt x="1030346" y="115076"/>
                </a:cubicBezTo>
                <a:cubicBezTo>
                  <a:pt x="1030346" y="124314"/>
                  <a:pt x="1026346" y="131285"/>
                  <a:pt x="1018347" y="135988"/>
                </a:cubicBezTo>
                <a:cubicBezTo>
                  <a:pt x="1011710" y="139843"/>
                  <a:pt x="1003314" y="141770"/>
                  <a:pt x="993159" y="141770"/>
                </a:cubicBezTo>
                <a:cubicBezTo>
                  <a:pt x="985727" y="141770"/>
                  <a:pt x="978636" y="140521"/>
                  <a:pt x="971885" y="138025"/>
                </a:cubicBezTo>
                <a:cubicBezTo>
                  <a:pt x="963149" y="134848"/>
                  <a:pt x="958780" y="130423"/>
                  <a:pt x="958780" y="124750"/>
                </a:cubicBezTo>
                <a:cubicBezTo>
                  <a:pt x="958780" y="122481"/>
                  <a:pt x="959674" y="120496"/>
                  <a:pt x="961461" y="118794"/>
                </a:cubicBezTo>
                <a:cubicBezTo>
                  <a:pt x="963248" y="117092"/>
                  <a:pt x="965276" y="116241"/>
                  <a:pt x="967545" y="116241"/>
                </a:cubicBezTo>
                <a:cubicBezTo>
                  <a:pt x="969304" y="116241"/>
                  <a:pt x="971573" y="117602"/>
                  <a:pt x="974353" y="120325"/>
                </a:cubicBezTo>
                <a:cubicBezTo>
                  <a:pt x="975714" y="121630"/>
                  <a:pt x="978778" y="122708"/>
                  <a:pt x="983543" y="123559"/>
                </a:cubicBezTo>
                <a:cubicBezTo>
                  <a:pt x="987344" y="124240"/>
                  <a:pt x="990550" y="124580"/>
                  <a:pt x="993159" y="124580"/>
                </a:cubicBezTo>
                <a:cubicBezTo>
                  <a:pt x="997924" y="124580"/>
                  <a:pt x="1002123" y="124014"/>
                  <a:pt x="1005753" y="122881"/>
                </a:cubicBezTo>
                <a:cubicBezTo>
                  <a:pt x="1011029" y="121238"/>
                  <a:pt x="1013667" y="118631"/>
                  <a:pt x="1013667" y="115063"/>
                </a:cubicBezTo>
                <a:cubicBezTo>
                  <a:pt x="1013667" y="107356"/>
                  <a:pt x="1008278" y="102143"/>
                  <a:pt x="997499" y="99424"/>
                </a:cubicBezTo>
                <a:lnTo>
                  <a:pt x="988649" y="97467"/>
                </a:lnTo>
                <a:cubicBezTo>
                  <a:pt x="981104" y="95820"/>
                  <a:pt x="975743" y="93889"/>
                  <a:pt x="972566" y="91675"/>
                </a:cubicBezTo>
                <a:cubicBezTo>
                  <a:pt x="967971" y="88496"/>
                  <a:pt x="965673" y="83701"/>
                  <a:pt x="965673" y="77288"/>
                </a:cubicBezTo>
                <a:cubicBezTo>
                  <a:pt x="965673" y="65424"/>
                  <a:pt x="971261" y="56966"/>
                  <a:pt x="982437" y="51914"/>
                </a:cubicBezTo>
                <a:cubicBezTo>
                  <a:pt x="985841" y="50382"/>
                  <a:pt x="991287" y="48552"/>
                  <a:pt x="998775" y="46425"/>
                </a:cubicBezTo>
                <a:cubicBezTo>
                  <a:pt x="1006264" y="44296"/>
                  <a:pt x="1011625" y="42493"/>
                  <a:pt x="1014859" y="41016"/>
                </a:cubicBezTo>
                <a:cubicBezTo>
                  <a:pt x="1017185" y="39995"/>
                  <a:pt x="1019709" y="39484"/>
                  <a:pt x="1022432" y="39484"/>
                </a:cubicBezTo>
                <a:cubicBezTo>
                  <a:pt x="1024871" y="39484"/>
                  <a:pt x="1026871" y="40279"/>
                  <a:pt x="1028431" y="41867"/>
                </a:cubicBezTo>
                <a:cubicBezTo>
                  <a:pt x="1029991" y="43456"/>
                  <a:pt x="1030771" y="45526"/>
                  <a:pt x="1030771" y="48079"/>
                </a:cubicBezTo>
                <a:cubicBezTo>
                  <a:pt x="1030771" y="49724"/>
                  <a:pt x="1031126" y="52135"/>
                  <a:pt x="1031835" y="55312"/>
                </a:cubicBezTo>
                <a:cubicBezTo>
                  <a:pt x="1032544" y="58489"/>
                  <a:pt x="1032899" y="60900"/>
                  <a:pt x="1032899" y="62545"/>
                </a:cubicBezTo>
                <a:cubicBezTo>
                  <a:pt x="1032899" y="65098"/>
                  <a:pt x="1032119" y="67169"/>
                  <a:pt x="1030559" y="68757"/>
                </a:cubicBezTo>
                <a:cubicBezTo>
                  <a:pt x="1028999" y="70346"/>
                  <a:pt x="1026999" y="71140"/>
                  <a:pt x="1024559" y="71140"/>
                </a:cubicBezTo>
                <a:close/>
                <a:moveTo>
                  <a:pt x="1153939" y="60439"/>
                </a:moveTo>
                <a:cubicBezTo>
                  <a:pt x="1149514" y="78967"/>
                  <a:pt x="1143728" y="99910"/>
                  <a:pt x="1136580" y="123269"/>
                </a:cubicBezTo>
                <a:cubicBezTo>
                  <a:pt x="1134991" y="128432"/>
                  <a:pt x="1132353" y="133736"/>
                  <a:pt x="1128666" y="139182"/>
                </a:cubicBezTo>
                <a:cubicBezTo>
                  <a:pt x="1126680" y="142189"/>
                  <a:pt x="1123985" y="143664"/>
                  <a:pt x="1120582" y="143607"/>
                </a:cubicBezTo>
                <a:cubicBezTo>
                  <a:pt x="1114398" y="143494"/>
                  <a:pt x="1109576" y="135805"/>
                  <a:pt x="1106115" y="120541"/>
                </a:cubicBezTo>
                <a:cubicBezTo>
                  <a:pt x="1104981" y="115653"/>
                  <a:pt x="1103818" y="109003"/>
                  <a:pt x="1102626" y="100591"/>
                </a:cubicBezTo>
                <a:lnTo>
                  <a:pt x="1099818" y="81580"/>
                </a:lnTo>
                <a:lnTo>
                  <a:pt x="1092840" y="97863"/>
                </a:lnTo>
                <a:lnTo>
                  <a:pt x="1079906" y="133071"/>
                </a:lnTo>
                <a:cubicBezTo>
                  <a:pt x="1079168" y="135230"/>
                  <a:pt x="1078090" y="136878"/>
                  <a:pt x="1076672" y="138015"/>
                </a:cubicBezTo>
                <a:cubicBezTo>
                  <a:pt x="1074970" y="141312"/>
                  <a:pt x="1072247" y="143018"/>
                  <a:pt x="1068503" y="143131"/>
                </a:cubicBezTo>
                <a:cubicBezTo>
                  <a:pt x="1064191" y="143301"/>
                  <a:pt x="1060022" y="134833"/>
                  <a:pt x="1055994" y="117727"/>
                </a:cubicBezTo>
                <a:cubicBezTo>
                  <a:pt x="1053952" y="108918"/>
                  <a:pt x="1051909" y="96983"/>
                  <a:pt x="1049867" y="81923"/>
                </a:cubicBezTo>
                <a:lnTo>
                  <a:pt x="1047825" y="69135"/>
                </a:lnTo>
                <a:cubicBezTo>
                  <a:pt x="1047087" y="64020"/>
                  <a:pt x="1046718" y="59729"/>
                  <a:pt x="1046718" y="56262"/>
                </a:cubicBezTo>
                <a:cubicBezTo>
                  <a:pt x="1046718" y="53875"/>
                  <a:pt x="1047555" y="51901"/>
                  <a:pt x="1049229" y="50339"/>
                </a:cubicBezTo>
                <a:cubicBezTo>
                  <a:pt x="1050902" y="48776"/>
                  <a:pt x="1052930" y="47994"/>
                  <a:pt x="1055313" y="47994"/>
                </a:cubicBezTo>
                <a:cubicBezTo>
                  <a:pt x="1059625" y="47994"/>
                  <a:pt x="1062291" y="50353"/>
                  <a:pt x="1063312" y="55070"/>
                </a:cubicBezTo>
                <a:cubicBezTo>
                  <a:pt x="1064050" y="58423"/>
                  <a:pt x="1064645" y="62571"/>
                  <a:pt x="1065099" y="67516"/>
                </a:cubicBezTo>
                <a:lnTo>
                  <a:pt x="1066376" y="80049"/>
                </a:lnTo>
                <a:lnTo>
                  <a:pt x="1071396" y="118323"/>
                </a:lnTo>
                <a:cubicBezTo>
                  <a:pt x="1077693" y="100818"/>
                  <a:pt x="1084217" y="80642"/>
                  <a:pt x="1090968" y="57796"/>
                </a:cubicBezTo>
                <a:cubicBezTo>
                  <a:pt x="1092840" y="51488"/>
                  <a:pt x="1096102" y="48334"/>
                  <a:pt x="1100754" y="48334"/>
                </a:cubicBezTo>
                <a:cubicBezTo>
                  <a:pt x="1105236" y="48334"/>
                  <a:pt x="1108271" y="51858"/>
                  <a:pt x="1109859" y="58905"/>
                </a:cubicBezTo>
                <a:cubicBezTo>
                  <a:pt x="1111334" y="65555"/>
                  <a:pt x="1113178" y="75785"/>
                  <a:pt x="1115391" y="89595"/>
                </a:cubicBezTo>
                <a:cubicBezTo>
                  <a:pt x="1117660" y="103916"/>
                  <a:pt x="1119674" y="115083"/>
                  <a:pt x="1121432" y="123096"/>
                </a:cubicBezTo>
                <a:lnTo>
                  <a:pt x="1127644" y="99908"/>
                </a:lnTo>
                <a:lnTo>
                  <a:pt x="1138622" y="53448"/>
                </a:lnTo>
                <a:cubicBezTo>
                  <a:pt x="1139473" y="50039"/>
                  <a:pt x="1141912" y="48334"/>
                  <a:pt x="1145940" y="48334"/>
                </a:cubicBezTo>
                <a:cubicBezTo>
                  <a:pt x="1148323" y="48334"/>
                  <a:pt x="1150393" y="49138"/>
                  <a:pt x="1152152" y="50746"/>
                </a:cubicBezTo>
                <a:cubicBezTo>
                  <a:pt x="1153911" y="52354"/>
                  <a:pt x="1154790" y="54288"/>
                  <a:pt x="1154790" y="56546"/>
                </a:cubicBezTo>
                <a:cubicBezTo>
                  <a:pt x="1154790" y="56828"/>
                  <a:pt x="1154506" y="58126"/>
                  <a:pt x="1153939" y="60439"/>
                </a:cubicBezTo>
                <a:close/>
                <a:moveTo>
                  <a:pt x="1211634" y="140578"/>
                </a:moveTo>
                <a:cubicBezTo>
                  <a:pt x="1198813" y="140578"/>
                  <a:pt x="1188431" y="137370"/>
                  <a:pt x="1180489" y="130954"/>
                </a:cubicBezTo>
                <a:cubicBezTo>
                  <a:pt x="1171809" y="123856"/>
                  <a:pt x="1167469" y="113918"/>
                  <a:pt x="1167469" y="101142"/>
                </a:cubicBezTo>
                <a:cubicBezTo>
                  <a:pt x="1167469" y="86379"/>
                  <a:pt x="1171043" y="74001"/>
                  <a:pt x="1178191" y="64008"/>
                </a:cubicBezTo>
                <a:cubicBezTo>
                  <a:pt x="1185964" y="53105"/>
                  <a:pt x="1196345" y="47654"/>
                  <a:pt x="1209337" y="47654"/>
                </a:cubicBezTo>
                <a:cubicBezTo>
                  <a:pt x="1218754" y="47654"/>
                  <a:pt x="1226441" y="49242"/>
                  <a:pt x="1232397" y="52419"/>
                </a:cubicBezTo>
                <a:cubicBezTo>
                  <a:pt x="1239716" y="56333"/>
                  <a:pt x="1243375" y="62347"/>
                  <a:pt x="1243375" y="70459"/>
                </a:cubicBezTo>
                <a:cubicBezTo>
                  <a:pt x="1243375" y="76132"/>
                  <a:pt x="1240170" y="81295"/>
                  <a:pt x="1233759" y="85947"/>
                </a:cubicBezTo>
                <a:cubicBezTo>
                  <a:pt x="1230922" y="87989"/>
                  <a:pt x="1224909" y="91166"/>
                  <a:pt x="1215719" y="95477"/>
                </a:cubicBezTo>
                <a:lnTo>
                  <a:pt x="1183212" y="110880"/>
                </a:lnTo>
                <a:cubicBezTo>
                  <a:pt x="1186389" y="115588"/>
                  <a:pt x="1190346" y="119134"/>
                  <a:pt x="1195083" y="121517"/>
                </a:cubicBezTo>
                <a:cubicBezTo>
                  <a:pt x="1199820" y="123899"/>
                  <a:pt x="1205337" y="125091"/>
                  <a:pt x="1211634" y="125091"/>
                </a:cubicBezTo>
                <a:cubicBezTo>
                  <a:pt x="1215549" y="125091"/>
                  <a:pt x="1220144" y="124353"/>
                  <a:pt x="1225420" y="122878"/>
                </a:cubicBezTo>
                <a:cubicBezTo>
                  <a:pt x="1232114" y="121006"/>
                  <a:pt x="1236425" y="118553"/>
                  <a:pt x="1238354" y="115518"/>
                </a:cubicBezTo>
                <a:cubicBezTo>
                  <a:pt x="1240283" y="112482"/>
                  <a:pt x="1242354" y="110965"/>
                  <a:pt x="1244566" y="110965"/>
                </a:cubicBezTo>
                <a:cubicBezTo>
                  <a:pt x="1246552" y="110965"/>
                  <a:pt x="1248325" y="111719"/>
                  <a:pt x="1249885" y="113228"/>
                </a:cubicBezTo>
                <a:cubicBezTo>
                  <a:pt x="1251445" y="114735"/>
                  <a:pt x="1252225" y="116484"/>
                  <a:pt x="1252225" y="118475"/>
                </a:cubicBezTo>
                <a:cubicBezTo>
                  <a:pt x="1252225" y="124789"/>
                  <a:pt x="1247147" y="130223"/>
                  <a:pt x="1236993" y="134776"/>
                </a:cubicBezTo>
                <a:cubicBezTo>
                  <a:pt x="1228313" y="138644"/>
                  <a:pt x="1219860" y="140578"/>
                  <a:pt x="1211634" y="140578"/>
                </a:cubicBezTo>
                <a:moveTo>
                  <a:pt x="1209337" y="62971"/>
                </a:moveTo>
                <a:cubicBezTo>
                  <a:pt x="1202415" y="62971"/>
                  <a:pt x="1196657" y="65651"/>
                  <a:pt x="1192062" y="71012"/>
                </a:cubicBezTo>
                <a:cubicBezTo>
                  <a:pt x="1187467" y="76373"/>
                  <a:pt x="1184035" y="84443"/>
                  <a:pt x="1181765" y="95222"/>
                </a:cubicBezTo>
                <a:lnTo>
                  <a:pt x="1207890" y="82798"/>
                </a:lnTo>
                <a:cubicBezTo>
                  <a:pt x="1218158" y="77806"/>
                  <a:pt x="1225476" y="73466"/>
                  <a:pt x="1229845" y="69779"/>
                </a:cubicBezTo>
                <a:cubicBezTo>
                  <a:pt x="1224966" y="65240"/>
                  <a:pt x="1218130" y="62971"/>
                  <a:pt x="1209337" y="62971"/>
                </a:cubicBezTo>
                <a:close/>
                <a:moveTo>
                  <a:pt x="1334038" y="73608"/>
                </a:moveTo>
                <a:cubicBezTo>
                  <a:pt x="1333641" y="80699"/>
                  <a:pt x="1330804" y="84245"/>
                  <a:pt x="1325528" y="84245"/>
                </a:cubicBezTo>
                <a:cubicBezTo>
                  <a:pt x="1320650" y="84245"/>
                  <a:pt x="1318210" y="81448"/>
                  <a:pt x="1318210" y="75855"/>
                </a:cubicBezTo>
                <a:cubicBezTo>
                  <a:pt x="1318210" y="74781"/>
                  <a:pt x="1318125" y="72802"/>
                  <a:pt x="1317955" y="69919"/>
                </a:cubicBezTo>
                <a:lnTo>
                  <a:pt x="1317700" y="62801"/>
                </a:lnTo>
                <a:cubicBezTo>
                  <a:pt x="1308736" y="63880"/>
                  <a:pt x="1301560" y="66410"/>
                  <a:pt x="1296170" y="70390"/>
                </a:cubicBezTo>
                <a:cubicBezTo>
                  <a:pt x="1291121" y="74087"/>
                  <a:pt x="1286923" y="79659"/>
                  <a:pt x="1283576" y="87106"/>
                </a:cubicBezTo>
                <a:lnTo>
                  <a:pt x="1283746" y="133837"/>
                </a:lnTo>
                <a:cubicBezTo>
                  <a:pt x="1283746" y="139579"/>
                  <a:pt x="1280938" y="142450"/>
                  <a:pt x="1275322" y="142450"/>
                </a:cubicBezTo>
                <a:cubicBezTo>
                  <a:pt x="1270330" y="142450"/>
                  <a:pt x="1267833" y="139580"/>
                  <a:pt x="1267833" y="133840"/>
                </a:cubicBezTo>
                <a:lnTo>
                  <a:pt x="1267833" y="73993"/>
                </a:lnTo>
                <a:cubicBezTo>
                  <a:pt x="1267833" y="72118"/>
                  <a:pt x="1267904" y="69305"/>
                  <a:pt x="1268046" y="65556"/>
                </a:cubicBezTo>
                <a:cubicBezTo>
                  <a:pt x="1268188" y="61804"/>
                  <a:pt x="1268259" y="58991"/>
                  <a:pt x="1268259" y="57115"/>
                </a:cubicBezTo>
                <a:cubicBezTo>
                  <a:pt x="1268259" y="51375"/>
                  <a:pt x="1270755" y="48505"/>
                  <a:pt x="1275747" y="48505"/>
                </a:cubicBezTo>
                <a:cubicBezTo>
                  <a:pt x="1281307" y="48505"/>
                  <a:pt x="1284115" y="53213"/>
                  <a:pt x="1284172" y="62630"/>
                </a:cubicBezTo>
                <a:cubicBezTo>
                  <a:pt x="1295064" y="52079"/>
                  <a:pt x="1307148" y="46803"/>
                  <a:pt x="1320423" y="46803"/>
                </a:cubicBezTo>
                <a:cubicBezTo>
                  <a:pt x="1325018" y="46803"/>
                  <a:pt x="1328450" y="48533"/>
                  <a:pt x="1330719" y="51994"/>
                </a:cubicBezTo>
                <a:cubicBezTo>
                  <a:pt x="1332988" y="55454"/>
                  <a:pt x="1334123" y="60673"/>
                  <a:pt x="1334123" y="67651"/>
                </a:cubicBezTo>
                <a:cubicBezTo>
                  <a:pt x="1334123" y="70601"/>
                  <a:pt x="1334095" y="72587"/>
                  <a:pt x="1334038" y="73608"/>
                </a:cubicBezTo>
                <a:close/>
                <a:moveTo>
                  <a:pt x="1407967" y="71140"/>
                </a:moveTo>
                <a:cubicBezTo>
                  <a:pt x="1404847" y="71140"/>
                  <a:pt x="1402663" y="70098"/>
                  <a:pt x="1401415" y="68013"/>
                </a:cubicBezTo>
                <a:cubicBezTo>
                  <a:pt x="1400564" y="66548"/>
                  <a:pt x="1399826" y="63506"/>
                  <a:pt x="1399202" y="58886"/>
                </a:cubicBezTo>
                <a:cubicBezTo>
                  <a:pt x="1394948" y="59962"/>
                  <a:pt x="1388395" y="61945"/>
                  <a:pt x="1379545" y="64835"/>
                </a:cubicBezTo>
                <a:cubicBezTo>
                  <a:pt x="1370412" y="68462"/>
                  <a:pt x="1365816" y="72939"/>
                  <a:pt x="1365760" y="78264"/>
                </a:cubicBezTo>
                <a:cubicBezTo>
                  <a:pt x="1367462" y="78888"/>
                  <a:pt x="1369135" y="79342"/>
                  <a:pt x="1370780" y="79626"/>
                </a:cubicBezTo>
                <a:cubicBezTo>
                  <a:pt x="1383828" y="81948"/>
                  <a:pt x="1393529" y="85150"/>
                  <a:pt x="1399883" y="89231"/>
                </a:cubicBezTo>
                <a:cubicBezTo>
                  <a:pt x="1409130" y="95182"/>
                  <a:pt x="1413754" y="103797"/>
                  <a:pt x="1413754" y="115076"/>
                </a:cubicBezTo>
                <a:cubicBezTo>
                  <a:pt x="1413754" y="124314"/>
                  <a:pt x="1409754" y="131285"/>
                  <a:pt x="1401755" y="135988"/>
                </a:cubicBezTo>
                <a:cubicBezTo>
                  <a:pt x="1395118" y="139843"/>
                  <a:pt x="1386722" y="141770"/>
                  <a:pt x="1376567" y="141770"/>
                </a:cubicBezTo>
                <a:cubicBezTo>
                  <a:pt x="1369135" y="141770"/>
                  <a:pt x="1362044" y="140521"/>
                  <a:pt x="1355293" y="138025"/>
                </a:cubicBezTo>
                <a:cubicBezTo>
                  <a:pt x="1346556" y="134848"/>
                  <a:pt x="1342188" y="130423"/>
                  <a:pt x="1342188" y="124750"/>
                </a:cubicBezTo>
                <a:cubicBezTo>
                  <a:pt x="1342188" y="122481"/>
                  <a:pt x="1343082" y="120496"/>
                  <a:pt x="1344869" y="118794"/>
                </a:cubicBezTo>
                <a:cubicBezTo>
                  <a:pt x="1346656" y="117092"/>
                  <a:pt x="1348684" y="116241"/>
                  <a:pt x="1350953" y="116241"/>
                </a:cubicBezTo>
                <a:cubicBezTo>
                  <a:pt x="1352712" y="116241"/>
                  <a:pt x="1354981" y="117602"/>
                  <a:pt x="1357761" y="120325"/>
                </a:cubicBezTo>
                <a:cubicBezTo>
                  <a:pt x="1359122" y="121630"/>
                  <a:pt x="1362186" y="122708"/>
                  <a:pt x="1366951" y="123559"/>
                </a:cubicBezTo>
                <a:cubicBezTo>
                  <a:pt x="1370752" y="124240"/>
                  <a:pt x="1373957" y="124580"/>
                  <a:pt x="1376567" y="124580"/>
                </a:cubicBezTo>
                <a:cubicBezTo>
                  <a:pt x="1381332" y="124580"/>
                  <a:pt x="1385530" y="124014"/>
                  <a:pt x="1389161" y="122881"/>
                </a:cubicBezTo>
                <a:cubicBezTo>
                  <a:pt x="1394437" y="121238"/>
                  <a:pt x="1397075" y="118631"/>
                  <a:pt x="1397075" y="115063"/>
                </a:cubicBezTo>
                <a:cubicBezTo>
                  <a:pt x="1397075" y="107356"/>
                  <a:pt x="1391686" y="102143"/>
                  <a:pt x="1380907" y="99424"/>
                </a:cubicBezTo>
                <a:lnTo>
                  <a:pt x="1372057" y="97467"/>
                </a:lnTo>
                <a:cubicBezTo>
                  <a:pt x="1364512" y="95820"/>
                  <a:pt x="1359151" y="93889"/>
                  <a:pt x="1355974" y="91675"/>
                </a:cubicBezTo>
                <a:cubicBezTo>
                  <a:pt x="1351378" y="88496"/>
                  <a:pt x="1349081" y="83701"/>
                  <a:pt x="1349081" y="77288"/>
                </a:cubicBezTo>
                <a:cubicBezTo>
                  <a:pt x="1349081" y="65424"/>
                  <a:pt x="1354669" y="56966"/>
                  <a:pt x="1365845" y="51914"/>
                </a:cubicBezTo>
                <a:cubicBezTo>
                  <a:pt x="1369249" y="50382"/>
                  <a:pt x="1374695" y="48552"/>
                  <a:pt x="1382183" y="46425"/>
                </a:cubicBezTo>
                <a:cubicBezTo>
                  <a:pt x="1389672" y="44296"/>
                  <a:pt x="1395033" y="42493"/>
                  <a:pt x="1398266" y="41016"/>
                </a:cubicBezTo>
                <a:cubicBezTo>
                  <a:pt x="1400592" y="39995"/>
                  <a:pt x="1403117" y="39484"/>
                  <a:pt x="1405840" y="39484"/>
                </a:cubicBezTo>
                <a:cubicBezTo>
                  <a:pt x="1408279" y="39484"/>
                  <a:pt x="1410279" y="40279"/>
                  <a:pt x="1411839" y="41867"/>
                </a:cubicBezTo>
                <a:cubicBezTo>
                  <a:pt x="1413399" y="43456"/>
                  <a:pt x="1414179" y="45526"/>
                  <a:pt x="1414179" y="48079"/>
                </a:cubicBezTo>
                <a:cubicBezTo>
                  <a:pt x="1414179" y="49724"/>
                  <a:pt x="1414534" y="52135"/>
                  <a:pt x="1415243" y="55312"/>
                </a:cubicBezTo>
                <a:cubicBezTo>
                  <a:pt x="1415952" y="58489"/>
                  <a:pt x="1416307" y="60900"/>
                  <a:pt x="1416307" y="62545"/>
                </a:cubicBezTo>
                <a:cubicBezTo>
                  <a:pt x="1416307" y="65098"/>
                  <a:pt x="1415527" y="67169"/>
                  <a:pt x="1413966" y="68757"/>
                </a:cubicBezTo>
                <a:cubicBezTo>
                  <a:pt x="1412406" y="70346"/>
                  <a:pt x="1410407" y="71140"/>
                  <a:pt x="1407967" y="71140"/>
                </a:cubicBezTo>
                <a:close/>
                <a:moveTo>
                  <a:pt x="1482886" y="87223"/>
                </a:moveTo>
                <a:cubicBezTo>
                  <a:pt x="1482886" y="129941"/>
                  <a:pt x="1470859" y="158023"/>
                  <a:pt x="1446805" y="171468"/>
                </a:cubicBezTo>
                <a:cubicBezTo>
                  <a:pt x="1444479" y="172773"/>
                  <a:pt x="1442465" y="173425"/>
                  <a:pt x="1440763" y="173425"/>
                </a:cubicBezTo>
                <a:cubicBezTo>
                  <a:pt x="1438834" y="173425"/>
                  <a:pt x="1437133" y="172730"/>
                  <a:pt x="1435658" y="171340"/>
                </a:cubicBezTo>
                <a:cubicBezTo>
                  <a:pt x="1434183" y="169950"/>
                  <a:pt x="1433445" y="168319"/>
                  <a:pt x="1433445" y="166447"/>
                </a:cubicBezTo>
                <a:cubicBezTo>
                  <a:pt x="1433445" y="163894"/>
                  <a:pt x="1435090" y="161313"/>
                  <a:pt x="1438381" y="158704"/>
                </a:cubicBezTo>
                <a:cubicBezTo>
                  <a:pt x="1440990" y="156661"/>
                  <a:pt x="1443628" y="154619"/>
                  <a:pt x="1446294" y="152577"/>
                </a:cubicBezTo>
                <a:cubicBezTo>
                  <a:pt x="1459343" y="139132"/>
                  <a:pt x="1465867" y="117999"/>
                  <a:pt x="1465867" y="89180"/>
                </a:cubicBezTo>
                <a:cubicBezTo>
                  <a:pt x="1465867" y="78004"/>
                  <a:pt x="1464306" y="66630"/>
                  <a:pt x="1461186" y="55057"/>
                </a:cubicBezTo>
                <a:cubicBezTo>
                  <a:pt x="1457556" y="41782"/>
                  <a:pt x="1452620" y="31571"/>
                  <a:pt x="1446380" y="24422"/>
                </a:cubicBezTo>
                <a:cubicBezTo>
                  <a:pt x="1443770" y="21813"/>
                  <a:pt x="1441189" y="19203"/>
                  <a:pt x="1438636" y="16594"/>
                </a:cubicBezTo>
                <a:cubicBezTo>
                  <a:pt x="1435119" y="12793"/>
                  <a:pt x="1433360" y="9899"/>
                  <a:pt x="1433360" y="7914"/>
                </a:cubicBezTo>
                <a:cubicBezTo>
                  <a:pt x="1433360" y="5872"/>
                  <a:pt x="1434112" y="4042"/>
                  <a:pt x="1435615" y="2425"/>
                </a:cubicBezTo>
                <a:cubicBezTo>
                  <a:pt x="1437118" y="808"/>
                  <a:pt x="1438891" y="0"/>
                  <a:pt x="1440933" y="0"/>
                </a:cubicBezTo>
                <a:cubicBezTo>
                  <a:pt x="1442238" y="0"/>
                  <a:pt x="1444054" y="794"/>
                  <a:pt x="1446380" y="2383"/>
                </a:cubicBezTo>
                <a:cubicBezTo>
                  <a:pt x="1457612" y="10268"/>
                  <a:pt x="1466689" y="22976"/>
                  <a:pt x="1473610" y="40506"/>
                </a:cubicBezTo>
                <a:cubicBezTo>
                  <a:pt x="1479794" y="56277"/>
                  <a:pt x="1482886" y="71849"/>
                  <a:pt x="1482886" y="87223"/>
                </a:cubicBezTo>
                <a:close/>
                <a:moveTo>
                  <a:pt x="1511086" y="165937"/>
                </a:moveTo>
                <a:cubicBezTo>
                  <a:pt x="1509101" y="165937"/>
                  <a:pt x="1507371" y="165171"/>
                  <a:pt x="1505896" y="163639"/>
                </a:cubicBezTo>
                <a:cubicBezTo>
                  <a:pt x="1504421" y="162107"/>
                  <a:pt x="1503683" y="160349"/>
                  <a:pt x="1503683" y="158363"/>
                </a:cubicBezTo>
                <a:cubicBezTo>
                  <a:pt x="1503683" y="156718"/>
                  <a:pt x="1505442" y="151839"/>
                  <a:pt x="1508959" y="143727"/>
                </a:cubicBezTo>
                <a:cubicBezTo>
                  <a:pt x="1512022" y="136692"/>
                  <a:pt x="1514377" y="131672"/>
                  <a:pt x="1516022" y="128665"/>
                </a:cubicBezTo>
                <a:cubicBezTo>
                  <a:pt x="1517497" y="125942"/>
                  <a:pt x="1519454" y="124580"/>
                  <a:pt x="1521894" y="124580"/>
                </a:cubicBezTo>
                <a:cubicBezTo>
                  <a:pt x="1523936" y="124580"/>
                  <a:pt x="1525680" y="125360"/>
                  <a:pt x="1527127" y="126920"/>
                </a:cubicBezTo>
                <a:cubicBezTo>
                  <a:pt x="1528574" y="128480"/>
                  <a:pt x="1529297" y="130253"/>
                  <a:pt x="1529297" y="132239"/>
                </a:cubicBezTo>
                <a:cubicBezTo>
                  <a:pt x="1529297" y="133600"/>
                  <a:pt x="1525269" y="143301"/>
                  <a:pt x="1517213" y="161342"/>
                </a:cubicBezTo>
                <a:cubicBezTo>
                  <a:pt x="1515908" y="164405"/>
                  <a:pt x="1513866" y="165937"/>
                  <a:pt x="1511086" y="165937"/>
                </a:cubicBezTo>
                <a:close/>
                <a:moveTo>
                  <a:pt x="1700731" y="60439"/>
                </a:moveTo>
                <a:cubicBezTo>
                  <a:pt x="1696306" y="78967"/>
                  <a:pt x="1690519" y="99910"/>
                  <a:pt x="1683371" y="123269"/>
                </a:cubicBezTo>
                <a:cubicBezTo>
                  <a:pt x="1681783" y="128432"/>
                  <a:pt x="1679145" y="133736"/>
                  <a:pt x="1675457" y="139182"/>
                </a:cubicBezTo>
                <a:cubicBezTo>
                  <a:pt x="1673472" y="142189"/>
                  <a:pt x="1670777" y="143664"/>
                  <a:pt x="1667373" y="143607"/>
                </a:cubicBezTo>
                <a:cubicBezTo>
                  <a:pt x="1661190" y="143494"/>
                  <a:pt x="1656368" y="135805"/>
                  <a:pt x="1652907" y="120541"/>
                </a:cubicBezTo>
                <a:cubicBezTo>
                  <a:pt x="1651772" y="115653"/>
                  <a:pt x="1650609" y="109003"/>
                  <a:pt x="1649418" y="100591"/>
                </a:cubicBezTo>
                <a:lnTo>
                  <a:pt x="1646610" y="81580"/>
                </a:lnTo>
                <a:lnTo>
                  <a:pt x="1639632" y="97863"/>
                </a:lnTo>
                <a:lnTo>
                  <a:pt x="1626697" y="133071"/>
                </a:lnTo>
                <a:cubicBezTo>
                  <a:pt x="1625960" y="135230"/>
                  <a:pt x="1624882" y="136878"/>
                  <a:pt x="1623464" y="138015"/>
                </a:cubicBezTo>
                <a:cubicBezTo>
                  <a:pt x="1621762" y="141312"/>
                  <a:pt x="1619039" y="143018"/>
                  <a:pt x="1615295" y="143131"/>
                </a:cubicBezTo>
                <a:cubicBezTo>
                  <a:pt x="1610983" y="143301"/>
                  <a:pt x="1606813" y="134833"/>
                  <a:pt x="1602786" y="117727"/>
                </a:cubicBezTo>
                <a:cubicBezTo>
                  <a:pt x="1600743" y="108918"/>
                  <a:pt x="1598701" y="96983"/>
                  <a:pt x="1596659" y="81923"/>
                </a:cubicBezTo>
                <a:lnTo>
                  <a:pt x="1594616" y="69135"/>
                </a:lnTo>
                <a:cubicBezTo>
                  <a:pt x="1593879" y="64020"/>
                  <a:pt x="1593510" y="59729"/>
                  <a:pt x="1593510" y="56262"/>
                </a:cubicBezTo>
                <a:cubicBezTo>
                  <a:pt x="1593510" y="53875"/>
                  <a:pt x="1594347" y="51901"/>
                  <a:pt x="1596020" y="50339"/>
                </a:cubicBezTo>
                <a:cubicBezTo>
                  <a:pt x="1597694" y="48776"/>
                  <a:pt x="1599722" y="47994"/>
                  <a:pt x="1602105" y="47994"/>
                </a:cubicBezTo>
                <a:cubicBezTo>
                  <a:pt x="1606416" y="47994"/>
                  <a:pt x="1609083" y="50353"/>
                  <a:pt x="1610104" y="55070"/>
                </a:cubicBezTo>
                <a:cubicBezTo>
                  <a:pt x="1610841" y="58423"/>
                  <a:pt x="1611437" y="62571"/>
                  <a:pt x="1611891" y="67516"/>
                </a:cubicBezTo>
                <a:lnTo>
                  <a:pt x="1613167" y="80049"/>
                </a:lnTo>
                <a:lnTo>
                  <a:pt x="1618188" y="118323"/>
                </a:lnTo>
                <a:cubicBezTo>
                  <a:pt x="1624485" y="100818"/>
                  <a:pt x="1631009" y="80642"/>
                  <a:pt x="1637760" y="57796"/>
                </a:cubicBezTo>
                <a:cubicBezTo>
                  <a:pt x="1639632" y="51488"/>
                  <a:pt x="1642894" y="48334"/>
                  <a:pt x="1647546" y="48334"/>
                </a:cubicBezTo>
                <a:cubicBezTo>
                  <a:pt x="1652028" y="48334"/>
                  <a:pt x="1655063" y="51858"/>
                  <a:pt x="1656651" y="58905"/>
                </a:cubicBezTo>
                <a:cubicBezTo>
                  <a:pt x="1658126" y="65555"/>
                  <a:pt x="1659970" y="75785"/>
                  <a:pt x="1662182" y="89595"/>
                </a:cubicBezTo>
                <a:cubicBezTo>
                  <a:pt x="1664452" y="103916"/>
                  <a:pt x="1666466" y="115083"/>
                  <a:pt x="1668224" y="123096"/>
                </a:cubicBezTo>
                <a:lnTo>
                  <a:pt x="1674436" y="99908"/>
                </a:lnTo>
                <a:lnTo>
                  <a:pt x="1685414" y="53448"/>
                </a:lnTo>
                <a:cubicBezTo>
                  <a:pt x="1686265" y="50039"/>
                  <a:pt x="1688704" y="48334"/>
                  <a:pt x="1692732" y="48334"/>
                </a:cubicBezTo>
                <a:cubicBezTo>
                  <a:pt x="1695115" y="48334"/>
                  <a:pt x="1697185" y="49138"/>
                  <a:pt x="1698944" y="50746"/>
                </a:cubicBezTo>
                <a:cubicBezTo>
                  <a:pt x="1700702" y="52354"/>
                  <a:pt x="1701582" y="54288"/>
                  <a:pt x="1701582" y="56546"/>
                </a:cubicBezTo>
                <a:cubicBezTo>
                  <a:pt x="1701582" y="56828"/>
                  <a:pt x="1701298" y="58126"/>
                  <a:pt x="1700731" y="60439"/>
                </a:cubicBezTo>
                <a:close/>
                <a:moveTo>
                  <a:pt x="1758426" y="140578"/>
                </a:moveTo>
                <a:cubicBezTo>
                  <a:pt x="1745605" y="140578"/>
                  <a:pt x="1735223" y="137370"/>
                  <a:pt x="1727281" y="130954"/>
                </a:cubicBezTo>
                <a:cubicBezTo>
                  <a:pt x="1718601" y="123856"/>
                  <a:pt x="1714261" y="113918"/>
                  <a:pt x="1714261" y="101142"/>
                </a:cubicBezTo>
                <a:cubicBezTo>
                  <a:pt x="1714261" y="86379"/>
                  <a:pt x="1717835" y="74001"/>
                  <a:pt x="1724983" y="64008"/>
                </a:cubicBezTo>
                <a:cubicBezTo>
                  <a:pt x="1732755" y="53105"/>
                  <a:pt x="1743137" y="47654"/>
                  <a:pt x="1756128" y="47654"/>
                </a:cubicBezTo>
                <a:cubicBezTo>
                  <a:pt x="1765546" y="47654"/>
                  <a:pt x="1773233" y="49242"/>
                  <a:pt x="1779189" y="52419"/>
                </a:cubicBezTo>
                <a:cubicBezTo>
                  <a:pt x="1786507" y="56333"/>
                  <a:pt x="1790167" y="62347"/>
                  <a:pt x="1790167" y="70459"/>
                </a:cubicBezTo>
                <a:cubicBezTo>
                  <a:pt x="1790167" y="76132"/>
                  <a:pt x="1786961" y="81295"/>
                  <a:pt x="1780551" y="85947"/>
                </a:cubicBezTo>
                <a:cubicBezTo>
                  <a:pt x="1777714" y="87989"/>
                  <a:pt x="1771701" y="91166"/>
                  <a:pt x="1762510" y="95477"/>
                </a:cubicBezTo>
                <a:lnTo>
                  <a:pt x="1730004" y="110880"/>
                </a:lnTo>
                <a:cubicBezTo>
                  <a:pt x="1733181" y="115588"/>
                  <a:pt x="1737138" y="119134"/>
                  <a:pt x="1741875" y="121517"/>
                </a:cubicBezTo>
                <a:cubicBezTo>
                  <a:pt x="1746612" y="123899"/>
                  <a:pt x="1752129" y="125091"/>
                  <a:pt x="1758426" y="125091"/>
                </a:cubicBezTo>
                <a:cubicBezTo>
                  <a:pt x="1762340" y="125091"/>
                  <a:pt x="1766935" y="124353"/>
                  <a:pt x="1772211" y="122878"/>
                </a:cubicBezTo>
                <a:cubicBezTo>
                  <a:pt x="1778906" y="121006"/>
                  <a:pt x="1783217" y="118553"/>
                  <a:pt x="1785146" y="115518"/>
                </a:cubicBezTo>
                <a:cubicBezTo>
                  <a:pt x="1787075" y="112482"/>
                  <a:pt x="1789145" y="110965"/>
                  <a:pt x="1791358" y="110965"/>
                </a:cubicBezTo>
                <a:cubicBezTo>
                  <a:pt x="1793344" y="110965"/>
                  <a:pt x="1795116" y="111719"/>
                  <a:pt x="1796676" y="113228"/>
                </a:cubicBezTo>
                <a:cubicBezTo>
                  <a:pt x="1798237" y="114735"/>
                  <a:pt x="1799017" y="116484"/>
                  <a:pt x="1799017" y="118475"/>
                </a:cubicBezTo>
                <a:cubicBezTo>
                  <a:pt x="1799017" y="124789"/>
                  <a:pt x="1793939" y="130223"/>
                  <a:pt x="1783784" y="134776"/>
                </a:cubicBezTo>
                <a:cubicBezTo>
                  <a:pt x="1775105" y="138644"/>
                  <a:pt x="1766652" y="140578"/>
                  <a:pt x="1758426" y="140578"/>
                </a:cubicBezTo>
                <a:moveTo>
                  <a:pt x="1756128" y="62971"/>
                </a:moveTo>
                <a:cubicBezTo>
                  <a:pt x="1749207" y="62971"/>
                  <a:pt x="1743449" y="65651"/>
                  <a:pt x="1738854" y="71012"/>
                </a:cubicBezTo>
                <a:cubicBezTo>
                  <a:pt x="1734259" y="76373"/>
                  <a:pt x="1730826" y="84443"/>
                  <a:pt x="1728557" y="95222"/>
                </a:cubicBezTo>
                <a:lnTo>
                  <a:pt x="1754682" y="82798"/>
                </a:lnTo>
                <a:cubicBezTo>
                  <a:pt x="1764950" y="77806"/>
                  <a:pt x="1772268" y="73466"/>
                  <a:pt x="1776636" y="69779"/>
                </a:cubicBezTo>
                <a:cubicBezTo>
                  <a:pt x="1771758" y="65240"/>
                  <a:pt x="1764922" y="62971"/>
                  <a:pt x="1756128" y="62971"/>
                </a:cubicBezTo>
                <a:close/>
                <a:moveTo>
                  <a:pt x="1933200" y="73608"/>
                </a:moveTo>
                <a:cubicBezTo>
                  <a:pt x="1932802" y="80699"/>
                  <a:pt x="1929966" y="84245"/>
                  <a:pt x="1924690" y="84245"/>
                </a:cubicBezTo>
                <a:cubicBezTo>
                  <a:pt x="1919811" y="84245"/>
                  <a:pt x="1917372" y="81448"/>
                  <a:pt x="1917372" y="75855"/>
                </a:cubicBezTo>
                <a:cubicBezTo>
                  <a:pt x="1917372" y="74781"/>
                  <a:pt x="1917287" y="72802"/>
                  <a:pt x="1917116" y="69919"/>
                </a:cubicBezTo>
                <a:lnTo>
                  <a:pt x="1916861" y="62801"/>
                </a:lnTo>
                <a:cubicBezTo>
                  <a:pt x="1907898" y="63880"/>
                  <a:pt x="1900721" y="66410"/>
                  <a:pt x="1895332" y="70390"/>
                </a:cubicBezTo>
                <a:cubicBezTo>
                  <a:pt x="1890283" y="74087"/>
                  <a:pt x="1886085" y="79659"/>
                  <a:pt x="1882738" y="87106"/>
                </a:cubicBezTo>
                <a:lnTo>
                  <a:pt x="1882908" y="133837"/>
                </a:lnTo>
                <a:cubicBezTo>
                  <a:pt x="1882908" y="139579"/>
                  <a:pt x="1880100" y="142450"/>
                  <a:pt x="1874483" y="142450"/>
                </a:cubicBezTo>
                <a:cubicBezTo>
                  <a:pt x="1869491" y="142450"/>
                  <a:pt x="1866995" y="139580"/>
                  <a:pt x="1866995" y="133840"/>
                </a:cubicBezTo>
                <a:lnTo>
                  <a:pt x="1866995" y="73993"/>
                </a:lnTo>
                <a:cubicBezTo>
                  <a:pt x="1866995" y="72118"/>
                  <a:pt x="1867066" y="69305"/>
                  <a:pt x="1867208" y="65556"/>
                </a:cubicBezTo>
                <a:cubicBezTo>
                  <a:pt x="1867350" y="61804"/>
                  <a:pt x="1867420" y="58991"/>
                  <a:pt x="1867420" y="57115"/>
                </a:cubicBezTo>
                <a:cubicBezTo>
                  <a:pt x="1867420" y="51375"/>
                  <a:pt x="1869917" y="48505"/>
                  <a:pt x="1874909" y="48505"/>
                </a:cubicBezTo>
                <a:cubicBezTo>
                  <a:pt x="1880469" y="48505"/>
                  <a:pt x="1883277" y="53213"/>
                  <a:pt x="1883333" y="62630"/>
                </a:cubicBezTo>
                <a:cubicBezTo>
                  <a:pt x="1894226" y="52079"/>
                  <a:pt x="1906309" y="46803"/>
                  <a:pt x="1919584" y="46803"/>
                </a:cubicBezTo>
                <a:cubicBezTo>
                  <a:pt x="1924179" y="46803"/>
                  <a:pt x="1927612" y="48533"/>
                  <a:pt x="1929881" y="51994"/>
                </a:cubicBezTo>
                <a:cubicBezTo>
                  <a:pt x="1932150" y="55454"/>
                  <a:pt x="1933285" y="60673"/>
                  <a:pt x="1933285" y="67651"/>
                </a:cubicBezTo>
                <a:cubicBezTo>
                  <a:pt x="1933285" y="70601"/>
                  <a:pt x="1933256" y="72587"/>
                  <a:pt x="1933200" y="73608"/>
                </a:cubicBezTo>
                <a:close/>
                <a:moveTo>
                  <a:pt x="1989429" y="140578"/>
                </a:moveTo>
                <a:cubicBezTo>
                  <a:pt x="1976608" y="140578"/>
                  <a:pt x="1966226" y="137370"/>
                  <a:pt x="1958284" y="130954"/>
                </a:cubicBezTo>
                <a:cubicBezTo>
                  <a:pt x="1949604" y="123856"/>
                  <a:pt x="1945264" y="113918"/>
                  <a:pt x="1945264" y="101142"/>
                </a:cubicBezTo>
                <a:cubicBezTo>
                  <a:pt x="1945264" y="86379"/>
                  <a:pt x="1948838" y="74001"/>
                  <a:pt x="1955986" y="64008"/>
                </a:cubicBezTo>
                <a:cubicBezTo>
                  <a:pt x="1963758" y="53105"/>
                  <a:pt x="1974140" y="47654"/>
                  <a:pt x="1987131" y="47654"/>
                </a:cubicBezTo>
                <a:cubicBezTo>
                  <a:pt x="1996548" y="47654"/>
                  <a:pt x="2004235" y="49242"/>
                  <a:pt x="2010192" y="52419"/>
                </a:cubicBezTo>
                <a:cubicBezTo>
                  <a:pt x="2017510" y="56333"/>
                  <a:pt x="2021170" y="62347"/>
                  <a:pt x="2021170" y="70459"/>
                </a:cubicBezTo>
                <a:cubicBezTo>
                  <a:pt x="2021170" y="76132"/>
                  <a:pt x="2017964" y="81295"/>
                  <a:pt x="2011554" y="85947"/>
                </a:cubicBezTo>
                <a:cubicBezTo>
                  <a:pt x="2008717" y="87989"/>
                  <a:pt x="2002704" y="91166"/>
                  <a:pt x="1993513" y="95477"/>
                </a:cubicBezTo>
                <a:lnTo>
                  <a:pt x="1961007" y="110880"/>
                </a:lnTo>
                <a:cubicBezTo>
                  <a:pt x="1964184" y="115588"/>
                  <a:pt x="1968141" y="119134"/>
                  <a:pt x="1972878" y="121517"/>
                </a:cubicBezTo>
                <a:cubicBezTo>
                  <a:pt x="1977615" y="123899"/>
                  <a:pt x="1983132" y="125091"/>
                  <a:pt x="1989429" y="125091"/>
                </a:cubicBezTo>
                <a:cubicBezTo>
                  <a:pt x="1993343" y="125091"/>
                  <a:pt x="1997938" y="124353"/>
                  <a:pt x="2003214" y="122878"/>
                </a:cubicBezTo>
                <a:cubicBezTo>
                  <a:pt x="2009909" y="121006"/>
                  <a:pt x="2014220" y="118553"/>
                  <a:pt x="2016149" y="115518"/>
                </a:cubicBezTo>
                <a:cubicBezTo>
                  <a:pt x="2018078" y="112482"/>
                  <a:pt x="2020148" y="110965"/>
                  <a:pt x="2022361" y="110965"/>
                </a:cubicBezTo>
                <a:cubicBezTo>
                  <a:pt x="2024346" y="110965"/>
                  <a:pt x="2026119" y="111719"/>
                  <a:pt x="2027679" y="113228"/>
                </a:cubicBezTo>
                <a:cubicBezTo>
                  <a:pt x="2029239" y="114735"/>
                  <a:pt x="2030019" y="116484"/>
                  <a:pt x="2030019" y="118475"/>
                </a:cubicBezTo>
                <a:cubicBezTo>
                  <a:pt x="2030019" y="124789"/>
                  <a:pt x="2024942" y="130223"/>
                  <a:pt x="2014787" y="134776"/>
                </a:cubicBezTo>
                <a:cubicBezTo>
                  <a:pt x="2006108" y="138644"/>
                  <a:pt x="1997655" y="140578"/>
                  <a:pt x="1989429" y="140578"/>
                </a:cubicBezTo>
                <a:moveTo>
                  <a:pt x="1987131" y="62971"/>
                </a:moveTo>
                <a:cubicBezTo>
                  <a:pt x="1980210" y="62971"/>
                  <a:pt x="1974452" y="65651"/>
                  <a:pt x="1969857" y="71012"/>
                </a:cubicBezTo>
                <a:cubicBezTo>
                  <a:pt x="1965262" y="76373"/>
                  <a:pt x="1961829" y="84443"/>
                  <a:pt x="1959560" y="95222"/>
                </a:cubicBezTo>
                <a:lnTo>
                  <a:pt x="1985685" y="82798"/>
                </a:lnTo>
                <a:cubicBezTo>
                  <a:pt x="1995953" y="77806"/>
                  <a:pt x="2003271" y="73466"/>
                  <a:pt x="2007639" y="69779"/>
                </a:cubicBezTo>
                <a:cubicBezTo>
                  <a:pt x="2002760" y="65240"/>
                  <a:pt x="1995924" y="62971"/>
                  <a:pt x="1987131" y="62971"/>
                </a:cubicBezTo>
                <a:close/>
                <a:moveTo>
                  <a:pt x="2084091" y="142110"/>
                </a:moveTo>
                <a:cubicBezTo>
                  <a:pt x="2072462" y="142110"/>
                  <a:pt x="2062761" y="138586"/>
                  <a:pt x="2054989" y="131539"/>
                </a:cubicBezTo>
                <a:cubicBezTo>
                  <a:pt x="2046820" y="124152"/>
                  <a:pt x="2042735" y="114405"/>
                  <a:pt x="2042735" y="102298"/>
                </a:cubicBezTo>
                <a:cubicBezTo>
                  <a:pt x="2042735" y="90763"/>
                  <a:pt x="2046564" y="78857"/>
                  <a:pt x="2054223" y="66582"/>
                </a:cubicBezTo>
                <a:cubicBezTo>
                  <a:pt x="2062732" y="52942"/>
                  <a:pt x="2072320" y="46122"/>
                  <a:pt x="2082985" y="46122"/>
                </a:cubicBezTo>
                <a:cubicBezTo>
                  <a:pt x="2088545" y="46122"/>
                  <a:pt x="2094757" y="47431"/>
                  <a:pt x="2101621" y="50050"/>
                </a:cubicBezTo>
                <a:cubicBezTo>
                  <a:pt x="2110301" y="53409"/>
                  <a:pt x="2114641" y="57508"/>
                  <a:pt x="2114641" y="62346"/>
                </a:cubicBezTo>
                <a:cubicBezTo>
                  <a:pt x="2114641" y="64509"/>
                  <a:pt x="2113932" y="66431"/>
                  <a:pt x="2112513" y="68111"/>
                </a:cubicBezTo>
                <a:cubicBezTo>
                  <a:pt x="2111095" y="69790"/>
                  <a:pt x="2109337" y="70629"/>
                  <a:pt x="2107238" y="70629"/>
                </a:cubicBezTo>
                <a:cubicBezTo>
                  <a:pt x="2105592" y="70629"/>
                  <a:pt x="2104160" y="70129"/>
                  <a:pt x="2102940" y="69127"/>
                </a:cubicBezTo>
                <a:cubicBezTo>
                  <a:pt x="2101720" y="68124"/>
                  <a:pt x="2100543" y="67134"/>
                  <a:pt x="2099409" y="66159"/>
                </a:cubicBezTo>
                <a:cubicBezTo>
                  <a:pt x="2096062" y="63466"/>
                  <a:pt x="2090587" y="62120"/>
                  <a:pt x="2082985" y="62120"/>
                </a:cubicBezTo>
                <a:cubicBezTo>
                  <a:pt x="2077199" y="62120"/>
                  <a:pt x="2071469" y="67297"/>
                  <a:pt x="2065796" y="77650"/>
                </a:cubicBezTo>
                <a:cubicBezTo>
                  <a:pt x="2060633" y="87149"/>
                  <a:pt x="2058052" y="95368"/>
                  <a:pt x="2058052" y="102306"/>
                </a:cubicBezTo>
                <a:cubicBezTo>
                  <a:pt x="2058052" y="109814"/>
                  <a:pt x="2060605" y="115730"/>
                  <a:pt x="2065711" y="120054"/>
                </a:cubicBezTo>
                <a:cubicBezTo>
                  <a:pt x="2070476" y="124093"/>
                  <a:pt x="2076603" y="126112"/>
                  <a:pt x="2084091" y="126112"/>
                </a:cubicBezTo>
                <a:cubicBezTo>
                  <a:pt x="2087495" y="126112"/>
                  <a:pt x="2091126" y="125204"/>
                  <a:pt x="2094984" y="123389"/>
                </a:cubicBezTo>
                <a:lnTo>
                  <a:pt x="2104855" y="118113"/>
                </a:lnTo>
                <a:cubicBezTo>
                  <a:pt x="2106557" y="117205"/>
                  <a:pt x="2107776" y="116751"/>
                  <a:pt x="2108514" y="116751"/>
                </a:cubicBezTo>
                <a:cubicBezTo>
                  <a:pt x="2110613" y="116751"/>
                  <a:pt x="2112428" y="117588"/>
                  <a:pt x="2113960" y="119262"/>
                </a:cubicBezTo>
                <a:cubicBezTo>
                  <a:pt x="2115492" y="120935"/>
                  <a:pt x="2116258" y="122850"/>
                  <a:pt x="2116258" y="125006"/>
                </a:cubicBezTo>
                <a:cubicBezTo>
                  <a:pt x="2116258" y="129147"/>
                  <a:pt x="2111889" y="133147"/>
                  <a:pt x="2103153" y="137004"/>
                </a:cubicBezTo>
                <a:cubicBezTo>
                  <a:pt x="2095494" y="140408"/>
                  <a:pt x="2089140" y="142110"/>
                  <a:pt x="2084091" y="142110"/>
                </a:cubicBezTo>
                <a:close/>
                <a:moveTo>
                  <a:pt x="2166856" y="141770"/>
                </a:moveTo>
                <a:cubicBezTo>
                  <a:pt x="2157325" y="141770"/>
                  <a:pt x="2149127" y="138246"/>
                  <a:pt x="2142263" y="131199"/>
                </a:cubicBezTo>
                <a:cubicBezTo>
                  <a:pt x="2134604" y="123356"/>
                  <a:pt x="2130577" y="112813"/>
                  <a:pt x="2130179" y="99570"/>
                </a:cubicBezTo>
                <a:cubicBezTo>
                  <a:pt x="2129839" y="86726"/>
                  <a:pt x="2133073" y="75416"/>
                  <a:pt x="2139880" y="65641"/>
                </a:cubicBezTo>
                <a:cubicBezTo>
                  <a:pt x="2147823" y="54103"/>
                  <a:pt x="2158885" y="48334"/>
                  <a:pt x="2173068" y="48334"/>
                </a:cubicBezTo>
                <a:cubicBezTo>
                  <a:pt x="2184414" y="48334"/>
                  <a:pt x="2193008" y="53535"/>
                  <a:pt x="2198852" y="63936"/>
                </a:cubicBezTo>
                <a:cubicBezTo>
                  <a:pt x="2203504" y="72346"/>
                  <a:pt x="2205744" y="82462"/>
                  <a:pt x="2205574" y="94283"/>
                </a:cubicBezTo>
                <a:cubicBezTo>
                  <a:pt x="2205404" y="106901"/>
                  <a:pt x="2202114" y="117672"/>
                  <a:pt x="2195703" y="126596"/>
                </a:cubicBezTo>
                <a:cubicBezTo>
                  <a:pt x="2188442" y="136712"/>
                  <a:pt x="2178826" y="141770"/>
                  <a:pt x="2166856" y="141770"/>
                </a:cubicBezTo>
                <a:moveTo>
                  <a:pt x="2171961" y="65694"/>
                </a:moveTo>
                <a:cubicBezTo>
                  <a:pt x="2163622" y="65637"/>
                  <a:pt x="2157126" y="69614"/>
                  <a:pt x="2152475" y="77623"/>
                </a:cubicBezTo>
                <a:cubicBezTo>
                  <a:pt x="2148787" y="84044"/>
                  <a:pt x="2146943" y="91373"/>
                  <a:pt x="2146943" y="99610"/>
                </a:cubicBezTo>
                <a:cubicBezTo>
                  <a:pt x="2146943" y="107848"/>
                  <a:pt x="2149184" y="114269"/>
                  <a:pt x="2153666" y="118871"/>
                </a:cubicBezTo>
                <a:cubicBezTo>
                  <a:pt x="2157410" y="122677"/>
                  <a:pt x="2161807" y="124580"/>
                  <a:pt x="2166856" y="124580"/>
                </a:cubicBezTo>
                <a:cubicBezTo>
                  <a:pt x="2172756" y="124580"/>
                  <a:pt x="2177833" y="122421"/>
                  <a:pt x="2182088" y="118102"/>
                </a:cubicBezTo>
                <a:cubicBezTo>
                  <a:pt x="2186910" y="113332"/>
                  <a:pt x="2189463" y="106884"/>
                  <a:pt x="2189746" y="98759"/>
                </a:cubicBezTo>
                <a:cubicBezTo>
                  <a:pt x="2190541" y="76772"/>
                  <a:pt x="2184612" y="65751"/>
                  <a:pt x="2171961" y="65694"/>
                </a:cubicBezTo>
                <a:close/>
                <a:moveTo>
                  <a:pt x="2292557" y="73608"/>
                </a:moveTo>
                <a:cubicBezTo>
                  <a:pt x="2292160" y="80699"/>
                  <a:pt x="2289323" y="84245"/>
                  <a:pt x="2284047" y="84245"/>
                </a:cubicBezTo>
                <a:cubicBezTo>
                  <a:pt x="2279169" y="84245"/>
                  <a:pt x="2276729" y="81448"/>
                  <a:pt x="2276729" y="75855"/>
                </a:cubicBezTo>
                <a:cubicBezTo>
                  <a:pt x="2276729" y="74781"/>
                  <a:pt x="2276644" y="72802"/>
                  <a:pt x="2276474" y="69919"/>
                </a:cubicBezTo>
                <a:lnTo>
                  <a:pt x="2276219" y="62801"/>
                </a:lnTo>
                <a:cubicBezTo>
                  <a:pt x="2267255" y="63880"/>
                  <a:pt x="2260079" y="66410"/>
                  <a:pt x="2254689" y="70390"/>
                </a:cubicBezTo>
                <a:cubicBezTo>
                  <a:pt x="2249640" y="74087"/>
                  <a:pt x="2245442" y="79659"/>
                  <a:pt x="2242095" y="87106"/>
                </a:cubicBezTo>
                <a:lnTo>
                  <a:pt x="2242265" y="133837"/>
                </a:lnTo>
                <a:cubicBezTo>
                  <a:pt x="2242265" y="139579"/>
                  <a:pt x="2239457" y="142450"/>
                  <a:pt x="2233841" y="142450"/>
                </a:cubicBezTo>
                <a:cubicBezTo>
                  <a:pt x="2228849" y="142450"/>
                  <a:pt x="2226352" y="139580"/>
                  <a:pt x="2226352" y="133840"/>
                </a:cubicBezTo>
                <a:lnTo>
                  <a:pt x="2226352" y="73993"/>
                </a:lnTo>
                <a:cubicBezTo>
                  <a:pt x="2226352" y="72118"/>
                  <a:pt x="2226423" y="69305"/>
                  <a:pt x="2226565" y="65556"/>
                </a:cubicBezTo>
                <a:cubicBezTo>
                  <a:pt x="2226707" y="61804"/>
                  <a:pt x="2226778" y="58991"/>
                  <a:pt x="2226778" y="57115"/>
                </a:cubicBezTo>
                <a:cubicBezTo>
                  <a:pt x="2226778" y="51375"/>
                  <a:pt x="2229274" y="48505"/>
                  <a:pt x="2234266" y="48505"/>
                </a:cubicBezTo>
                <a:cubicBezTo>
                  <a:pt x="2239826" y="48505"/>
                  <a:pt x="2242634" y="53213"/>
                  <a:pt x="2242691" y="62630"/>
                </a:cubicBezTo>
                <a:cubicBezTo>
                  <a:pt x="2253583" y="52079"/>
                  <a:pt x="2265667" y="46803"/>
                  <a:pt x="2278942" y="46803"/>
                </a:cubicBezTo>
                <a:cubicBezTo>
                  <a:pt x="2283537" y="46803"/>
                  <a:pt x="2286969" y="48533"/>
                  <a:pt x="2289238" y="51994"/>
                </a:cubicBezTo>
                <a:cubicBezTo>
                  <a:pt x="2291507" y="55454"/>
                  <a:pt x="2292642" y="60673"/>
                  <a:pt x="2292642" y="67651"/>
                </a:cubicBezTo>
                <a:cubicBezTo>
                  <a:pt x="2292642" y="70601"/>
                  <a:pt x="2292614" y="72587"/>
                  <a:pt x="2292557" y="73608"/>
                </a:cubicBezTo>
                <a:close/>
                <a:moveTo>
                  <a:pt x="2387420" y="61487"/>
                </a:moveTo>
                <a:cubicBezTo>
                  <a:pt x="2386739" y="69821"/>
                  <a:pt x="2386399" y="78155"/>
                  <a:pt x="2386399" y="86489"/>
                </a:cubicBezTo>
                <a:cubicBezTo>
                  <a:pt x="2386399" y="105370"/>
                  <a:pt x="2387278" y="119629"/>
                  <a:pt x="2389037" y="129266"/>
                </a:cubicBezTo>
                <a:cubicBezTo>
                  <a:pt x="2389150" y="130060"/>
                  <a:pt x="2389207" y="130712"/>
                  <a:pt x="2389207" y="131223"/>
                </a:cubicBezTo>
                <a:cubicBezTo>
                  <a:pt x="2389207" y="133490"/>
                  <a:pt x="2388413" y="135361"/>
                  <a:pt x="2386824" y="136834"/>
                </a:cubicBezTo>
                <a:cubicBezTo>
                  <a:pt x="2385236" y="138309"/>
                  <a:pt x="2383392" y="139047"/>
                  <a:pt x="2381293" y="139047"/>
                </a:cubicBezTo>
                <a:cubicBezTo>
                  <a:pt x="2377776" y="139047"/>
                  <a:pt x="2375194" y="136494"/>
                  <a:pt x="2373549" y="131388"/>
                </a:cubicBezTo>
                <a:cubicBezTo>
                  <a:pt x="2369465" y="134395"/>
                  <a:pt x="2365224" y="136678"/>
                  <a:pt x="2360827" y="138238"/>
                </a:cubicBezTo>
                <a:cubicBezTo>
                  <a:pt x="2356431" y="139798"/>
                  <a:pt x="2351850" y="140578"/>
                  <a:pt x="2347084" y="140578"/>
                </a:cubicBezTo>
                <a:cubicBezTo>
                  <a:pt x="2335341" y="140578"/>
                  <a:pt x="2325612" y="136660"/>
                  <a:pt x="2317897" y="128824"/>
                </a:cubicBezTo>
                <a:cubicBezTo>
                  <a:pt x="2309954" y="120818"/>
                  <a:pt x="2305983" y="110540"/>
                  <a:pt x="2305983" y="97990"/>
                </a:cubicBezTo>
                <a:cubicBezTo>
                  <a:pt x="2305983" y="82829"/>
                  <a:pt x="2309997" y="70678"/>
                  <a:pt x="2318024" y="61538"/>
                </a:cubicBezTo>
                <a:cubicBezTo>
                  <a:pt x="2326052" y="52395"/>
                  <a:pt x="2336476" y="47824"/>
                  <a:pt x="2349297" y="47824"/>
                </a:cubicBezTo>
                <a:cubicBezTo>
                  <a:pt x="2355878" y="47824"/>
                  <a:pt x="2360955" y="48845"/>
                  <a:pt x="2364529" y="50887"/>
                </a:cubicBezTo>
                <a:lnTo>
                  <a:pt x="2372528" y="56759"/>
                </a:lnTo>
                <a:cubicBezTo>
                  <a:pt x="2373322" y="32907"/>
                  <a:pt x="2374258" y="16848"/>
                  <a:pt x="2375336" y="8581"/>
                </a:cubicBezTo>
                <a:cubicBezTo>
                  <a:pt x="2376074" y="3541"/>
                  <a:pt x="2378655" y="1021"/>
                  <a:pt x="2383080" y="1021"/>
                </a:cubicBezTo>
                <a:cubicBezTo>
                  <a:pt x="2388242" y="1021"/>
                  <a:pt x="2390824" y="3771"/>
                  <a:pt x="2390824" y="9270"/>
                </a:cubicBezTo>
                <a:cubicBezTo>
                  <a:pt x="2390824" y="17150"/>
                  <a:pt x="2389689" y="34556"/>
                  <a:pt x="2387420" y="61487"/>
                </a:cubicBezTo>
                <a:moveTo>
                  <a:pt x="2349637" y="63652"/>
                </a:moveTo>
                <a:cubicBezTo>
                  <a:pt x="2340106" y="63652"/>
                  <a:pt x="2332958" y="66474"/>
                  <a:pt x="2328193" y="72119"/>
                </a:cubicBezTo>
                <a:cubicBezTo>
                  <a:pt x="2323428" y="77763"/>
                  <a:pt x="2321045" y="86259"/>
                  <a:pt x="2321045" y="97605"/>
                </a:cubicBezTo>
                <a:cubicBezTo>
                  <a:pt x="2321045" y="104923"/>
                  <a:pt x="2323640" y="111220"/>
                  <a:pt x="2328831" y="116496"/>
                </a:cubicBezTo>
                <a:cubicBezTo>
                  <a:pt x="2334022" y="121772"/>
                  <a:pt x="2340106" y="124410"/>
                  <a:pt x="2347084" y="124410"/>
                </a:cubicBezTo>
                <a:cubicBezTo>
                  <a:pt x="2351850" y="124410"/>
                  <a:pt x="2355878" y="123531"/>
                  <a:pt x="2359168" y="121772"/>
                </a:cubicBezTo>
                <a:cubicBezTo>
                  <a:pt x="2361097" y="120751"/>
                  <a:pt x="2364245" y="118397"/>
                  <a:pt x="2368614" y="114709"/>
                </a:cubicBezTo>
                <a:cubicBezTo>
                  <a:pt x="2369465" y="113972"/>
                  <a:pt x="2370287" y="113092"/>
                  <a:pt x="2371081" y="112071"/>
                </a:cubicBezTo>
                <a:lnTo>
                  <a:pt x="2370826" y="97350"/>
                </a:lnTo>
                <a:lnTo>
                  <a:pt x="2370911" y="87478"/>
                </a:lnTo>
                <a:lnTo>
                  <a:pt x="2371081" y="77437"/>
                </a:lnTo>
                <a:cubicBezTo>
                  <a:pt x="2368926" y="72842"/>
                  <a:pt x="2366061" y="69396"/>
                  <a:pt x="2362487" y="67098"/>
                </a:cubicBezTo>
                <a:cubicBezTo>
                  <a:pt x="2358913" y="64800"/>
                  <a:pt x="2354630" y="63652"/>
                  <a:pt x="2349637" y="63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the">
            <a:extLst xmlns:a="http://schemas.openxmlformats.org/drawingml/2006/main">
              <a:ext uri="{FF2B5EF4-FFF2-40B4-BE49-F238E27FC236}">
                <a16:creationId xmlns:a16="http://schemas.microsoft.com/office/drawing/2014/main" id="{9A5580F2-4BBE-4BF9-A979-C52603D9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86" y="4082745"/>
            <a:ext cx="269617" cy="141770"/>
          </a:xfrm>
          <a:custGeom xmlns:a="http://schemas.openxmlformats.org/drawingml/2006/main">
            <a:pathLst>
              <a:path w="269617" h="141770">
                <a:moveTo>
                  <a:pt x="63226" y="63896"/>
                </a:moveTo>
                <a:cubicBezTo>
                  <a:pt x="62035" y="63896"/>
                  <a:pt x="60631" y="63840"/>
                  <a:pt x="59014" y="63726"/>
                </a:cubicBezTo>
                <a:cubicBezTo>
                  <a:pt x="57397" y="63611"/>
                  <a:pt x="55993" y="63553"/>
                  <a:pt x="54802" y="63553"/>
                </a:cubicBezTo>
                <a:cubicBezTo>
                  <a:pt x="53497" y="63553"/>
                  <a:pt x="49639" y="63983"/>
                  <a:pt x="43229" y="64843"/>
                </a:cubicBezTo>
                <a:lnTo>
                  <a:pt x="44845" y="115079"/>
                </a:lnTo>
                <a:lnTo>
                  <a:pt x="44931" y="118820"/>
                </a:lnTo>
                <a:lnTo>
                  <a:pt x="45016" y="123155"/>
                </a:lnTo>
                <a:cubicBezTo>
                  <a:pt x="45243" y="135565"/>
                  <a:pt x="42264" y="141770"/>
                  <a:pt x="36081" y="141770"/>
                </a:cubicBezTo>
                <a:cubicBezTo>
                  <a:pt x="33811" y="141770"/>
                  <a:pt x="31840" y="141033"/>
                  <a:pt x="30166" y="139560"/>
                </a:cubicBezTo>
                <a:cubicBezTo>
                  <a:pt x="28493" y="138087"/>
                  <a:pt x="27656" y="136245"/>
                  <a:pt x="27656" y="134034"/>
                </a:cubicBezTo>
                <a:cubicBezTo>
                  <a:pt x="27656" y="131882"/>
                  <a:pt x="27741" y="128652"/>
                  <a:pt x="27911" y="124346"/>
                </a:cubicBezTo>
                <a:cubicBezTo>
                  <a:pt x="28082" y="120038"/>
                  <a:pt x="28167" y="116807"/>
                  <a:pt x="28167" y="114653"/>
                </a:cubicBezTo>
                <a:lnTo>
                  <a:pt x="26465" y="65013"/>
                </a:lnTo>
                <a:cubicBezTo>
                  <a:pt x="22323" y="64843"/>
                  <a:pt x="16026" y="64358"/>
                  <a:pt x="7574" y="63559"/>
                </a:cubicBezTo>
                <a:cubicBezTo>
                  <a:pt x="2525" y="62874"/>
                  <a:pt x="0" y="60053"/>
                  <a:pt x="0" y="55094"/>
                </a:cubicBezTo>
                <a:cubicBezTo>
                  <a:pt x="0" y="52586"/>
                  <a:pt x="766" y="50506"/>
                  <a:pt x="2298" y="48856"/>
                </a:cubicBezTo>
                <a:cubicBezTo>
                  <a:pt x="3829" y="47203"/>
                  <a:pt x="5787" y="46377"/>
                  <a:pt x="8169" y="46377"/>
                </a:cubicBezTo>
                <a:lnTo>
                  <a:pt x="26039" y="47824"/>
                </a:lnTo>
                <a:cubicBezTo>
                  <a:pt x="26039" y="44922"/>
                  <a:pt x="25912" y="41039"/>
                  <a:pt x="25656" y="36176"/>
                </a:cubicBezTo>
                <a:cubicBezTo>
                  <a:pt x="25401" y="31312"/>
                  <a:pt x="25273" y="27799"/>
                  <a:pt x="25273" y="25638"/>
                </a:cubicBezTo>
                <a:cubicBezTo>
                  <a:pt x="25273" y="23248"/>
                  <a:pt x="26096" y="21271"/>
                  <a:pt x="27741" y="19708"/>
                </a:cubicBezTo>
                <a:cubicBezTo>
                  <a:pt x="29386" y="18142"/>
                  <a:pt x="31400" y="17360"/>
                  <a:pt x="33783" y="17360"/>
                </a:cubicBezTo>
                <a:cubicBezTo>
                  <a:pt x="38889" y="17360"/>
                  <a:pt x="41867" y="21529"/>
                  <a:pt x="42718" y="29869"/>
                </a:cubicBezTo>
                <a:cubicBezTo>
                  <a:pt x="42888" y="31968"/>
                  <a:pt x="42973" y="34492"/>
                  <a:pt x="42973" y="37442"/>
                </a:cubicBezTo>
                <a:lnTo>
                  <a:pt x="42803" y="42378"/>
                </a:lnTo>
                <a:lnTo>
                  <a:pt x="42718" y="47654"/>
                </a:lnTo>
                <a:cubicBezTo>
                  <a:pt x="49753" y="46746"/>
                  <a:pt x="53781" y="46292"/>
                  <a:pt x="54802" y="46292"/>
                </a:cubicBezTo>
                <a:cubicBezTo>
                  <a:pt x="60702" y="46292"/>
                  <a:pt x="64559" y="46576"/>
                  <a:pt x="66375" y="47143"/>
                </a:cubicBezTo>
                <a:cubicBezTo>
                  <a:pt x="69835" y="48285"/>
                  <a:pt x="71566" y="50976"/>
                  <a:pt x="71566" y="55217"/>
                </a:cubicBezTo>
                <a:cubicBezTo>
                  <a:pt x="71566" y="57737"/>
                  <a:pt x="70786" y="59814"/>
                  <a:pt x="69225" y="61447"/>
                </a:cubicBezTo>
                <a:cubicBezTo>
                  <a:pt x="67665" y="63080"/>
                  <a:pt x="65666" y="63896"/>
                  <a:pt x="63226" y="63896"/>
                </a:cubicBezTo>
                <a:close/>
                <a:moveTo>
                  <a:pt x="160303" y="141599"/>
                </a:moveTo>
                <a:cubicBezTo>
                  <a:pt x="156276" y="141599"/>
                  <a:pt x="153638" y="139446"/>
                  <a:pt x="152390" y="135140"/>
                </a:cubicBezTo>
                <a:cubicBezTo>
                  <a:pt x="151085" y="130493"/>
                  <a:pt x="149893" y="123891"/>
                  <a:pt x="148816" y="115334"/>
                </a:cubicBezTo>
                <a:cubicBezTo>
                  <a:pt x="147794" y="107117"/>
                  <a:pt x="147284" y="100374"/>
                  <a:pt x="147284" y="95105"/>
                </a:cubicBezTo>
                <a:cubicBezTo>
                  <a:pt x="147284" y="93632"/>
                  <a:pt x="147355" y="91394"/>
                  <a:pt x="147497" y="88391"/>
                </a:cubicBezTo>
                <a:cubicBezTo>
                  <a:pt x="147638" y="85386"/>
                  <a:pt x="147709" y="83147"/>
                  <a:pt x="147709" y="81673"/>
                </a:cubicBezTo>
                <a:cubicBezTo>
                  <a:pt x="147709" y="71020"/>
                  <a:pt x="145043" y="65694"/>
                  <a:pt x="139710" y="65694"/>
                </a:cubicBezTo>
                <a:cubicBezTo>
                  <a:pt x="132505" y="65694"/>
                  <a:pt x="126067" y="68956"/>
                  <a:pt x="120394" y="75480"/>
                </a:cubicBezTo>
                <a:cubicBezTo>
                  <a:pt x="117500" y="78827"/>
                  <a:pt x="113529" y="85209"/>
                  <a:pt x="108480" y="94627"/>
                </a:cubicBezTo>
                <a:cubicBezTo>
                  <a:pt x="108480" y="116198"/>
                  <a:pt x="107572" y="128966"/>
                  <a:pt x="105757" y="132930"/>
                </a:cubicBezTo>
                <a:cubicBezTo>
                  <a:pt x="104169" y="136440"/>
                  <a:pt x="101701" y="138196"/>
                  <a:pt x="98354" y="138196"/>
                </a:cubicBezTo>
                <a:cubicBezTo>
                  <a:pt x="96028" y="138196"/>
                  <a:pt x="93985" y="137401"/>
                  <a:pt x="92227" y="135813"/>
                </a:cubicBezTo>
                <a:cubicBezTo>
                  <a:pt x="90468" y="134224"/>
                  <a:pt x="89589" y="132296"/>
                  <a:pt x="89589" y="130026"/>
                </a:cubicBezTo>
                <a:cubicBezTo>
                  <a:pt x="89589" y="129232"/>
                  <a:pt x="89844" y="127984"/>
                  <a:pt x="90355" y="126282"/>
                </a:cubicBezTo>
                <a:cubicBezTo>
                  <a:pt x="90809" y="124864"/>
                  <a:pt x="91121" y="120723"/>
                  <a:pt x="91291" y="113858"/>
                </a:cubicBezTo>
                <a:lnTo>
                  <a:pt x="91546" y="101264"/>
                </a:lnTo>
                <a:lnTo>
                  <a:pt x="91801" y="38719"/>
                </a:lnTo>
                <a:cubicBezTo>
                  <a:pt x="92198" y="31684"/>
                  <a:pt x="92397" y="26947"/>
                  <a:pt x="92397" y="24508"/>
                </a:cubicBezTo>
                <a:cubicBezTo>
                  <a:pt x="92397" y="21614"/>
                  <a:pt x="92128" y="18877"/>
                  <a:pt x="91589" y="16296"/>
                </a:cubicBezTo>
                <a:cubicBezTo>
                  <a:pt x="91050" y="13715"/>
                  <a:pt x="90780" y="11034"/>
                  <a:pt x="90780" y="8254"/>
                </a:cubicBezTo>
                <a:cubicBezTo>
                  <a:pt x="90780" y="5872"/>
                  <a:pt x="91603" y="3900"/>
                  <a:pt x="93248" y="2340"/>
                </a:cubicBezTo>
                <a:cubicBezTo>
                  <a:pt x="94893" y="780"/>
                  <a:pt x="96907" y="0"/>
                  <a:pt x="99290" y="0"/>
                </a:cubicBezTo>
                <a:cubicBezTo>
                  <a:pt x="103942" y="0"/>
                  <a:pt x="106665" y="2496"/>
                  <a:pt x="107459" y="7488"/>
                </a:cubicBezTo>
                <a:cubicBezTo>
                  <a:pt x="108367" y="12991"/>
                  <a:pt x="108820" y="17955"/>
                  <a:pt x="108820" y="22380"/>
                </a:cubicBezTo>
                <a:cubicBezTo>
                  <a:pt x="108820" y="28337"/>
                  <a:pt x="108622" y="34549"/>
                  <a:pt x="108225" y="41016"/>
                </a:cubicBezTo>
                <a:cubicBezTo>
                  <a:pt x="107884" y="47200"/>
                  <a:pt x="107743" y="53412"/>
                  <a:pt x="107799" y="59652"/>
                </a:cubicBezTo>
                <a:lnTo>
                  <a:pt x="107884" y="67141"/>
                </a:lnTo>
                <a:cubicBezTo>
                  <a:pt x="112536" y="60900"/>
                  <a:pt x="117514" y="56234"/>
                  <a:pt x="122819" y="53142"/>
                </a:cubicBezTo>
                <a:cubicBezTo>
                  <a:pt x="128123" y="50051"/>
                  <a:pt x="133754" y="48505"/>
                  <a:pt x="139710" y="48505"/>
                </a:cubicBezTo>
                <a:cubicBezTo>
                  <a:pt x="149128" y="48505"/>
                  <a:pt x="155595" y="51568"/>
                  <a:pt x="159112" y="57695"/>
                </a:cubicBezTo>
                <a:cubicBezTo>
                  <a:pt x="161608" y="62006"/>
                  <a:pt x="163026" y="69268"/>
                  <a:pt x="163367" y="79479"/>
                </a:cubicBezTo>
                <a:lnTo>
                  <a:pt x="164048" y="95733"/>
                </a:lnTo>
                <a:lnTo>
                  <a:pt x="165750" y="113433"/>
                </a:lnTo>
                <a:cubicBezTo>
                  <a:pt x="166544" y="120070"/>
                  <a:pt x="167508" y="125913"/>
                  <a:pt x="168643" y="130962"/>
                </a:cubicBezTo>
                <a:cubicBezTo>
                  <a:pt x="168870" y="131927"/>
                  <a:pt x="168983" y="132749"/>
                  <a:pt x="168983" y="133430"/>
                </a:cubicBezTo>
                <a:cubicBezTo>
                  <a:pt x="168983" y="135756"/>
                  <a:pt x="168132" y="137699"/>
                  <a:pt x="166430" y="139259"/>
                </a:cubicBezTo>
                <a:cubicBezTo>
                  <a:pt x="164728" y="140819"/>
                  <a:pt x="162686" y="141599"/>
                  <a:pt x="160303" y="141599"/>
                </a:cubicBezTo>
                <a:close/>
                <a:moveTo>
                  <a:pt x="229027" y="140238"/>
                </a:moveTo>
                <a:cubicBezTo>
                  <a:pt x="216206" y="140238"/>
                  <a:pt x="205824" y="137030"/>
                  <a:pt x="197882" y="130614"/>
                </a:cubicBezTo>
                <a:cubicBezTo>
                  <a:pt x="189202" y="123516"/>
                  <a:pt x="184862" y="113578"/>
                  <a:pt x="184862" y="100801"/>
                </a:cubicBezTo>
                <a:cubicBezTo>
                  <a:pt x="184862" y="86039"/>
                  <a:pt x="188436" y="73661"/>
                  <a:pt x="195584" y="63668"/>
                </a:cubicBezTo>
                <a:cubicBezTo>
                  <a:pt x="203356" y="52765"/>
                  <a:pt x="213738" y="47313"/>
                  <a:pt x="226729" y="47313"/>
                </a:cubicBezTo>
                <a:cubicBezTo>
                  <a:pt x="236146" y="47313"/>
                  <a:pt x="243833" y="48902"/>
                  <a:pt x="249790" y="52079"/>
                </a:cubicBezTo>
                <a:cubicBezTo>
                  <a:pt x="257108" y="55993"/>
                  <a:pt x="260768" y="62006"/>
                  <a:pt x="260768" y="70119"/>
                </a:cubicBezTo>
                <a:cubicBezTo>
                  <a:pt x="260768" y="75792"/>
                  <a:pt x="257562" y="80954"/>
                  <a:pt x="251152" y="85606"/>
                </a:cubicBezTo>
                <a:cubicBezTo>
                  <a:pt x="248315" y="87649"/>
                  <a:pt x="242302" y="90826"/>
                  <a:pt x="233111" y="95137"/>
                </a:cubicBezTo>
                <a:lnTo>
                  <a:pt x="200605" y="110539"/>
                </a:lnTo>
                <a:cubicBezTo>
                  <a:pt x="203782" y="115248"/>
                  <a:pt x="207739" y="118794"/>
                  <a:pt x="212476" y="121176"/>
                </a:cubicBezTo>
                <a:cubicBezTo>
                  <a:pt x="217213" y="123559"/>
                  <a:pt x="222730" y="124750"/>
                  <a:pt x="229027" y="124750"/>
                </a:cubicBezTo>
                <a:cubicBezTo>
                  <a:pt x="232941" y="124750"/>
                  <a:pt x="237536" y="124013"/>
                  <a:pt x="242812" y="122538"/>
                </a:cubicBezTo>
                <a:cubicBezTo>
                  <a:pt x="249507" y="120666"/>
                  <a:pt x="253818" y="118212"/>
                  <a:pt x="255747" y="115177"/>
                </a:cubicBezTo>
                <a:cubicBezTo>
                  <a:pt x="257676" y="112142"/>
                  <a:pt x="259746" y="110625"/>
                  <a:pt x="261959" y="110625"/>
                </a:cubicBezTo>
                <a:cubicBezTo>
                  <a:pt x="263944" y="110625"/>
                  <a:pt x="265717" y="111379"/>
                  <a:pt x="267277" y="112888"/>
                </a:cubicBezTo>
                <a:cubicBezTo>
                  <a:pt x="268837" y="114394"/>
                  <a:pt x="269617" y="116143"/>
                  <a:pt x="269617" y="118134"/>
                </a:cubicBezTo>
                <a:cubicBezTo>
                  <a:pt x="269617" y="124449"/>
                  <a:pt x="264540" y="129883"/>
                  <a:pt x="254385" y="134435"/>
                </a:cubicBezTo>
                <a:cubicBezTo>
                  <a:pt x="245706" y="138304"/>
                  <a:pt x="237253" y="140238"/>
                  <a:pt x="229027" y="140238"/>
                </a:cubicBezTo>
                <a:moveTo>
                  <a:pt x="226729" y="62630"/>
                </a:moveTo>
                <a:cubicBezTo>
                  <a:pt x="219808" y="62630"/>
                  <a:pt x="214050" y="65311"/>
                  <a:pt x="209455" y="70672"/>
                </a:cubicBezTo>
                <a:cubicBezTo>
                  <a:pt x="204860" y="76033"/>
                  <a:pt x="201427" y="84103"/>
                  <a:pt x="199158" y="94882"/>
                </a:cubicBezTo>
                <a:lnTo>
                  <a:pt x="225283" y="82458"/>
                </a:lnTo>
                <a:cubicBezTo>
                  <a:pt x="235551" y="77466"/>
                  <a:pt x="242869" y="73126"/>
                  <a:pt x="247237" y="69438"/>
                </a:cubicBezTo>
                <a:cubicBezTo>
                  <a:pt x="242358" y="64900"/>
                  <a:pt x="235522" y="62630"/>
                  <a:pt x="226729" y="626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FTA">
            <a:extLst xmlns:a="http://schemas.openxmlformats.org/drawingml/2006/main">
              <a:ext uri="{FF2B5EF4-FFF2-40B4-BE49-F238E27FC236}">
                <a16:creationId xmlns:a16="http://schemas.microsoft.com/office/drawing/2014/main" id="{F97A7B70-A6A2-4A9E-AF1A-46A99EB6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75" y="4071718"/>
            <a:ext cx="365327" cy="154174"/>
          </a:xfrm>
          <a:custGeom xmlns:a="http://schemas.openxmlformats.org/drawingml/2006/main">
            <a:pathLst>
              <a:path w="365327" h="154174">
                <a:moveTo>
                  <a:pt x="87334" y="23860"/>
                </a:moveTo>
                <a:cubicBezTo>
                  <a:pt x="86211" y="23860"/>
                  <a:pt x="85025" y="23615"/>
                  <a:pt x="83777" y="23126"/>
                </a:cubicBezTo>
                <a:cubicBezTo>
                  <a:pt x="76039" y="20312"/>
                  <a:pt x="65805" y="18905"/>
                  <a:pt x="53074" y="18905"/>
                </a:cubicBezTo>
                <a:cubicBezTo>
                  <a:pt x="48956" y="18905"/>
                  <a:pt x="44135" y="19203"/>
                  <a:pt x="38612" y="19799"/>
                </a:cubicBezTo>
                <a:cubicBezTo>
                  <a:pt x="33089" y="20396"/>
                  <a:pt x="26896" y="21321"/>
                  <a:pt x="20032" y="22575"/>
                </a:cubicBezTo>
                <a:lnTo>
                  <a:pt x="19844" y="62220"/>
                </a:lnTo>
                <a:cubicBezTo>
                  <a:pt x="31888" y="59039"/>
                  <a:pt x="40937" y="57448"/>
                  <a:pt x="46990" y="57448"/>
                </a:cubicBezTo>
                <a:cubicBezTo>
                  <a:pt x="56600" y="57448"/>
                  <a:pt x="66553" y="57999"/>
                  <a:pt x="76850" y="59100"/>
                </a:cubicBezTo>
                <a:cubicBezTo>
                  <a:pt x="82716" y="59712"/>
                  <a:pt x="85649" y="62832"/>
                  <a:pt x="85649" y="68460"/>
                </a:cubicBezTo>
                <a:cubicBezTo>
                  <a:pt x="85649" y="71214"/>
                  <a:pt x="84744" y="73492"/>
                  <a:pt x="82934" y="75297"/>
                </a:cubicBezTo>
                <a:cubicBezTo>
                  <a:pt x="81125" y="77102"/>
                  <a:pt x="78878" y="78004"/>
                  <a:pt x="76195" y="78004"/>
                </a:cubicBezTo>
                <a:cubicBezTo>
                  <a:pt x="72950" y="78004"/>
                  <a:pt x="68082" y="77729"/>
                  <a:pt x="61592" y="77179"/>
                </a:cubicBezTo>
                <a:cubicBezTo>
                  <a:pt x="55102" y="76628"/>
                  <a:pt x="50235" y="76353"/>
                  <a:pt x="46990" y="76353"/>
                </a:cubicBezTo>
                <a:cubicBezTo>
                  <a:pt x="42746" y="76353"/>
                  <a:pt x="33573" y="78127"/>
                  <a:pt x="19470" y="81675"/>
                </a:cubicBezTo>
                <a:lnTo>
                  <a:pt x="18627" y="144813"/>
                </a:lnTo>
                <a:cubicBezTo>
                  <a:pt x="18627" y="147444"/>
                  <a:pt x="17754" y="149662"/>
                  <a:pt x="16007" y="151466"/>
                </a:cubicBezTo>
                <a:cubicBezTo>
                  <a:pt x="14259" y="153271"/>
                  <a:pt x="12044" y="154174"/>
                  <a:pt x="9361" y="154174"/>
                </a:cubicBezTo>
                <a:cubicBezTo>
                  <a:pt x="6677" y="154174"/>
                  <a:pt x="4446" y="153271"/>
                  <a:pt x="2668" y="151466"/>
                </a:cubicBezTo>
                <a:cubicBezTo>
                  <a:pt x="889" y="149662"/>
                  <a:pt x="0" y="147444"/>
                  <a:pt x="0" y="144813"/>
                </a:cubicBezTo>
                <a:cubicBezTo>
                  <a:pt x="0" y="132761"/>
                  <a:pt x="234" y="114667"/>
                  <a:pt x="702" y="90531"/>
                </a:cubicBezTo>
                <a:cubicBezTo>
                  <a:pt x="1170" y="66396"/>
                  <a:pt x="1404" y="48302"/>
                  <a:pt x="1404" y="36249"/>
                </a:cubicBezTo>
                <a:cubicBezTo>
                  <a:pt x="1404" y="33557"/>
                  <a:pt x="1357" y="29504"/>
                  <a:pt x="1264" y="24090"/>
                </a:cubicBezTo>
                <a:cubicBezTo>
                  <a:pt x="1170" y="18675"/>
                  <a:pt x="1123" y="14622"/>
                  <a:pt x="1123" y="11930"/>
                </a:cubicBezTo>
                <a:cubicBezTo>
                  <a:pt x="1123" y="9238"/>
                  <a:pt x="1981" y="6975"/>
                  <a:pt x="3697" y="5139"/>
                </a:cubicBezTo>
                <a:cubicBezTo>
                  <a:pt x="5414" y="3304"/>
                  <a:pt x="7644" y="2386"/>
                  <a:pt x="10390" y="2386"/>
                </a:cubicBezTo>
                <a:cubicBezTo>
                  <a:pt x="12450" y="2386"/>
                  <a:pt x="14290" y="2937"/>
                  <a:pt x="15913" y="4038"/>
                </a:cubicBezTo>
                <a:cubicBezTo>
                  <a:pt x="23651" y="2682"/>
                  <a:pt x="30609" y="1671"/>
                  <a:pt x="36787" y="1004"/>
                </a:cubicBezTo>
                <a:cubicBezTo>
                  <a:pt x="42965" y="335"/>
                  <a:pt x="48394" y="0"/>
                  <a:pt x="53074" y="0"/>
                </a:cubicBezTo>
                <a:cubicBezTo>
                  <a:pt x="60251" y="0"/>
                  <a:pt x="68457" y="1013"/>
                  <a:pt x="77692" y="3040"/>
                </a:cubicBezTo>
                <a:cubicBezTo>
                  <a:pt x="90236" y="5866"/>
                  <a:pt x="96507" y="9551"/>
                  <a:pt x="96507" y="14095"/>
                </a:cubicBezTo>
                <a:cubicBezTo>
                  <a:pt x="96507" y="16552"/>
                  <a:pt x="95696" y="18733"/>
                  <a:pt x="94073" y="20637"/>
                </a:cubicBezTo>
                <a:cubicBezTo>
                  <a:pt x="92264" y="22786"/>
                  <a:pt x="90017" y="23860"/>
                  <a:pt x="87334" y="23860"/>
                </a:cubicBezTo>
                <a:close/>
                <a:moveTo>
                  <a:pt x="231112" y="28632"/>
                </a:moveTo>
                <a:cubicBezTo>
                  <a:pt x="226494" y="28632"/>
                  <a:pt x="219380" y="28265"/>
                  <a:pt x="209770" y="27531"/>
                </a:cubicBezTo>
                <a:cubicBezTo>
                  <a:pt x="200409" y="26858"/>
                  <a:pt x="193295" y="26552"/>
                  <a:pt x="188428" y="26613"/>
                </a:cubicBezTo>
                <a:lnTo>
                  <a:pt x="181782" y="26613"/>
                </a:lnTo>
                <a:cubicBezTo>
                  <a:pt x="181969" y="35050"/>
                  <a:pt x="182811" y="48744"/>
                  <a:pt x="184309" y="67695"/>
                </a:cubicBezTo>
                <a:cubicBezTo>
                  <a:pt x="185682" y="85362"/>
                  <a:pt x="186368" y="99087"/>
                  <a:pt x="186368" y="108868"/>
                </a:cubicBezTo>
                <a:cubicBezTo>
                  <a:pt x="186368" y="111007"/>
                  <a:pt x="186587" y="114247"/>
                  <a:pt x="187024" y="118587"/>
                </a:cubicBezTo>
                <a:cubicBezTo>
                  <a:pt x="187460" y="122927"/>
                  <a:pt x="187679" y="126198"/>
                  <a:pt x="187679" y="128401"/>
                </a:cubicBezTo>
                <a:cubicBezTo>
                  <a:pt x="187679" y="132557"/>
                  <a:pt x="186992" y="136133"/>
                  <a:pt x="185619" y="139129"/>
                </a:cubicBezTo>
                <a:cubicBezTo>
                  <a:pt x="183872" y="143163"/>
                  <a:pt x="181158" y="145180"/>
                  <a:pt x="177476" y="145180"/>
                </a:cubicBezTo>
                <a:cubicBezTo>
                  <a:pt x="174980" y="145180"/>
                  <a:pt x="172733" y="144325"/>
                  <a:pt x="170736" y="142613"/>
                </a:cubicBezTo>
                <a:cubicBezTo>
                  <a:pt x="168739" y="140900"/>
                  <a:pt x="167741" y="138699"/>
                  <a:pt x="167741" y="136009"/>
                </a:cubicBezTo>
                <a:cubicBezTo>
                  <a:pt x="167741" y="135093"/>
                  <a:pt x="167897" y="133718"/>
                  <a:pt x="168209" y="131885"/>
                </a:cubicBezTo>
                <a:cubicBezTo>
                  <a:pt x="168521" y="130050"/>
                  <a:pt x="168677" y="128674"/>
                  <a:pt x="168677" y="127758"/>
                </a:cubicBezTo>
                <a:cubicBezTo>
                  <a:pt x="168677" y="124762"/>
                  <a:pt x="168474" y="120269"/>
                  <a:pt x="168068" y="114279"/>
                </a:cubicBezTo>
                <a:cubicBezTo>
                  <a:pt x="167663" y="108288"/>
                  <a:pt x="167460" y="103763"/>
                  <a:pt x="167460" y="100706"/>
                </a:cubicBezTo>
                <a:cubicBezTo>
                  <a:pt x="167460" y="91965"/>
                  <a:pt x="166742" y="79677"/>
                  <a:pt x="165307" y="63843"/>
                </a:cubicBezTo>
                <a:cubicBezTo>
                  <a:pt x="163809" y="46726"/>
                  <a:pt x="162967" y="34439"/>
                  <a:pt x="162780" y="26980"/>
                </a:cubicBezTo>
                <a:lnTo>
                  <a:pt x="154262" y="27072"/>
                </a:lnTo>
                <a:cubicBezTo>
                  <a:pt x="140595" y="27072"/>
                  <a:pt x="129862" y="26088"/>
                  <a:pt x="122061" y="24121"/>
                </a:cubicBezTo>
                <a:cubicBezTo>
                  <a:pt x="117007" y="22831"/>
                  <a:pt x="114479" y="19788"/>
                  <a:pt x="114479" y="14993"/>
                </a:cubicBezTo>
                <a:cubicBezTo>
                  <a:pt x="114479" y="12473"/>
                  <a:pt x="115291" y="10260"/>
                  <a:pt x="116913" y="8354"/>
                </a:cubicBezTo>
                <a:cubicBezTo>
                  <a:pt x="118785" y="6211"/>
                  <a:pt x="121188" y="5231"/>
                  <a:pt x="124121" y="5414"/>
                </a:cubicBezTo>
                <a:cubicBezTo>
                  <a:pt x="126305" y="5537"/>
                  <a:pt x="131297" y="6087"/>
                  <a:pt x="139098" y="7066"/>
                </a:cubicBezTo>
                <a:cubicBezTo>
                  <a:pt x="145338" y="7802"/>
                  <a:pt x="150393" y="8170"/>
                  <a:pt x="154262" y="8170"/>
                </a:cubicBezTo>
                <a:cubicBezTo>
                  <a:pt x="158006" y="8170"/>
                  <a:pt x="163685" y="8094"/>
                  <a:pt x="171298" y="7941"/>
                </a:cubicBezTo>
                <a:cubicBezTo>
                  <a:pt x="178911" y="7786"/>
                  <a:pt x="184590" y="7709"/>
                  <a:pt x="188334" y="7709"/>
                </a:cubicBezTo>
                <a:cubicBezTo>
                  <a:pt x="193139" y="7709"/>
                  <a:pt x="200269" y="8047"/>
                  <a:pt x="209723" y="8724"/>
                </a:cubicBezTo>
                <a:cubicBezTo>
                  <a:pt x="219177" y="9399"/>
                  <a:pt x="226307" y="9736"/>
                  <a:pt x="231112" y="9736"/>
                </a:cubicBezTo>
                <a:cubicBezTo>
                  <a:pt x="233795" y="9736"/>
                  <a:pt x="236042" y="10643"/>
                  <a:pt x="237851" y="12458"/>
                </a:cubicBezTo>
                <a:cubicBezTo>
                  <a:pt x="239661" y="14272"/>
                  <a:pt x="240566" y="16532"/>
                  <a:pt x="240566" y="19237"/>
                </a:cubicBezTo>
                <a:cubicBezTo>
                  <a:pt x="240566" y="21879"/>
                  <a:pt x="239661" y="24106"/>
                  <a:pt x="237851" y="25916"/>
                </a:cubicBezTo>
                <a:cubicBezTo>
                  <a:pt x="236042" y="27727"/>
                  <a:pt x="233795" y="28632"/>
                  <a:pt x="231112" y="28632"/>
                </a:cubicBezTo>
                <a:close/>
                <a:moveTo>
                  <a:pt x="355779" y="147199"/>
                </a:moveTo>
                <a:cubicBezTo>
                  <a:pt x="350038" y="147199"/>
                  <a:pt x="345046" y="140006"/>
                  <a:pt x="340802" y="125619"/>
                </a:cubicBezTo>
                <a:cubicBezTo>
                  <a:pt x="339180" y="120114"/>
                  <a:pt x="337152" y="110483"/>
                  <a:pt x="334718" y="96726"/>
                </a:cubicBezTo>
                <a:cubicBezTo>
                  <a:pt x="328353" y="97576"/>
                  <a:pt x="320022" y="99096"/>
                  <a:pt x="309725" y="101285"/>
                </a:cubicBezTo>
                <a:lnTo>
                  <a:pt x="284826" y="106301"/>
                </a:lnTo>
                <a:cubicBezTo>
                  <a:pt x="281706" y="114329"/>
                  <a:pt x="276371" y="126064"/>
                  <a:pt x="268820" y="141506"/>
                </a:cubicBezTo>
                <a:cubicBezTo>
                  <a:pt x="266823" y="144934"/>
                  <a:pt x="264108" y="146648"/>
                  <a:pt x="260676" y="146648"/>
                </a:cubicBezTo>
                <a:cubicBezTo>
                  <a:pt x="258180" y="146648"/>
                  <a:pt x="255949" y="145761"/>
                  <a:pt x="253983" y="143987"/>
                </a:cubicBezTo>
                <a:cubicBezTo>
                  <a:pt x="252018" y="142213"/>
                  <a:pt x="251035" y="140010"/>
                  <a:pt x="251035" y="137380"/>
                </a:cubicBezTo>
                <a:cubicBezTo>
                  <a:pt x="251035" y="134441"/>
                  <a:pt x="255746" y="123274"/>
                  <a:pt x="265169" y="103878"/>
                </a:cubicBezTo>
                <a:cubicBezTo>
                  <a:pt x="264108" y="102287"/>
                  <a:pt x="263578" y="100451"/>
                  <a:pt x="263578" y="98369"/>
                </a:cubicBezTo>
                <a:cubicBezTo>
                  <a:pt x="263578" y="93413"/>
                  <a:pt x="266636" y="90232"/>
                  <a:pt x="272751" y="88825"/>
                </a:cubicBezTo>
                <a:cubicBezTo>
                  <a:pt x="279865" y="75719"/>
                  <a:pt x="288851" y="60653"/>
                  <a:pt x="299710" y="43628"/>
                </a:cubicBezTo>
                <a:cubicBezTo>
                  <a:pt x="314499" y="20416"/>
                  <a:pt x="323704" y="8810"/>
                  <a:pt x="327323" y="8810"/>
                </a:cubicBezTo>
                <a:cubicBezTo>
                  <a:pt x="332253" y="8810"/>
                  <a:pt x="335623" y="12179"/>
                  <a:pt x="337432" y="18916"/>
                </a:cubicBezTo>
                <a:lnTo>
                  <a:pt x="343330" y="49771"/>
                </a:lnTo>
                <a:lnTo>
                  <a:pt x="357277" y="113588"/>
                </a:lnTo>
                <a:lnTo>
                  <a:pt x="362612" y="128059"/>
                </a:lnTo>
                <a:cubicBezTo>
                  <a:pt x="364422" y="133003"/>
                  <a:pt x="365327" y="136300"/>
                  <a:pt x="365327" y="137950"/>
                </a:cubicBezTo>
                <a:cubicBezTo>
                  <a:pt x="365327" y="140575"/>
                  <a:pt x="364360" y="142773"/>
                  <a:pt x="362425" y="144543"/>
                </a:cubicBezTo>
                <a:cubicBezTo>
                  <a:pt x="360491" y="146314"/>
                  <a:pt x="358275" y="147199"/>
                  <a:pt x="355779" y="147199"/>
                </a:cubicBezTo>
                <a:moveTo>
                  <a:pt x="322736" y="42340"/>
                </a:moveTo>
                <a:lnTo>
                  <a:pt x="295965" y="84661"/>
                </a:lnTo>
                <a:cubicBezTo>
                  <a:pt x="303516" y="82764"/>
                  <a:pt x="314967" y="80470"/>
                  <a:pt x="330318" y="77778"/>
                </a:cubicBezTo>
                <a:lnTo>
                  <a:pt x="322736" y="4234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FTA">
            <a:extLst xmlns:a="http://schemas.openxmlformats.org/drawingml/2006/main">
              <a:ext uri="{FF2B5EF4-FFF2-40B4-BE49-F238E27FC236}">
                <a16:creationId xmlns:a16="http://schemas.microsoft.com/office/drawing/2014/main" id="{ADADEC6B-F7B7-4A58-A42E-98E4642B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75" y="4071718"/>
            <a:ext cx="365327" cy="154174"/>
          </a:xfrm>
          <a:custGeom xmlns:a="http://schemas.openxmlformats.org/drawingml/2006/main">
            <a:pathLst>
              <a:path w="365327" h="154174" fill="none">
                <a:moveTo>
                  <a:pt x="87334" y="23860"/>
                </a:moveTo>
                <a:cubicBezTo>
                  <a:pt x="86211" y="23860"/>
                  <a:pt x="85025" y="23615"/>
                  <a:pt x="83777" y="23126"/>
                </a:cubicBezTo>
                <a:cubicBezTo>
                  <a:pt x="76039" y="20312"/>
                  <a:pt x="65805" y="18905"/>
                  <a:pt x="53074" y="18905"/>
                </a:cubicBezTo>
                <a:cubicBezTo>
                  <a:pt x="48956" y="18905"/>
                  <a:pt x="44135" y="19203"/>
                  <a:pt x="38612" y="19799"/>
                </a:cubicBezTo>
                <a:cubicBezTo>
                  <a:pt x="33089" y="20396"/>
                  <a:pt x="26896" y="21321"/>
                  <a:pt x="20032" y="22575"/>
                </a:cubicBezTo>
                <a:lnTo>
                  <a:pt x="19844" y="62220"/>
                </a:lnTo>
                <a:cubicBezTo>
                  <a:pt x="31888" y="59039"/>
                  <a:pt x="40937" y="57448"/>
                  <a:pt x="46990" y="57448"/>
                </a:cubicBezTo>
                <a:cubicBezTo>
                  <a:pt x="56600" y="57448"/>
                  <a:pt x="66553" y="57999"/>
                  <a:pt x="76850" y="59100"/>
                </a:cubicBezTo>
                <a:cubicBezTo>
                  <a:pt x="82716" y="59712"/>
                  <a:pt x="85649" y="62832"/>
                  <a:pt x="85649" y="68460"/>
                </a:cubicBezTo>
                <a:cubicBezTo>
                  <a:pt x="85649" y="71214"/>
                  <a:pt x="84744" y="73492"/>
                  <a:pt x="82934" y="75297"/>
                </a:cubicBezTo>
                <a:cubicBezTo>
                  <a:pt x="81125" y="77102"/>
                  <a:pt x="78878" y="78004"/>
                  <a:pt x="76195" y="78004"/>
                </a:cubicBezTo>
                <a:cubicBezTo>
                  <a:pt x="72950" y="78004"/>
                  <a:pt x="68082" y="77729"/>
                  <a:pt x="61592" y="77179"/>
                </a:cubicBezTo>
                <a:cubicBezTo>
                  <a:pt x="55102" y="76628"/>
                  <a:pt x="50235" y="76353"/>
                  <a:pt x="46990" y="76353"/>
                </a:cubicBezTo>
                <a:cubicBezTo>
                  <a:pt x="42746" y="76353"/>
                  <a:pt x="33573" y="78127"/>
                  <a:pt x="19470" y="81675"/>
                </a:cubicBezTo>
                <a:lnTo>
                  <a:pt x="18627" y="144813"/>
                </a:lnTo>
                <a:cubicBezTo>
                  <a:pt x="18627" y="147444"/>
                  <a:pt x="17754" y="149662"/>
                  <a:pt x="16007" y="151466"/>
                </a:cubicBezTo>
                <a:cubicBezTo>
                  <a:pt x="14259" y="153271"/>
                  <a:pt x="12044" y="154174"/>
                  <a:pt x="9361" y="154174"/>
                </a:cubicBezTo>
                <a:cubicBezTo>
                  <a:pt x="6677" y="154174"/>
                  <a:pt x="4446" y="153271"/>
                  <a:pt x="2668" y="151466"/>
                </a:cubicBezTo>
                <a:cubicBezTo>
                  <a:pt x="889" y="149662"/>
                  <a:pt x="0" y="147444"/>
                  <a:pt x="0" y="144813"/>
                </a:cubicBezTo>
                <a:cubicBezTo>
                  <a:pt x="0" y="132761"/>
                  <a:pt x="234" y="114667"/>
                  <a:pt x="702" y="90531"/>
                </a:cubicBezTo>
                <a:cubicBezTo>
                  <a:pt x="1170" y="66396"/>
                  <a:pt x="1404" y="48302"/>
                  <a:pt x="1404" y="36249"/>
                </a:cubicBezTo>
                <a:cubicBezTo>
                  <a:pt x="1404" y="33557"/>
                  <a:pt x="1357" y="29504"/>
                  <a:pt x="1264" y="24090"/>
                </a:cubicBezTo>
                <a:cubicBezTo>
                  <a:pt x="1170" y="18675"/>
                  <a:pt x="1123" y="14622"/>
                  <a:pt x="1123" y="11930"/>
                </a:cubicBezTo>
                <a:cubicBezTo>
                  <a:pt x="1123" y="9238"/>
                  <a:pt x="1981" y="6975"/>
                  <a:pt x="3697" y="5139"/>
                </a:cubicBezTo>
                <a:cubicBezTo>
                  <a:pt x="5414" y="3304"/>
                  <a:pt x="7644" y="2386"/>
                  <a:pt x="10390" y="2386"/>
                </a:cubicBezTo>
                <a:cubicBezTo>
                  <a:pt x="12450" y="2386"/>
                  <a:pt x="14290" y="2937"/>
                  <a:pt x="15913" y="4038"/>
                </a:cubicBezTo>
                <a:cubicBezTo>
                  <a:pt x="23651" y="2682"/>
                  <a:pt x="30609" y="1671"/>
                  <a:pt x="36787" y="1004"/>
                </a:cubicBezTo>
                <a:cubicBezTo>
                  <a:pt x="42965" y="335"/>
                  <a:pt x="48394" y="0"/>
                  <a:pt x="53074" y="0"/>
                </a:cubicBezTo>
                <a:cubicBezTo>
                  <a:pt x="60251" y="0"/>
                  <a:pt x="68457" y="1013"/>
                  <a:pt x="77692" y="3040"/>
                </a:cubicBezTo>
                <a:cubicBezTo>
                  <a:pt x="90236" y="5866"/>
                  <a:pt x="96507" y="9551"/>
                  <a:pt x="96507" y="14095"/>
                </a:cubicBezTo>
                <a:cubicBezTo>
                  <a:pt x="96507" y="16552"/>
                  <a:pt x="95696" y="18733"/>
                  <a:pt x="94073" y="20637"/>
                </a:cubicBezTo>
                <a:cubicBezTo>
                  <a:pt x="92264" y="22786"/>
                  <a:pt x="90017" y="23860"/>
                  <a:pt x="87334" y="23860"/>
                </a:cubicBezTo>
                <a:close/>
                <a:moveTo>
                  <a:pt x="231112" y="28632"/>
                </a:moveTo>
                <a:cubicBezTo>
                  <a:pt x="226494" y="28632"/>
                  <a:pt x="219380" y="28265"/>
                  <a:pt x="209770" y="27531"/>
                </a:cubicBezTo>
                <a:cubicBezTo>
                  <a:pt x="200409" y="26858"/>
                  <a:pt x="193295" y="26552"/>
                  <a:pt x="188428" y="26613"/>
                </a:cubicBezTo>
                <a:lnTo>
                  <a:pt x="181782" y="26613"/>
                </a:lnTo>
                <a:cubicBezTo>
                  <a:pt x="181969" y="35050"/>
                  <a:pt x="182811" y="48744"/>
                  <a:pt x="184309" y="67695"/>
                </a:cubicBezTo>
                <a:cubicBezTo>
                  <a:pt x="185682" y="85362"/>
                  <a:pt x="186368" y="99087"/>
                  <a:pt x="186368" y="108868"/>
                </a:cubicBezTo>
                <a:cubicBezTo>
                  <a:pt x="186368" y="111007"/>
                  <a:pt x="186587" y="114247"/>
                  <a:pt x="187024" y="118587"/>
                </a:cubicBezTo>
                <a:cubicBezTo>
                  <a:pt x="187460" y="122927"/>
                  <a:pt x="187679" y="126198"/>
                  <a:pt x="187679" y="128401"/>
                </a:cubicBezTo>
                <a:cubicBezTo>
                  <a:pt x="187679" y="132557"/>
                  <a:pt x="186992" y="136133"/>
                  <a:pt x="185619" y="139129"/>
                </a:cubicBezTo>
                <a:cubicBezTo>
                  <a:pt x="183872" y="143163"/>
                  <a:pt x="181158" y="145180"/>
                  <a:pt x="177476" y="145180"/>
                </a:cubicBezTo>
                <a:cubicBezTo>
                  <a:pt x="174980" y="145180"/>
                  <a:pt x="172733" y="144325"/>
                  <a:pt x="170736" y="142613"/>
                </a:cubicBezTo>
                <a:cubicBezTo>
                  <a:pt x="168739" y="140900"/>
                  <a:pt x="167741" y="138699"/>
                  <a:pt x="167741" y="136009"/>
                </a:cubicBezTo>
                <a:cubicBezTo>
                  <a:pt x="167741" y="135093"/>
                  <a:pt x="167897" y="133718"/>
                  <a:pt x="168209" y="131885"/>
                </a:cubicBezTo>
                <a:cubicBezTo>
                  <a:pt x="168521" y="130050"/>
                  <a:pt x="168677" y="128674"/>
                  <a:pt x="168677" y="127758"/>
                </a:cubicBezTo>
                <a:cubicBezTo>
                  <a:pt x="168677" y="124762"/>
                  <a:pt x="168474" y="120269"/>
                  <a:pt x="168068" y="114279"/>
                </a:cubicBezTo>
                <a:cubicBezTo>
                  <a:pt x="167663" y="108288"/>
                  <a:pt x="167460" y="103763"/>
                  <a:pt x="167460" y="100706"/>
                </a:cubicBezTo>
                <a:cubicBezTo>
                  <a:pt x="167460" y="91965"/>
                  <a:pt x="166742" y="79677"/>
                  <a:pt x="165307" y="63843"/>
                </a:cubicBezTo>
                <a:cubicBezTo>
                  <a:pt x="163809" y="46726"/>
                  <a:pt x="162967" y="34439"/>
                  <a:pt x="162780" y="26980"/>
                </a:cubicBezTo>
                <a:lnTo>
                  <a:pt x="154262" y="27072"/>
                </a:lnTo>
                <a:cubicBezTo>
                  <a:pt x="140595" y="27072"/>
                  <a:pt x="129862" y="26088"/>
                  <a:pt x="122061" y="24121"/>
                </a:cubicBezTo>
                <a:cubicBezTo>
                  <a:pt x="117007" y="22831"/>
                  <a:pt x="114479" y="19788"/>
                  <a:pt x="114479" y="14993"/>
                </a:cubicBezTo>
                <a:cubicBezTo>
                  <a:pt x="114479" y="12473"/>
                  <a:pt x="115291" y="10260"/>
                  <a:pt x="116913" y="8354"/>
                </a:cubicBezTo>
                <a:cubicBezTo>
                  <a:pt x="118785" y="6211"/>
                  <a:pt x="121188" y="5231"/>
                  <a:pt x="124121" y="5414"/>
                </a:cubicBezTo>
                <a:cubicBezTo>
                  <a:pt x="126305" y="5537"/>
                  <a:pt x="131297" y="6087"/>
                  <a:pt x="139098" y="7066"/>
                </a:cubicBezTo>
                <a:cubicBezTo>
                  <a:pt x="145338" y="7802"/>
                  <a:pt x="150393" y="8170"/>
                  <a:pt x="154262" y="8170"/>
                </a:cubicBezTo>
                <a:cubicBezTo>
                  <a:pt x="158006" y="8170"/>
                  <a:pt x="163685" y="8094"/>
                  <a:pt x="171298" y="7941"/>
                </a:cubicBezTo>
                <a:cubicBezTo>
                  <a:pt x="178911" y="7786"/>
                  <a:pt x="184590" y="7709"/>
                  <a:pt x="188334" y="7709"/>
                </a:cubicBezTo>
                <a:cubicBezTo>
                  <a:pt x="193139" y="7709"/>
                  <a:pt x="200269" y="8047"/>
                  <a:pt x="209723" y="8724"/>
                </a:cubicBezTo>
                <a:cubicBezTo>
                  <a:pt x="219177" y="9399"/>
                  <a:pt x="226307" y="9736"/>
                  <a:pt x="231112" y="9736"/>
                </a:cubicBezTo>
                <a:cubicBezTo>
                  <a:pt x="233795" y="9736"/>
                  <a:pt x="236042" y="10643"/>
                  <a:pt x="237851" y="12458"/>
                </a:cubicBezTo>
                <a:cubicBezTo>
                  <a:pt x="239661" y="14272"/>
                  <a:pt x="240566" y="16532"/>
                  <a:pt x="240566" y="19237"/>
                </a:cubicBezTo>
                <a:cubicBezTo>
                  <a:pt x="240566" y="21879"/>
                  <a:pt x="239661" y="24106"/>
                  <a:pt x="237851" y="25916"/>
                </a:cubicBezTo>
                <a:cubicBezTo>
                  <a:pt x="236042" y="27727"/>
                  <a:pt x="233795" y="28632"/>
                  <a:pt x="231112" y="28632"/>
                </a:cubicBezTo>
                <a:close/>
                <a:moveTo>
                  <a:pt x="355779" y="147199"/>
                </a:moveTo>
                <a:cubicBezTo>
                  <a:pt x="350038" y="147199"/>
                  <a:pt x="345046" y="140006"/>
                  <a:pt x="340802" y="125619"/>
                </a:cubicBezTo>
                <a:cubicBezTo>
                  <a:pt x="339180" y="120114"/>
                  <a:pt x="337152" y="110483"/>
                  <a:pt x="334718" y="96726"/>
                </a:cubicBezTo>
                <a:cubicBezTo>
                  <a:pt x="328353" y="97576"/>
                  <a:pt x="320022" y="99096"/>
                  <a:pt x="309725" y="101285"/>
                </a:cubicBezTo>
                <a:lnTo>
                  <a:pt x="284826" y="106301"/>
                </a:lnTo>
                <a:cubicBezTo>
                  <a:pt x="281706" y="114329"/>
                  <a:pt x="276371" y="126064"/>
                  <a:pt x="268820" y="141506"/>
                </a:cubicBezTo>
                <a:cubicBezTo>
                  <a:pt x="266823" y="144934"/>
                  <a:pt x="264108" y="146648"/>
                  <a:pt x="260676" y="146648"/>
                </a:cubicBezTo>
                <a:cubicBezTo>
                  <a:pt x="258180" y="146648"/>
                  <a:pt x="255949" y="145761"/>
                  <a:pt x="253983" y="143987"/>
                </a:cubicBezTo>
                <a:cubicBezTo>
                  <a:pt x="252018" y="142213"/>
                  <a:pt x="251035" y="140010"/>
                  <a:pt x="251035" y="137380"/>
                </a:cubicBezTo>
                <a:cubicBezTo>
                  <a:pt x="251035" y="134441"/>
                  <a:pt x="255746" y="123274"/>
                  <a:pt x="265169" y="103878"/>
                </a:cubicBezTo>
                <a:cubicBezTo>
                  <a:pt x="264108" y="102287"/>
                  <a:pt x="263578" y="100451"/>
                  <a:pt x="263578" y="98369"/>
                </a:cubicBezTo>
                <a:cubicBezTo>
                  <a:pt x="263578" y="93413"/>
                  <a:pt x="266636" y="90232"/>
                  <a:pt x="272751" y="88825"/>
                </a:cubicBezTo>
                <a:cubicBezTo>
                  <a:pt x="279865" y="75719"/>
                  <a:pt x="288851" y="60653"/>
                  <a:pt x="299710" y="43628"/>
                </a:cubicBezTo>
                <a:cubicBezTo>
                  <a:pt x="314499" y="20416"/>
                  <a:pt x="323704" y="8810"/>
                  <a:pt x="327323" y="8810"/>
                </a:cubicBezTo>
                <a:cubicBezTo>
                  <a:pt x="332253" y="8810"/>
                  <a:pt x="335623" y="12179"/>
                  <a:pt x="337432" y="18916"/>
                </a:cubicBezTo>
                <a:lnTo>
                  <a:pt x="343330" y="49771"/>
                </a:lnTo>
                <a:lnTo>
                  <a:pt x="357277" y="113588"/>
                </a:lnTo>
                <a:lnTo>
                  <a:pt x="362612" y="128059"/>
                </a:lnTo>
                <a:cubicBezTo>
                  <a:pt x="364422" y="133003"/>
                  <a:pt x="365327" y="136300"/>
                  <a:pt x="365327" y="137950"/>
                </a:cubicBezTo>
                <a:cubicBezTo>
                  <a:pt x="365327" y="140575"/>
                  <a:pt x="364360" y="142773"/>
                  <a:pt x="362425" y="144543"/>
                </a:cubicBezTo>
                <a:cubicBezTo>
                  <a:pt x="360491" y="146314"/>
                  <a:pt x="358275" y="147199"/>
                  <a:pt x="355779" y="147199"/>
                </a:cubicBezTo>
                <a:moveTo>
                  <a:pt x="322736" y="42340"/>
                </a:moveTo>
                <a:lnTo>
                  <a:pt x="295965" y="84661"/>
                </a:lnTo>
                <a:cubicBezTo>
                  <a:pt x="303516" y="82764"/>
                  <a:pt x="314967" y="80470"/>
                  <a:pt x="330318" y="77778"/>
                </a:cubicBezTo>
                <a:lnTo>
                  <a:pt x="322736" y="423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9734B-F1E8-4CAC-9679-27866D65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" y="4383412"/>
            <a:ext cx="3016057" cy="1075511"/>
          </a:xfrm>
          <a:custGeom xmlns:a="http://schemas.openxmlformats.org/drawingml/2006/main">
            <a:pathLst>
              <a:path w="3016057" h="1075511">
                <a:moveTo>
                  <a:pt x="0" y="179255"/>
                </a:moveTo>
                <a:cubicBezTo>
                  <a:pt x="0" y="80254"/>
                  <a:pt x="80254" y="0"/>
                  <a:pt x="179255" y="0"/>
                </a:cubicBezTo>
                <a:lnTo>
                  <a:pt x="2836804" y="0"/>
                </a:lnTo>
                <a:cubicBezTo>
                  <a:pt x="2935803" y="0"/>
                  <a:pt x="3016057" y="80254"/>
                  <a:pt x="3016057" y="179255"/>
                </a:cubicBezTo>
                <a:lnTo>
                  <a:pt x="3016057" y="896255"/>
                </a:lnTo>
                <a:cubicBezTo>
                  <a:pt x="3016057" y="995257"/>
                  <a:pt x="2935803" y="1075511"/>
                  <a:pt x="2836804" y="1075511"/>
                </a:cubicBezTo>
                <a:lnTo>
                  <a:pt x="179255" y="1075511"/>
                </a:lnTo>
                <a:cubicBezTo>
                  <a:pt x="80254" y="1075511"/>
                  <a:pt x="0" y="995257"/>
                  <a:pt x="0" y="896255"/>
                </a:cubicBezTo>
                <a:lnTo>
                  <a:pt x="0" y="179255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For">
            <a:extLst xmlns:a="http://schemas.openxmlformats.org/drawingml/2006/main">
              <a:ext uri="{FF2B5EF4-FFF2-40B4-BE49-F238E27FC236}">
                <a16:creationId xmlns:a16="http://schemas.microsoft.com/office/drawing/2014/main" id="{804B0DBC-1931-4ACF-A33B-F9B3E7D9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34" y="4419738"/>
            <a:ext cx="261548" cy="142961"/>
          </a:xfrm>
          <a:custGeom xmlns:a="http://schemas.openxmlformats.org/drawingml/2006/main">
            <a:pathLst>
              <a:path w="261548" h="142961">
                <a:moveTo>
                  <a:pt x="79394" y="22125"/>
                </a:moveTo>
                <a:cubicBezTo>
                  <a:pt x="78373" y="22125"/>
                  <a:pt x="77295" y="21898"/>
                  <a:pt x="76161" y="21444"/>
                </a:cubicBezTo>
                <a:cubicBezTo>
                  <a:pt x="69126" y="18835"/>
                  <a:pt x="59822" y="17530"/>
                  <a:pt x="48249" y="17530"/>
                </a:cubicBezTo>
                <a:cubicBezTo>
                  <a:pt x="44505" y="17530"/>
                  <a:pt x="40123" y="17806"/>
                  <a:pt x="35102" y="18359"/>
                </a:cubicBezTo>
                <a:cubicBezTo>
                  <a:pt x="30081" y="18913"/>
                  <a:pt x="24451" y="19771"/>
                  <a:pt x="18210" y="20934"/>
                </a:cubicBezTo>
                <a:lnTo>
                  <a:pt x="18040" y="57695"/>
                </a:lnTo>
                <a:cubicBezTo>
                  <a:pt x="28989" y="54745"/>
                  <a:pt x="37215" y="53270"/>
                  <a:pt x="42718" y="53270"/>
                </a:cubicBezTo>
                <a:cubicBezTo>
                  <a:pt x="51455" y="53270"/>
                  <a:pt x="60503" y="53781"/>
                  <a:pt x="69864" y="54802"/>
                </a:cubicBezTo>
                <a:cubicBezTo>
                  <a:pt x="75196" y="55369"/>
                  <a:pt x="77863" y="58262"/>
                  <a:pt x="77863" y="63481"/>
                </a:cubicBezTo>
                <a:cubicBezTo>
                  <a:pt x="77863" y="66034"/>
                  <a:pt x="77040" y="68148"/>
                  <a:pt x="75395" y="69821"/>
                </a:cubicBezTo>
                <a:cubicBezTo>
                  <a:pt x="73750" y="71495"/>
                  <a:pt x="71707" y="72331"/>
                  <a:pt x="69268" y="72331"/>
                </a:cubicBezTo>
                <a:cubicBezTo>
                  <a:pt x="66318" y="72331"/>
                  <a:pt x="61893" y="72076"/>
                  <a:pt x="55993" y="71566"/>
                </a:cubicBezTo>
                <a:cubicBezTo>
                  <a:pt x="50093" y="71055"/>
                  <a:pt x="45668" y="70800"/>
                  <a:pt x="42718" y="70800"/>
                </a:cubicBezTo>
                <a:cubicBezTo>
                  <a:pt x="38860" y="70800"/>
                  <a:pt x="30521" y="72445"/>
                  <a:pt x="17700" y="75735"/>
                </a:cubicBezTo>
                <a:lnTo>
                  <a:pt x="16934" y="134281"/>
                </a:lnTo>
                <a:cubicBezTo>
                  <a:pt x="16934" y="136721"/>
                  <a:pt x="16140" y="138777"/>
                  <a:pt x="14551" y="140451"/>
                </a:cubicBezTo>
                <a:cubicBezTo>
                  <a:pt x="12963" y="142124"/>
                  <a:pt x="10949" y="142961"/>
                  <a:pt x="8510" y="142961"/>
                </a:cubicBezTo>
                <a:cubicBezTo>
                  <a:pt x="6070" y="142961"/>
                  <a:pt x="4042" y="142124"/>
                  <a:pt x="2425" y="140451"/>
                </a:cubicBezTo>
                <a:cubicBezTo>
                  <a:pt x="808" y="138777"/>
                  <a:pt x="0" y="136721"/>
                  <a:pt x="0" y="134281"/>
                </a:cubicBezTo>
                <a:cubicBezTo>
                  <a:pt x="0" y="123105"/>
                  <a:pt x="213" y="106327"/>
                  <a:pt x="638" y="83947"/>
                </a:cubicBezTo>
                <a:cubicBezTo>
                  <a:pt x="1064" y="61567"/>
                  <a:pt x="1276" y="44789"/>
                  <a:pt x="1276" y="33613"/>
                </a:cubicBezTo>
                <a:cubicBezTo>
                  <a:pt x="1276" y="31117"/>
                  <a:pt x="1234" y="27358"/>
                  <a:pt x="1149" y="22338"/>
                </a:cubicBezTo>
                <a:cubicBezTo>
                  <a:pt x="1064" y="17317"/>
                  <a:pt x="1021" y="13559"/>
                  <a:pt x="1021" y="11062"/>
                </a:cubicBezTo>
                <a:cubicBezTo>
                  <a:pt x="1021" y="8566"/>
                  <a:pt x="1801" y="6467"/>
                  <a:pt x="3361" y="4765"/>
                </a:cubicBezTo>
                <a:cubicBezTo>
                  <a:pt x="4921" y="3063"/>
                  <a:pt x="6949" y="2212"/>
                  <a:pt x="9446" y="2212"/>
                </a:cubicBezTo>
                <a:cubicBezTo>
                  <a:pt x="11318" y="2212"/>
                  <a:pt x="12991" y="2723"/>
                  <a:pt x="14466" y="3744"/>
                </a:cubicBezTo>
                <a:cubicBezTo>
                  <a:pt x="21501" y="2487"/>
                  <a:pt x="27826" y="1549"/>
                  <a:pt x="33443" y="931"/>
                </a:cubicBezTo>
                <a:cubicBezTo>
                  <a:pt x="39059" y="310"/>
                  <a:pt x="43995" y="0"/>
                  <a:pt x="48249" y="0"/>
                </a:cubicBezTo>
                <a:cubicBezTo>
                  <a:pt x="54773" y="0"/>
                  <a:pt x="62233" y="940"/>
                  <a:pt x="70629" y="2819"/>
                </a:cubicBezTo>
                <a:cubicBezTo>
                  <a:pt x="82032" y="5439"/>
                  <a:pt x="87734" y="8856"/>
                  <a:pt x="87734" y="13070"/>
                </a:cubicBezTo>
                <a:cubicBezTo>
                  <a:pt x="87734" y="15348"/>
                  <a:pt x="86996" y="17370"/>
                  <a:pt x="85521" y="19136"/>
                </a:cubicBezTo>
                <a:cubicBezTo>
                  <a:pt x="83876" y="21129"/>
                  <a:pt x="81834" y="22125"/>
                  <a:pt x="79394" y="22125"/>
                </a:cubicBezTo>
                <a:close/>
                <a:moveTo>
                  <a:pt x="135762" y="139047"/>
                </a:moveTo>
                <a:cubicBezTo>
                  <a:pt x="126231" y="139047"/>
                  <a:pt x="118034" y="135523"/>
                  <a:pt x="111169" y="128476"/>
                </a:cubicBezTo>
                <a:cubicBezTo>
                  <a:pt x="103511" y="120633"/>
                  <a:pt x="99483" y="110090"/>
                  <a:pt x="99086" y="96847"/>
                </a:cubicBezTo>
                <a:cubicBezTo>
                  <a:pt x="98745" y="84003"/>
                  <a:pt x="101979" y="72693"/>
                  <a:pt x="108786" y="62918"/>
                </a:cubicBezTo>
                <a:cubicBezTo>
                  <a:pt x="116729" y="51380"/>
                  <a:pt x="127791" y="45611"/>
                  <a:pt x="141974" y="45611"/>
                </a:cubicBezTo>
                <a:cubicBezTo>
                  <a:pt x="153320" y="45611"/>
                  <a:pt x="161915" y="50812"/>
                  <a:pt x="167758" y="61213"/>
                </a:cubicBezTo>
                <a:cubicBezTo>
                  <a:pt x="172410" y="69623"/>
                  <a:pt x="174651" y="79739"/>
                  <a:pt x="174480" y="91560"/>
                </a:cubicBezTo>
                <a:cubicBezTo>
                  <a:pt x="174310" y="104178"/>
                  <a:pt x="171020" y="114948"/>
                  <a:pt x="164609" y="123873"/>
                </a:cubicBezTo>
                <a:cubicBezTo>
                  <a:pt x="157348" y="133989"/>
                  <a:pt x="147732" y="139047"/>
                  <a:pt x="135762" y="139047"/>
                </a:cubicBezTo>
                <a:moveTo>
                  <a:pt x="140868" y="62971"/>
                </a:moveTo>
                <a:cubicBezTo>
                  <a:pt x="132528" y="62914"/>
                  <a:pt x="126033" y="66891"/>
                  <a:pt x="121381" y="74900"/>
                </a:cubicBezTo>
                <a:cubicBezTo>
                  <a:pt x="117693" y="81321"/>
                  <a:pt x="115849" y="88650"/>
                  <a:pt x="115849" y="96887"/>
                </a:cubicBezTo>
                <a:cubicBezTo>
                  <a:pt x="115849" y="105125"/>
                  <a:pt x="118090" y="111545"/>
                  <a:pt x="122572" y="116148"/>
                </a:cubicBezTo>
                <a:cubicBezTo>
                  <a:pt x="126316" y="119954"/>
                  <a:pt x="130713" y="121857"/>
                  <a:pt x="135762" y="121857"/>
                </a:cubicBezTo>
                <a:cubicBezTo>
                  <a:pt x="141662" y="121857"/>
                  <a:pt x="146739" y="119698"/>
                  <a:pt x="150994" y="115379"/>
                </a:cubicBezTo>
                <a:cubicBezTo>
                  <a:pt x="155816" y="110609"/>
                  <a:pt x="158369" y="104161"/>
                  <a:pt x="158653" y="96036"/>
                </a:cubicBezTo>
                <a:cubicBezTo>
                  <a:pt x="159447" y="74049"/>
                  <a:pt x="153518" y="63028"/>
                  <a:pt x="140868" y="62971"/>
                </a:cubicBezTo>
                <a:close/>
                <a:moveTo>
                  <a:pt x="261463" y="70885"/>
                </a:moveTo>
                <a:cubicBezTo>
                  <a:pt x="261066" y="77976"/>
                  <a:pt x="258230" y="81522"/>
                  <a:pt x="252954" y="81522"/>
                </a:cubicBezTo>
                <a:cubicBezTo>
                  <a:pt x="248075" y="81522"/>
                  <a:pt x="245635" y="78725"/>
                  <a:pt x="245635" y="73132"/>
                </a:cubicBezTo>
                <a:cubicBezTo>
                  <a:pt x="245635" y="72058"/>
                  <a:pt x="245550" y="70079"/>
                  <a:pt x="245380" y="67196"/>
                </a:cubicBezTo>
                <a:lnTo>
                  <a:pt x="245125" y="60078"/>
                </a:lnTo>
                <a:cubicBezTo>
                  <a:pt x="236161" y="61157"/>
                  <a:pt x="228985" y="63687"/>
                  <a:pt x="223596" y="67667"/>
                </a:cubicBezTo>
                <a:cubicBezTo>
                  <a:pt x="218547" y="71363"/>
                  <a:pt x="214349" y="76935"/>
                  <a:pt x="211001" y="84383"/>
                </a:cubicBezTo>
                <a:lnTo>
                  <a:pt x="211172" y="131114"/>
                </a:lnTo>
                <a:cubicBezTo>
                  <a:pt x="211172" y="136856"/>
                  <a:pt x="208364" y="139727"/>
                  <a:pt x="202747" y="139727"/>
                </a:cubicBezTo>
                <a:cubicBezTo>
                  <a:pt x="197755" y="139727"/>
                  <a:pt x="195259" y="136857"/>
                  <a:pt x="195259" y="131117"/>
                </a:cubicBezTo>
                <a:lnTo>
                  <a:pt x="195259" y="71270"/>
                </a:lnTo>
                <a:cubicBezTo>
                  <a:pt x="195259" y="69395"/>
                  <a:pt x="195330" y="66582"/>
                  <a:pt x="195472" y="62833"/>
                </a:cubicBezTo>
                <a:cubicBezTo>
                  <a:pt x="195613" y="59081"/>
                  <a:pt x="195684" y="56268"/>
                  <a:pt x="195684" y="54392"/>
                </a:cubicBezTo>
                <a:cubicBezTo>
                  <a:pt x="195684" y="48652"/>
                  <a:pt x="198180" y="45782"/>
                  <a:pt x="203173" y="45782"/>
                </a:cubicBezTo>
                <a:cubicBezTo>
                  <a:pt x="208732" y="45782"/>
                  <a:pt x="211540" y="50490"/>
                  <a:pt x="211597" y="59907"/>
                </a:cubicBezTo>
                <a:cubicBezTo>
                  <a:pt x="222489" y="49356"/>
                  <a:pt x="234573" y="44080"/>
                  <a:pt x="247848" y="44080"/>
                </a:cubicBezTo>
                <a:cubicBezTo>
                  <a:pt x="252443" y="44080"/>
                  <a:pt x="255875" y="45810"/>
                  <a:pt x="258145" y="49270"/>
                </a:cubicBezTo>
                <a:cubicBezTo>
                  <a:pt x="260414" y="52731"/>
                  <a:pt x="261548" y="57950"/>
                  <a:pt x="261548" y="64928"/>
                </a:cubicBezTo>
                <a:cubicBezTo>
                  <a:pt x="261548" y="67878"/>
                  <a:pt x="261520" y="69864"/>
                  <a:pt x="261463" y="708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priming">
            <a:extLst xmlns:a="http://schemas.openxmlformats.org/drawingml/2006/main">
              <a:ext uri="{FF2B5EF4-FFF2-40B4-BE49-F238E27FC236}">
                <a16:creationId xmlns:a16="http://schemas.microsoft.com/office/drawing/2014/main" id="{B4473529-4CF5-408E-A7EB-79EFE9D3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5" y="4413303"/>
            <a:ext cx="656558" cy="190882"/>
          </a:xfrm>
          <a:custGeom xmlns:a="http://schemas.openxmlformats.org/drawingml/2006/main">
            <a:pathLst>
              <a:path w="656558" h="190882">
                <a:moveTo>
                  <a:pt x="41654" y="140775"/>
                </a:moveTo>
                <a:cubicBezTo>
                  <a:pt x="35414" y="140775"/>
                  <a:pt x="28550" y="139796"/>
                  <a:pt x="21061" y="137839"/>
                </a:cubicBezTo>
                <a:lnTo>
                  <a:pt x="20874" y="181705"/>
                </a:lnTo>
                <a:cubicBezTo>
                  <a:pt x="20874" y="184396"/>
                  <a:pt x="20016" y="186599"/>
                  <a:pt x="18300" y="188312"/>
                </a:cubicBezTo>
                <a:cubicBezTo>
                  <a:pt x="16584" y="190025"/>
                  <a:pt x="14384" y="190882"/>
                  <a:pt x="11701" y="190882"/>
                </a:cubicBezTo>
                <a:cubicBezTo>
                  <a:pt x="9017" y="190882"/>
                  <a:pt x="6818" y="190024"/>
                  <a:pt x="5101" y="188309"/>
                </a:cubicBezTo>
                <a:cubicBezTo>
                  <a:pt x="3385" y="186594"/>
                  <a:pt x="2527" y="184389"/>
                  <a:pt x="2527" y="181693"/>
                </a:cubicBezTo>
                <a:lnTo>
                  <a:pt x="2808" y="144942"/>
                </a:lnTo>
                <a:lnTo>
                  <a:pt x="2808" y="108283"/>
                </a:lnTo>
                <a:cubicBezTo>
                  <a:pt x="2621" y="94867"/>
                  <a:pt x="2153" y="82647"/>
                  <a:pt x="1404" y="71624"/>
                </a:cubicBezTo>
                <a:lnTo>
                  <a:pt x="0" y="52971"/>
                </a:lnTo>
                <a:cubicBezTo>
                  <a:pt x="0" y="48622"/>
                  <a:pt x="811" y="44946"/>
                  <a:pt x="2434" y="41945"/>
                </a:cubicBezTo>
                <a:cubicBezTo>
                  <a:pt x="4306" y="38331"/>
                  <a:pt x="7020" y="36524"/>
                  <a:pt x="10577" y="36524"/>
                </a:cubicBezTo>
                <a:cubicBezTo>
                  <a:pt x="13011" y="36524"/>
                  <a:pt x="15055" y="37378"/>
                  <a:pt x="16709" y="39085"/>
                </a:cubicBezTo>
                <a:cubicBezTo>
                  <a:pt x="18362" y="40793"/>
                  <a:pt x="19189" y="42876"/>
                  <a:pt x="19189" y="45334"/>
                </a:cubicBezTo>
                <a:cubicBezTo>
                  <a:pt x="19189" y="45885"/>
                  <a:pt x="19095" y="46894"/>
                  <a:pt x="18908" y="48363"/>
                </a:cubicBezTo>
                <a:cubicBezTo>
                  <a:pt x="18596" y="50259"/>
                  <a:pt x="18378" y="52003"/>
                  <a:pt x="18253" y="53594"/>
                </a:cubicBezTo>
                <a:cubicBezTo>
                  <a:pt x="23620" y="49984"/>
                  <a:pt x="28799" y="47277"/>
                  <a:pt x="33792" y="45472"/>
                </a:cubicBezTo>
                <a:cubicBezTo>
                  <a:pt x="38784" y="43667"/>
                  <a:pt x="43558" y="42765"/>
                  <a:pt x="48113" y="42765"/>
                </a:cubicBezTo>
                <a:cubicBezTo>
                  <a:pt x="60906" y="42765"/>
                  <a:pt x="70266" y="48337"/>
                  <a:pt x="76195" y="59481"/>
                </a:cubicBezTo>
                <a:cubicBezTo>
                  <a:pt x="80875" y="68301"/>
                  <a:pt x="83215" y="79967"/>
                  <a:pt x="83215" y="94480"/>
                </a:cubicBezTo>
                <a:cubicBezTo>
                  <a:pt x="83215" y="107706"/>
                  <a:pt x="79596" y="118607"/>
                  <a:pt x="72357" y="127182"/>
                </a:cubicBezTo>
                <a:cubicBezTo>
                  <a:pt x="64681" y="136244"/>
                  <a:pt x="54447" y="140775"/>
                  <a:pt x="41654" y="140775"/>
                </a:cubicBezTo>
                <a:moveTo>
                  <a:pt x="48113" y="61119"/>
                </a:moveTo>
                <a:cubicBezTo>
                  <a:pt x="42372" y="61119"/>
                  <a:pt x="37193" y="62373"/>
                  <a:pt x="32575" y="64881"/>
                </a:cubicBezTo>
                <a:cubicBezTo>
                  <a:pt x="29267" y="66656"/>
                  <a:pt x="25086" y="69898"/>
                  <a:pt x="20032" y="74609"/>
                </a:cubicBezTo>
                <a:cubicBezTo>
                  <a:pt x="20843" y="88497"/>
                  <a:pt x="21248" y="103088"/>
                  <a:pt x="21248" y="118383"/>
                </a:cubicBezTo>
                <a:cubicBezTo>
                  <a:pt x="28050" y="120953"/>
                  <a:pt x="34852" y="122238"/>
                  <a:pt x="41654" y="122238"/>
                </a:cubicBezTo>
                <a:cubicBezTo>
                  <a:pt x="49455" y="122238"/>
                  <a:pt x="55414" y="119393"/>
                  <a:pt x="59533" y="113703"/>
                </a:cubicBezTo>
                <a:cubicBezTo>
                  <a:pt x="63090" y="108747"/>
                  <a:pt x="64869" y="102324"/>
                  <a:pt x="64869" y="94431"/>
                </a:cubicBezTo>
                <a:cubicBezTo>
                  <a:pt x="64869" y="83297"/>
                  <a:pt x="63480" y="74961"/>
                  <a:pt x="60703" y="69424"/>
                </a:cubicBezTo>
                <a:cubicBezTo>
                  <a:pt x="57926" y="63887"/>
                  <a:pt x="53729" y="61119"/>
                  <a:pt x="48113" y="61119"/>
                </a:cubicBezTo>
                <a:close/>
                <a:moveTo>
                  <a:pt x="181438" y="69470"/>
                </a:moveTo>
                <a:cubicBezTo>
                  <a:pt x="181001" y="77117"/>
                  <a:pt x="177881" y="80941"/>
                  <a:pt x="172077" y="80941"/>
                </a:cubicBezTo>
                <a:cubicBezTo>
                  <a:pt x="166711" y="80941"/>
                  <a:pt x="164027" y="77925"/>
                  <a:pt x="164027" y="71893"/>
                </a:cubicBezTo>
                <a:cubicBezTo>
                  <a:pt x="164027" y="70735"/>
                  <a:pt x="163934" y="68601"/>
                  <a:pt x="163746" y="65492"/>
                </a:cubicBezTo>
                <a:lnTo>
                  <a:pt x="163466" y="57815"/>
                </a:lnTo>
                <a:cubicBezTo>
                  <a:pt x="153606" y="58979"/>
                  <a:pt x="145712" y="61708"/>
                  <a:pt x="139783" y="66000"/>
                </a:cubicBezTo>
                <a:cubicBezTo>
                  <a:pt x="134229" y="69986"/>
                  <a:pt x="129612" y="75995"/>
                  <a:pt x="125930" y="84027"/>
                </a:cubicBezTo>
                <a:lnTo>
                  <a:pt x="126117" y="134423"/>
                </a:lnTo>
                <a:cubicBezTo>
                  <a:pt x="126117" y="140615"/>
                  <a:pt x="123028" y="143712"/>
                  <a:pt x="116850" y="143712"/>
                </a:cubicBezTo>
                <a:cubicBezTo>
                  <a:pt x="111359" y="143712"/>
                  <a:pt x="108613" y="140616"/>
                  <a:pt x="108613" y="134426"/>
                </a:cubicBezTo>
                <a:lnTo>
                  <a:pt x="108613" y="69886"/>
                </a:lnTo>
                <a:cubicBezTo>
                  <a:pt x="108613" y="67863"/>
                  <a:pt x="108691" y="64830"/>
                  <a:pt x="108847" y="60786"/>
                </a:cubicBezTo>
                <a:cubicBezTo>
                  <a:pt x="109003" y="56741"/>
                  <a:pt x="109081" y="53706"/>
                  <a:pt x="109081" y="51684"/>
                </a:cubicBezTo>
                <a:cubicBezTo>
                  <a:pt x="109081" y="45493"/>
                  <a:pt x="111827" y="42398"/>
                  <a:pt x="117318" y="42398"/>
                </a:cubicBezTo>
                <a:cubicBezTo>
                  <a:pt x="123434" y="42398"/>
                  <a:pt x="126523" y="47476"/>
                  <a:pt x="126585" y="57632"/>
                </a:cubicBezTo>
                <a:cubicBezTo>
                  <a:pt x="138567" y="46252"/>
                  <a:pt x="151858" y="40562"/>
                  <a:pt x="166461" y="40562"/>
                </a:cubicBezTo>
                <a:cubicBezTo>
                  <a:pt x="171516" y="40562"/>
                  <a:pt x="175291" y="42428"/>
                  <a:pt x="177787" y="46160"/>
                </a:cubicBezTo>
                <a:cubicBezTo>
                  <a:pt x="180283" y="49892"/>
                  <a:pt x="181531" y="55521"/>
                  <a:pt x="181531" y="63046"/>
                </a:cubicBezTo>
                <a:cubicBezTo>
                  <a:pt x="181531" y="66227"/>
                  <a:pt x="181500" y="68369"/>
                  <a:pt x="181438" y="69470"/>
                </a:cubicBezTo>
                <a:close/>
                <a:moveTo>
                  <a:pt x="222305" y="21291"/>
                </a:moveTo>
                <a:cubicBezTo>
                  <a:pt x="219310" y="21291"/>
                  <a:pt x="216720" y="20251"/>
                  <a:pt x="214536" y="18170"/>
                </a:cubicBezTo>
                <a:cubicBezTo>
                  <a:pt x="212352" y="16090"/>
                  <a:pt x="211260" y="13582"/>
                  <a:pt x="211260" y="10645"/>
                </a:cubicBezTo>
                <a:cubicBezTo>
                  <a:pt x="211260" y="7709"/>
                  <a:pt x="212352" y="5200"/>
                  <a:pt x="214536" y="3120"/>
                </a:cubicBezTo>
                <a:cubicBezTo>
                  <a:pt x="216720" y="1040"/>
                  <a:pt x="219310" y="0"/>
                  <a:pt x="222305" y="0"/>
                </a:cubicBezTo>
                <a:cubicBezTo>
                  <a:pt x="225300" y="0"/>
                  <a:pt x="227875" y="1040"/>
                  <a:pt x="230027" y="3120"/>
                </a:cubicBezTo>
                <a:cubicBezTo>
                  <a:pt x="232180" y="5200"/>
                  <a:pt x="233257" y="7709"/>
                  <a:pt x="233257" y="10645"/>
                </a:cubicBezTo>
                <a:cubicBezTo>
                  <a:pt x="233257" y="13582"/>
                  <a:pt x="232180" y="16090"/>
                  <a:pt x="230027" y="18170"/>
                </a:cubicBezTo>
                <a:cubicBezTo>
                  <a:pt x="227875" y="20251"/>
                  <a:pt x="225300" y="21291"/>
                  <a:pt x="222305" y="21291"/>
                </a:cubicBezTo>
                <a:moveTo>
                  <a:pt x="226517" y="95859"/>
                </a:moveTo>
                <a:cubicBezTo>
                  <a:pt x="226517" y="99534"/>
                  <a:pt x="226626" y="105031"/>
                  <a:pt x="226845" y="112349"/>
                </a:cubicBezTo>
                <a:cubicBezTo>
                  <a:pt x="227063" y="119666"/>
                  <a:pt x="227172" y="125162"/>
                  <a:pt x="227172" y="128836"/>
                </a:cubicBezTo>
                <a:cubicBezTo>
                  <a:pt x="227172" y="131530"/>
                  <a:pt x="226330" y="133735"/>
                  <a:pt x="224645" y="135450"/>
                </a:cubicBezTo>
                <a:cubicBezTo>
                  <a:pt x="222960" y="137165"/>
                  <a:pt x="220745" y="138022"/>
                  <a:pt x="217999" y="138022"/>
                </a:cubicBezTo>
                <a:cubicBezTo>
                  <a:pt x="215316" y="138022"/>
                  <a:pt x="213116" y="137165"/>
                  <a:pt x="211400" y="135450"/>
                </a:cubicBezTo>
                <a:cubicBezTo>
                  <a:pt x="209684" y="133735"/>
                  <a:pt x="208826" y="131530"/>
                  <a:pt x="208826" y="128836"/>
                </a:cubicBezTo>
                <a:cubicBezTo>
                  <a:pt x="208826" y="125162"/>
                  <a:pt x="208717" y="119666"/>
                  <a:pt x="208498" y="112349"/>
                </a:cubicBezTo>
                <a:cubicBezTo>
                  <a:pt x="208280" y="105031"/>
                  <a:pt x="208171" y="99534"/>
                  <a:pt x="208171" y="95859"/>
                </a:cubicBezTo>
                <a:cubicBezTo>
                  <a:pt x="208171" y="90103"/>
                  <a:pt x="208483" y="82923"/>
                  <a:pt x="209107" y="74319"/>
                </a:cubicBezTo>
                <a:cubicBezTo>
                  <a:pt x="209731" y="65714"/>
                  <a:pt x="210043" y="58533"/>
                  <a:pt x="210043" y="52776"/>
                </a:cubicBezTo>
                <a:cubicBezTo>
                  <a:pt x="210043" y="50021"/>
                  <a:pt x="210901" y="47786"/>
                  <a:pt x="212617" y="46071"/>
                </a:cubicBezTo>
                <a:cubicBezTo>
                  <a:pt x="214333" y="44356"/>
                  <a:pt x="216533" y="43499"/>
                  <a:pt x="219216" y="43499"/>
                </a:cubicBezTo>
                <a:cubicBezTo>
                  <a:pt x="221899" y="43499"/>
                  <a:pt x="224099" y="44356"/>
                  <a:pt x="225815" y="46071"/>
                </a:cubicBezTo>
                <a:cubicBezTo>
                  <a:pt x="227531" y="47786"/>
                  <a:pt x="228389" y="50021"/>
                  <a:pt x="228389" y="52776"/>
                </a:cubicBezTo>
                <a:cubicBezTo>
                  <a:pt x="228389" y="58533"/>
                  <a:pt x="228077" y="65714"/>
                  <a:pt x="227453" y="74319"/>
                </a:cubicBezTo>
                <a:cubicBezTo>
                  <a:pt x="226829" y="82923"/>
                  <a:pt x="226517" y="90103"/>
                  <a:pt x="226517" y="95859"/>
                </a:cubicBezTo>
                <a:close/>
                <a:moveTo>
                  <a:pt x="380011" y="145180"/>
                </a:moveTo>
                <a:cubicBezTo>
                  <a:pt x="374894" y="145180"/>
                  <a:pt x="371899" y="142513"/>
                  <a:pt x="371025" y="137179"/>
                </a:cubicBezTo>
                <a:cubicBezTo>
                  <a:pt x="369902" y="130434"/>
                  <a:pt x="368779" y="120931"/>
                  <a:pt x="367655" y="108670"/>
                </a:cubicBezTo>
                <a:lnTo>
                  <a:pt x="364473" y="80158"/>
                </a:lnTo>
                <a:cubicBezTo>
                  <a:pt x="363849" y="75929"/>
                  <a:pt x="362788" y="71791"/>
                  <a:pt x="361290" y="67743"/>
                </a:cubicBezTo>
                <a:cubicBezTo>
                  <a:pt x="359168" y="62226"/>
                  <a:pt x="356859" y="59467"/>
                  <a:pt x="354363" y="59467"/>
                </a:cubicBezTo>
                <a:cubicBezTo>
                  <a:pt x="352054" y="59467"/>
                  <a:pt x="347749" y="61396"/>
                  <a:pt x="341446" y="65254"/>
                </a:cubicBezTo>
                <a:cubicBezTo>
                  <a:pt x="335455" y="68806"/>
                  <a:pt x="331524" y="71654"/>
                  <a:pt x="329652" y="73797"/>
                </a:cubicBezTo>
                <a:cubicBezTo>
                  <a:pt x="329589" y="79554"/>
                  <a:pt x="329745" y="85311"/>
                  <a:pt x="330120" y="91067"/>
                </a:cubicBezTo>
                <a:lnTo>
                  <a:pt x="332928" y="115596"/>
                </a:lnTo>
                <a:cubicBezTo>
                  <a:pt x="334113" y="125272"/>
                  <a:pt x="334706" y="133264"/>
                  <a:pt x="334706" y="139574"/>
                </a:cubicBezTo>
                <a:cubicBezTo>
                  <a:pt x="334706" y="142267"/>
                  <a:pt x="333848" y="144487"/>
                  <a:pt x="332132" y="146233"/>
                </a:cubicBezTo>
                <a:cubicBezTo>
                  <a:pt x="330416" y="147978"/>
                  <a:pt x="328216" y="148851"/>
                  <a:pt x="325533" y="148851"/>
                </a:cubicBezTo>
                <a:cubicBezTo>
                  <a:pt x="322850" y="148851"/>
                  <a:pt x="320650" y="147978"/>
                  <a:pt x="318934" y="146233"/>
                </a:cubicBezTo>
                <a:cubicBezTo>
                  <a:pt x="317218" y="144487"/>
                  <a:pt x="316360" y="142267"/>
                  <a:pt x="316360" y="139574"/>
                </a:cubicBezTo>
                <a:cubicBezTo>
                  <a:pt x="316360" y="132163"/>
                  <a:pt x="315595" y="121216"/>
                  <a:pt x="314066" y="106731"/>
                </a:cubicBezTo>
                <a:cubicBezTo>
                  <a:pt x="312537" y="92247"/>
                  <a:pt x="311773" y="81300"/>
                  <a:pt x="311773" y="73889"/>
                </a:cubicBezTo>
                <a:cubicBezTo>
                  <a:pt x="311773" y="67398"/>
                  <a:pt x="310837" y="62346"/>
                  <a:pt x="308965" y="58733"/>
                </a:cubicBezTo>
                <a:cubicBezTo>
                  <a:pt x="304596" y="60694"/>
                  <a:pt x="300166" y="63882"/>
                  <a:pt x="295673" y="68297"/>
                </a:cubicBezTo>
                <a:lnTo>
                  <a:pt x="284627" y="80439"/>
                </a:lnTo>
                <a:cubicBezTo>
                  <a:pt x="283629" y="81909"/>
                  <a:pt x="282038" y="83840"/>
                  <a:pt x="279853" y="86232"/>
                </a:cubicBezTo>
                <a:cubicBezTo>
                  <a:pt x="279853" y="89911"/>
                  <a:pt x="279510" y="95338"/>
                  <a:pt x="278824" y="102513"/>
                </a:cubicBezTo>
                <a:cubicBezTo>
                  <a:pt x="278137" y="109686"/>
                  <a:pt x="277794" y="114990"/>
                  <a:pt x="277794" y="118423"/>
                </a:cubicBezTo>
                <a:cubicBezTo>
                  <a:pt x="277794" y="120263"/>
                  <a:pt x="278091" y="122838"/>
                  <a:pt x="278683" y="126149"/>
                </a:cubicBezTo>
                <a:cubicBezTo>
                  <a:pt x="279276" y="129459"/>
                  <a:pt x="279573" y="131850"/>
                  <a:pt x="279573" y="133322"/>
                </a:cubicBezTo>
                <a:cubicBezTo>
                  <a:pt x="279573" y="135836"/>
                  <a:pt x="278621" y="137951"/>
                  <a:pt x="276718" y="139668"/>
                </a:cubicBezTo>
                <a:cubicBezTo>
                  <a:pt x="274814" y="141385"/>
                  <a:pt x="272583" y="142243"/>
                  <a:pt x="270025" y="142243"/>
                </a:cubicBezTo>
                <a:cubicBezTo>
                  <a:pt x="262973" y="142243"/>
                  <a:pt x="259447" y="134375"/>
                  <a:pt x="259447" y="118639"/>
                </a:cubicBezTo>
                <a:cubicBezTo>
                  <a:pt x="259447" y="114964"/>
                  <a:pt x="259791" y="109483"/>
                  <a:pt x="260477" y="102197"/>
                </a:cubicBezTo>
                <a:cubicBezTo>
                  <a:pt x="261164" y="94911"/>
                  <a:pt x="261507" y="89431"/>
                  <a:pt x="261507" y="85756"/>
                </a:cubicBezTo>
                <a:cubicBezTo>
                  <a:pt x="261507" y="82512"/>
                  <a:pt x="261210" y="77644"/>
                  <a:pt x="260618" y="71153"/>
                </a:cubicBezTo>
                <a:cubicBezTo>
                  <a:pt x="260025" y="64662"/>
                  <a:pt x="259728" y="59763"/>
                  <a:pt x="259728" y="56456"/>
                </a:cubicBezTo>
                <a:cubicBezTo>
                  <a:pt x="259728" y="42556"/>
                  <a:pt x="262911" y="35607"/>
                  <a:pt x="269276" y="35607"/>
                </a:cubicBezTo>
                <a:cubicBezTo>
                  <a:pt x="271710" y="35607"/>
                  <a:pt x="273941" y="36632"/>
                  <a:pt x="275969" y="38681"/>
                </a:cubicBezTo>
                <a:cubicBezTo>
                  <a:pt x="277997" y="40731"/>
                  <a:pt x="279011" y="42979"/>
                  <a:pt x="279011" y="45426"/>
                </a:cubicBezTo>
                <a:cubicBezTo>
                  <a:pt x="279011" y="46589"/>
                  <a:pt x="278855" y="48393"/>
                  <a:pt x="278543" y="50841"/>
                </a:cubicBezTo>
                <a:cubicBezTo>
                  <a:pt x="278231" y="53288"/>
                  <a:pt x="278075" y="55154"/>
                  <a:pt x="278075" y="56439"/>
                </a:cubicBezTo>
                <a:lnTo>
                  <a:pt x="278262" y="66074"/>
                </a:lnTo>
                <a:cubicBezTo>
                  <a:pt x="281507" y="59528"/>
                  <a:pt x="286281" y="53609"/>
                  <a:pt x="292584" y="48317"/>
                </a:cubicBezTo>
                <a:cubicBezTo>
                  <a:pt x="298887" y="43025"/>
                  <a:pt x="304253" y="40379"/>
                  <a:pt x="308684" y="40379"/>
                </a:cubicBezTo>
                <a:cubicBezTo>
                  <a:pt x="318481" y="40379"/>
                  <a:pt x="325221" y="45151"/>
                  <a:pt x="328903" y="54695"/>
                </a:cubicBezTo>
                <a:cubicBezTo>
                  <a:pt x="332335" y="50229"/>
                  <a:pt x="336422" y="46879"/>
                  <a:pt x="341165" y="44646"/>
                </a:cubicBezTo>
                <a:cubicBezTo>
                  <a:pt x="345908" y="42413"/>
                  <a:pt x="351337" y="41296"/>
                  <a:pt x="357452" y="41296"/>
                </a:cubicBezTo>
                <a:cubicBezTo>
                  <a:pt x="367874" y="41296"/>
                  <a:pt x="374988" y="46812"/>
                  <a:pt x="378794" y="57844"/>
                </a:cubicBezTo>
                <a:cubicBezTo>
                  <a:pt x="379543" y="60050"/>
                  <a:pt x="380822" y="68661"/>
                  <a:pt x="382632" y="83677"/>
                </a:cubicBezTo>
                <a:cubicBezTo>
                  <a:pt x="384379" y="94219"/>
                  <a:pt x="386626" y="111779"/>
                  <a:pt x="389372" y="136356"/>
                </a:cubicBezTo>
                <a:cubicBezTo>
                  <a:pt x="389559" y="138807"/>
                  <a:pt x="388717" y="140890"/>
                  <a:pt x="386844" y="142605"/>
                </a:cubicBezTo>
                <a:cubicBezTo>
                  <a:pt x="384972" y="144322"/>
                  <a:pt x="382695" y="145180"/>
                  <a:pt x="380011" y="145180"/>
                </a:cubicBezTo>
                <a:close/>
                <a:moveTo>
                  <a:pt x="431569" y="21291"/>
                </a:moveTo>
                <a:cubicBezTo>
                  <a:pt x="428573" y="21291"/>
                  <a:pt x="425984" y="20251"/>
                  <a:pt x="423800" y="18170"/>
                </a:cubicBezTo>
                <a:cubicBezTo>
                  <a:pt x="421615" y="16090"/>
                  <a:pt x="420523" y="13582"/>
                  <a:pt x="420523" y="10645"/>
                </a:cubicBezTo>
                <a:cubicBezTo>
                  <a:pt x="420523" y="7709"/>
                  <a:pt x="421615" y="5200"/>
                  <a:pt x="423800" y="3120"/>
                </a:cubicBezTo>
                <a:cubicBezTo>
                  <a:pt x="425984" y="1040"/>
                  <a:pt x="428573" y="0"/>
                  <a:pt x="431569" y="0"/>
                </a:cubicBezTo>
                <a:cubicBezTo>
                  <a:pt x="434564" y="0"/>
                  <a:pt x="437138" y="1040"/>
                  <a:pt x="439291" y="3120"/>
                </a:cubicBezTo>
                <a:cubicBezTo>
                  <a:pt x="441444" y="5200"/>
                  <a:pt x="442521" y="7709"/>
                  <a:pt x="442521" y="10645"/>
                </a:cubicBezTo>
                <a:cubicBezTo>
                  <a:pt x="442521" y="13582"/>
                  <a:pt x="441444" y="16090"/>
                  <a:pt x="439291" y="18170"/>
                </a:cubicBezTo>
                <a:cubicBezTo>
                  <a:pt x="437138" y="20251"/>
                  <a:pt x="434564" y="21291"/>
                  <a:pt x="431569" y="21291"/>
                </a:cubicBezTo>
                <a:moveTo>
                  <a:pt x="435781" y="95859"/>
                </a:moveTo>
                <a:cubicBezTo>
                  <a:pt x="435781" y="99534"/>
                  <a:pt x="435890" y="105031"/>
                  <a:pt x="436109" y="112349"/>
                </a:cubicBezTo>
                <a:cubicBezTo>
                  <a:pt x="436327" y="119666"/>
                  <a:pt x="436436" y="125162"/>
                  <a:pt x="436436" y="128836"/>
                </a:cubicBezTo>
                <a:cubicBezTo>
                  <a:pt x="436436" y="131530"/>
                  <a:pt x="435594" y="133735"/>
                  <a:pt x="433909" y="135450"/>
                </a:cubicBezTo>
                <a:cubicBezTo>
                  <a:pt x="432224" y="137165"/>
                  <a:pt x="430009" y="138022"/>
                  <a:pt x="427263" y="138022"/>
                </a:cubicBezTo>
                <a:cubicBezTo>
                  <a:pt x="424580" y="138022"/>
                  <a:pt x="422380" y="137165"/>
                  <a:pt x="420664" y="135450"/>
                </a:cubicBezTo>
                <a:cubicBezTo>
                  <a:pt x="418948" y="133735"/>
                  <a:pt x="418090" y="131530"/>
                  <a:pt x="418090" y="128836"/>
                </a:cubicBezTo>
                <a:cubicBezTo>
                  <a:pt x="418090" y="125162"/>
                  <a:pt x="417980" y="119666"/>
                  <a:pt x="417762" y="112349"/>
                </a:cubicBezTo>
                <a:cubicBezTo>
                  <a:pt x="417544" y="105031"/>
                  <a:pt x="417434" y="99534"/>
                  <a:pt x="417434" y="95859"/>
                </a:cubicBezTo>
                <a:cubicBezTo>
                  <a:pt x="417434" y="90103"/>
                  <a:pt x="417746" y="82923"/>
                  <a:pt x="418370" y="74319"/>
                </a:cubicBezTo>
                <a:cubicBezTo>
                  <a:pt x="418994" y="65714"/>
                  <a:pt x="419307" y="58533"/>
                  <a:pt x="419307" y="52776"/>
                </a:cubicBezTo>
                <a:cubicBezTo>
                  <a:pt x="419307" y="50021"/>
                  <a:pt x="420165" y="47786"/>
                  <a:pt x="421881" y="46071"/>
                </a:cubicBezTo>
                <a:cubicBezTo>
                  <a:pt x="423597" y="44356"/>
                  <a:pt x="425796" y="43499"/>
                  <a:pt x="428480" y="43499"/>
                </a:cubicBezTo>
                <a:cubicBezTo>
                  <a:pt x="431163" y="43499"/>
                  <a:pt x="433363" y="44356"/>
                  <a:pt x="435079" y="46071"/>
                </a:cubicBezTo>
                <a:cubicBezTo>
                  <a:pt x="436795" y="47786"/>
                  <a:pt x="437653" y="50021"/>
                  <a:pt x="437653" y="52776"/>
                </a:cubicBezTo>
                <a:cubicBezTo>
                  <a:pt x="437653" y="58533"/>
                  <a:pt x="437341" y="65714"/>
                  <a:pt x="436717" y="74319"/>
                </a:cubicBezTo>
                <a:cubicBezTo>
                  <a:pt x="436093" y="82923"/>
                  <a:pt x="435781" y="90103"/>
                  <a:pt x="435781" y="95859"/>
                </a:cubicBezTo>
                <a:close/>
                <a:moveTo>
                  <a:pt x="542192" y="144079"/>
                </a:moveTo>
                <a:cubicBezTo>
                  <a:pt x="536825" y="144079"/>
                  <a:pt x="533798" y="141198"/>
                  <a:pt x="533112" y="135435"/>
                </a:cubicBezTo>
                <a:lnTo>
                  <a:pt x="530491" y="115295"/>
                </a:lnTo>
                <a:cubicBezTo>
                  <a:pt x="529617" y="108121"/>
                  <a:pt x="529180" y="101408"/>
                  <a:pt x="529180" y="95154"/>
                </a:cubicBezTo>
                <a:cubicBezTo>
                  <a:pt x="529180" y="93437"/>
                  <a:pt x="529290" y="90525"/>
                  <a:pt x="529508" y="86419"/>
                </a:cubicBezTo>
                <a:cubicBezTo>
                  <a:pt x="529726" y="82310"/>
                  <a:pt x="529836" y="79397"/>
                  <a:pt x="529836" y="77680"/>
                </a:cubicBezTo>
                <a:cubicBezTo>
                  <a:pt x="529836" y="64437"/>
                  <a:pt x="527339" y="57815"/>
                  <a:pt x="522347" y="57815"/>
                </a:cubicBezTo>
                <a:cubicBezTo>
                  <a:pt x="515358" y="57815"/>
                  <a:pt x="508681" y="61888"/>
                  <a:pt x="502316" y="70035"/>
                </a:cubicBezTo>
                <a:cubicBezTo>
                  <a:pt x="496575" y="77445"/>
                  <a:pt x="492081" y="86815"/>
                  <a:pt x="488836" y="98145"/>
                </a:cubicBezTo>
                <a:cubicBezTo>
                  <a:pt x="488712" y="100535"/>
                  <a:pt x="488431" y="103537"/>
                  <a:pt x="487994" y="107150"/>
                </a:cubicBezTo>
                <a:cubicBezTo>
                  <a:pt x="487620" y="110213"/>
                  <a:pt x="487432" y="113183"/>
                  <a:pt x="487432" y="116060"/>
                </a:cubicBezTo>
                <a:cubicBezTo>
                  <a:pt x="487432" y="117898"/>
                  <a:pt x="487620" y="120654"/>
                  <a:pt x="487994" y="124328"/>
                </a:cubicBezTo>
                <a:cubicBezTo>
                  <a:pt x="488368" y="128003"/>
                  <a:pt x="488556" y="130759"/>
                  <a:pt x="488556" y="132596"/>
                </a:cubicBezTo>
                <a:cubicBezTo>
                  <a:pt x="488556" y="135353"/>
                  <a:pt x="487698" y="137589"/>
                  <a:pt x="485982" y="139304"/>
                </a:cubicBezTo>
                <a:cubicBezTo>
                  <a:pt x="484265" y="141019"/>
                  <a:pt x="482066" y="141876"/>
                  <a:pt x="479382" y="141876"/>
                </a:cubicBezTo>
                <a:cubicBezTo>
                  <a:pt x="476637" y="141876"/>
                  <a:pt x="474421" y="141018"/>
                  <a:pt x="472736" y="139301"/>
                </a:cubicBezTo>
                <a:cubicBezTo>
                  <a:pt x="471051" y="137586"/>
                  <a:pt x="470209" y="135349"/>
                  <a:pt x="470209" y="132590"/>
                </a:cubicBezTo>
                <a:cubicBezTo>
                  <a:pt x="470209" y="130753"/>
                  <a:pt x="470006" y="127996"/>
                  <a:pt x="469601" y="124320"/>
                </a:cubicBezTo>
                <a:cubicBezTo>
                  <a:pt x="469195" y="120641"/>
                  <a:pt x="468992" y="117882"/>
                  <a:pt x="468992" y="116043"/>
                </a:cubicBezTo>
                <a:cubicBezTo>
                  <a:pt x="468992" y="109730"/>
                  <a:pt x="469445" y="100981"/>
                  <a:pt x="470349" y="89797"/>
                </a:cubicBezTo>
                <a:cubicBezTo>
                  <a:pt x="471254" y="78612"/>
                  <a:pt x="471707" y="69864"/>
                  <a:pt x="471707" y="63551"/>
                </a:cubicBezTo>
                <a:cubicBezTo>
                  <a:pt x="471707" y="61589"/>
                  <a:pt x="471597" y="58678"/>
                  <a:pt x="471379" y="54818"/>
                </a:cubicBezTo>
                <a:cubicBezTo>
                  <a:pt x="471161" y="50956"/>
                  <a:pt x="471051" y="48045"/>
                  <a:pt x="471051" y="46086"/>
                </a:cubicBezTo>
                <a:cubicBezTo>
                  <a:pt x="471051" y="43449"/>
                  <a:pt x="471941" y="41289"/>
                  <a:pt x="473719" y="39604"/>
                </a:cubicBezTo>
                <a:cubicBezTo>
                  <a:pt x="475498" y="37918"/>
                  <a:pt x="477697" y="37075"/>
                  <a:pt x="480318" y="37075"/>
                </a:cubicBezTo>
                <a:cubicBezTo>
                  <a:pt x="486060" y="37075"/>
                  <a:pt x="489211" y="41068"/>
                  <a:pt x="489773" y="49054"/>
                </a:cubicBezTo>
                <a:lnTo>
                  <a:pt x="490053" y="59834"/>
                </a:lnTo>
                <a:cubicBezTo>
                  <a:pt x="500537" y="46130"/>
                  <a:pt x="511302" y="39278"/>
                  <a:pt x="522347" y="39278"/>
                </a:cubicBezTo>
                <a:cubicBezTo>
                  <a:pt x="532332" y="39278"/>
                  <a:pt x="539290" y="43598"/>
                  <a:pt x="543221" y="52240"/>
                </a:cubicBezTo>
                <a:cubicBezTo>
                  <a:pt x="545905" y="58001"/>
                  <a:pt x="547371" y="66520"/>
                  <a:pt x="547621" y="77798"/>
                </a:cubicBezTo>
                <a:lnTo>
                  <a:pt x="547621" y="87081"/>
                </a:lnTo>
                <a:lnTo>
                  <a:pt x="547527" y="95630"/>
                </a:lnTo>
                <a:cubicBezTo>
                  <a:pt x="547527" y="100718"/>
                  <a:pt x="548198" y="107292"/>
                  <a:pt x="549540" y="115352"/>
                </a:cubicBezTo>
                <a:cubicBezTo>
                  <a:pt x="550881" y="123411"/>
                  <a:pt x="551552" y="129952"/>
                  <a:pt x="551552" y="134976"/>
                </a:cubicBezTo>
                <a:cubicBezTo>
                  <a:pt x="551552" y="137674"/>
                  <a:pt x="550663" y="139865"/>
                  <a:pt x="548884" y="141549"/>
                </a:cubicBezTo>
                <a:cubicBezTo>
                  <a:pt x="547106" y="143236"/>
                  <a:pt x="544875" y="144079"/>
                  <a:pt x="542192" y="144079"/>
                </a:cubicBezTo>
                <a:close/>
                <a:moveTo>
                  <a:pt x="652065" y="97919"/>
                </a:moveTo>
                <a:lnTo>
                  <a:pt x="649912" y="128753"/>
                </a:lnTo>
                <a:cubicBezTo>
                  <a:pt x="649538" y="140989"/>
                  <a:pt x="648259" y="150992"/>
                  <a:pt x="646075" y="158762"/>
                </a:cubicBezTo>
                <a:cubicBezTo>
                  <a:pt x="643266" y="168673"/>
                  <a:pt x="638773" y="175984"/>
                  <a:pt x="632595" y="180695"/>
                </a:cubicBezTo>
                <a:cubicBezTo>
                  <a:pt x="625107" y="186385"/>
                  <a:pt x="614280" y="189230"/>
                  <a:pt x="600114" y="189230"/>
                </a:cubicBezTo>
                <a:cubicBezTo>
                  <a:pt x="591815" y="189230"/>
                  <a:pt x="584857" y="188679"/>
                  <a:pt x="579240" y="187578"/>
                </a:cubicBezTo>
                <a:cubicBezTo>
                  <a:pt x="571378" y="186048"/>
                  <a:pt x="567446" y="182867"/>
                  <a:pt x="567446" y="178034"/>
                </a:cubicBezTo>
                <a:cubicBezTo>
                  <a:pt x="567446" y="172589"/>
                  <a:pt x="570161" y="169866"/>
                  <a:pt x="575590" y="169866"/>
                </a:cubicBezTo>
                <a:cubicBezTo>
                  <a:pt x="577836" y="169866"/>
                  <a:pt x="581580" y="170402"/>
                  <a:pt x="586822" y="171472"/>
                </a:cubicBezTo>
                <a:cubicBezTo>
                  <a:pt x="592064" y="172543"/>
                  <a:pt x="597868" y="173017"/>
                  <a:pt x="604233" y="172895"/>
                </a:cubicBezTo>
                <a:cubicBezTo>
                  <a:pt x="616214" y="172700"/>
                  <a:pt x="624483" y="166675"/>
                  <a:pt x="629038" y="154822"/>
                </a:cubicBezTo>
                <a:cubicBezTo>
                  <a:pt x="632034" y="146918"/>
                  <a:pt x="633625" y="134772"/>
                  <a:pt x="633812" y="118383"/>
                </a:cubicBezTo>
                <a:cubicBezTo>
                  <a:pt x="630442" y="125541"/>
                  <a:pt x="626433" y="130910"/>
                  <a:pt x="621784" y="134489"/>
                </a:cubicBezTo>
                <a:cubicBezTo>
                  <a:pt x="617135" y="138068"/>
                  <a:pt x="611815" y="139857"/>
                  <a:pt x="605824" y="139857"/>
                </a:cubicBezTo>
                <a:cubicBezTo>
                  <a:pt x="594529" y="139857"/>
                  <a:pt x="585340" y="136076"/>
                  <a:pt x="578257" y="128512"/>
                </a:cubicBezTo>
                <a:cubicBezTo>
                  <a:pt x="571175" y="120949"/>
                  <a:pt x="567633" y="111135"/>
                  <a:pt x="567633" y="99071"/>
                </a:cubicBezTo>
                <a:cubicBezTo>
                  <a:pt x="567633" y="82538"/>
                  <a:pt x="572470" y="69218"/>
                  <a:pt x="582142" y="59114"/>
                </a:cubicBezTo>
                <a:cubicBezTo>
                  <a:pt x="592127" y="48704"/>
                  <a:pt x="605731" y="43499"/>
                  <a:pt x="622954" y="43499"/>
                </a:cubicBezTo>
                <a:cubicBezTo>
                  <a:pt x="628758" y="43499"/>
                  <a:pt x="633625" y="44233"/>
                  <a:pt x="637557" y="45701"/>
                </a:cubicBezTo>
                <a:cubicBezTo>
                  <a:pt x="641488" y="47170"/>
                  <a:pt x="644483" y="49372"/>
                  <a:pt x="646543" y="52309"/>
                </a:cubicBezTo>
                <a:cubicBezTo>
                  <a:pt x="653220" y="52492"/>
                  <a:pt x="656558" y="56133"/>
                  <a:pt x="656558" y="63230"/>
                </a:cubicBezTo>
                <a:cubicBezTo>
                  <a:pt x="656558" y="67573"/>
                  <a:pt x="655903" y="73385"/>
                  <a:pt x="654593" y="80666"/>
                </a:cubicBezTo>
                <a:cubicBezTo>
                  <a:pt x="653157" y="89109"/>
                  <a:pt x="652315" y="94860"/>
                  <a:pt x="652065" y="97919"/>
                </a:cubicBezTo>
                <a:moveTo>
                  <a:pt x="622018" y="61853"/>
                </a:moveTo>
                <a:cubicBezTo>
                  <a:pt x="610161" y="61853"/>
                  <a:pt x="600988" y="65461"/>
                  <a:pt x="594498" y="72676"/>
                </a:cubicBezTo>
                <a:cubicBezTo>
                  <a:pt x="588694" y="79175"/>
                  <a:pt x="585793" y="87437"/>
                  <a:pt x="585793" y="97463"/>
                </a:cubicBezTo>
                <a:cubicBezTo>
                  <a:pt x="585793" y="105448"/>
                  <a:pt x="587509" y="111452"/>
                  <a:pt x="590941" y="115472"/>
                </a:cubicBezTo>
                <a:cubicBezTo>
                  <a:pt x="594373" y="119493"/>
                  <a:pt x="599522" y="121503"/>
                  <a:pt x="606386" y="121503"/>
                </a:cubicBezTo>
                <a:cubicBezTo>
                  <a:pt x="612689" y="121503"/>
                  <a:pt x="618804" y="118364"/>
                  <a:pt x="624733" y="112086"/>
                </a:cubicBezTo>
                <a:cubicBezTo>
                  <a:pt x="630099" y="106302"/>
                  <a:pt x="633157" y="100574"/>
                  <a:pt x="633906" y="94902"/>
                </a:cubicBezTo>
                <a:cubicBezTo>
                  <a:pt x="635216" y="88952"/>
                  <a:pt x="636620" y="79615"/>
                  <a:pt x="638118" y="66892"/>
                </a:cubicBezTo>
                <a:cubicBezTo>
                  <a:pt x="635622" y="65184"/>
                  <a:pt x="633032" y="63918"/>
                  <a:pt x="630349" y="63092"/>
                </a:cubicBezTo>
                <a:cubicBezTo>
                  <a:pt x="627666" y="62266"/>
                  <a:pt x="624889" y="61853"/>
                  <a:pt x="622018" y="61853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priming">
            <a:extLst xmlns:a="http://schemas.openxmlformats.org/drawingml/2006/main">
              <a:ext uri="{FF2B5EF4-FFF2-40B4-BE49-F238E27FC236}">
                <a16:creationId xmlns:a16="http://schemas.microsoft.com/office/drawing/2014/main" id="{BD127BA7-CEB1-445F-9635-B352B71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5" y="4413303"/>
            <a:ext cx="656558" cy="190882"/>
          </a:xfrm>
          <a:custGeom xmlns:a="http://schemas.openxmlformats.org/drawingml/2006/main">
            <a:pathLst>
              <a:path w="656558" h="190882" fill="none">
                <a:moveTo>
                  <a:pt x="41654" y="140775"/>
                </a:moveTo>
                <a:cubicBezTo>
                  <a:pt x="35414" y="140775"/>
                  <a:pt x="28550" y="139796"/>
                  <a:pt x="21061" y="137839"/>
                </a:cubicBezTo>
                <a:lnTo>
                  <a:pt x="20874" y="181705"/>
                </a:lnTo>
                <a:cubicBezTo>
                  <a:pt x="20874" y="184396"/>
                  <a:pt x="20016" y="186599"/>
                  <a:pt x="18300" y="188312"/>
                </a:cubicBezTo>
                <a:cubicBezTo>
                  <a:pt x="16584" y="190025"/>
                  <a:pt x="14384" y="190882"/>
                  <a:pt x="11701" y="190882"/>
                </a:cubicBezTo>
                <a:cubicBezTo>
                  <a:pt x="9017" y="190882"/>
                  <a:pt x="6818" y="190024"/>
                  <a:pt x="5101" y="188309"/>
                </a:cubicBezTo>
                <a:cubicBezTo>
                  <a:pt x="3385" y="186594"/>
                  <a:pt x="2527" y="184389"/>
                  <a:pt x="2527" y="181693"/>
                </a:cubicBezTo>
                <a:lnTo>
                  <a:pt x="2808" y="144942"/>
                </a:lnTo>
                <a:lnTo>
                  <a:pt x="2808" y="108283"/>
                </a:lnTo>
                <a:cubicBezTo>
                  <a:pt x="2621" y="94867"/>
                  <a:pt x="2153" y="82647"/>
                  <a:pt x="1404" y="71624"/>
                </a:cubicBezTo>
                <a:lnTo>
                  <a:pt x="0" y="52971"/>
                </a:lnTo>
                <a:cubicBezTo>
                  <a:pt x="0" y="48622"/>
                  <a:pt x="811" y="44946"/>
                  <a:pt x="2434" y="41945"/>
                </a:cubicBezTo>
                <a:cubicBezTo>
                  <a:pt x="4306" y="38331"/>
                  <a:pt x="7020" y="36524"/>
                  <a:pt x="10577" y="36524"/>
                </a:cubicBezTo>
                <a:cubicBezTo>
                  <a:pt x="13011" y="36524"/>
                  <a:pt x="15055" y="37378"/>
                  <a:pt x="16709" y="39085"/>
                </a:cubicBezTo>
                <a:cubicBezTo>
                  <a:pt x="18362" y="40793"/>
                  <a:pt x="19189" y="42876"/>
                  <a:pt x="19189" y="45334"/>
                </a:cubicBezTo>
                <a:cubicBezTo>
                  <a:pt x="19189" y="45885"/>
                  <a:pt x="19095" y="46894"/>
                  <a:pt x="18908" y="48363"/>
                </a:cubicBezTo>
                <a:cubicBezTo>
                  <a:pt x="18596" y="50259"/>
                  <a:pt x="18378" y="52003"/>
                  <a:pt x="18253" y="53594"/>
                </a:cubicBezTo>
                <a:cubicBezTo>
                  <a:pt x="23620" y="49984"/>
                  <a:pt x="28799" y="47277"/>
                  <a:pt x="33792" y="45472"/>
                </a:cubicBezTo>
                <a:cubicBezTo>
                  <a:pt x="38784" y="43667"/>
                  <a:pt x="43558" y="42765"/>
                  <a:pt x="48113" y="42765"/>
                </a:cubicBezTo>
                <a:cubicBezTo>
                  <a:pt x="60906" y="42765"/>
                  <a:pt x="70266" y="48337"/>
                  <a:pt x="76195" y="59481"/>
                </a:cubicBezTo>
                <a:cubicBezTo>
                  <a:pt x="80875" y="68301"/>
                  <a:pt x="83215" y="79967"/>
                  <a:pt x="83215" y="94480"/>
                </a:cubicBezTo>
                <a:cubicBezTo>
                  <a:pt x="83215" y="107706"/>
                  <a:pt x="79596" y="118607"/>
                  <a:pt x="72357" y="127182"/>
                </a:cubicBezTo>
                <a:cubicBezTo>
                  <a:pt x="64681" y="136244"/>
                  <a:pt x="54447" y="140775"/>
                  <a:pt x="41654" y="140775"/>
                </a:cubicBezTo>
                <a:moveTo>
                  <a:pt x="48113" y="61119"/>
                </a:moveTo>
                <a:cubicBezTo>
                  <a:pt x="42372" y="61119"/>
                  <a:pt x="37193" y="62373"/>
                  <a:pt x="32575" y="64881"/>
                </a:cubicBezTo>
                <a:cubicBezTo>
                  <a:pt x="29267" y="66656"/>
                  <a:pt x="25086" y="69898"/>
                  <a:pt x="20032" y="74609"/>
                </a:cubicBezTo>
                <a:cubicBezTo>
                  <a:pt x="20843" y="88497"/>
                  <a:pt x="21248" y="103088"/>
                  <a:pt x="21248" y="118383"/>
                </a:cubicBezTo>
                <a:cubicBezTo>
                  <a:pt x="28050" y="120953"/>
                  <a:pt x="34852" y="122238"/>
                  <a:pt x="41654" y="122238"/>
                </a:cubicBezTo>
                <a:cubicBezTo>
                  <a:pt x="49455" y="122238"/>
                  <a:pt x="55414" y="119393"/>
                  <a:pt x="59533" y="113703"/>
                </a:cubicBezTo>
                <a:cubicBezTo>
                  <a:pt x="63090" y="108747"/>
                  <a:pt x="64869" y="102324"/>
                  <a:pt x="64869" y="94431"/>
                </a:cubicBezTo>
                <a:cubicBezTo>
                  <a:pt x="64869" y="83297"/>
                  <a:pt x="63480" y="74961"/>
                  <a:pt x="60703" y="69424"/>
                </a:cubicBezTo>
                <a:cubicBezTo>
                  <a:pt x="57926" y="63887"/>
                  <a:pt x="53729" y="61119"/>
                  <a:pt x="48113" y="61119"/>
                </a:cubicBezTo>
                <a:close/>
                <a:moveTo>
                  <a:pt x="181438" y="69470"/>
                </a:moveTo>
                <a:cubicBezTo>
                  <a:pt x="181001" y="77117"/>
                  <a:pt x="177881" y="80941"/>
                  <a:pt x="172077" y="80941"/>
                </a:cubicBezTo>
                <a:cubicBezTo>
                  <a:pt x="166711" y="80941"/>
                  <a:pt x="164027" y="77925"/>
                  <a:pt x="164027" y="71893"/>
                </a:cubicBezTo>
                <a:cubicBezTo>
                  <a:pt x="164027" y="70735"/>
                  <a:pt x="163934" y="68601"/>
                  <a:pt x="163746" y="65492"/>
                </a:cubicBezTo>
                <a:lnTo>
                  <a:pt x="163466" y="57815"/>
                </a:lnTo>
                <a:cubicBezTo>
                  <a:pt x="153606" y="58979"/>
                  <a:pt x="145712" y="61708"/>
                  <a:pt x="139783" y="66000"/>
                </a:cubicBezTo>
                <a:cubicBezTo>
                  <a:pt x="134229" y="69986"/>
                  <a:pt x="129612" y="75995"/>
                  <a:pt x="125930" y="84027"/>
                </a:cubicBezTo>
                <a:lnTo>
                  <a:pt x="126117" y="134423"/>
                </a:lnTo>
                <a:cubicBezTo>
                  <a:pt x="126117" y="140615"/>
                  <a:pt x="123028" y="143712"/>
                  <a:pt x="116850" y="143712"/>
                </a:cubicBezTo>
                <a:cubicBezTo>
                  <a:pt x="111359" y="143712"/>
                  <a:pt x="108613" y="140616"/>
                  <a:pt x="108613" y="134426"/>
                </a:cubicBezTo>
                <a:lnTo>
                  <a:pt x="108613" y="69886"/>
                </a:lnTo>
                <a:cubicBezTo>
                  <a:pt x="108613" y="67863"/>
                  <a:pt x="108691" y="64830"/>
                  <a:pt x="108847" y="60786"/>
                </a:cubicBezTo>
                <a:cubicBezTo>
                  <a:pt x="109003" y="56741"/>
                  <a:pt x="109081" y="53706"/>
                  <a:pt x="109081" y="51684"/>
                </a:cubicBezTo>
                <a:cubicBezTo>
                  <a:pt x="109081" y="45493"/>
                  <a:pt x="111827" y="42398"/>
                  <a:pt x="117318" y="42398"/>
                </a:cubicBezTo>
                <a:cubicBezTo>
                  <a:pt x="123434" y="42398"/>
                  <a:pt x="126523" y="47476"/>
                  <a:pt x="126585" y="57632"/>
                </a:cubicBezTo>
                <a:cubicBezTo>
                  <a:pt x="138567" y="46252"/>
                  <a:pt x="151858" y="40562"/>
                  <a:pt x="166461" y="40562"/>
                </a:cubicBezTo>
                <a:cubicBezTo>
                  <a:pt x="171516" y="40562"/>
                  <a:pt x="175291" y="42428"/>
                  <a:pt x="177787" y="46160"/>
                </a:cubicBezTo>
                <a:cubicBezTo>
                  <a:pt x="180283" y="49892"/>
                  <a:pt x="181531" y="55521"/>
                  <a:pt x="181531" y="63046"/>
                </a:cubicBezTo>
                <a:cubicBezTo>
                  <a:pt x="181531" y="66227"/>
                  <a:pt x="181500" y="68369"/>
                  <a:pt x="181438" y="69470"/>
                </a:cubicBezTo>
                <a:close/>
                <a:moveTo>
                  <a:pt x="222305" y="21291"/>
                </a:moveTo>
                <a:cubicBezTo>
                  <a:pt x="219310" y="21291"/>
                  <a:pt x="216720" y="20251"/>
                  <a:pt x="214536" y="18170"/>
                </a:cubicBezTo>
                <a:cubicBezTo>
                  <a:pt x="212352" y="16090"/>
                  <a:pt x="211260" y="13582"/>
                  <a:pt x="211260" y="10645"/>
                </a:cubicBezTo>
                <a:cubicBezTo>
                  <a:pt x="211260" y="7709"/>
                  <a:pt x="212352" y="5200"/>
                  <a:pt x="214536" y="3120"/>
                </a:cubicBezTo>
                <a:cubicBezTo>
                  <a:pt x="216720" y="1040"/>
                  <a:pt x="219310" y="0"/>
                  <a:pt x="222305" y="0"/>
                </a:cubicBezTo>
                <a:cubicBezTo>
                  <a:pt x="225300" y="0"/>
                  <a:pt x="227875" y="1040"/>
                  <a:pt x="230027" y="3120"/>
                </a:cubicBezTo>
                <a:cubicBezTo>
                  <a:pt x="232180" y="5200"/>
                  <a:pt x="233257" y="7709"/>
                  <a:pt x="233257" y="10645"/>
                </a:cubicBezTo>
                <a:cubicBezTo>
                  <a:pt x="233257" y="13582"/>
                  <a:pt x="232180" y="16090"/>
                  <a:pt x="230027" y="18170"/>
                </a:cubicBezTo>
                <a:cubicBezTo>
                  <a:pt x="227875" y="20251"/>
                  <a:pt x="225300" y="21291"/>
                  <a:pt x="222305" y="21291"/>
                </a:cubicBezTo>
                <a:moveTo>
                  <a:pt x="226517" y="95859"/>
                </a:moveTo>
                <a:cubicBezTo>
                  <a:pt x="226517" y="99534"/>
                  <a:pt x="226626" y="105031"/>
                  <a:pt x="226845" y="112349"/>
                </a:cubicBezTo>
                <a:cubicBezTo>
                  <a:pt x="227063" y="119666"/>
                  <a:pt x="227172" y="125162"/>
                  <a:pt x="227172" y="128836"/>
                </a:cubicBezTo>
                <a:cubicBezTo>
                  <a:pt x="227172" y="131530"/>
                  <a:pt x="226330" y="133735"/>
                  <a:pt x="224645" y="135450"/>
                </a:cubicBezTo>
                <a:cubicBezTo>
                  <a:pt x="222960" y="137165"/>
                  <a:pt x="220745" y="138022"/>
                  <a:pt x="217999" y="138022"/>
                </a:cubicBezTo>
                <a:cubicBezTo>
                  <a:pt x="215316" y="138022"/>
                  <a:pt x="213116" y="137165"/>
                  <a:pt x="211400" y="135450"/>
                </a:cubicBezTo>
                <a:cubicBezTo>
                  <a:pt x="209684" y="133735"/>
                  <a:pt x="208826" y="131530"/>
                  <a:pt x="208826" y="128836"/>
                </a:cubicBezTo>
                <a:cubicBezTo>
                  <a:pt x="208826" y="125162"/>
                  <a:pt x="208717" y="119666"/>
                  <a:pt x="208498" y="112349"/>
                </a:cubicBezTo>
                <a:cubicBezTo>
                  <a:pt x="208280" y="105031"/>
                  <a:pt x="208171" y="99534"/>
                  <a:pt x="208171" y="95859"/>
                </a:cubicBezTo>
                <a:cubicBezTo>
                  <a:pt x="208171" y="90103"/>
                  <a:pt x="208483" y="82923"/>
                  <a:pt x="209107" y="74319"/>
                </a:cubicBezTo>
                <a:cubicBezTo>
                  <a:pt x="209731" y="65714"/>
                  <a:pt x="210043" y="58533"/>
                  <a:pt x="210043" y="52776"/>
                </a:cubicBezTo>
                <a:cubicBezTo>
                  <a:pt x="210043" y="50021"/>
                  <a:pt x="210901" y="47786"/>
                  <a:pt x="212617" y="46071"/>
                </a:cubicBezTo>
                <a:cubicBezTo>
                  <a:pt x="214333" y="44356"/>
                  <a:pt x="216533" y="43499"/>
                  <a:pt x="219216" y="43499"/>
                </a:cubicBezTo>
                <a:cubicBezTo>
                  <a:pt x="221899" y="43499"/>
                  <a:pt x="224099" y="44356"/>
                  <a:pt x="225815" y="46071"/>
                </a:cubicBezTo>
                <a:cubicBezTo>
                  <a:pt x="227531" y="47786"/>
                  <a:pt x="228389" y="50021"/>
                  <a:pt x="228389" y="52776"/>
                </a:cubicBezTo>
                <a:cubicBezTo>
                  <a:pt x="228389" y="58533"/>
                  <a:pt x="228077" y="65714"/>
                  <a:pt x="227453" y="74319"/>
                </a:cubicBezTo>
                <a:cubicBezTo>
                  <a:pt x="226829" y="82923"/>
                  <a:pt x="226517" y="90103"/>
                  <a:pt x="226517" y="95859"/>
                </a:cubicBezTo>
                <a:close/>
                <a:moveTo>
                  <a:pt x="380011" y="145180"/>
                </a:moveTo>
                <a:cubicBezTo>
                  <a:pt x="374894" y="145180"/>
                  <a:pt x="371899" y="142513"/>
                  <a:pt x="371025" y="137179"/>
                </a:cubicBezTo>
                <a:cubicBezTo>
                  <a:pt x="369902" y="130434"/>
                  <a:pt x="368779" y="120931"/>
                  <a:pt x="367655" y="108670"/>
                </a:cubicBezTo>
                <a:lnTo>
                  <a:pt x="364473" y="80158"/>
                </a:lnTo>
                <a:cubicBezTo>
                  <a:pt x="363849" y="75929"/>
                  <a:pt x="362788" y="71791"/>
                  <a:pt x="361290" y="67743"/>
                </a:cubicBezTo>
                <a:cubicBezTo>
                  <a:pt x="359168" y="62226"/>
                  <a:pt x="356859" y="59467"/>
                  <a:pt x="354363" y="59467"/>
                </a:cubicBezTo>
                <a:cubicBezTo>
                  <a:pt x="352054" y="59467"/>
                  <a:pt x="347749" y="61396"/>
                  <a:pt x="341446" y="65254"/>
                </a:cubicBezTo>
                <a:cubicBezTo>
                  <a:pt x="335455" y="68806"/>
                  <a:pt x="331524" y="71654"/>
                  <a:pt x="329652" y="73797"/>
                </a:cubicBezTo>
                <a:cubicBezTo>
                  <a:pt x="329589" y="79554"/>
                  <a:pt x="329745" y="85311"/>
                  <a:pt x="330120" y="91067"/>
                </a:cubicBezTo>
                <a:lnTo>
                  <a:pt x="332928" y="115596"/>
                </a:lnTo>
                <a:cubicBezTo>
                  <a:pt x="334113" y="125272"/>
                  <a:pt x="334706" y="133264"/>
                  <a:pt x="334706" y="139574"/>
                </a:cubicBezTo>
                <a:cubicBezTo>
                  <a:pt x="334706" y="142267"/>
                  <a:pt x="333848" y="144487"/>
                  <a:pt x="332132" y="146233"/>
                </a:cubicBezTo>
                <a:cubicBezTo>
                  <a:pt x="330416" y="147978"/>
                  <a:pt x="328216" y="148851"/>
                  <a:pt x="325533" y="148851"/>
                </a:cubicBezTo>
                <a:cubicBezTo>
                  <a:pt x="322850" y="148851"/>
                  <a:pt x="320650" y="147978"/>
                  <a:pt x="318934" y="146233"/>
                </a:cubicBezTo>
                <a:cubicBezTo>
                  <a:pt x="317218" y="144487"/>
                  <a:pt x="316360" y="142267"/>
                  <a:pt x="316360" y="139574"/>
                </a:cubicBezTo>
                <a:cubicBezTo>
                  <a:pt x="316360" y="132163"/>
                  <a:pt x="315595" y="121216"/>
                  <a:pt x="314066" y="106731"/>
                </a:cubicBezTo>
                <a:cubicBezTo>
                  <a:pt x="312537" y="92247"/>
                  <a:pt x="311773" y="81300"/>
                  <a:pt x="311773" y="73889"/>
                </a:cubicBezTo>
                <a:cubicBezTo>
                  <a:pt x="311773" y="67398"/>
                  <a:pt x="310837" y="62346"/>
                  <a:pt x="308965" y="58733"/>
                </a:cubicBezTo>
                <a:cubicBezTo>
                  <a:pt x="304596" y="60694"/>
                  <a:pt x="300166" y="63882"/>
                  <a:pt x="295673" y="68297"/>
                </a:cubicBezTo>
                <a:lnTo>
                  <a:pt x="284627" y="80439"/>
                </a:lnTo>
                <a:cubicBezTo>
                  <a:pt x="283629" y="81909"/>
                  <a:pt x="282038" y="83840"/>
                  <a:pt x="279853" y="86232"/>
                </a:cubicBezTo>
                <a:cubicBezTo>
                  <a:pt x="279853" y="89911"/>
                  <a:pt x="279510" y="95338"/>
                  <a:pt x="278824" y="102513"/>
                </a:cubicBezTo>
                <a:cubicBezTo>
                  <a:pt x="278137" y="109686"/>
                  <a:pt x="277794" y="114990"/>
                  <a:pt x="277794" y="118423"/>
                </a:cubicBezTo>
                <a:cubicBezTo>
                  <a:pt x="277794" y="120263"/>
                  <a:pt x="278091" y="122838"/>
                  <a:pt x="278683" y="126149"/>
                </a:cubicBezTo>
                <a:cubicBezTo>
                  <a:pt x="279276" y="129459"/>
                  <a:pt x="279573" y="131850"/>
                  <a:pt x="279573" y="133322"/>
                </a:cubicBezTo>
                <a:cubicBezTo>
                  <a:pt x="279573" y="135836"/>
                  <a:pt x="278621" y="137951"/>
                  <a:pt x="276718" y="139668"/>
                </a:cubicBezTo>
                <a:cubicBezTo>
                  <a:pt x="274814" y="141385"/>
                  <a:pt x="272583" y="142243"/>
                  <a:pt x="270025" y="142243"/>
                </a:cubicBezTo>
                <a:cubicBezTo>
                  <a:pt x="262973" y="142243"/>
                  <a:pt x="259447" y="134375"/>
                  <a:pt x="259447" y="118639"/>
                </a:cubicBezTo>
                <a:cubicBezTo>
                  <a:pt x="259447" y="114964"/>
                  <a:pt x="259791" y="109483"/>
                  <a:pt x="260477" y="102197"/>
                </a:cubicBezTo>
                <a:cubicBezTo>
                  <a:pt x="261164" y="94911"/>
                  <a:pt x="261507" y="89431"/>
                  <a:pt x="261507" y="85756"/>
                </a:cubicBezTo>
                <a:cubicBezTo>
                  <a:pt x="261507" y="82512"/>
                  <a:pt x="261210" y="77644"/>
                  <a:pt x="260618" y="71153"/>
                </a:cubicBezTo>
                <a:cubicBezTo>
                  <a:pt x="260025" y="64662"/>
                  <a:pt x="259728" y="59763"/>
                  <a:pt x="259728" y="56456"/>
                </a:cubicBezTo>
                <a:cubicBezTo>
                  <a:pt x="259728" y="42556"/>
                  <a:pt x="262911" y="35607"/>
                  <a:pt x="269276" y="35607"/>
                </a:cubicBezTo>
                <a:cubicBezTo>
                  <a:pt x="271710" y="35607"/>
                  <a:pt x="273941" y="36632"/>
                  <a:pt x="275969" y="38681"/>
                </a:cubicBezTo>
                <a:cubicBezTo>
                  <a:pt x="277997" y="40731"/>
                  <a:pt x="279011" y="42979"/>
                  <a:pt x="279011" y="45426"/>
                </a:cubicBezTo>
                <a:cubicBezTo>
                  <a:pt x="279011" y="46589"/>
                  <a:pt x="278855" y="48393"/>
                  <a:pt x="278543" y="50841"/>
                </a:cubicBezTo>
                <a:cubicBezTo>
                  <a:pt x="278231" y="53288"/>
                  <a:pt x="278075" y="55154"/>
                  <a:pt x="278075" y="56439"/>
                </a:cubicBezTo>
                <a:lnTo>
                  <a:pt x="278262" y="66074"/>
                </a:lnTo>
                <a:cubicBezTo>
                  <a:pt x="281507" y="59528"/>
                  <a:pt x="286281" y="53609"/>
                  <a:pt x="292584" y="48317"/>
                </a:cubicBezTo>
                <a:cubicBezTo>
                  <a:pt x="298887" y="43025"/>
                  <a:pt x="304253" y="40379"/>
                  <a:pt x="308684" y="40379"/>
                </a:cubicBezTo>
                <a:cubicBezTo>
                  <a:pt x="318481" y="40379"/>
                  <a:pt x="325221" y="45151"/>
                  <a:pt x="328903" y="54695"/>
                </a:cubicBezTo>
                <a:cubicBezTo>
                  <a:pt x="332335" y="50229"/>
                  <a:pt x="336422" y="46879"/>
                  <a:pt x="341165" y="44646"/>
                </a:cubicBezTo>
                <a:cubicBezTo>
                  <a:pt x="345908" y="42413"/>
                  <a:pt x="351337" y="41296"/>
                  <a:pt x="357452" y="41296"/>
                </a:cubicBezTo>
                <a:cubicBezTo>
                  <a:pt x="367874" y="41296"/>
                  <a:pt x="374988" y="46812"/>
                  <a:pt x="378794" y="57844"/>
                </a:cubicBezTo>
                <a:cubicBezTo>
                  <a:pt x="379543" y="60050"/>
                  <a:pt x="380822" y="68661"/>
                  <a:pt x="382632" y="83677"/>
                </a:cubicBezTo>
                <a:cubicBezTo>
                  <a:pt x="384379" y="94219"/>
                  <a:pt x="386626" y="111779"/>
                  <a:pt x="389372" y="136356"/>
                </a:cubicBezTo>
                <a:cubicBezTo>
                  <a:pt x="389559" y="138807"/>
                  <a:pt x="388717" y="140890"/>
                  <a:pt x="386844" y="142605"/>
                </a:cubicBezTo>
                <a:cubicBezTo>
                  <a:pt x="384972" y="144322"/>
                  <a:pt x="382695" y="145180"/>
                  <a:pt x="380011" y="145180"/>
                </a:cubicBezTo>
                <a:close/>
                <a:moveTo>
                  <a:pt x="431569" y="21291"/>
                </a:moveTo>
                <a:cubicBezTo>
                  <a:pt x="428573" y="21291"/>
                  <a:pt x="425984" y="20251"/>
                  <a:pt x="423800" y="18170"/>
                </a:cubicBezTo>
                <a:cubicBezTo>
                  <a:pt x="421615" y="16090"/>
                  <a:pt x="420523" y="13582"/>
                  <a:pt x="420523" y="10645"/>
                </a:cubicBezTo>
                <a:cubicBezTo>
                  <a:pt x="420523" y="7709"/>
                  <a:pt x="421615" y="5200"/>
                  <a:pt x="423800" y="3120"/>
                </a:cubicBezTo>
                <a:cubicBezTo>
                  <a:pt x="425984" y="1040"/>
                  <a:pt x="428573" y="0"/>
                  <a:pt x="431569" y="0"/>
                </a:cubicBezTo>
                <a:cubicBezTo>
                  <a:pt x="434564" y="0"/>
                  <a:pt x="437138" y="1040"/>
                  <a:pt x="439291" y="3120"/>
                </a:cubicBezTo>
                <a:cubicBezTo>
                  <a:pt x="441444" y="5200"/>
                  <a:pt x="442521" y="7709"/>
                  <a:pt x="442521" y="10645"/>
                </a:cubicBezTo>
                <a:cubicBezTo>
                  <a:pt x="442521" y="13582"/>
                  <a:pt x="441444" y="16090"/>
                  <a:pt x="439291" y="18170"/>
                </a:cubicBezTo>
                <a:cubicBezTo>
                  <a:pt x="437138" y="20251"/>
                  <a:pt x="434564" y="21291"/>
                  <a:pt x="431569" y="21291"/>
                </a:cubicBezTo>
                <a:moveTo>
                  <a:pt x="435781" y="95859"/>
                </a:moveTo>
                <a:cubicBezTo>
                  <a:pt x="435781" y="99534"/>
                  <a:pt x="435890" y="105031"/>
                  <a:pt x="436109" y="112349"/>
                </a:cubicBezTo>
                <a:cubicBezTo>
                  <a:pt x="436327" y="119666"/>
                  <a:pt x="436436" y="125162"/>
                  <a:pt x="436436" y="128836"/>
                </a:cubicBezTo>
                <a:cubicBezTo>
                  <a:pt x="436436" y="131530"/>
                  <a:pt x="435594" y="133735"/>
                  <a:pt x="433909" y="135450"/>
                </a:cubicBezTo>
                <a:cubicBezTo>
                  <a:pt x="432224" y="137165"/>
                  <a:pt x="430009" y="138022"/>
                  <a:pt x="427263" y="138022"/>
                </a:cubicBezTo>
                <a:cubicBezTo>
                  <a:pt x="424580" y="138022"/>
                  <a:pt x="422380" y="137165"/>
                  <a:pt x="420664" y="135450"/>
                </a:cubicBezTo>
                <a:cubicBezTo>
                  <a:pt x="418948" y="133735"/>
                  <a:pt x="418090" y="131530"/>
                  <a:pt x="418090" y="128836"/>
                </a:cubicBezTo>
                <a:cubicBezTo>
                  <a:pt x="418090" y="125162"/>
                  <a:pt x="417980" y="119666"/>
                  <a:pt x="417762" y="112349"/>
                </a:cubicBezTo>
                <a:cubicBezTo>
                  <a:pt x="417544" y="105031"/>
                  <a:pt x="417434" y="99534"/>
                  <a:pt x="417434" y="95859"/>
                </a:cubicBezTo>
                <a:cubicBezTo>
                  <a:pt x="417434" y="90103"/>
                  <a:pt x="417746" y="82923"/>
                  <a:pt x="418370" y="74319"/>
                </a:cubicBezTo>
                <a:cubicBezTo>
                  <a:pt x="418994" y="65714"/>
                  <a:pt x="419307" y="58533"/>
                  <a:pt x="419307" y="52776"/>
                </a:cubicBezTo>
                <a:cubicBezTo>
                  <a:pt x="419307" y="50021"/>
                  <a:pt x="420165" y="47786"/>
                  <a:pt x="421881" y="46071"/>
                </a:cubicBezTo>
                <a:cubicBezTo>
                  <a:pt x="423597" y="44356"/>
                  <a:pt x="425796" y="43499"/>
                  <a:pt x="428480" y="43499"/>
                </a:cubicBezTo>
                <a:cubicBezTo>
                  <a:pt x="431163" y="43499"/>
                  <a:pt x="433363" y="44356"/>
                  <a:pt x="435079" y="46071"/>
                </a:cubicBezTo>
                <a:cubicBezTo>
                  <a:pt x="436795" y="47786"/>
                  <a:pt x="437653" y="50021"/>
                  <a:pt x="437653" y="52776"/>
                </a:cubicBezTo>
                <a:cubicBezTo>
                  <a:pt x="437653" y="58533"/>
                  <a:pt x="437341" y="65714"/>
                  <a:pt x="436717" y="74319"/>
                </a:cubicBezTo>
                <a:cubicBezTo>
                  <a:pt x="436093" y="82923"/>
                  <a:pt x="435781" y="90103"/>
                  <a:pt x="435781" y="95859"/>
                </a:cubicBezTo>
                <a:close/>
                <a:moveTo>
                  <a:pt x="542192" y="144079"/>
                </a:moveTo>
                <a:cubicBezTo>
                  <a:pt x="536825" y="144079"/>
                  <a:pt x="533798" y="141198"/>
                  <a:pt x="533112" y="135435"/>
                </a:cubicBezTo>
                <a:lnTo>
                  <a:pt x="530491" y="115295"/>
                </a:lnTo>
                <a:cubicBezTo>
                  <a:pt x="529617" y="108121"/>
                  <a:pt x="529180" y="101408"/>
                  <a:pt x="529180" y="95154"/>
                </a:cubicBezTo>
                <a:cubicBezTo>
                  <a:pt x="529180" y="93437"/>
                  <a:pt x="529290" y="90525"/>
                  <a:pt x="529508" y="86419"/>
                </a:cubicBezTo>
                <a:cubicBezTo>
                  <a:pt x="529726" y="82310"/>
                  <a:pt x="529836" y="79397"/>
                  <a:pt x="529836" y="77680"/>
                </a:cubicBezTo>
                <a:cubicBezTo>
                  <a:pt x="529836" y="64437"/>
                  <a:pt x="527339" y="57815"/>
                  <a:pt x="522347" y="57815"/>
                </a:cubicBezTo>
                <a:cubicBezTo>
                  <a:pt x="515358" y="57815"/>
                  <a:pt x="508681" y="61888"/>
                  <a:pt x="502316" y="70035"/>
                </a:cubicBezTo>
                <a:cubicBezTo>
                  <a:pt x="496575" y="77445"/>
                  <a:pt x="492081" y="86815"/>
                  <a:pt x="488836" y="98145"/>
                </a:cubicBezTo>
                <a:cubicBezTo>
                  <a:pt x="488712" y="100535"/>
                  <a:pt x="488431" y="103537"/>
                  <a:pt x="487994" y="107150"/>
                </a:cubicBezTo>
                <a:cubicBezTo>
                  <a:pt x="487620" y="110213"/>
                  <a:pt x="487432" y="113183"/>
                  <a:pt x="487432" y="116060"/>
                </a:cubicBezTo>
                <a:cubicBezTo>
                  <a:pt x="487432" y="117898"/>
                  <a:pt x="487620" y="120654"/>
                  <a:pt x="487994" y="124328"/>
                </a:cubicBezTo>
                <a:cubicBezTo>
                  <a:pt x="488368" y="128003"/>
                  <a:pt x="488556" y="130759"/>
                  <a:pt x="488556" y="132596"/>
                </a:cubicBezTo>
                <a:cubicBezTo>
                  <a:pt x="488556" y="135353"/>
                  <a:pt x="487698" y="137589"/>
                  <a:pt x="485982" y="139304"/>
                </a:cubicBezTo>
                <a:cubicBezTo>
                  <a:pt x="484265" y="141019"/>
                  <a:pt x="482066" y="141876"/>
                  <a:pt x="479382" y="141876"/>
                </a:cubicBezTo>
                <a:cubicBezTo>
                  <a:pt x="476637" y="141876"/>
                  <a:pt x="474421" y="141018"/>
                  <a:pt x="472736" y="139301"/>
                </a:cubicBezTo>
                <a:cubicBezTo>
                  <a:pt x="471051" y="137586"/>
                  <a:pt x="470209" y="135349"/>
                  <a:pt x="470209" y="132590"/>
                </a:cubicBezTo>
                <a:cubicBezTo>
                  <a:pt x="470209" y="130753"/>
                  <a:pt x="470006" y="127996"/>
                  <a:pt x="469601" y="124320"/>
                </a:cubicBezTo>
                <a:cubicBezTo>
                  <a:pt x="469195" y="120641"/>
                  <a:pt x="468992" y="117882"/>
                  <a:pt x="468992" y="116043"/>
                </a:cubicBezTo>
                <a:cubicBezTo>
                  <a:pt x="468992" y="109730"/>
                  <a:pt x="469445" y="100981"/>
                  <a:pt x="470349" y="89797"/>
                </a:cubicBezTo>
                <a:cubicBezTo>
                  <a:pt x="471254" y="78612"/>
                  <a:pt x="471707" y="69864"/>
                  <a:pt x="471707" y="63551"/>
                </a:cubicBezTo>
                <a:cubicBezTo>
                  <a:pt x="471707" y="61589"/>
                  <a:pt x="471597" y="58678"/>
                  <a:pt x="471379" y="54818"/>
                </a:cubicBezTo>
                <a:cubicBezTo>
                  <a:pt x="471161" y="50956"/>
                  <a:pt x="471051" y="48045"/>
                  <a:pt x="471051" y="46086"/>
                </a:cubicBezTo>
                <a:cubicBezTo>
                  <a:pt x="471051" y="43449"/>
                  <a:pt x="471941" y="41289"/>
                  <a:pt x="473719" y="39604"/>
                </a:cubicBezTo>
                <a:cubicBezTo>
                  <a:pt x="475498" y="37918"/>
                  <a:pt x="477697" y="37075"/>
                  <a:pt x="480318" y="37075"/>
                </a:cubicBezTo>
                <a:cubicBezTo>
                  <a:pt x="486060" y="37075"/>
                  <a:pt x="489211" y="41068"/>
                  <a:pt x="489773" y="49054"/>
                </a:cubicBezTo>
                <a:lnTo>
                  <a:pt x="490053" y="59834"/>
                </a:lnTo>
                <a:cubicBezTo>
                  <a:pt x="500537" y="46130"/>
                  <a:pt x="511302" y="39278"/>
                  <a:pt x="522347" y="39278"/>
                </a:cubicBezTo>
                <a:cubicBezTo>
                  <a:pt x="532332" y="39278"/>
                  <a:pt x="539290" y="43598"/>
                  <a:pt x="543221" y="52240"/>
                </a:cubicBezTo>
                <a:cubicBezTo>
                  <a:pt x="545905" y="58001"/>
                  <a:pt x="547371" y="66520"/>
                  <a:pt x="547621" y="77798"/>
                </a:cubicBezTo>
                <a:lnTo>
                  <a:pt x="547621" y="87081"/>
                </a:lnTo>
                <a:lnTo>
                  <a:pt x="547527" y="95630"/>
                </a:lnTo>
                <a:cubicBezTo>
                  <a:pt x="547527" y="100718"/>
                  <a:pt x="548198" y="107292"/>
                  <a:pt x="549540" y="115352"/>
                </a:cubicBezTo>
                <a:cubicBezTo>
                  <a:pt x="550881" y="123411"/>
                  <a:pt x="551552" y="129952"/>
                  <a:pt x="551552" y="134976"/>
                </a:cubicBezTo>
                <a:cubicBezTo>
                  <a:pt x="551552" y="137674"/>
                  <a:pt x="550663" y="139865"/>
                  <a:pt x="548884" y="141549"/>
                </a:cubicBezTo>
                <a:cubicBezTo>
                  <a:pt x="547106" y="143236"/>
                  <a:pt x="544875" y="144079"/>
                  <a:pt x="542192" y="144079"/>
                </a:cubicBezTo>
                <a:close/>
                <a:moveTo>
                  <a:pt x="652065" y="97919"/>
                </a:moveTo>
                <a:lnTo>
                  <a:pt x="649912" y="128753"/>
                </a:lnTo>
                <a:cubicBezTo>
                  <a:pt x="649538" y="140989"/>
                  <a:pt x="648259" y="150992"/>
                  <a:pt x="646075" y="158762"/>
                </a:cubicBezTo>
                <a:cubicBezTo>
                  <a:pt x="643266" y="168673"/>
                  <a:pt x="638773" y="175984"/>
                  <a:pt x="632595" y="180695"/>
                </a:cubicBezTo>
                <a:cubicBezTo>
                  <a:pt x="625107" y="186385"/>
                  <a:pt x="614280" y="189230"/>
                  <a:pt x="600114" y="189230"/>
                </a:cubicBezTo>
                <a:cubicBezTo>
                  <a:pt x="591815" y="189230"/>
                  <a:pt x="584857" y="188679"/>
                  <a:pt x="579240" y="187578"/>
                </a:cubicBezTo>
                <a:cubicBezTo>
                  <a:pt x="571378" y="186048"/>
                  <a:pt x="567446" y="182867"/>
                  <a:pt x="567446" y="178034"/>
                </a:cubicBezTo>
                <a:cubicBezTo>
                  <a:pt x="567446" y="172589"/>
                  <a:pt x="570161" y="169866"/>
                  <a:pt x="575590" y="169866"/>
                </a:cubicBezTo>
                <a:cubicBezTo>
                  <a:pt x="577836" y="169866"/>
                  <a:pt x="581580" y="170402"/>
                  <a:pt x="586822" y="171472"/>
                </a:cubicBezTo>
                <a:cubicBezTo>
                  <a:pt x="592064" y="172543"/>
                  <a:pt x="597868" y="173017"/>
                  <a:pt x="604233" y="172895"/>
                </a:cubicBezTo>
                <a:cubicBezTo>
                  <a:pt x="616214" y="172700"/>
                  <a:pt x="624483" y="166675"/>
                  <a:pt x="629038" y="154822"/>
                </a:cubicBezTo>
                <a:cubicBezTo>
                  <a:pt x="632034" y="146918"/>
                  <a:pt x="633625" y="134772"/>
                  <a:pt x="633812" y="118383"/>
                </a:cubicBezTo>
                <a:cubicBezTo>
                  <a:pt x="630442" y="125541"/>
                  <a:pt x="626433" y="130910"/>
                  <a:pt x="621784" y="134489"/>
                </a:cubicBezTo>
                <a:cubicBezTo>
                  <a:pt x="617135" y="138068"/>
                  <a:pt x="611815" y="139857"/>
                  <a:pt x="605824" y="139857"/>
                </a:cubicBezTo>
                <a:cubicBezTo>
                  <a:pt x="594529" y="139857"/>
                  <a:pt x="585340" y="136076"/>
                  <a:pt x="578257" y="128512"/>
                </a:cubicBezTo>
                <a:cubicBezTo>
                  <a:pt x="571175" y="120949"/>
                  <a:pt x="567633" y="111135"/>
                  <a:pt x="567633" y="99071"/>
                </a:cubicBezTo>
                <a:cubicBezTo>
                  <a:pt x="567633" y="82538"/>
                  <a:pt x="572470" y="69218"/>
                  <a:pt x="582142" y="59114"/>
                </a:cubicBezTo>
                <a:cubicBezTo>
                  <a:pt x="592127" y="48704"/>
                  <a:pt x="605731" y="43499"/>
                  <a:pt x="622954" y="43499"/>
                </a:cubicBezTo>
                <a:cubicBezTo>
                  <a:pt x="628758" y="43499"/>
                  <a:pt x="633625" y="44233"/>
                  <a:pt x="637557" y="45701"/>
                </a:cubicBezTo>
                <a:cubicBezTo>
                  <a:pt x="641488" y="47170"/>
                  <a:pt x="644483" y="49372"/>
                  <a:pt x="646543" y="52309"/>
                </a:cubicBezTo>
                <a:cubicBezTo>
                  <a:pt x="653220" y="52492"/>
                  <a:pt x="656558" y="56133"/>
                  <a:pt x="656558" y="63230"/>
                </a:cubicBezTo>
                <a:cubicBezTo>
                  <a:pt x="656558" y="67573"/>
                  <a:pt x="655903" y="73385"/>
                  <a:pt x="654593" y="80666"/>
                </a:cubicBezTo>
                <a:cubicBezTo>
                  <a:pt x="653157" y="89109"/>
                  <a:pt x="652315" y="94860"/>
                  <a:pt x="652065" y="97919"/>
                </a:cubicBezTo>
                <a:moveTo>
                  <a:pt x="622018" y="61853"/>
                </a:moveTo>
                <a:cubicBezTo>
                  <a:pt x="610161" y="61853"/>
                  <a:pt x="600988" y="65461"/>
                  <a:pt x="594498" y="72676"/>
                </a:cubicBezTo>
                <a:cubicBezTo>
                  <a:pt x="588694" y="79175"/>
                  <a:pt x="585793" y="87437"/>
                  <a:pt x="585793" y="97463"/>
                </a:cubicBezTo>
                <a:cubicBezTo>
                  <a:pt x="585793" y="105448"/>
                  <a:pt x="587509" y="111452"/>
                  <a:pt x="590941" y="115472"/>
                </a:cubicBezTo>
                <a:cubicBezTo>
                  <a:pt x="594373" y="119493"/>
                  <a:pt x="599522" y="121503"/>
                  <a:pt x="606386" y="121503"/>
                </a:cubicBezTo>
                <a:cubicBezTo>
                  <a:pt x="612689" y="121503"/>
                  <a:pt x="618804" y="118364"/>
                  <a:pt x="624733" y="112086"/>
                </a:cubicBezTo>
                <a:cubicBezTo>
                  <a:pt x="630099" y="106302"/>
                  <a:pt x="633157" y="100574"/>
                  <a:pt x="633906" y="94902"/>
                </a:cubicBezTo>
                <a:cubicBezTo>
                  <a:pt x="635216" y="88952"/>
                  <a:pt x="636620" y="79615"/>
                  <a:pt x="638118" y="66892"/>
                </a:cubicBezTo>
                <a:cubicBezTo>
                  <a:pt x="635622" y="65184"/>
                  <a:pt x="633032" y="63918"/>
                  <a:pt x="630349" y="63092"/>
                </a:cubicBezTo>
                <a:cubicBezTo>
                  <a:pt x="627666" y="62266"/>
                  <a:pt x="624889" y="61853"/>
                  <a:pt x="622018" y="618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136" name="Text ,weobtainits">
            <a:extLst xmlns:a="http://schemas.openxmlformats.org/drawingml/2006/main">
              <a:ext uri="{FF2B5EF4-FFF2-40B4-BE49-F238E27FC236}">
                <a16:creationId xmlns:a16="http://schemas.microsoft.com/office/drawing/2014/main" id="{D54D0386-99DB-43F0-904B-9EA6FCBF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64" y="4419568"/>
            <a:ext cx="1117395" cy="163384"/>
          </a:xfrm>
          <a:custGeom xmlns:a="http://schemas.openxmlformats.org/drawingml/2006/main">
            <a:pathLst>
              <a:path w="1117395" h="163384">
                <a:moveTo>
                  <a:pt x="7403" y="163384"/>
                </a:moveTo>
                <a:cubicBezTo>
                  <a:pt x="5418" y="163384"/>
                  <a:pt x="3687" y="162618"/>
                  <a:pt x="2212" y="161086"/>
                </a:cubicBezTo>
                <a:cubicBezTo>
                  <a:pt x="737" y="159555"/>
                  <a:pt x="0" y="157796"/>
                  <a:pt x="0" y="155810"/>
                </a:cubicBezTo>
                <a:cubicBezTo>
                  <a:pt x="0" y="154165"/>
                  <a:pt x="1759" y="149286"/>
                  <a:pt x="5276" y="141174"/>
                </a:cubicBezTo>
                <a:cubicBezTo>
                  <a:pt x="8339" y="134139"/>
                  <a:pt x="10694" y="129119"/>
                  <a:pt x="12339" y="126112"/>
                </a:cubicBezTo>
                <a:cubicBezTo>
                  <a:pt x="13814" y="123389"/>
                  <a:pt x="15771" y="122027"/>
                  <a:pt x="18210" y="122027"/>
                </a:cubicBezTo>
                <a:cubicBezTo>
                  <a:pt x="20253" y="122027"/>
                  <a:pt x="21997" y="122807"/>
                  <a:pt x="23444" y="124367"/>
                </a:cubicBezTo>
                <a:cubicBezTo>
                  <a:pt x="24891" y="125928"/>
                  <a:pt x="25614" y="127700"/>
                  <a:pt x="25614" y="129686"/>
                </a:cubicBezTo>
                <a:cubicBezTo>
                  <a:pt x="25614" y="131048"/>
                  <a:pt x="21586" y="140748"/>
                  <a:pt x="13530" y="158789"/>
                </a:cubicBezTo>
                <a:cubicBezTo>
                  <a:pt x="12225" y="161852"/>
                  <a:pt x="10183" y="163384"/>
                  <a:pt x="7403" y="163384"/>
                </a:cubicBezTo>
                <a:close/>
                <a:moveTo>
                  <a:pt x="197048" y="57886"/>
                </a:moveTo>
                <a:cubicBezTo>
                  <a:pt x="192623" y="76414"/>
                  <a:pt x="186836" y="97358"/>
                  <a:pt x="179688" y="120716"/>
                </a:cubicBezTo>
                <a:cubicBezTo>
                  <a:pt x="178100" y="125879"/>
                  <a:pt x="175462" y="131183"/>
                  <a:pt x="171774" y="136629"/>
                </a:cubicBezTo>
                <a:cubicBezTo>
                  <a:pt x="169789" y="139636"/>
                  <a:pt x="167094" y="141111"/>
                  <a:pt x="163690" y="141054"/>
                </a:cubicBezTo>
                <a:cubicBezTo>
                  <a:pt x="157507" y="140941"/>
                  <a:pt x="152685" y="133252"/>
                  <a:pt x="149224" y="117988"/>
                </a:cubicBezTo>
                <a:cubicBezTo>
                  <a:pt x="148089" y="113100"/>
                  <a:pt x="146926" y="106450"/>
                  <a:pt x="145735" y="98038"/>
                </a:cubicBezTo>
                <a:lnTo>
                  <a:pt x="142927" y="79027"/>
                </a:lnTo>
                <a:lnTo>
                  <a:pt x="135949" y="95310"/>
                </a:lnTo>
                <a:lnTo>
                  <a:pt x="123014" y="130518"/>
                </a:lnTo>
                <a:cubicBezTo>
                  <a:pt x="122277" y="132678"/>
                  <a:pt x="121199" y="134325"/>
                  <a:pt x="119781" y="135462"/>
                </a:cubicBezTo>
                <a:cubicBezTo>
                  <a:pt x="118079" y="138759"/>
                  <a:pt x="115356" y="140465"/>
                  <a:pt x="111612" y="140578"/>
                </a:cubicBezTo>
                <a:cubicBezTo>
                  <a:pt x="107300" y="140748"/>
                  <a:pt x="103130" y="132281"/>
                  <a:pt x="99103" y="115174"/>
                </a:cubicBezTo>
                <a:cubicBezTo>
                  <a:pt x="97060" y="106365"/>
                  <a:pt x="95018" y="94431"/>
                  <a:pt x="92976" y="79370"/>
                </a:cubicBezTo>
                <a:lnTo>
                  <a:pt x="90933" y="66582"/>
                </a:lnTo>
                <a:cubicBezTo>
                  <a:pt x="90196" y="61468"/>
                  <a:pt x="89827" y="57176"/>
                  <a:pt x="89827" y="53709"/>
                </a:cubicBezTo>
                <a:cubicBezTo>
                  <a:pt x="89827" y="51323"/>
                  <a:pt x="90664" y="49348"/>
                  <a:pt x="92337" y="47787"/>
                </a:cubicBezTo>
                <a:cubicBezTo>
                  <a:pt x="94011" y="46223"/>
                  <a:pt x="96039" y="45441"/>
                  <a:pt x="98422" y="45441"/>
                </a:cubicBezTo>
                <a:cubicBezTo>
                  <a:pt x="102733" y="45441"/>
                  <a:pt x="105400" y="47800"/>
                  <a:pt x="106421" y="52517"/>
                </a:cubicBezTo>
                <a:cubicBezTo>
                  <a:pt x="107158" y="55870"/>
                  <a:pt x="107754" y="60018"/>
                  <a:pt x="108208" y="64963"/>
                </a:cubicBezTo>
                <a:lnTo>
                  <a:pt x="109484" y="77496"/>
                </a:lnTo>
                <a:lnTo>
                  <a:pt x="114505" y="115770"/>
                </a:lnTo>
                <a:cubicBezTo>
                  <a:pt x="120802" y="98265"/>
                  <a:pt x="127326" y="78090"/>
                  <a:pt x="134077" y="55243"/>
                </a:cubicBezTo>
                <a:cubicBezTo>
                  <a:pt x="135949" y="48935"/>
                  <a:pt x="139211" y="45782"/>
                  <a:pt x="143863" y="45782"/>
                </a:cubicBezTo>
                <a:cubicBezTo>
                  <a:pt x="148345" y="45782"/>
                  <a:pt x="151380" y="49305"/>
                  <a:pt x="152968" y="56352"/>
                </a:cubicBezTo>
                <a:cubicBezTo>
                  <a:pt x="154443" y="63002"/>
                  <a:pt x="156287" y="73232"/>
                  <a:pt x="158499" y="87042"/>
                </a:cubicBezTo>
                <a:cubicBezTo>
                  <a:pt x="160769" y="101363"/>
                  <a:pt x="162783" y="112530"/>
                  <a:pt x="164541" y="120543"/>
                </a:cubicBezTo>
                <a:lnTo>
                  <a:pt x="170753" y="97355"/>
                </a:lnTo>
                <a:lnTo>
                  <a:pt x="181731" y="50895"/>
                </a:lnTo>
                <a:cubicBezTo>
                  <a:pt x="182582" y="47486"/>
                  <a:pt x="185021" y="45782"/>
                  <a:pt x="189049" y="45782"/>
                </a:cubicBezTo>
                <a:cubicBezTo>
                  <a:pt x="191431" y="45782"/>
                  <a:pt x="193502" y="46586"/>
                  <a:pt x="195261" y="48193"/>
                </a:cubicBezTo>
                <a:cubicBezTo>
                  <a:pt x="197019" y="49801"/>
                  <a:pt x="197899" y="51735"/>
                  <a:pt x="197899" y="53993"/>
                </a:cubicBezTo>
                <a:cubicBezTo>
                  <a:pt x="197899" y="54275"/>
                  <a:pt x="197615" y="55573"/>
                  <a:pt x="197048" y="57886"/>
                </a:cubicBezTo>
                <a:close/>
                <a:moveTo>
                  <a:pt x="254830" y="138025"/>
                </a:moveTo>
                <a:cubicBezTo>
                  <a:pt x="242009" y="138025"/>
                  <a:pt x="231627" y="134817"/>
                  <a:pt x="223685" y="128402"/>
                </a:cubicBezTo>
                <a:cubicBezTo>
                  <a:pt x="215005" y="121303"/>
                  <a:pt x="210665" y="111366"/>
                  <a:pt x="210665" y="98589"/>
                </a:cubicBezTo>
                <a:cubicBezTo>
                  <a:pt x="210665" y="83826"/>
                  <a:pt x="214239" y="71449"/>
                  <a:pt x="221387" y="61455"/>
                </a:cubicBezTo>
                <a:cubicBezTo>
                  <a:pt x="229159" y="50552"/>
                  <a:pt x="239541" y="45101"/>
                  <a:pt x="252532" y="45101"/>
                </a:cubicBezTo>
                <a:cubicBezTo>
                  <a:pt x="261950" y="45101"/>
                  <a:pt x="269637" y="46689"/>
                  <a:pt x="275593" y="49866"/>
                </a:cubicBezTo>
                <a:cubicBezTo>
                  <a:pt x="282912" y="53781"/>
                  <a:pt x="286571" y="59794"/>
                  <a:pt x="286571" y="67906"/>
                </a:cubicBezTo>
                <a:cubicBezTo>
                  <a:pt x="286571" y="73579"/>
                  <a:pt x="283365" y="78742"/>
                  <a:pt x="276955" y="83394"/>
                </a:cubicBezTo>
                <a:cubicBezTo>
                  <a:pt x="274118" y="85436"/>
                  <a:pt x="268105" y="88613"/>
                  <a:pt x="258915" y="92925"/>
                </a:cubicBezTo>
                <a:lnTo>
                  <a:pt x="226408" y="108327"/>
                </a:lnTo>
                <a:cubicBezTo>
                  <a:pt x="229585" y="113036"/>
                  <a:pt x="233542" y="116581"/>
                  <a:pt x="238279" y="118964"/>
                </a:cubicBezTo>
                <a:cubicBezTo>
                  <a:pt x="243016" y="121347"/>
                  <a:pt x="248533" y="122538"/>
                  <a:pt x="254830" y="122538"/>
                </a:cubicBezTo>
                <a:cubicBezTo>
                  <a:pt x="258744" y="122538"/>
                  <a:pt x="263339" y="121800"/>
                  <a:pt x="268615" y="120325"/>
                </a:cubicBezTo>
                <a:cubicBezTo>
                  <a:pt x="275310" y="118453"/>
                  <a:pt x="279621" y="116000"/>
                  <a:pt x="281550" y="112965"/>
                </a:cubicBezTo>
                <a:cubicBezTo>
                  <a:pt x="283479" y="109930"/>
                  <a:pt x="285549" y="108412"/>
                  <a:pt x="287762" y="108412"/>
                </a:cubicBezTo>
                <a:cubicBezTo>
                  <a:pt x="289748" y="108412"/>
                  <a:pt x="291520" y="109166"/>
                  <a:pt x="293080" y="110675"/>
                </a:cubicBezTo>
                <a:cubicBezTo>
                  <a:pt x="294641" y="112182"/>
                  <a:pt x="295421" y="113931"/>
                  <a:pt x="295421" y="115922"/>
                </a:cubicBezTo>
                <a:cubicBezTo>
                  <a:pt x="295421" y="122237"/>
                  <a:pt x="290343" y="127670"/>
                  <a:pt x="280188" y="132223"/>
                </a:cubicBezTo>
                <a:cubicBezTo>
                  <a:pt x="271509" y="136091"/>
                  <a:pt x="263056" y="138025"/>
                  <a:pt x="254830" y="138025"/>
                </a:cubicBezTo>
                <a:moveTo>
                  <a:pt x="252532" y="60418"/>
                </a:moveTo>
                <a:cubicBezTo>
                  <a:pt x="245611" y="60418"/>
                  <a:pt x="239853" y="63099"/>
                  <a:pt x="235258" y="68460"/>
                </a:cubicBezTo>
                <a:cubicBezTo>
                  <a:pt x="230663" y="73821"/>
                  <a:pt x="227231" y="81891"/>
                  <a:pt x="224961" y="92669"/>
                </a:cubicBezTo>
                <a:lnTo>
                  <a:pt x="251086" y="80245"/>
                </a:lnTo>
                <a:cubicBezTo>
                  <a:pt x="261354" y="75253"/>
                  <a:pt x="268672" y="70913"/>
                  <a:pt x="273040" y="67226"/>
                </a:cubicBezTo>
                <a:cubicBezTo>
                  <a:pt x="268162" y="62687"/>
                  <a:pt x="261326" y="60418"/>
                  <a:pt x="252532" y="60418"/>
                </a:cubicBezTo>
                <a:close/>
                <a:moveTo>
                  <a:pt x="395136" y="139217"/>
                </a:moveTo>
                <a:cubicBezTo>
                  <a:pt x="385605" y="139217"/>
                  <a:pt x="377408" y="135693"/>
                  <a:pt x="370543" y="128646"/>
                </a:cubicBezTo>
                <a:cubicBezTo>
                  <a:pt x="362885" y="120803"/>
                  <a:pt x="358857" y="110260"/>
                  <a:pt x="358460" y="97017"/>
                </a:cubicBezTo>
                <a:cubicBezTo>
                  <a:pt x="358119" y="84173"/>
                  <a:pt x="361353" y="72863"/>
                  <a:pt x="368161" y="63088"/>
                </a:cubicBezTo>
                <a:cubicBezTo>
                  <a:pt x="376103" y="51550"/>
                  <a:pt x="387165" y="45782"/>
                  <a:pt x="401348" y="45782"/>
                </a:cubicBezTo>
                <a:cubicBezTo>
                  <a:pt x="412694" y="45782"/>
                  <a:pt x="421289" y="50982"/>
                  <a:pt x="427132" y="61383"/>
                </a:cubicBezTo>
                <a:cubicBezTo>
                  <a:pt x="431784" y="69794"/>
                  <a:pt x="434025" y="79909"/>
                  <a:pt x="433855" y="91731"/>
                </a:cubicBezTo>
                <a:cubicBezTo>
                  <a:pt x="433684" y="104348"/>
                  <a:pt x="430394" y="115119"/>
                  <a:pt x="423983" y="124043"/>
                </a:cubicBezTo>
                <a:cubicBezTo>
                  <a:pt x="416722" y="134159"/>
                  <a:pt x="407106" y="139217"/>
                  <a:pt x="395136" y="139217"/>
                </a:cubicBezTo>
                <a:moveTo>
                  <a:pt x="400242" y="63141"/>
                </a:moveTo>
                <a:cubicBezTo>
                  <a:pt x="391902" y="63084"/>
                  <a:pt x="385407" y="67061"/>
                  <a:pt x="380755" y="75070"/>
                </a:cubicBezTo>
                <a:cubicBezTo>
                  <a:pt x="377067" y="81492"/>
                  <a:pt x="375224" y="88820"/>
                  <a:pt x="375224" y="97057"/>
                </a:cubicBezTo>
                <a:cubicBezTo>
                  <a:pt x="375224" y="105295"/>
                  <a:pt x="377464" y="111716"/>
                  <a:pt x="381946" y="116318"/>
                </a:cubicBezTo>
                <a:cubicBezTo>
                  <a:pt x="385690" y="120124"/>
                  <a:pt x="390087" y="122027"/>
                  <a:pt x="395136" y="122027"/>
                </a:cubicBezTo>
                <a:cubicBezTo>
                  <a:pt x="401036" y="122027"/>
                  <a:pt x="406113" y="119868"/>
                  <a:pt x="410368" y="115549"/>
                </a:cubicBezTo>
                <a:cubicBezTo>
                  <a:pt x="415190" y="110779"/>
                  <a:pt x="417743" y="104331"/>
                  <a:pt x="418027" y="96206"/>
                </a:cubicBezTo>
                <a:cubicBezTo>
                  <a:pt x="418821" y="74219"/>
                  <a:pt x="412893" y="63198"/>
                  <a:pt x="400242" y="63141"/>
                </a:cubicBezTo>
                <a:close/>
                <a:moveTo>
                  <a:pt x="494460" y="137685"/>
                </a:moveTo>
                <a:cubicBezTo>
                  <a:pt x="485780" y="137685"/>
                  <a:pt x="477894" y="135983"/>
                  <a:pt x="470803" y="132579"/>
                </a:cubicBezTo>
                <a:cubicBezTo>
                  <a:pt x="468988" y="135302"/>
                  <a:pt x="466775" y="136664"/>
                  <a:pt x="464166" y="136664"/>
                </a:cubicBezTo>
                <a:cubicBezTo>
                  <a:pt x="462010" y="136664"/>
                  <a:pt x="460180" y="135911"/>
                  <a:pt x="458677" y="134406"/>
                </a:cubicBezTo>
                <a:cubicBezTo>
                  <a:pt x="457173" y="132903"/>
                  <a:pt x="456422" y="131016"/>
                  <a:pt x="456422" y="128745"/>
                </a:cubicBezTo>
                <a:cubicBezTo>
                  <a:pt x="456422" y="127270"/>
                  <a:pt x="456493" y="125085"/>
                  <a:pt x="456635" y="122190"/>
                </a:cubicBezTo>
                <a:cubicBezTo>
                  <a:pt x="456776" y="119295"/>
                  <a:pt x="456847" y="117109"/>
                  <a:pt x="456847" y="115632"/>
                </a:cubicBezTo>
                <a:cubicBezTo>
                  <a:pt x="456847" y="109615"/>
                  <a:pt x="456691" y="100604"/>
                  <a:pt x="456379" y="88598"/>
                </a:cubicBezTo>
                <a:cubicBezTo>
                  <a:pt x="456067" y="76592"/>
                  <a:pt x="455911" y="67580"/>
                  <a:pt x="455911" y="61561"/>
                </a:cubicBezTo>
                <a:cubicBezTo>
                  <a:pt x="455911" y="57418"/>
                  <a:pt x="455940" y="49571"/>
                  <a:pt x="455996" y="38019"/>
                </a:cubicBezTo>
                <a:cubicBezTo>
                  <a:pt x="456053" y="26467"/>
                  <a:pt x="456081" y="18591"/>
                  <a:pt x="456081" y="14389"/>
                </a:cubicBezTo>
                <a:cubicBezTo>
                  <a:pt x="456081" y="10984"/>
                  <a:pt x="456791" y="7918"/>
                  <a:pt x="458209" y="5194"/>
                </a:cubicBezTo>
                <a:cubicBezTo>
                  <a:pt x="460081" y="1731"/>
                  <a:pt x="462662" y="0"/>
                  <a:pt x="465953" y="0"/>
                </a:cubicBezTo>
                <a:cubicBezTo>
                  <a:pt x="470207" y="0"/>
                  <a:pt x="472335" y="2472"/>
                  <a:pt x="472335" y="7417"/>
                </a:cubicBezTo>
                <a:cubicBezTo>
                  <a:pt x="472335" y="8213"/>
                  <a:pt x="472193" y="9378"/>
                  <a:pt x="471909" y="10914"/>
                </a:cubicBezTo>
                <a:cubicBezTo>
                  <a:pt x="471626" y="12447"/>
                  <a:pt x="471484" y="13612"/>
                  <a:pt x="471484" y="14408"/>
                </a:cubicBezTo>
                <a:lnTo>
                  <a:pt x="471228" y="33081"/>
                </a:lnTo>
                <a:lnTo>
                  <a:pt x="471058" y="54802"/>
                </a:lnTo>
                <a:cubicBezTo>
                  <a:pt x="475994" y="51455"/>
                  <a:pt x="480688" y="48944"/>
                  <a:pt x="485142" y="47271"/>
                </a:cubicBezTo>
                <a:cubicBezTo>
                  <a:pt x="489595" y="45597"/>
                  <a:pt x="493779" y="44760"/>
                  <a:pt x="497693" y="44760"/>
                </a:cubicBezTo>
                <a:cubicBezTo>
                  <a:pt x="509890" y="44760"/>
                  <a:pt x="519790" y="49441"/>
                  <a:pt x="527392" y="58801"/>
                </a:cubicBezTo>
                <a:cubicBezTo>
                  <a:pt x="534540" y="67594"/>
                  <a:pt x="538114" y="78402"/>
                  <a:pt x="538114" y="91223"/>
                </a:cubicBezTo>
                <a:cubicBezTo>
                  <a:pt x="538114" y="104157"/>
                  <a:pt x="533944" y="115135"/>
                  <a:pt x="525605" y="124155"/>
                </a:cubicBezTo>
                <a:cubicBezTo>
                  <a:pt x="517265" y="133175"/>
                  <a:pt x="506884" y="137685"/>
                  <a:pt x="494460" y="137685"/>
                </a:cubicBezTo>
                <a:moveTo>
                  <a:pt x="497693" y="60929"/>
                </a:moveTo>
                <a:cubicBezTo>
                  <a:pt x="493041" y="60929"/>
                  <a:pt x="488276" y="62232"/>
                  <a:pt x="483397" y="64838"/>
                </a:cubicBezTo>
                <a:cubicBezTo>
                  <a:pt x="481014" y="66141"/>
                  <a:pt x="476930" y="68944"/>
                  <a:pt x="471143" y="73249"/>
                </a:cubicBezTo>
                <a:lnTo>
                  <a:pt x="470973" y="87952"/>
                </a:lnTo>
                <a:lnTo>
                  <a:pt x="471058" y="101208"/>
                </a:lnTo>
                <a:lnTo>
                  <a:pt x="471143" y="115143"/>
                </a:lnTo>
                <a:cubicBezTo>
                  <a:pt x="473866" y="116389"/>
                  <a:pt x="477696" y="117976"/>
                  <a:pt x="482631" y="119903"/>
                </a:cubicBezTo>
                <a:cubicBezTo>
                  <a:pt x="486149" y="120979"/>
                  <a:pt x="490091" y="121517"/>
                  <a:pt x="494460" y="121517"/>
                </a:cubicBezTo>
                <a:cubicBezTo>
                  <a:pt x="502686" y="121517"/>
                  <a:pt x="509436" y="118628"/>
                  <a:pt x="514712" y="112850"/>
                </a:cubicBezTo>
                <a:cubicBezTo>
                  <a:pt x="519988" y="107071"/>
                  <a:pt x="522626" y="99876"/>
                  <a:pt x="522626" y="91265"/>
                </a:cubicBezTo>
                <a:cubicBezTo>
                  <a:pt x="522626" y="82825"/>
                  <a:pt x="520499" y="75772"/>
                  <a:pt x="516244" y="70106"/>
                </a:cubicBezTo>
                <a:cubicBezTo>
                  <a:pt x="511649" y="63988"/>
                  <a:pt x="505465" y="60929"/>
                  <a:pt x="497693" y="60929"/>
                </a:cubicBezTo>
                <a:close/>
                <a:moveTo>
                  <a:pt x="613949" y="61684"/>
                </a:moveTo>
                <a:cubicBezTo>
                  <a:pt x="612758" y="61684"/>
                  <a:pt x="611354" y="61627"/>
                  <a:pt x="609737" y="61514"/>
                </a:cubicBezTo>
                <a:cubicBezTo>
                  <a:pt x="608120" y="61398"/>
                  <a:pt x="606716" y="61341"/>
                  <a:pt x="605525" y="61341"/>
                </a:cubicBezTo>
                <a:cubicBezTo>
                  <a:pt x="604220" y="61341"/>
                  <a:pt x="600362" y="61771"/>
                  <a:pt x="593952" y="62630"/>
                </a:cubicBezTo>
                <a:lnTo>
                  <a:pt x="595569" y="112866"/>
                </a:lnTo>
                <a:lnTo>
                  <a:pt x="595654" y="116608"/>
                </a:lnTo>
                <a:lnTo>
                  <a:pt x="595739" y="120942"/>
                </a:lnTo>
                <a:cubicBezTo>
                  <a:pt x="595966" y="133352"/>
                  <a:pt x="592987" y="139557"/>
                  <a:pt x="586804" y="139557"/>
                </a:cubicBezTo>
                <a:cubicBezTo>
                  <a:pt x="584534" y="139557"/>
                  <a:pt x="582563" y="138820"/>
                  <a:pt x="580890" y="137347"/>
                </a:cubicBezTo>
                <a:cubicBezTo>
                  <a:pt x="579216" y="135874"/>
                  <a:pt x="578379" y="134032"/>
                  <a:pt x="578379" y="131821"/>
                </a:cubicBezTo>
                <a:cubicBezTo>
                  <a:pt x="578379" y="129669"/>
                  <a:pt x="578464" y="126440"/>
                  <a:pt x="578634" y="122134"/>
                </a:cubicBezTo>
                <a:cubicBezTo>
                  <a:pt x="578805" y="117826"/>
                  <a:pt x="578890" y="114595"/>
                  <a:pt x="578890" y="112441"/>
                </a:cubicBezTo>
                <a:lnTo>
                  <a:pt x="577188" y="62801"/>
                </a:lnTo>
                <a:cubicBezTo>
                  <a:pt x="573047" y="62630"/>
                  <a:pt x="566749" y="62146"/>
                  <a:pt x="558297" y="61346"/>
                </a:cubicBezTo>
                <a:cubicBezTo>
                  <a:pt x="553248" y="60662"/>
                  <a:pt x="550723" y="57840"/>
                  <a:pt x="550723" y="52882"/>
                </a:cubicBezTo>
                <a:cubicBezTo>
                  <a:pt x="550723" y="50373"/>
                  <a:pt x="551489" y="48294"/>
                  <a:pt x="553021" y="46643"/>
                </a:cubicBezTo>
                <a:cubicBezTo>
                  <a:pt x="554552" y="44991"/>
                  <a:pt x="556510" y="44165"/>
                  <a:pt x="558892" y="44165"/>
                </a:cubicBezTo>
                <a:lnTo>
                  <a:pt x="576762" y="45611"/>
                </a:lnTo>
                <a:cubicBezTo>
                  <a:pt x="576762" y="42709"/>
                  <a:pt x="576635" y="38827"/>
                  <a:pt x="576379" y="33964"/>
                </a:cubicBezTo>
                <a:cubicBezTo>
                  <a:pt x="576124" y="29099"/>
                  <a:pt x="575997" y="25586"/>
                  <a:pt x="575997" y="23425"/>
                </a:cubicBezTo>
                <a:cubicBezTo>
                  <a:pt x="575997" y="21035"/>
                  <a:pt x="576819" y="19059"/>
                  <a:pt x="578464" y="17495"/>
                </a:cubicBezTo>
                <a:cubicBezTo>
                  <a:pt x="580109" y="15930"/>
                  <a:pt x="582123" y="15147"/>
                  <a:pt x="584506" y="15147"/>
                </a:cubicBezTo>
                <a:cubicBezTo>
                  <a:pt x="589612" y="15147"/>
                  <a:pt x="592590" y="19317"/>
                  <a:pt x="593441" y="27656"/>
                </a:cubicBezTo>
                <a:cubicBezTo>
                  <a:pt x="593611" y="29755"/>
                  <a:pt x="593696" y="32280"/>
                  <a:pt x="593696" y="35230"/>
                </a:cubicBezTo>
                <a:lnTo>
                  <a:pt x="593526" y="40165"/>
                </a:lnTo>
                <a:lnTo>
                  <a:pt x="593441" y="45441"/>
                </a:lnTo>
                <a:cubicBezTo>
                  <a:pt x="600476" y="44533"/>
                  <a:pt x="604504" y="44080"/>
                  <a:pt x="605525" y="44080"/>
                </a:cubicBezTo>
                <a:cubicBezTo>
                  <a:pt x="611425" y="44080"/>
                  <a:pt x="615282" y="44363"/>
                  <a:pt x="617098" y="44931"/>
                </a:cubicBezTo>
                <a:cubicBezTo>
                  <a:pt x="620558" y="46072"/>
                  <a:pt x="622289" y="48763"/>
                  <a:pt x="622289" y="53004"/>
                </a:cubicBezTo>
                <a:cubicBezTo>
                  <a:pt x="622289" y="55525"/>
                  <a:pt x="621509" y="57602"/>
                  <a:pt x="619948" y="59235"/>
                </a:cubicBezTo>
                <a:cubicBezTo>
                  <a:pt x="618388" y="60867"/>
                  <a:pt x="616389" y="61684"/>
                  <a:pt x="613949" y="61684"/>
                </a:cubicBezTo>
                <a:close/>
                <a:moveTo>
                  <a:pt x="706261" y="139727"/>
                </a:moveTo>
                <a:cubicBezTo>
                  <a:pt x="705183" y="139727"/>
                  <a:pt x="703226" y="138469"/>
                  <a:pt x="700389" y="135951"/>
                </a:cubicBezTo>
                <a:cubicBezTo>
                  <a:pt x="697836" y="133606"/>
                  <a:pt x="695936" y="131517"/>
                  <a:pt x="694688" y="129686"/>
                </a:cubicBezTo>
                <a:cubicBezTo>
                  <a:pt x="689242" y="132664"/>
                  <a:pt x="684448" y="134912"/>
                  <a:pt x="680307" y="136430"/>
                </a:cubicBezTo>
                <a:cubicBezTo>
                  <a:pt x="676165" y="137947"/>
                  <a:pt x="672705" y="138706"/>
                  <a:pt x="669925" y="138706"/>
                </a:cubicBezTo>
                <a:cubicBezTo>
                  <a:pt x="656650" y="138706"/>
                  <a:pt x="646977" y="134962"/>
                  <a:pt x="640907" y="127473"/>
                </a:cubicBezTo>
                <a:cubicBezTo>
                  <a:pt x="635178" y="120439"/>
                  <a:pt x="632313" y="109660"/>
                  <a:pt x="632313" y="95137"/>
                </a:cubicBezTo>
                <a:cubicBezTo>
                  <a:pt x="632313" y="81408"/>
                  <a:pt x="637035" y="69665"/>
                  <a:pt x="646481" y="59907"/>
                </a:cubicBezTo>
                <a:cubicBezTo>
                  <a:pt x="655927" y="50150"/>
                  <a:pt x="667202" y="45271"/>
                  <a:pt x="680307" y="45271"/>
                </a:cubicBezTo>
                <a:cubicBezTo>
                  <a:pt x="685242" y="45271"/>
                  <a:pt x="690773" y="46547"/>
                  <a:pt x="696900" y="49100"/>
                </a:cubicBezTo>
                <a:cubicBezTo>
                  <a:pt x="704616" y="52277"/>
                  <a:pt x="708473" y="56106"/>
                  <a:pt x="708473" y="60588"/>
                </a:cubicBezTo>
                <a:cubicBezTo>
                  <a:pt x="708473" y="62120"/>
                  <a:pt x="707906" y="63481"/>
                  <a:pt x="706771" y="64673"/>
                </a:cubicBezTo>
                <a:cubicBezTo>
                  <a:pt x="706204" y="66829"/>
                  <a:pt x="705764" y="70374"/>
                  <a:pt x="705452" y="75310"/>
                </a:cubicBezTo>
                <a:cubicBezTo>
                  <a:pt x="705140" y="80245"/>
                  <a:pt x="704956" y="86571"/>
                  <a:pt x="704899" y="94286"/>
                </a:cubicBezTo>
                <a:cubicBezTo>
                  <a:pt x="704843" y="101321"/>
                  <a:pt x="705325" y="106880"/>
                  <a:pt x="706346" y="110965"/>
                </a:cubicBezTo>
                <a:cubicBezTo>
                  <a:pt x="706913" y="113461"/>
                  <a:pt x="708700" y="118453"/>
                  <a:pt x="711707" y="125942"/>
                </a:cubicBezTo>
                <a:cubicBezTo>
                  <a:pt x="712104" y="126963"/>
                  <a:pt x="712757" y="128466"/>
                  <a:pt x="713664" y="130452"/>
                </a:cubicBezTo>
                <a:lnTo>
                  <a:pt x="714175" y="131898"/>
                </a:lnTo>
                <a:cubicBezTo>
                  <a:pt x="714175" y="134168"/>
                  <a:pt x="713381" y="136040"/>
                  <a:pt x="711792" y="137515"/>
                </a:cubicBezTo>
                <a:cubicBezTo>
                  <a:pt x="710204" y="138990"/>
                  <a:pt x="708360" y="139727"/>
                  <a:pt x="706261" y="139727"/>
                </a:cubicBezTo>
                <a:moveTo>
                  <a:pt x="688561" y="80618"/>
                </a:moveTo>
                <a:cubicBezTo>
                  <a:pt x="688561" y="78184"/>
                  <a:pt x="688717" y="75538"/>
                  <a:pt x="689029" y="72682"/>
                </a:cubicBezTo>
                <a:cubicBezTo>
                  <a:pt x="689341" y="69825"/>
                  <a:pt x="689809" y="66783"/>
                  <a:pt x="690433" y="63559"/>
                </a:cubicBezTo>
                <a:cubicBezTo>
                  <a:pt x="688334" y="62482"/>
                  <a:pt x="686533" y="61690"/>
                  <a:pt x="685029" y="61181"/>
                </a:cubicBezTo>
                <a:cubicBezTo>
                  <a:pt x="683526" y="60672"/>
                  <a:pt x="682321" y="60418"/>
                  <a:pt x="681413" y="60418"/>
                </a:cubicBezTo>
                <a:cubicBezTo>
                  <a:pt x="672620" y="60418"/>
                  <a:pt x="665032" y="63996"/>
                  <a:pt x="658650" y="71153"/>
                </a:cubicBezTo>
                <a:cubicBezTo>
                  <a:pt x="652268" y="78310"/>
                  <a:pt x="649077" y="86557"/>
                  <a:pt x="649077" y="95892"/>
                </a:cubicBezTo>
                <a:cubicBezTo>
                  <a:pt x="649077" y="105171"/>
                  <a:pt x="650722" y="112131"/>
                  <a:pt x="654012" y="116770"/>
                </a:cubicBezTo>
                <a:cubicBezTo>
                  <a:pt x="657302" y="121410"/>
                  <a:pt x="662238" y="123729"/>
                  <a:pt x="668819" y="123729"/>
                </a:cubicBezTo>
                <a:cubicBezTo>
                  <a:pt x="674265" y="123729"/>
                  <a:pt x="678888" y="122739"/>
                  <a:pt x="682689" y="120759"/>
                </a:cubicBezTo>
                <a:cubicBezTo>
                  <a:pt x="684732" y="119685"/>
                  <a:pt x="687597" y="117535"/>
                  <a:pt x="691284" y="114310"/>
                </a:cubicBezTo>
                <a:cubicBezTo>
                  <a:pt x="689469" y="99316"/>
                  <a:pt x="688561" y="88085"/>
                  <a:pt x="688561" y="80618"/>
                </a:cubicBezTo>
                <a:close/>
                <a:moveTo>
                  <a:pt x="745458" y="26380"/>
                </a:moveTo>
                <a:cubicBezTo>
                  <a:pt x="742735" y="26380"/>
                  <a:pt x="740381" y="25415"/>
                  <a:pt x="738395" y="23486"/>
                </a:cubicBezTo>
                <a:cubicBezTo>
                  <a:pt x="736410" y="21558"/>
                  <a:pt x="735417" y="19232"/>
                  <a:pt x="735417" y="16509"/>
                </a:cubicBezTo>
                <a:cubicBezTo>
                  <a:pt x="735417" y="13786"/>
                  <a:pt x="736410" y="11460"/>
                  <a:pt x="738395" y="9531"/>
                </a:cubicBezTo>
                <a:cubicBezTo>
                  <a:pt x="740381" y="7602"/>
                  <a:pt x="742735" y="6637"/>
                  <a:pt x="745458" y="6637"/>
                </a:cubicBezTo>
                <a:cubicBezTo>
                  <a:pt x="748181" y="6637"/>
                  <a:pt x="750521" y="7602"/>
                  <a:pt x="752479" y="9531"/>
                </a:cubicBezTo>
                <a:cubicBezTo>
                  <a:pt x="754436" y="11460"/>
                  <a:pt x="755414" y="13786"/>
                  <a:pt x="755414" y="16509"/>
                </a:cubicBezTo>
                <a:cubicBezTo>
                  <a:pt x="755414" y="19232"/>
                  <a:pt x="754436" y="21558"/>
                  <a:pt x="752479" y="23486"/>
                </a:cubicBezTo>
                <a:cubicBezTo>
                  <a:pt x="750521" y="25415"/>
                  <a:pt x="748181" y="26380"/>
                  <a:pt x="745458" y="26380"/>
                </a:cubicBezTo>
                <a:moveTo>
                  <a:pt x="749287" y="95525"/>
                </a:moveTo>
                <a:cubicBezTo>
                  <a:pt x="749287" y="98933"/>
                  <a:pt x="749387" y="104030"/>
                  <a:pt x="749585" y="110816"/>
                </a:cubicBezTo>
                <a:cubicBezTo>
                  <a:pt x="749784" y="117601"/>
                  <a:pt x="749883" y="122697"/>
                  <a:pt x="749883" y="126104"/>
                </a:cubicBezTo>
                <a:cubicBezTo>
                  <a:pt x="749883" y="128602"/>
                  <a:pt x="749117" y="130646"/>
                  <a:pt x="747586" y="132236"/>
                </a:cubicBezTo>
                <a:cubicBezTo>
                  <a:pt x="746054" y="133826"/>
                  <a:pt x="744040" y="134622"/>
                  <a:pt x="741544" y="134622"/>
                </a:cubicBezTo>
                <a:cubicBezTo>
                  <a:pt x="739104" y="134622"/>
                  <a:pt x="737105" y="133826"/>
                  <a:pt x="735544" y="132236"/>
                </a:cubicBezTo>
                <a:cubicBezTo>
                  <a:pt x="733984" y="130646"/>
                  <a:pt x="733204" y="128602"/>
                  <a:pt x="733204" y="126104"/>
                </a:cubicBezTo>
                <a:cubicBezTo>
                  <a:pt x="733204" y="122697"/>
                  <a:pt x="733105" y="117601"/>
                  <a:pt x="732906" y="110816"/>
                </a:cubicBezTo>
                <a:cubicBezTo>
                  <a:pt x="732708" y="104030"/>
                  <a:pt x="732609" y="98933"/>
                  <a:pt x="732609" y="95525"/>
                </a:cubicBezTo>
                <a:cubicBezTo>
                  <a:pt x="732609" y="90187"/>
                  <a:pt x="732892" y="83529"/>
                  <a:pt x="733460" y="75552"/>
                </a:cubicBezTo>
                <a:cubicBezTo>
                  <a:pt x="734027" y="67572"/>
                  <a:pt x="734311" y="60914"/>
                  <a:pt x="734311" y="55576"/>
                </a:cubicBezTo>
                <a:cubicBezTo>
                  <a:pt x="734311" y="53021"/>
                  <a:pt x="735091" y="50948"/>
                  <a:pt x="736651" y="49358"/>
                </a:cubicBezTo>
                <a:cubicBezTo>
                  <a:pt x="738211" y="47768"/>
                  <a:pt x="740211" y="46973"/>
                  <a:pt x="742650" y="46973"/>
                </a:cubicBezTo>
                <a:cubicBezTo>
                  <a:pt x="745089" y="46973"/>
                  <a:pt x="747089" y="47768"/>
                  <a:pt x="748649" y="49358"/>
                </a:cubicBezTo>
                <a:cubicBezTo>
                  <a:pt x="750209" y="50948"/>
                  <a:pt x="750989" y="53021"/>
                  <a:pt x="750989" y="55576"/>
                </a:cubicBezTo>
                <a:cubicBezTo>
                  <a:pt x="750989" y="60914"/>
                  <a:pt x="750706" y="67572"/>
                  <a:pt x="750138" y="75552"/>
                </a:cubicBezTo>
                <a:cubicBezTo>
                  <a:pt x="749571" y="83529"/>
                  <a:pt x="749287" y="90187"/>
                  <a:pt x="749287" y="95525"/>
                </a:cubicBezTo>
                <a:close/>
                <a:moveTo>
                  <a:pt x="842399" y="140238"/>
                </a:moveTo>
                <a:cubicBezTo>
                  <a:pt x="837520" y="140238"/>
                  <a:pt x="834769" y="137566"/>
                  <a:pt x="834145" y="132223"/>
                </a:cubicBezTo>
                <a:lnTo>
                  <a:pt x="831762" y="113547"/>
                </a:lnTo>
                <a:cubicBezTo>
                  <a:pt x="830968" y="106895"/>
                  <a:pt x="830571" y="100670"/>
                  <a:pt x="830571" y="94871"/>
                </a:cubicBezTo>
                <a:cubicBezTo>
                  <a:pt x="830571" y="93279"/>
                  <a:pt x="830670" y="90579"/>
                  <a:pt x="830869" y="86771"/>
                </a:cubicBezTo>
                <a:cubicBezTo>
                  <a:pt x="831067" y="82961"/>
                  <a:pt x="831167" y="80260"/>
                  <a:pt x="831167" y="78668"/>
                </a:cubicBezTo>
                <a:cubicBezTo>
                  <a:pt x="831167" y="66388"/>
                  <a:pt x="828897" y="60248"/>
                  <a:pt x="824359" y="60248"/>
                </a:cubicBezTo>
                <a:cubicBezTo>
                  <a:pt x="818005" y="60248"/>
                  <a:pt x="811935" y="64025"/>
                  <a:pt x="806148" y="71579"/>
                </a:cubicBezTo>
                <a:cubicBezTo>
                  <a:pt x="800929" y="78450"/>
                  <a:pt x="796845" y="87139"/>
                  <a:pt x="793895" y="97645"/>
                </a:cubicBezTo>
                <a:cubicBezTo>
                  <a:pt x="793781" y="99861"/>
                  <a:pt x="793526" y="102644"/>
                  <a:pt x="793129" y="105995"/>
                </a:cubicBezTo>
                <a:cubicBezTo>
                  <a:pt x="792788" y="108835"/>
                  <a:pt x="792618" y="111589"/>
                  <a:pt x="792618" y="114257"/>
                </a:cubicBezTo>
                <a:cubicBezTo>
                  <a:pt x="792618" y="115961"/>
                  <a:pt x="792788" y="118516"/>
                  <a:pt x="793129" y="121924"/>
                </a:cubicBezTo>
                <a:cubicBezTo>
                  <a:pt x="793469" y="125331"/>
                  <a:pt x="793639" y="127887"/>
                  <a:pt x="793639" y="129590"/>
                </a:cubicBezTo>
                <a:cubicBezTo>
                  <a:pt x="793639" y="132147"/>
                  <a:pt x="792859" y="134220"/>
                  <a:pt x="791299" y="135810"/>
                </a:cubicBezTo>
                <a:cubicBezTo>
                  <a:pt x="789739" y="137400"/>
                  <a:pt x="787739" y="138196"/>
                  <a:pt x="785300" y="138196"/>
                </a:cubicBezTo>
                <a:cubicBezTo>
                  <a:pt x="782804" y="138196"/>
                  <a:pt x="780790" y="137400"/>
                  <a:pt x="779258" y="135808"/>
                </a:cubicBezTo>
                <a:cubicBezTo>
                  <a:pt x="777726" y="134217"/>
                  <a:pt x="776961" y="132143"/>
                  <a:pt x="776961" y="129585"/>
                </a:cubicBezTo>
                <a:cubicBezTo>
                  <a:pt x="776961" y="127881"/>
                  <a:pt x="776776" y="125325"/>
                  <a:pt x="776408" y="121916"/>
                </a:cubicBezTo>
                <a:cubicBezTo>
                  <a:pt x="776039" y="118505"/>
                  <a:pt x="775854" y="115947"/>
                  <a:pt x="775854" y="114241"/>
                </a:cubicBezTo>
                <a:cubicBezTo>
                  <a:pt x="775854" y="108387"/>
                  <a:pt x="776266" y="100275"/>
                  <a:pt x="777088" y="89904"/>
                </a:cubicBezTo>
                <a:cubicBezTo>
                  <a:pt x="777911" y="79533"/>
                  <a:pt x="778322" y="71420"/>
                  <a:pt x="778322" y="65566"/>
                </a:cubicBezTo>
                <a:cubicBezTo>
                  <a:pt x="778322" y="63747"/>
                  <a:pt x="778223" y="61048"/>
                  <a:pt x="778024" y="57469"/>
                </a:cubicBezTo>
                <a:cubicBezTo>
                  <a:pt x="777826" y="53888"/>
                  <a:pt x="777726" y="51189"/>
                  <a:pt x="777726" y="49372"/>
                </a:cubicBezTo>
                <a:cubicBezTo>
                  <a:pt x="777726" y="46927"/>
                  <a:pt x="778535" y="44923"/>
                  <a:pt x="780152" y="43362"/>
                </a:cubicBezTo>
                <a:cubicBezTo>
                  <a:pt x="781769" y="41798"/>
                  <a:pt x="783768" y="41016"/>
                  <a:pt x="786151" y="41016"/>
                </a:cubicBezTo>
                <a:cubicBezTo>
                  <a:pt x="791370" y="41016"/>
                  <a:pt x="794235" y="44719"/>
                  <a:pt x="794746" y="52124"/>
                </a:cubicBezTo>
                <a:lnTo>
                  <a:pt x="795001" y="62120"/>
                </a:lnTo>
                <a:cubicBezTo>
                  <a:pt x="804532" y="49412"/>
                  <a:pt x="814318" y="43058"/>
                  <a:pt x="824359" y="43058"/>
                </a:cubicBezTo>
                <a:cubicBezTo>
                  <a:pt x="833436" y="43058"/>
                  <a:pt x="839761" y="47065"/>
                  <a:pt x="843335" y="55078"/>
                </a:cubicBezTo>
                <a:cubicBezTo>
                  <a:pt x="845775" y="60420"/>
                  <a:pt x="847108" y="68320"/>
                  <a:pt x="847335" y="78777"/>
                </a:cubicBezTo>
                <a:lnTo>
                  <a:pt x="847335" y="87385"/>
                </a:lnTo>
                <a:lnTo>
                  <a:pt x="847250" y="95313"/>
                </a:lnTo>
                <a:cubicBezTo>
                  <a:pt x="847250" y="100030"/>
                  <a:pt x="847860" y="106126"/>
                  <a:pt x="849079" y="113600"/>
                </a:cubicBezTo>
                <a:cubicBezTo>
                  <a:pt x="850299" y="121073"/>
                  <a:pt x="850909" y="127138"/>
                  <a:pt x="850909" y="131797"/>
                </a:cubicBezTo>
                <a:cubicBezTo>
                  <a:pt x="850909" y="134299"/>
                  <a:pt x="850100" y="136331"/>
                  <a:pt x="848484" y="137892"/>
                </a:cubicBezTo>
                <a:cubicBezTo>
                  <a:pt x="846867" y="139456"/>
                  <a:pt x="844839" y="140238"/>
                  <a:pt x="842399" y="140238"/>
                </a:cubicBezTo>
                <a:close/>
                <a:moveTo>
                  <a:pt x="937162" y="26380"/>
                </a:moveTo>
                <a:cubicBezTo>
                  <a:pt x="934439" y="26380"/>
                  <a:pt x="932085" y="25415"/>
                  <a:pt x="930099" y="23486"/>
                </a:cubicBezTo>
                <a:cubicBezTo>
                  <a:pt x="928114" y="21558"/>
                  <a:pt x="927121" y="19232"/>
                  <a:pt x="927121" y="16509"/>
                </a:cubicBezTo>
                <a:cubicBezTo>
                  <a:pt x="927121" y="13786"/>
                  <a:pt x="928114" y="11460"/>
                  <a:pt x="930099" y="9531"/>
                </a:cubicBezTo>
                <a:cubicBezTo>
                  <a:pt x="932085" y="7602"/>
                  <a:pt x="934439" y="6637"/>
                  <a:pt x="937162" y="6637"/>
                </a:cubicBezTo>
                <a:cubicBezTo>
                  <a:pt x="939885" y="6637"/>
                  <a:pt x="942225" y="7602"/>
                  <a:pt x="944182" y="9531"/>
                </a:cubicBezTo>
                <a:cubicBezTo>
                  <a:pt x="946140" y="11460"/>
                  <a:pt x="947118" y="13786"/>
                  <a:pt x="947118" y="16509"/>
                </a:cubicBezTo>
                <a:cubicBezTo>
                  <a:pt x="947118" y="19232"/>
                  <a:pt x="946140" y="21558"/>
                  <a:pt x="944182" y="23486"/>
                </a:cubicBezTo>
                <a:cubicBezTo>
                  <a:pt x="942225" y="25415"/>
                  <a:pt x="939885" y="26380"/>
                  <a:pt x="937162" y="26380"/>
                </a:cubicBezTo>
                <a:moveTo>
                  <a:pt x="940991" y="95525"/>
                </a:moveTo>
                <a:cubicBezTo>
                  <a:pt x="940991" y="98933"/>
                  <a:pt x="941091" y="104030"/>
                  <a:pt x="941289" y="110816"/>
                </a:cubicBezTo>
                <a:cubicBezTo>
                  <a:pt x="941488" y="117601"/>
                  <a:pt x="941587" y="122697"/>
                  <a:pt x="941587" y="126104"/>
                </a:cubicBezTo>
                <a:cubicBezTo>
                  <a:pt x="941587" y="128602"/>
                  <a:pt x="940821" y="130646"/>
                  <a:pt x="939289" y="132236"/>
                </a:cubicBezTo>
                <a:cubicBezTo>
                  <a:pt x="937758" y="133826"/>
                  <a:pt x="935744" y="134622"/>
                  <a:pt x="933248" y="134622"/>
                </a:cubicBezTo>
                <a:cubicBezTo>
                  <a:pt x="930808" y="134622"/>
                  <a:pt x="928809" y="133826"/>
                  <a:pt x="927248" y="132236"/>
                </a:cubicBezTo>
                <a:cubicBezTo>
                  <a:pt x="925688" y="130646"/>
                  <a:pt x="924908" y="128602"/>
                  <a:pt x="924908" y="126104"/>
                </a:cubicBezTo>
                <a:cubicBezTo>
                  <a:pt x="924908" y="122697"/>
                  <a:pt x="924809" y="117601"/>
                  <a:pt x="924610" y="110816"/>
                </a:cubicBezTo>
                <a:cubicBezTo>
                  <a:pt x="924412" y="104030"/>
                  <a:pt x="924313" y="98933"/>
                  <a:pt x="924313" y="95525"/>
                </a:cubicBezTo>
                <a:cubicBezTo>
                  <a:pt x="924313" y="90187"/>
                  <a:pt x="924596" y="83529"/>
                  <a:pt x="925164" y="75552"/>
                </a:cubicBezTo>
                <a:cubicBezTo>
                  <a:pt x="925731" y="67572"/>
                  <a:pt x="926015" y="60914"/>
                  <a:pt x="926015" y="55576"/>
                </a:cubicBezTo>
                <a:cubicBezTo>
                  <a:pt x="926015" y="53021"/>
                  <a:pt x="926795" y="50948"/>
                  <a:pt x="928355" y="49358"/>
                </a:cubicBezTo>
                <a:cubicBezTo>
                  <a:pt x="929915" y="47768"/>
                  <a:pt x="931915" y="46973"/>
                  <a:pt x="934354" y="46973"/>
                </a:cubicBezTo>
                <a:cubicBezTo>
                  <a:pt x="936793" y="46973"/>
                  <a:pt x="938793" y="47768"/>
                  <a:pt x="940353" y="49358"/>
                </a:cubicBezTo>
                <a:cubicBezTo>
                  <a:pt x="941913" y="50948"/>
                  <a:pt x="942693" y="53021"/>
                  <a:pt x="942693" y="55576"/>
                </a:cubicBezTo>
                <a:cubicBezTo>
                  <a:pt x="942693" y="60914"/>
                  <a:pt x="942410" y="67572"/>
                  <a:pt x="941842" y="75552"/>
                </a:cubicBezTo>
                <a:cubicBezTo>
                  <a:pt x="941275" y="83529"/>
                  <a:pt x="940991" y="90187"/>
                  <a:pt x="940991" y="95525"/>
                </a:cubicBezTo>
                <a:close/>
                <a:moveTo>
                  <a:pt x="1025764" y="61684"/>
                </a:moveTo>
                <a:cubicBezTo>
                  <a:pt x="1024572" y="61684"/>
                  <a:pt x="1023168" y="61627"/>
                  <a:pt x="1021551" y="61514"/>
                </a:cubicBezTo>
                <a:cubicBezTo>
                  <a:pt x="1019935" y="61398"/>
                  <a:pt x="1018530" y="61341"/>
                  <a:pt x="1017339" y="61341"/>
                </a:cubicBezTo>
                <a:cubicBezTo>
                  <a:pt x="1016034" y="61341"/>
                  <a:pt x="1012177" y="61771"/>
                  <a:pt x="1005766" y="62630"/>
                </a:cubicBezTo>
                <a:lnTo>
                  <a:pt x="1007383" y="112866"/>
                </a:lnTo>
                <a:lnTo>
                  <a:pt x="1007468" y="116608"/>
                </a:lnTo>
                <a:lnTo>
                  <a:pt x="1007553" y="120942"/>
                </a:lnTo>
                <a:cubicBezTo>
                  <a:pt x="1007780" y="133352"/>
                  <a:pt x="1004802" y="139557"/>
                  <a:pt x="998618" y="139557"/>
                </a:cubicBezTo>
                <a:cubicBezTo>
                  <a:pt x="996349" y="139557"/>
                  <a:pt x="994377" y="138820"/>
                  <a:pt x="992704" y="137347"/>
                </a:cubicBezTo>
                <a:cubicBezTo>
                  <a:pt x="991030" y="135874"/>
                  <a:pt x="990194" y="134032"/>
                  <a:pt x="990194" y="131821"/>
                </a:cubicBezTo>
                <a:cubicBezTo>
                  <a:pt x="990194" y="129669"/>
                  <a:pt x="990279" y="126440"/>
                  <a:pt x="990449" y="122134"/>
                </a:cubicBezTo>
                <a:cubicBezTo>
                  <a:pt x="990619" y="117826"/>
                  <a:pt x="990704" y="114595"/>
                  <a:pt x="990704" y="112441"/>
                </a:cubicBezTo>
                <a:lnTo>
                  <a:pt x="989002" y="62801"/>
                </a:lnTo>
                <a:cubicBezTo>
                  <a:pt x="984861" y="62630"/>
                  <a:pt x="978564" y="62146"/>
                  <a:pt x="970111" y="61346"/>
                </a:cubicBezTo>
                <a:cubicBezTo>
                  <a:pt x="965062" y="60662"/>
                  <a:pt x="962537" y="57840"/>
                  <a:pt x="962537" y="52882"/>
                </a:cubicBezTo>
                <a:cubicBezTo>
                  <a:pt x="962537" y="50373"/>
                  <a:pt x="963303" y="48294"/>
                  <a:pt x="964835" y="46643"/>
                </a:cubicBezTo>
                <a:cubicBezTo>
                  <a:pt x="966367" y="44991"/>
                  <a:pt x="968324" y="44165"/>
                  <a:pt x="970707" y="44165"/>
                </a:cubicBezTo>
                <a:lnTo>
                  <a:pt x="988577" y="45611"/>
                </a:lnTo>
                <a:cubicBezTo>
                  <a:pt x="988577" y="42709"/>
                  <a:pt x="988449" y="38827"/>
                  <a:pt x="988194" y="33964"/>
                </a:cubicBezTo>
                <a:cubicBezTo>
                  <a:pt x="987938" y="29099"/>
                  <a:pt x="987811" y="25586"/>
                  <a:pt x="987811" y="23425"/>
                </a:cubicBezTo>
                <a:cubicBezTo>
                  <a:pt x="987811" y="21035"/>
                  <a:pt x="988633" y="19059"/>
                  <a:pt x="990279" y="17495"/>
                </a:cubicBezTo>
                <a:cubicBezTo>
                  <a:pt x="991924" y="15930"/>
                  <a:pt x="993938" y="15147"/>
                  <a:pt x="996320" y="15147"/>
                </a:cubicBezTo>
                <a:cubicBezTo>
                  <a:pt x="1001426" y="15147"/>
                  <a:pt x="1004405" y="19317"/>
                  <a:pt x="1005255" y="27656"/>
                </a:cubicBezTo>
                <a:cubicBezTo>
                  <a:pt x="1005426" y="29755"/>
                  <a:pt x="1005511" y="32280"/>
                  <a:pt x="1005511" y="35230"/>
                </a:cubicBezTo>
                <a:lnTo>
                  <a:pt x="1005341" y="40165"/>
                </a:lnTo>
                <a:lnTo>
                  <a:pt x="1005255" y="45441"/>
                </a:lnTo>
                <a:cubicBezTo>
                  <a:pt x="1012290" y="44533"/>
                  <a:pt x="1016318" y="44080"/>
                  <a:pt x="1017339" y="44080"/>
                </a:cubicBezTo>
                <a:cubicBezTo>
                  <a:pt x="1023239" y="44080"/>
                  <a:pt x="1027097" y="44363"/>
                  <a:pt x="1028912" y="44931"/>
                </a:cubicBezTo>
                <a:cubicBezTo>
                  <a:pt x="1032373" y="46072"/>
                  <a:pt x="1034103" y="48763"/>
                  <a:pt x="1034103" y="53004"/>
                </a:cubicBezTo>
                <a:cubicBezTo>
                  <a:pt x="1034103" y="55525"/>
                  <a:pt x="1033323" y="57602"/>
                  <a:pt x="1031763" y="59235"/>
                </a:cubicBezTo>
                <a:cubicBezTo>
                  <a:pt x="1030203" y="60867"/>
                  <a:pt x="1028203" y="61684"/>
                  <a:pt x="1025764" y="61684"/>
                </a:cubicBezTo>
                <a:close/>
                <a:moveTo>
                  <a:pt x="1109055" y="68587"/>
                </a:moveTo>
                <a:cubicBezTo>
                  <a:pt x="1105935" y="68587"/>
                  <a:pt x="1103751" y="67545"/>
                  <a:pt x="1102503" y="65460"/>
                </a:cubicBezTo>
                <a:cubicBezTo>
                  <a:pt x="1101652" y="63996"/>
                  <a:pt x="1100915" y="60953"/>
                  <a:pt x="1100290" y="56333"/>
                </a:cubicBezTo>
                <a:cubicBezTo>
                  <a:pt x="1096036" y="57410"/>
                  <a:pt x="1089483" y="59392"/>
                  <a:pt x="1080633" y="62282"/>
                </a:cubicBezTo>
                <a:cubicBezTo>
                  <a:pt x="1071500" y="65909"/>
                  <a:pt x="1066905" y="70386"/>
                  <a:pt x="1066848" y="75711"/>
                </a:cubicBezTo>
                <a:cubicBezTo>
                  <a:pt x="1068550" y="76335"/>
                  <a:pt x="1070223" y="76789"/>
                  <a:pt x="1071868" y="77073"/>
                </a:cubicBezTo>
                <a:cubicBezTo>
                  <a:pt x="1084917" y="79395"/>
                  <a:pt x="1094617" y="82597"/>
                  <a:pt x="1100971" y="86678"/>
                </a:cubicBezTo>
                <a:cubicBezTo>
                  <a:pt x="1110218" y="92629"/>
                  <a:pt x="1114842" y="101244"/>
                  <a:pt x="1114842" y="112523"/>
                </a:cubicBezTo>
                <a:cubicBezTo>
                  <a:pt x="1114842" y="121761"/>
                  <a:pt x="1110842" y="128732"/>
                  <a:pt x="1102843" y="133436"/>
                </a:cubicBezTo>
                <a:cubicBezTo>
                  <a:pt x="1096206" y="137290"/>
                  <a:pt x="1087810" y="139217"/>
                  <a:pt x="1077655" y="139217"/>
                </a:cubicBezTo>
                <a:cubicBezTo>
                  <a:pt x="1070223" y="139217"/>
                  <a:pt x="1063132" y="137969"/>
                  <a:pt x="1056381" y="135472"/>
                </a:cubicBezTo>
                <a:cubicBezTo>
                  <a:pt x="1047645" y="132296"/>
                  <a:pt x="1043276" y="127871"/>
                  <a:pt x="1043276" y="122198"/>
                </a:cubicBezTo>
                <a:cubicBezTo>
                  <a:pt x="1043276" y="119928"/>
                  <a:pt x="1044170" y="117943"/>
                  <a:pt x="1045957" y="116241"/>
                </a:cubicBezTo>
                <a:cubicBezTo>
                  <a:pt x="1047744" y="114539"/>
                  <a:pt x="1049772" y="113688"/>
                  <a:pt x="1052041" y="113688"/>
                </a:cubicBezTo>
                <a:cubicBezTo>
                  <a:pt x="1053800" y="113688"/>
                  <a:pt x="1056069" y="115049"/>
                  <a:pt x="1058849" y="117773"/>
                </a:cubicBezTo>
                <a:cubicBezTo>
                  <a:pt x="1060210" y="119077"/>
                  <a:pt x="1063274" y="120155"/>
                  <a:pt x="1068039" y="121006"/>
                </a:cubicBezTo>
                <a:cubicBezTo>
                  <a:pt x="1071840" y="121687"/>
                  <a:pt x="1075045" y="122027"/>
                  <a:pt x="1077655" y="122027"/>
                </a:cubicBezTo>
                <a:cubicBezTo>
                  <a:pt x="1082420" y="122027"/>
                  <a:pt x="1086618" y="121461"/>
                  <a:pt x="1090249" y="120328"/>
                </a:cubicBezTo>
                <a:cubicBezTo>
                  <a:pt x="1095525" y="118685"/>
                  <a:pt x="1098163" y="116079"/>
                  <a:pt x="1098163" y="112510"/>
                </a:cubicBezTo>
                <a:cubicBezTo>
                  <a:pt x="1098163" y="104803"/>
                  <a:pt x="1092774" y="99590"/>
                  <a:pt x="1081995" y="96871"/>
                </a:cubicBezTo>
                <a:lnTo>
                  <a:pt x="1073145" y="94914"/>
                </a:lnTo>
                <a:cubicBezTo>
                  <a:pt x="1065600" y="93267"/>
                  <a:pt x="1060239" y="91336"/>
                  <a:pt x="1057062" y="89122"/>
                </a:cubicBezTo>
                <a:cubicBezTo>
                  <a:pt x="1052467" y="85943"/>
                  <a:pt x="1050169" y="81148"/>
                  <a:pt x="1050169" y="74735"/>
                </a:cubicBezTo>
                <a:cubicBezTo>
                  <a:pt x="1050169" y="62872"/>
                  <a:pt x="1055757" y="54413"/>
                  <a:pt x="1066933" y="49361"/>
                </a:cubicBezTo>
                <a:cubicBezTo>
                  <a:pt x="1070337" y="47829"/>
                  <a:pt x="1075783" y="46000"/>
                  <a:pt x="1083271" y="43872"/>
                </a:cubicBezTo>
                <a:cubicBezTo>
                  <a:pt x="1090760" y="41743"/>
                  <a:pt x="1096121" y="39940"/>
                  <a:pt x="1099354" y="38463"/>
                </a:cubicBezTo>
                <a:cubicBezTo>
                  <a:pt x="1101680" y="37442"/>
                  <a:pt x="1104205" y="36932"/>
                  <a:pt x="1106928" y="36932"/>
                </a:cubicBezTo>
                <a:cubicBezTo>
                  <a:pt x="1109367" y="36932"/>
                  <a:pt x="1111367" y="37726"/>
                  <a:pt x="1112927" y="39314"/>
                </a:cubicBezTo>
                <a:cubicBezTo>
                  <a:pt x="1114487" y="40903"/>
                  <a:pt x="1115267" y="42973"/>
                  <a:pt x="1115267" y="45526"/>
                </a:cubicBezTo>
                <a:cubicBezTo>
                  <a:pt x="1115267" y="47171"/>
                  <a:pt x="1115622" y="49582"/>
                  <a:pt x="1116331" y="52759"/>
                </a:cubicBezTo>
                <a:cubicBezTo>
                  <a:pt x="1117040" y="55936"/>
                  <a:pt x="1117395" y="58347"/>
                  <a:pt x="1117395" y="59993"/>
                </a:cubicBezTo>
                <a:cubicBezTo>
                  <a:pt x="1117395" y="62545"/>
                  <a:pt x="1116615" y="64616"/>
                  <a:pt x="1115055" y="66205"/>
                </a:cubicBezTo>
                <a:cubicBezTo>
                  <a:pt x="1113495" y="67793"/>
                  <a:pt x="1111495" y="68587"/>
                  <a:pt x="1109055" y="68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PrimingInfluenceScore">
            <a:extLst xmlns:a="http://schemas.openxmlformats.org/drawingml/2006/main">
              <a:ext uri="{FF2B5EF4-FFF2-40B4-BE49-F238E27FC236}">
                <a16:creationId xmlns:a16="http://schemas.microsoft.com/office/drawing/2014/main" id="{28D8CB73-B94A-4552-A39D-2F492736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73" y="4645618"/>
            <a:ext cx="2220502" cy="199508"/>
          </a:xfrm>
          <a:custGeom xmlns:a="http://schemas.openxmlformats.org/drawingml/2006/main">
            <a:pathLst>
              <a:path w="2220502" h="199508">
                <a:moveTo>
                  <a:pt x="29298" y="93789"/>
                </a:moveTo>
                <a:cubicBezTo>
                  <a:pt x="27551" y="93789"/>
                  <a:pt x="23745" y="93391"/>
                  <a:pt x="17879" y="92596"/>
                </a:cubicBezTo>
                <a:cubicBezTo>
                  <a:pt x="17379" y="101847"/>
                  <a:pt x="17130" y="118055"/>
                  <a:pt x="17130" y="141220"/>
                </a:cubicBezTo>
                <a:cubicBezTo>
                  <a:pt x="17130" y="143671"/>
                  <a:pt x="16319" y="145739"/>
                  <a:pt x="14696" y="147426"/>
                </a:cubicBezTo>
                <a:cubicBezTo>
                  <a:pt x="13074" y="149110"/>
                  <a:pt x="11045" y="149952"/>
                  <a:pt x="8612" y="149952"/>
                </a:cubicBezTo>
                <a:cubicBezTo>
                  <a:pt x="6116" y="149952"/>
                  <a:pt x="4056" y="149111"/>
                  <a:pt x="2434" y="147428"/>
                </a:cubicBezTo>
                <a:cubicBezTo>
                  <a:pt x="811" y="145744"/>
                  <a:pt x="0" y="143677"/>
                  <a:pt x="0" y="141228"/>
                </a:cubicBezTo>
                <a:lnTo>
                  <a:pt x="0" y="114231"/>
                </a:lnTo>
                <a:cubicBezTo>
                  <a:pt x="0" y="105231"/>
                  <a:pt x="562" y="92560"/>
                  <a:pt x="1685" y="76215"/>
                </a:cubicBezTo>
                <a:cubicBezTo>
                  <a:pt x="2933" y="58522"/>
                  <a:pt x="3619" y="45851"/>
                  <a:pt x="3744" y="38199"/>
                </a:cubicBezTo>
                <a:lnTo>
                  <a:pt x="3744" y="25526"/>
                </a:lnTo>
                <a:cubicBezTo>
                  <a:pt x="3744" y="19466"/>
                  <a:pt x="4119" y="15058"/>
                  <a:pt x="4867" y="12303"/>
                </a:cubicBezTo>
                <a:cubicBezTo>
                  <a:pt x="6303" y="6915"/>
                  <a:pt x="9361" y="4588"/>
                  <a:pt x="14041" y="5323"/>
                </a:cubicBezTo>
                <a:cubicBezTo>
                  <a:pt x="16038" y="4711"/>
                  <a:pt x="18877" y="4252"/>
                  <a:pt x="22559" y="3946"/>
                </a:cubicBezTo>
                <a:cubicBezTo>
                  <a:pt x="26241" y="3640"/>
                  <a:pt x="30765" y="3487"/>
                  <a:pt x="36132" y="3487"/>
                </a:cubicBezTo>
                <a:cubicBezTo>
                  <a:pt x="47552" y="3487"/>
                  <a:pt x="58254" y="7311"/>
                  <a:pt x="68238" y="14958"/>
                </a:cubicBezTo>
                <a:cubicBezTo>
                  <a:pt x="79221" y="23401"/>
                  <a:pt x="84713" y="33557"/>
                  <a:pt x="84713" y="45426"/>
                </a:cubicBezTo>
                <a:cubicBezTo>
                  <a:pt x="84713" y="60599"/>
                  <a:pt x="78847" y="72682"/>
                  <a:pt x="67115" y="81675"/>
                </a:cubicBezTo>
                <a:cubicBezTo>
                  <a:pt x="56631" y="89751"/>
                  <a:pt x="44026" y="93789"/>
                  <a:pt x="29298" y="93789"/>
                </a:cubicBezTo>
                <a:moveTo>
                  <a:pt x="33979" y="20924"/>
                </a:moveTo>
                <a:cubicBezTo>
                  <a:pt x="31233" y="20924"/>
                  <a:pt x="28784" y="20985"/>
                  <a:pt x="26631" y="21107"/>
                </a:cubicBezTo>
                <a:cubicBezTo>
                  <a:pt x="24478" y="21229"/>
                  <a:pt x="22652" y="21413"/>
                  <a:pt x="21155" y="21658"/>
                </a:cubicBezTo>
                <a:lnTo>
                  <a:pt x="20968" y="38515"/>
                </a:lnTo>
                <a:lnTo>
                  <a:pt x="19002" y="74979"/>
                </a:lnTo>
                <a:lnTo>
                  <a:pt x="29298" y="76169"/>
                </a:lnTo>
                <a:cubicBezTo>
                  <a:pt x="39782" y="76169"/>
                  <a:pt x="48612" y="73574"/>
                  <a:pt x="55789" y="68383"/>
                </a:cubicBezTo>
                <a:cubicBezTo>
                  <a:pt x="63652" y="62701"/>
                  <a:pt x="67583" y="55035"/>
                  <a:pt x="67583" y="45386"/>
                </a:cubicBezTo>
                <a:cubicBezTo>
                  <a:pt x="67583" y="38545"/>
                  <a:pt x="63839" y="32651"/>
                  <a:pt x="56350" y="27703"/>
                </a:cubicBezTo>
                <a:cubicBezTo>
                  <a:pt x="49424" y="23183"/>
                  <a:pt x="41966" y="20924"/>
                  <a:pt x="33979" y="20924"/>
                </a:cubicBezTo>
                <a:close/>
                <a:moveTo>
                  <a:pt x="181050" y="79748"/>
                </a:moveTo>
                <a:cubicBezTo>
                  <a:pt x="180613" y="87396"/>
                  <a:pt x="177493" y="91219"/>
                  <a:pt x="171689" y="91219"/>
                </a:cubicBezTo>
                <a:cubicBezTo>
                  <a:pt x="166323" y="91219"/>
                  <a:pt x="163639" y="88203"/>
                  <a:pt x="163639" y="82171"/>
                </a:cubicBezTo>
                <a:cubicBezTo>
                  <a:pt x="163639" y="81013"/>
                  <a:pt x="163546" y="78879"/>
                  <a:pt x="163359" y="75770"/>
                </a:cubicBezTo>
                <a:lnTo>
                  <a:pt x="163078" y="68093"/>
                </a:lnTo>
                <a:cubicBezTo>
                  <a:pt x="153218" y="69258"/>
                  <a:pt x="145324" y="71986"/>
                  <a:pt x="139396" y="76278"/>
                </a:cubicBezTo>
                <a:cubicBezTo>
                  <a:pt x="133842" y="80264"/>
                  <a:pt x="129224" y="86273"/>
                  <a:pt x="125542" y="94305"/>
                </a:cubicBezTo>
                <a:lnTo>
                  <a:pt x="125729" y="144701"/>
                </a:lnTo>
                <a:cubicBezTo>
                  <a:pt x="125729" y="150894"/>
                  <a:pt x="122640" y="153990"/>
                  <a:pt x="116462" y="153990"/>
                </a:cubicBezTo>
                <a:cubicBezTo>
                  <a:pt x="110971" y="153990"/>
                  <a:pt x="108225" y="150895"/>
                  <a:pt x="108225" y="144704"/>
                </a:cubicBezTo>
                <a:lnTo>
                  <a:pt x="108225" y="80164"/>
                </a:lnTo>
                <a:cubicBezTo>
                  <a:pt x="108225" y="78141"/>
                  <a:pt x="108303" y="75108"/>
                  <a:pt x="108459" y="71064"/>
                </a:cubicBezTo>
                <a:cubicBezTo>
                  <a:pt x="108615" y="67019"/>
                  <a:pt x="108693" y="63985"/>
                  <a:pt x="108693" y="61962"/>
                </a:cubicBezTo>
                <a:cubicBezTo>
                  <a:pt x="108693" y="55771"/>
                  <a:pt x="111439" y="52676"/>
                  <a:pt x="116930" y="52676"/>
                </a:cubicBezTo>
                <a:cubicBezTo>
                  <a:pt x="123046" y="52676"/>
                  <a:pt x="126135" y="57754"/>
                  <a:pt x="126197" y="67910"/>
                </a:cubicBezTo>
                <a:cubicBezTo>
                  <a:pt x="138179" y="56530"/>
                  <a:pt x="151471" y="50841"/>
                  <a:pt x="166073" y="50841"/>
                </a:cubicBezTo>
                <a:cubicBezTo>
                  <a:pt x="171128" y="50841"/>
                  <a:pt x="174903" y="52707"/>
                  <a:pt x="177399" y="56439"/>
                </a:cubicBezTo>
                <a:cubicBezTo>
                  <a:pt x="179896" y="60171"/>
                  <a:pt x="181144" y="65799"/>
                  <a:pt x="181144" y="73324"/>
                </a:cubicBezTo>
                <a:cubicBezTo>
                  <a:pt x="181144" y="76506"/>
                  <a:pt x="181112" y="78647"/>
                  <a:pt x="181050" y="79748"/>
                </a:cubicBezTo>
                <a:close/>
                <a:moveTo>
                  <a:pt x="221860" y="31569"/>
                </a:moveTo>
                <a:cubicBezTo>
                  <a:pt x="218864" y="31569"/>
                  <a:pt x="216275" y="30529"/>
                  <a:pt x="214090" y="28449"/>
                </a:cubicBezTo>
                <a:cubicBezTo>
                  <a:pt x="211906" y="26369"/>
                  <a:pt x="210814" y="23860"/>
                  <a:pt x="210814" y="20924"/>
                </a:cubicBezTo>
                <a:cubicBezTo>
                  <a:pt x="210814" y="17987"/>
                  <a:pt x="211906" y="15479"/>
                  <a:pt x="214090" y="13398"/>
                </a:cubicBezTo>
                <a:cubicBezTo>
                  <a:pt x="216275" y="11318"/>
                  <a:pt x="218864" y="10278"/>
                  <a:pt x="221860" y="10278"/>
                </a:cubicBezTo>
                <a:cubicBezTo>
                  <a:pt x="224855" y="10278"/>
                  <a:pt x="227429" y="11318"/>
                  <a:pt x="229582" y="13398"/>
                </a:cubicBezTo>
                <a:cubicBezTo>
                  <a:pt x="231735" y="15479"/>
                  <a:pt x="232812" y="17987"/>
                  <a:pt x="232812" y="20924"/>
                </a:cubicBezTo>
                <a:cubicBezTo>
                  <a:pt x="232812" y="23860"/>
                  <a:pt x="231735" y="26369"/>
                  <a:pt x="229582" y="28449"/>
                </a:cubicBezTo>
                <a:cubicBezTo>
                  <a:pt x="227429" y="30529"/>
                  <a:pt x="224855" y="31569"/>
                  <a:pt x="221860" y="31569"/>
                </a:cubicBezTo>
                <a:moveTo>
                  <a:pt x="226072" y="106138"/>
                </a:moveTo>
                <a:cubicBezTo>
                  <a:pt x="226072" y="109812"/>
                  <a:pt x="226181" y="115309"/>
                  <a:pt x="226400" y="122628"/>
                </a:cubicBezTo>
                <a:cubicBezTo>
                  <a:pt x="226618" y="129944"/>
                  <a:pt x="226727" y="135440"/>
                  <a:pt x="226727" y="139115"/>
                </a:cubicBezTo>
                <a:cubicBezTo>
                  <a:pt x="226727" y="141809"/>
                  <a:pt x="225885" y="144013"/>
                  <a:pt x="224200" y="145728"/>
                </a:cubicBezTo>
                <a:cubicBezTo>
                  <a:pt x="222515" y="147443"/>
                  <a:pt x="220300" y="148300"/>
                  <a:pt x="217554" y="148300"/>
                </a:cubicBezTo>
                <a:cubicBezTo>
                  <a:pt x="214871" y="148300"/>
                  <a:pt x="212671" y="147443"/>
                  <a:pt x="210955" y="145728"/>
                </a:cubicBezTo>
                <a:cubicBezTo>
                  <a:pt x="209239" y="144013"/>
                  <a:pt x="208381" y="141809"/>
                  <a:pt x="208381" y="139115"/>
                </a:cubicBezTo>
                <a:cubicBezTo>
                  <a:pt x="208381" y="135440"/>
                  <a:pt x="208271" y="129944"/>
                  <a:pt x="208053" y="122628"/>
                </a:cubicBezTo>
                <a:cubicBezTo>
                  <a:pt x="207834" y="115309"/>
                  <a:pt x="207725" y="109812"/>
                  <a:pt x="207725" y="106138"/>
                </a:cubicBezTo>
                <a:cubicBezTo>
                  <a:pt x="207725" y="100381"/>
                  <a:pt x="208037" y="93201"/>
                  <a:pt x="208661" y="84598"/>
                </a:cubicBezTo>
                <a:cubicBezTo>
                  <a:pt x="209285" y="75992"/>
                  <a:pt x="209597" y="68811"/>
                  <a:pt x="209597" y="63055"/>
                </a:cubicBezTo>
                <a:cubicBezTo>
                  <a:pt x="209597" y="60300"/>
                  <a:pt x="210455" y="58065"/>
                  <a:pt x="212172" y="56350"/>
                </a:cubicBezTo>
                <a:cubicBezTo>
                  <a:pt x="213888" y="54635"/>
                  <a:pt x="216087" y="53777"/>
                  <a:pt x="218771" y="53777"/>
                </a:cubicBezTo>
                <a:cubicBezTo>
                  <a:pt x="221454" y="53777"/>
                  <a:pt x="223654" y="54635"/>
                  <a:pt x="225370" y="56350"/>
                </a:cubicBezTo>
                <a:cubicBezTo>
                  <a:pt x="227086" y="58065"/>
                  <a:pt x="227944" y="60300"/>
                  <a:pt x="227944" y="63055"/>
                </a:cubicBezTo>
                <a:cubicBezTo>
                  <a:pt x="227944" y="68811"/>
                  <a:pt x="227632" y="75992"/>
                  <a:pt x="227008" y="84598"/>
                </a:cubicBezTo>
                <a:cubicBezTo>
                  <a:pt x="226384" y="93201"/>
                  <a:pt x="226072" y="100381"/>
                  <a:pt x="226072" y="106138"/>
                </a:cubicBezTo>
                <a:close/>
                <a:moveTo>
                  <a:pt x="379508" y="155458"/>
                </a:moveTo>
                <a:cubicBezTo>
                  <a:pt x="374391" y="155458"/>
                  <a:pt x="371396" y="152791"/>
                  <a:pt x="370522" y="147457"/>
                </a:cubicBezTo>
                <a:cubicBezTo>
                  <a:pt x="369399" y="140712"/>
                  <a:pt x="368276" y="131209"/>
                  <a:pt x="367152" y="118948"/>
                </a:cubicBezTo>
                <a:lnTo>
                  <a:pt x="363970" y="90436"/>
                </a:lnTo>
                <a:cubicBezTo>
                  <a:pt x="363346" y="86207"/>
                  <a:pt x="362285" y="82069"/>
                  <a:pt x="360787" y="78022"/>
                </a:cubicBezTo>
                <a:cubicBezTo>
                  <a:pt x="358666" y="72504"/>
                  <a:pt x="356357" y="69745"/>
                  <a:pt x="353860" y="69745"/>
                </a:cubicBezTo>
                <a:cubicBezTo>
                  <a:pt x="351552" y="69745"/>
                  <a:pt x="347246" y="71674"/>
                  <a:pt x="340943" y="75532"/>
                </a:cubicBezTo>
                <a:cubicBezTo>
                  <a:pt x="334952" y="79085"/>
                  <a:pt x="331021" y="81932"/>
                  <a:pt x="329149" y="84076"/>
                </a:cubicBezTo>
                <a:cubicBezTo>
                  <a:pt x="329086" y="89832"/>
                  <a:pt x="329242" y="95589"/>
                  <a:pt x="329617" y="101346"/>
                </a:cubicBezTo>
                <a:lnTo>
                  <a:pt x="332425" y="125874"/>
                </a:lnTo>
                <a:cubicBezTo>
                  <a:pt x="333611" y="135550"/>
                  <a:pt x="334203" y="143543"/>
                  <a:pt x="334203" y="149852"/>
                </a:cubicBezTo>
                <a:cubicBezTo>
                  <a:pt x="334203" y="152546"/>
                  <a:pt x="333345" y="154765"/>
                  <a:pt x="331629" y="156511"/>
                </a:cubicBezTo>
                <a:cubicBezTo>
                  <a:pt x="329913" y="158256"/>
                  <a:pt x="327713" y="159129"/>
                  <a:pt x="325030" y="159129"/>
                </a:cubicBezTo>
                <a:cubicBezTo>
                  <a:pt x="322347" y="159129"/>
                  <a:pt x="320147" y="158256"/>
                  <a:pt x="318431" y="156511"/>
                </a:cubicBezTo>
                <a:cubicBezTo>
                  <a:pt x="316715" y="154765"/>
                  <a:pt x="315857" y="152546"/>
                  <a:pt x="315857" y="149852"/>
                </a:cubicBezTo>
                <a:cubicBezTo>
                  <a:pt x="315857" y="142441"/>
                  <a:pt x="315092" y="131494"/>
                  <a:pt x="313563" y="117010"/>
                </a:cubicBezTo>
                <a:cubicBezTo>
                  <a:pt x="312035" y="102525"/>
                  <a:pt x="311270" y="91578"/>
                  <a:pt x="311270" y="84167"/>
                </a:cubicBezTo>
                <a:cubicBezTo>
                  <a:pt x="311270" y="77677"/>
                  <a:pt x="310334" y="72624"/>
                  <a:pt x="308462" y="69011"/>
                </a:cubicBezTo>
                <a:cubicBezTo>
                  <a:pt x="304094" y="70973"/>
                  <a:pt x="299663" y="74161"/>
                  <a:pt x="295170" y="78575"/>
                </a:cubicBezTo>
                <a:lnTo>
                  <a:pt x="284125" y="90717"/>
                </a:lnTo>
                <a:cubicBezTo>
                  <a:pt x="283126" y="92188"/>
                  <a:pt x="281535" y="94119"/>
                  <a:pt x="279351" y="96510"/>
                </a:cubicBezTo>
                <a:cubicBezTo>
                  <a:pt x="279351" y="100189"/>
                  <a:pt x="279007" y="105616"/>
                  <a:pt x="278321" y="112791"/>
                </a:cubicBezTo>
                <a:cubicBezTo>
                  <a:pt x="277635" y="119964"/>
                  <a:pt x="277291" y="125268"/>
                  <a:pt x="277291" y="128702"/>
                </a:cubicBezTo>
                <a:cubicBezTo>
                  <a:pt x="277291" y="130541"/>
                  <a:pt x="277588" y="133116"/>
                  <a:pt x="278181" y="136428"/>
                </a:cubicBezTo>
                <a:cubicBezTo>
                  <a:pt x="278773" y="139737"/>
                  <a:pt x="279070" y="142128"/>
                  <a:pt x="279070" y="143600"/>
                </a:cubicBezTo>
                <a:cubicBezTo>
                  <a:pt x="279070" y="146114"/>
                  <a:pt x="278118" y="148230"/>
                  <a:pt x="276215" y="149946"/>
                </a:cubicBezTo>
                <a:cubicBezTo>
                  <a:pt x="274312" y="151663"/>
                  <a:pt x="272081" y="152522"/>
                  <a:pt x="269522" y="152522"/>
                </a:cubicBezTo>
                <a:cubicBezTo>
                  <a:pt x="262470" y="152522"/>
                  <a:pt x="258945" y="144653"/>
                  <a:pt x="258945" y="128917"/>
                </a:cubicBezTo>
                <a:cubicBezTo>
                  <a:pt x="258945" y="125242"/>
                  <a:pt x="259288" y="119762"/>
                  <a:pt x="259974" y="112476"/>
                </a:cubicBezTo>
                <a:cubicBezTo>
                  <a:pt x="260661" y="105189"/>
                  <a:pt x="261004" y="99709"/>
                  <a:pt x="261004" y="96034"/>
                </a:cubicBezTo>
                <a:cubicBezTo>
                  <a:pt x="261004" y="92790"/>
                  <a:pt x="260708" y="87922"/>
                  <a:pt x="260115" y="81432"/>
                </a:cubicBezTo>
                <a:cubicBezTo>
                  <a:pt x="259522" y="74941"/>
                  <a:pt x="259225" y="70042"/>
                  <a:pt x="259225" y="66734"/>
                </a:cubicBezTo>
                <a:cubicBezTo>
                  <a:pt x="259225" y="52835"/>
                  <a:pt x="262408" y="45885"/>
                  <a:pt x="268773" y="45885"/>
                </a:cubicBezTo>
                <a:cubicBezTo>
                  <a:pt x="271207" y="45885"/>
                  <a:pt x="273438" y="46910"/>
                  <a:pt x="275466" y="48959"/>
                </a:cubicBezTo>
                <a:cubicBezTo>
                  <a:pt x="277494" y="51009"/>
                  <a:pt x="278508" y="53257"/>
                  <a:pt x="278508" y="55704"/>
                </a:cubicBezTo>
                <a:cubicBezTo>
                  <a:pt x="278508" y="56867"/>
                  <a:pt x="278352" y="58672"/>
                  <a:pt x="278040" y="61119"/>
                </a:cubicBezTo>
                <a:cubicBezTo>
                  <a:pt x="277728" y="63566"/>
                  <a:pt x="277572" y="65432"/>
                  <a:pt x="277572" y="66717"/>
                </a:cubicBezTo>
                <a:lnTo>
                  <a:pt x="277759" y="76353"/>
                </a:lnTo>
                <a:cubicBezTo>
                  <a:pt x="281004" y="69806"/>
                  <a:pt x="285778" y="63887"/>
                  <a:pt x="292081" y="58595"/>
                </a:cubicBezTo>
                <a:cubicBezTo>
                  <a:pt x="298384" y="53303"/>
                  <a:pt x="303750" y="50657"/>
                  <a:pt x="308181" y="50657"/>
                </a:cubicBezTo>
                <a:cubicBezTo>
                  <a:pt x="317978" y="50657"/>
                  <a:pt x="324718" y="55429"/>
                  <a:pt x="328400" y="64973"/>
                </a:cubicBezTo>
                <a:cubicBezTo>
                  <a:pt x="331832" y="60507"/>
                  <a:pt x="335919" y="57157"/>
                  <a:pt x="340662" y="54924"/>
                </a:cubicBezTo>
                <a:cubicBezTo>
                  <a:pt x="345405" y="52691"/>
                  <a:pt x="350834" y="51575"/>
                  <a:pt x="356949" y="51575"/>
                </a:cubicBezTo>
                <a:cubicBezTo>
                  <a:pt x="367371" y="51575"/>
                  <a:pt x="374485" y="57090"/>
                  <a:pt x="378291" y="68122"/>
                </a:cubicBezTo>
                <a:cubicBezTo>
                  <a:pt x="379040" y="70328"/>
                  <a:pt x="380320" y="78939"/>
                  <a:pt x="382129" y="93955"/>
                </a:cubicBezTo>
                <a:cubicBezTo>
                  <a:pt x="383877" y="104497"/>
                  <a:pt x="386123" y="122057"/>
                  <a:pt x="388869" y="146634"/>
                </a:cubicBezTo>
                <a:cubicBezTo>
                  <a:pt x="389056" y="149085"/>
                  <a:pt x="388214" y="151168"/>
                  <a:pt x="386342" y="152883"/>
                </a:cubicBezTo>
                <a:cubicBezTo>
                  <a:pt x="384469" y="154600"/>
                  <a:pt x="382192" y="155458"/>
                  <a:pt x="379508" y="155458"/>
                </a:cubicBezTo>
                <a:close/>
                <a:moveTo>
                  <a:pt x="431009" y="31569"/>
                </a:moveTo>
                <a:cubicBezTo>
                  <a:pt x="428013" y="31569"/>
                  <a:pt x="425423" y="30529"/>
                  <a:pt x="423239" y="28449"/>
                </a:cubicBezTo>
                <a:cubicBezTo>
                  <a:pt x="421055" y="26369"/>
                  <a:pt x="419963" y="23860"/>
                  <a:pt x="419963" y="20924"/>
                </a:cubicBezTo>
                <a:cubicBezTo>
                  <a:pt x="419963" y="17987"/>
                  <a:pt x="421055" y="15479"/>
                  <a:pt x="423239" y="13398"/>
                </a:cubicBezTo>
                <a:cubicBezTo>
                  <a:pt x="425423" y="11318"/>
                  <a:pt x="428013" y="10278"/>
                  <a:pt x="431009" y="10278"/>
                </a:cubicBezTo>
                <a:cubicBezTo>
                  <a:pt x="434004" y="10278"/>
                  <a:pt x="436578" y="11318"/>
                  <a:pt x="438731" y="13398"/>
                </a:cubicBezTo>
                <a:cubicBezTo>
                  <a:pt x="440884" y="15479"/>
                  <a:pt x="441960" y="17987"/>
                  <a:pt x="441960" y="20924"/>
                </a:cubicBezTo>
                <a:cubicBezTo>
                  <a:pt x="441960" y="23860"/>
                  <a:pt x="440884" y="26369"/>
                  <a:pt x="438731" y="28449"/>
                </a:cubicBezTo>
                <a:cubicBezTo>
                  <a:pt x="436578" y="30529"/>
                  <a:pt x="434004" y="31569"/>
                  <a:pt x="431009" y="31569"/>
                </a:cubicBezTo>
                <a:moveTo>
                  <a:pt x="435221" y="106138"/>
                </a:moveTo>
                <a:cubicBezTo>
                  <a:pt x="435221" y="109812"/>
                  <a:pt x="435330" y="115309"/>
                  <a:pt x="435548" y="122628"/>
                </a:cubicBezTo>
                <a:cubicBezTo>
                  <a:pt x="435767" y="129944"/>
                  <a:pt x="435876" y="135440"/>
                  <a:pt x="435876" y="139115"/>
                </a:cubicBezTo>
                <a:cubicBezTo>
                  <a:pt x="435876" y="141809"/>
                  <a:pt x="435034" y="144013"/>
                  <a:pt x="433349" y="145728"/>
                </a:cubicBezTo>
                <a:cubicBezTo>
                  <a:pt x="431664" y="147443"/>
                  <a:pt x="429449" y="148300"/>
                  <a:pt x="426703" y="148300"/>
                </a:cubicBezTo>
                <a:cubicBezTo>
                  <a:pt x="424019" y="148300"/>
                  <a:pt x="421820" y="147443"/>
                  <a:pt x="420104" y="145728"/>
                </a:cubicBezTo>
                <a:cubicBezTo>
                  <a:pt x="418387" y="144013"/>
                  <a:pt x="417529" y="141809"/>
                  <a:pt x="417529" y="139115"/>
                </a:cubicBezTo>
                <a:cubicBezTo>
                  <a:pt x="417529" y="135440"/>
                  <a:pt x="417420" y="129944"/>
                  <a:pt x="417202" y="122628"/>
                </a:cubicBezTo>
                <a:cubicBezTo>
                  <a:pt x="416983" y="115309"/>
                  <a:pt x="416874" y="109812"/>
                  <a:pt x="416874" y="106138"/>
                </a:cubicBezTo>
                <a:cubicBezTo>
                  <a:pt x="416874" y="100381"/>
                  <a:pt x="417186" y="93201"/>
                  <a:pt x="417810" y="84598"/>
                </a:cubicBezTo>
                <a:cubicBezTo>
                  <a:pt x="418434" y="75992"/>
                  <a:pt x="418746" y="68811"/>
                  <a:pt x="418746" y="63055"/>
                </a:cubicBezTo>
                <a:cubicBezTo>
                  <a:pt x="418746" y="60300"/>
                  <a:pt x="419604" y="58065"/>
                  <a:pt x="421320" y="56350"/>
                </a:cubicBezTo>
                <a:cubicBezTo>
                  <a:pt x="423037" y="54635"/>
                  <a:pt x="425236" y="53777"/>
                  <a:pt x="427920" y="53777"/>
                </a:cubicBezTo>
                <a:cubicBezTo>
                  <a:pt x="430603" y="53777"/>
                  <a:pt x="432803" y="54635"/>
                  <a:pt x="434519" y="56350"/>
                </a:cubicBezTo>
                <a:cubicBezTo>
                  <a:pt x="436235" y="58065"/>
                  <a:pt x="437093" y="60300"/>
                  <a:pt x="437093" y="63055"/>
                </a:cubicBezTo>
                <a:cubicBezTo>
                  <a:pt x="437093" y="68811"/>
                  <a:pt x="436781" y="75992"/>
                  <a:pt x="436157" y="84598"/>
                </a:cubicBezTo>
                <a:cubicBezTo>
                  <a:pt x="435533" y="93201"/>
                  <a:pt x="435221" y="100381"/>
                  <a:pt x="435221" y="106138"/>
                </a:cubicBezTo>
                <a:close/>
                <a:moveTo>
                  <a:pt x="541574" y="154357"/>
                </a:moveTo>
                <a:cubicBezTo>
                  <a:pt x="536207" y="154357"/>
                  <a:pt x="533181" y="151476"/>
                  <a:pt x="532494" y="145714"/>
                </a:cubicBezTo>
                <a:lnTo>
                  <a:pt x="529873" y="125573"/>
                </a:lnTo>
                <a:cubicBezTo>
                  <a:pt x="528999" y="118400"/>
                  <a:pt x="528563" y="111686"/>
                  <a:pt x="528563" y="105432"/>
                </a:cubicBezTo>
                <a:cubicBezTo>
                  <a:pt x="528563" y="103715"/>
                  <a:pt x="528672" y="100804"/>
                  <a:pt x="528890" y="96697"/>
                </a:cubicBezTo>
                <a:cubicBezTo>
                  <a:pt x="529109" y="92588"/>
                  <a:pt x="529218" y="89676"/>
                  <a:pt x="529218" y="87959"/>
                </a:cubicBezTo>
                <a:cubicBezTo>
                  <a:pt x="529218" y="74715"/>
                  <a:pt x="526722" y="68093"/>
                  <a:pt x="521729" y="68093"/>
                </a:cubicBezTo>
                <a:cubicBezTo>
                  <a:pt x="514740" y="68093"/>
                  <a:pt x="508063" y="72167"/>
                  <a:pt x="501698" y="80313"/>
                </a:cubicBezTo>
                <a:cubicBezTo>
                  <a:pt x="495957" y="87723"/>
                  <a:pt x="491464" y="97094"/>
                  <a:pt x="488219" y="108423"/>
                </a:cubicBezTo>
                <a:cubicBezTo>
                  <a:pt x="488094" y="110813"/>
                  <a:pt x="487813" y="113815"/>
                  <a:pt x="487376" y="117428"/>
                </a:cubicBezTo>
                <a:cubicBezTo>
                  <a:pt x="487002" y="120491"/>
                  <a:pt x="486815" y="123461"/>
                  <a:pt x="486815" y="126339"/>
                </a:cubicBezTo>
                <a:cubicBezTo>
                  <a:pt x="486815" y="128176"/>
                  <a:pt x="487002" y="130932"/>
                  <a:pt x="487376" y="134606"/>
                </a:cubicBezTo>
                <a:cubicBezTo>
                  <a:pt x="487751" y="138281"/>
                  <a:pt x="487938" y="141037"/>
                  <a:pt x="487938" y="142874"/>
                </a:cubicBezTo>
                <a:cubicBezTo>
                  <a:pt x="487938" y="145631"/>
                  <a:pt x="487080" y="147867"/>
                  <a:pt x="485364" y="149582"/>
                </a:cubicBezTo>
                <a:cubicBezTo>
                  <a:pt x="483648" y="151297"/>
                  <a:pt x="481448" y="152155"/>
                  <a:pt x="478765" y="152155"/>
                </a:cubicBezTo>
                <a:cubicBezTo>
                  <a:pt x="476019" y="152155"/>
                  <a:pt x="473803" y="151296"/>
                  <a:pt x="472119" y="149579"/>
                </a:cubicBezTo>
                <a:cubicBezTo>
                  <a:pt x="470434" y="147864"/>
                  <a:pt x="469591" y="145627"/>
                  <a:pt x="469591" y="142869"/>
                </a:cubicBezTo>
                <a:cubicBezTo>
                  <a:pt x="469591" y="141031"/>
                  <a:pt x="469388" y="138274"/>
                  <a:pt x="468983" y="134598"/>
                </a:cubicBezTo>
                <a:cubicBezTo>
                  <a:pt x="468577" y="130919"/>
                  <a:pt x="468374" y="128161"/>
                  <a:pt x="468374" y="126321"/>
                </a:cubicBezTo>
                <a:cubicBezTo>
                  <a:pt x="468374" y="120008"/>
                  <a:pt x="468827" y="111260"/>
                  <a:pt x="469732" y="100075"/>
                </a:cubicBezTo>
                <a:cubicBezTo>
                  <a:pt x="470637" y="88891"/>
                  <a:pt x="471089" y="80142"/>
                  <a:pt x="471089" y="73829"/>
                </a:cubicBezTo>
                <a:cubicBezTo>
                  <a:pt x="471089" y="71867"/>
                  <a:pt x="470980" y="68957"/>
                  <a:pt x="470761" y="65096"/>
                </a:cubicBezTo>
                <a:cubicBezTo>
                  <a:pt x="470543" y="61234"/>
                  <a:pt x="470434" y="58324"/>
                  <a:pt x="470434" y="56364"/>
                </a:cubicBezTo>
                <a:cubicBezTo>
                  <a:pt x="470434" y="53727"/>
                  <a:pt x="471323" y="51567"/>
                  <a:pt x="473101" y="49883"/>
                </a:cubicBezTo>
                <a:cubicBezTo>
                  <a:pt x="474880" y="48196"/>
                  <a:pt x="477080" y="47353"/>
                  <a:pt x="479701" y="47353"/>
                </a:cubicBezTo>
                <a:cubicBezTo>
                  <a:pt x="485442" y="47353"/>
                  <a:pt x="488593" y="51346"/>
                  <a:pt x="489155" y="59332"/>
                </a:cubicBezTo>
                <a:lnTo>
                  <a:pt x="489436" y="70112"/>
                </a:lnTo>
                <a:cubicBezTo>
                  <a:pt x="499919" y="56408"/>
                  <a:pt x="510684" y="49556"/>
                  <a:pt x="521729" y="49556"/>
                </a:cubicBezTo>
                <a:cubicBezTo>
                  <a:pt x="531714" y="49556"/>
                  <a:pt x="538672" y="53877"/>
                  <a:pt x="542603" y="62518"/>
                </a:cubicBezTo>
                <a:cubicBezTo>
                  <a:pt x="545287" y="68279"/>
                  <a:pt x="546753" y="76798"/>
                  <a:pt x="547003" y="88076"/>
                </a:cubicBezTo>
                <a:lnTo>
                  <a:pt x="547003" y="97359"/>
                </a:lnTo>
                <a:lnTo>
                  <a:pt x="546909" y="105908"/>
                </a:lnTo>
                <a:cubicBezTo>
                  <a:pt x="546909" y="110996"/>
                  <a:pt x="547580" y="117570"/>
                  <a:pt x="548922" y="125630"/>
                </a:cubicBezTo>
                <a:cubicBezTo>
                  <a:pt x="550263" y="133689"/>
                  <a:pt x="550934" y="140230"/>
                  <a:pt x="550934" y="145255"/>
                </a:cubicBezTo>
                <a:cubicBezTo>
                  <a:pt x="550934" y="147952"/>
                  <a:pt x="550045" y="150143"/>
                  <a:pt x="548267" y="151828"/>
                </a:cubicBezTo>
                <a:cubicBezTo>
                  <a:pt x="546488" y="153514"/>
                  <a:pt x="544257" y="154357"/>
                  <a:pt x="541574" y="154357"/>
                </a:cubicBezTo>
                <a:close/>
                <a:moveTo>
                  <a:pt x="651390" y="108197"/>
                </a:moveTo>
                <a:lnTo>
                  <a:pt x="649237" y="139032"/>
                </a:lnTo>
                <a:cubicBezTo>
                  <a:pt x="648863" y="151268"/>
                  <a:pt x="647583" y="161270"/>
                  <a:pt x="645399" y="169040"/>
                </a:cubicBezTo>
                <a:cubicBezTo>
                  <a:pt x="642591" y="178951"/>
                  <a:pt x="638098" y="186262"/>
                  <a:pt x="631920" y="190973"/>
                </a:cubicBezTo>
                <a:cubicBezTo>
                  <a:pt x="624432" y="196663"/>
                  <a:pt x="613605" y="199508"/>
                  <a:pt x="599439" y="199508"/>
                </a:cubicBezTo>
                <a:cubicBezTo>
                  <a:pt x="591139" y="199508"/>
                  <a:pt x="584181" y="198957"/>
                  <a:pt x="578565" y="197856"/>
                </a:cubicBezTo>
                <a:cubicBezTo>
                  <a:pt x="570702" y="196327"/>
                  <a:pt x="566771" y="193145"/>
                  <a:pt x="566771" y="188312"/>
                </a:cubicBezTo>
                <a:cubicBezTo>
                  <a:pt x="566771" y="182867"/>
                  <a:pt x="569485" y="180144"/>
                  <a:pt x="574914" y="180144"/>
                </a:cubicBezTo>
                <a:cubicBezTo>
                  <a:pt x="577161" y="180144"/>
                  <a:pt x="580905" y="180680"/>
                  <a:pt x="586147" y="181750"/>
                </a:cubicBezTo>
                <a:cubicBezTo>
                  <a:pt x="591389" y="182821"/>
                  <a:pt x="597193" y="183295"/>
                  <a:pt x="603558" y="183173"/>
                </a:cubicBezTo>
                <a:cubicBezTo>
                  <a:pt x="615539" y="182978"/>
                  <a:pt x="623808" y="176954"/>
                  <a:pt x="628363" y="165100"/>
                </a:cubicBezTo>
                <a:cubicBezTo>
                  <a:pt x="631359" y="157196"/>
                  <a:pt x="632950" y="145050"/>
                  <a:pt x="633137" y="128662"/>
                </a:cubicBezTo>
                <a:cubicBezTo>
                  <a:pt x="629767" y="135820"/>
                  <a:pt x="625758" y="141188"/>
                  <a:pt x="621109" y="144767"/>
                </a:cubicBezTo>
                <a:cubicBezTo>
                  <a:pt x="616460" y="148346"/>
                  <a:pt x="611140" y="150136"/>
                  <a:pt x="605149" y="150136"/>
                </a:cubicBezTo>
                <a:cubicBezTo>
                  <a:pt x="593854" y="150136"/>
                  <a:pt x="584665" y="146354"/>
                  <a:pt x="577582" y="138791"/>
                </a:cubicBezTo>
                <a:cubicBezTo>
                  <a:pt x="570499" y="131227"/>
                  <a:pt x="566958" y="121414"/>
                  <a:pt x="566958" y="109350"/>
                </a:cubicBezTo>
                <a:cubicBezTo>
                  <a:pt x="566958" y="92816"/>
                  <a:pt x="571794" y="79497"/>
                  <a:pt x="581467" y="69392"/>
                </a:cubicBezTo>
                <a:cubicBezTo>
                  <a:pt x="591451" y="58982"/>
                  <a:pt x="605055" y="53777"/>
                  <a:pt x="622279" y="53777"/>
                </a:cubicBezTo>
                <a:cubicBezTo>
                  <a:pt x="628082" y="53777"/>
                  <a:pt x="632950" y="54511"/>
                  <a:pt x="636881" y="55980"/>
                </a:cubicBezTo>
                <a:cubicBezTo>
                  <a:pt x="640813" y="57448"/>
                  <a:pt x="643808" y="59650"/>
                  <a:pt x="645867" y="62587"/>
                </a:cubicBezTo>
                <a:cubicBezTo>
                  <a:pt x="652545" y="62771"/>
                  <a:pt x="655883" y="66411"/>
                  <a:pt x="655883" y="73508"/>
                </a:cubicBezTo>
                <a:cubicBezTo>
                  <a:pt x="655883" y="77852"/>
                  <a:pt x="655228" y="83664"/>
                  <a:pt x="653917" y="90944"/>
                </a:cubicBezTo>
                <a:cubicBezTo>
                  <a:pt x="652482" y="99387"/>
                  <a:pt x="651640" y="105138"/>
                  <a:pt x="651390" y="108197"/>
                </a:cubicBezTo>
                <a:moveTo>
                  <a:pt x="621343" y="72131"/>
                </a:moveTo>
                <a:cubicBezTo>
                  <a:pt x="609486" y="72131"/>
                  <a:pt x="600313" y="75739"/>
                  <a:pt x="593823" y="82954"/>
                </a:cubicBezTo>
                <a:cubicBezTo>
                  <a:pt x="588019" y="89453"/>
                  <a:pt x="585117" y="97715"/>
                  <a:pt x="585117" y="107741"/>
                </a:cubicBezTo>
                <a:cubicBezTo>
                  <a:pt x="585117" y="115727"/>
                  <a:pt x="586834" y="121730"/>
                  <a:pt x="590266" y="125751"/>
                </a:cubicBezTo>
                <a:cubicBezTo>
                  <a:pt x="593698" y="129771"/>
                  <a:pt x="598846" y="131782"/>
                  <a:pt x="605711" y="131782"/>
                </a:cubicBezTo>
                <a:cubicBezTo>
                  <a:pt x="612013" y="131782"/>
                  <a:pt x="618129" y="128642"/>
                  <a:pt x="624057" y="122364"/>
                </a:cubicBezTo>
                <a:cubicBezTo>
                  <a:pt x="629424" y="116580"/>
                  <a:pt x="632482" y="110852"/>
                  <a:pt x="633231" y="105180"/>
                </a:cubicBezTo>
                <a:cubicBezTo>
                  <a:pt x="634541" y="99230"/>
                  <a:pt x="635945" y="89893"/>
                  <a:pt x="637443" y="77170"/>
                </a:cubicBezTo>
                <a:cubicBezTo>
                  <a:pt x="634947" y="75463"/>
                  <a:pt x="632357" y="74196"/>
                  <a:pt x="629674" y="73370"/>
                </a:cubicBezTo>
                <a:cubicBezTo>
                  <a:pt x="626990" y="72544"/>
                  <a:pt x="624213" y="72131"/>
                  <a:pt x="621343" y="72131"/>
                </a:cubicBezTo>
                <a:close/>
                <a:moveTo>
                  <a:pt x="812145" y="33404"/>
                </a:moveTo>
                <a:cubicBezTo>
                  <a:pt x="808151" y="33404"/>
                  <a:pt x="803128" y="33007"/>
                  <a:pt x="797075" y="32211"/>
                </a:cubicBezTo>
                <a:lnTo>
                  <a:pt x="782004" y="30284"/>
                </a:lnTo>
                <a:cubicBezTo>
                  <a:pt x="780569" y="48070"/>
                  <a:pt x="779851" y="65062"/>
                  <a:pt x="779851" y="81259"/>
                </a:cubicBezTo>
                <a:cubicBezTo>
                  <a:pt x="779851" y="85538"/>
                  <a:pt x="779976" y="90826"/>
                  <a:pt x="780226" y="97121"/>
                </a:cubicBezTo>
                <a:cubicBezTo>
                  <a:pt x="780475" y="103417"/>
                  <a:pt x="780600" y="108704"/>
                  <a:pt x="780600" y="112983"/>
                </a:cubicBezTo>
                <a:cubicBezTo>
                  <a:pt x="780600" y="118728"/>
                  <a:pt x="780382" y="123954"/>
                  <a:pt x="779945" y="128662"/>
                </a:cubicBezTo>
                <a:lnTo>
                  <a:pt x="809430" y="128294"/>
                </a:lnTo>
                <a:cubicBezTo>
                  <a:pt x="812051" y="128294"/>
                  <a:pt x="814251" y="129202"/>
                  <a:pt x="816030" y="131016"/>
                </a:cubicBezTo>
                <a:cubicBezTo>
                  <a:pt x="817808" y="132828"/>
                  <a:pt x="818697" y="135057"/>
                  <a:pt x="818697" y="137701"/>
                </a:cubicBezTo>
                <a:cubicBezTo>
                  <a:pt x="818697" y="140406"/>
                  <a:pt x="817808" y="142666"/>
                  <a:pt x="816030" y="144480"/>
                </a:cubicBezTo>
                <a:cubicBezTo>
                  <a:pt x="814251" y="146293"/>
                  <a:pt x="812051" y="147199"/>
                  <a:pt x="809430" y="147199"/>
                </a:cubicBezTo>
                <a:cubicBezTo>
                  <a:pt x="805936" y="147199"/>
                  <a:pt x="800694" y="147260"/>
                  <a:pt x="793705" y="147383"/>
                </a:cubicBezTo>
                <a:cubicBezTo>
                  <a:pt x="786716" y="147505"/>
                  <a:pt x="781474" y="147566"/>
                  <a:pt x="777979" y="147566"/>
                </a:cubicBezTo>
                <a:cubicBezTo>
                  <a:pt x="773860" y="147566"/>
                  <a:pt x="767698" y="148117"/>
                  <a:pt x="759492" y="149218"/>
                </a:cubicBezTo>
                <a:cubicBezTo>
                  <a:pt x="751286" y="150319"/>
                  <a:pt x="745092" y="150870"/>
                  <a:pt x="740911" y="150870"/>
                </a:cubicBezTo>
                <a:cubicBezTo>
                  <a:pt x="738290" y="150870"/>
                  <a:pt x="736091" y="149967"/>
                  <a:pt x="734312" y="148163"/>
                </a:cubicBezTo>
                <a:cubicBezTo>
                  <a:pt x="732534" y="146358"/>
                  <a:pt x="731644" y="144140"/>
                  <a:pt x="731644" y="141509"/>
                </a:cubicBezTo>
                <a:cubicBezTo>
                  <a:pt x="731644" y="138879"/>
                  <a:pt x="732534" y="136645"/>
                  <a:pt x="734312" y="134810"/>
                </a:cubicBezTo>
                <a:cubicBezTo>
                  <a:pt x="736091" y="132975"/>
                  <a:pt x="738290" y="132057"/>
                  <a:pt x="740911" y="132057"/>
                </a:cubicBezTo>
                <a:cubicBezTo>
                  <a:pt x="744968" y="132057"/>
                  <a:pt x="751676" y="131415"/>
                  <a:pt x="761037" y="130130"/>
                </a:cubicBezTo>
                <a:cubicBezTo>
                  <a:pt x="761661" y="125184"/>
                  <a:pt x="761973" y="119535"/>
                  <a:pt x="761973" y="113184"/>
                </a:cubicBezTo>
                <a:cubicBezTo>
                  <a:pt x="761973" y="108970"/>
                  <a:pt x="761770" y="103825"/>
                  <a:pt x="761364" y="97749"/>
                </a:cubicBezTo>
                <a:cubicBezTo>
                  <a:pt x="760959" y="91672"/>
                  <a:pt x="760756" y="86556"/>
                  <a:pt x="760756" y="82404"/>
                </a:cubicBezTo>
                <a:cubicBezTo>
                  <a:pt x="760756" y="68298"/>
                  <a:pt x="761629" y="50680"/>
                  <a:pt x="763377" y="29550"/>
                </a:cubicBezTo>
                <a:lnTo>
                  <a:pt x="751208" y="29917"/>
                </a:lnTo>
                <a:lnTo>
                  <a:pt x="739039" y="30192"/>
                </a:lnTo>
                <a:cubicBezTo>
                  <a:pt x="736356" y="30192"/>
                  <a:pt x="734109" y="29305"/>
                  <a:pt x="732300" y="27531"/>
                </a:cubicBezTo>
                <a:cubicBezTo>
                  <a:pt x="730490" y="25757"/>
                  <a:pt x="729585" y="23493"/>
                  <a:pt x="729585" y="20740"/>
                </a:cubicBezTo>
                <a:cubicBezTo>
                  <a:pt x="729585" y="15050"/>
                  <a:pt x="732518" y="11930"/>
                  <a:pt x="738384" y="11379"/>
                </a:cubicBezTo>
                <a:cubicBezTo>
                  <a:pt x="743439" y="10890"/>
                  <a:pt x="752893" y="10645"/>
                  <a:pt x="766746" y="10645"/>
                </a:cubicBezTo>
                <a:cubicBezTo>
                  <a:pt x="779165" y="10645"/>
                  <a:pt x="794734" y="11961"/>
                  <a:pt x="813456" y="14591"/>
                </a:cubicBezTo>
                <a:cubicBezTo>
                  <a:pt x="819009" y="15387"/>
                  <a:pt x="821786" y="18660"/>
                  <a:pt x="821786" y="24411"/>
                </a:cubicBezTo>
                <a:cubicBezTo>
                  <a:pt x="821786" y="27286"/>
                  <a:pt x="820726" y="29581"/>
                  <a:pt x="818604" y="31294"/>
                </a:cubicBezTo>
                <a:cubicBezTo>
                  <a:pt x="816732" y="32701"/>
                  <a:pt x="814579" y="33404"/>
                  <a:pt x="812145" y="33404"/>
                </a:cubicBezTo>
                <a:close/>
                <a:moveTo>
                  <a:pt x="916355" y="154357"/>
                </a:moveTo>
                <a:cubicBezTo>
                  <a:pt x="910988" y="154357"/>
                  <a:pt x="907962" y="151476"/>
                  <a:pt x="907275" y="145714"/>
                </a:cubicBezTo>
                <a:lnTo>
                  <a:pt x="904654" y="125573"/>
                </a:lnTo>
                <a:cubicBezTo>
                  <a:pt x="903780" y="118400"/>
                  <a:pt x="903344" y="111686"/>
                  <a:pt x="903344" y="105432"/>
                </a:cubicBezTo>
                <a:cubicBezTo>
                  <a:pt x="903344" y="103715"/>
                  <a:pt x="903453" y="100804"/>
                  <a:pt x="903671" y="96697"/>
                </a:cubicBezTo>
                <a:cubicBezTo>
                  <a:pt x="903890" y="92588"/>
                  <a:pt x="903999" y="89676"/>
                  <a:pt x="903999" y="87959"/>
                </a:cubicBezTo>
                <a:cubicBezTo>
                  <a:pt x="903999" y="74715"/>
                  <a:pt x="901503" y="68093"/>
                  <a:pt x="896510" y="68093"/>
                </a:cubicBezTo>
                <a:cubicBezTo>
                  <a:pt x="889521" y="68093"/>
                  <a:pt x="882844" y="72167"/>
                  <a:pt x="876479" y="80313"/>
                </a:cubicBezTo>
                <a:cubicBezTo>
                  <a:pt x="870738" y="87723"/>
                  <a:pt x="866245" y="97094"/>
                  <a:pt x="863000" y="108423"/>
                </a:cubicBezTo>
                <a:cubicBezTo>
                  <a:pt x="862875" y="110813"/>
                  <a:pt x="862594" y="113815"/>
                  <a:pt x="862157" y="117428"/>
                </a:cubicBezTo>
                <a:cubicBezTo>
                  <a:pt x="861783" y="120491"/>
                  <a:pt x="861596" y="123461"/>
                  <a:pt x="861596" y="126339"/>
                </a:cubicBezTo>
                <a:cubicBezTo>
                  <a:pt x="861596" y="128176"/>
                  <a:pt x="861783" y="130932"/>
                  <a:pt x="862157" y="134606"/>
                </a:cubicBezTo>
                <a:cubicBezTo>
                  <a:pt x="862532" y="138281"/>
                  <a:pt x="862719" y="141037"/>
                  <a:pt x="862719" y="142874"/>
                </a:cubicBezTo>
                <a:cubicBezTo>
                  <a:pt x="862719" y="145631"/>
                  <a:pt x="861861" y="147867"/>
                  <a:pt x="860145" y="149582"/>
                </a:cubicBezTo>
                <a:cubicBezTo>
                  <a:pt x="858429" y="151297"/>
                  <a:pt x="856229" y="152155"/>
                  <a:pt x="853546" y="152155"/>
                </a:cubicBezTo>
                <a:cubicBezTo>
                  <a:pt x="850800" y="152155"/>
                  <a:pt x="848585" y="151296"/>
                  <a:pt x="846900" y="149579"/>
                </a:cubicBezTo>
                <a:cubicBezTo>
                  <a:pt x="845215" y="147864"/>
                  <a:pt x="844372" y="145627"/>
                  <a:pt x="844372" y="142869"/>
                </a:cubicBezTo>
                <a:cubicBezTo>
                  <a:pt x="844372" y="141031"/>
                  <a:pt x="844169" y="138274"/>
                  <a:pt x="843764" y="134598"/>
                </a:cubicBezTo>
                <a:cubicBezTo>
                  <a:pt x="843358" y="130919"/>
                  <a:pt x="843155" y="128161"/>
                  <a:pt x="843155" y="126321"/>
                </a:cubicBezTo>
                <a:cubicBezTo>
                  <a:pt x="843155" y="120008"/>
                  <a:pt x="843608" y="111260"/>
                  <a:pt x="844513" y="100075"/>
                </a:cubicBezTo>
                <a:cubicBezTo>
                  <a:pt x="845418" y="88891"/>
                  <a:pt x="845870" y="80142"/>
                  <a:pt x="845870" y="73829"/>
                </a:cubicBezTo>
                <a:cubicBezTo>
                  <a:pt x="845870" y="71867"/>
                  <a:pt x="845761" y="68957"/>
                  <a:pt x="845542" y="65096"/>
                </a:cubicBezTo>
                <a:cubicBezTo>
                  <a:pt x="845324" y="61234"/>
                  <a:pt x="845215" y="58324"/>
                  <a:pt x="845215" y="56364"/>
                </a:cubicBezTo>
                <a:cubicBezTo>
                  <a:pt x="845215" y="53727"/>
                  <a:pt x="846104" y="51567"/>
                  <a:pt x="847882" y="49883"/>
                </a:cubicBezTo>
                <a:cubicBezTo>
                  <a:pt x="849661" y="48196"/>
                  <a:pt x="851861" y="47353"/>
                  <a:pt x="854482" y="47353"/>
                </a:cubicBezTo>
                <a:cubicBezTo>
                  <a:pt x="860223" y="47353"/>
                  <a:pt x="863374" y="51346"/>
                  <a:pt x="863936" y="59332"/>
                </a:cubicBezTo>
                <a:lnTo>
                  <a:pt x="864217" y="70112"/>
                </a:lnTo>
                <a:cubicBezTo>
                  <a:pt x="874700" y="56408"/>
                  <a:pt x="885465" y="49556"/>
                  <a:pt x="896510" y="49556"/>
                </a:cubicBezTo>
                <a:cubicBezTo>
                  <a:pt x="906495" y="49556"/>
                  <a:pt x="913453" y="53877"/>
                  <a:pt x="917384" y="62518"/>
                </a:cubicBezTo>
                <a:cubicBezTo>
                  <a:pt x="920068" y="68279"/>
                  <a:pt x="921534" y="76798"/>
                  <a:pt x="921784" y="88076"/>
                </a:cubicBezTo>
                <a:lnTo>
                  <a:pt x="921784" y="97359"/>
                </a:lnTo>
                <a:lnTo>
                  <a:pt x="921690" y="105908"/>
                </a:lnTo>
                <a:cubicBezTo>
                  <a:pt x="921690" y="110996"/>
                  <a:pt x="922361" y="117570"/>
                  <a:pt x="923703" y="125630"/>
                </a:cubicBezTo>
                <a:cubicBezTo>
                  <a:pt x="925044" y="133689"/>
                  <a:pt x="925715" y="140230"/>
                  <a:pt x="925715" y="145255"/>
                </a:cubicBezTo>
                <a:cubicBezTo>
                  <a:pt x="925715" y="147952"/>
                  <a:pt x="924826" y="150143"/>
                  <a:pt x="923048" y="151828"/>
                </a:cubicBezTo>
                <a:cubicBezTo>
                  <a:pt x="921269" y="153514"/>
                  <a:pt x="919038" y="154357"/>
                  <a:pt x="916355" y="154357"/>
                </a:cubicBezTo>
                <a:close/>
                <a:moveTo>
                  <a:pt x="1012037" y="18721"/>
                </a:moveTo>
                <a:cubicBezTo>
                  <a:pt x="996935" y="18721"/>
                  <a:pt x="988479" y="28948"/>
                  <a:pt x="986670" y="49401"/>
                </a:cubicBezTo>
                <a:lnTo>
                  <a:pt x="986389" y="55062"/>
                </a:lnTo>
                <a:cubicBezTo>
                  <a:pt x="996997" y="54328"/>
                  <a:pt x="1003862" y="53961"/>
                  <a:pt x="1006982" y="53961"/>
                </a:cubicBezTo>
                <a:cubicBezTo>
                  <a:pt x="1016904" y="53961"/>
                  <a:pt x="1021865" y="57034"/>
                  <a:pt x="1021865" y="63181"/>
                </a:cubicBezTo>
                <a:cubicBezTo>
                  <a:pt x="1021865" y="67670"/>
                  <a:pt x="1019432" y="70345"/>
                  <a:pt x="1014564" y="71205"/>
                </a:cubicBezTo>
                <a:cubicBezTo>
                  <a:pt x="1012442" y="71574"/>
                  <a:pt x="1009962" y="71712"/>
                  <a:pt x="1007122" y="71621"/>
                </a:cubicBezTo>
                <a:cubicBezTo>
                  <a:pt x="1004283" y="71529"/>
                  <a:pt x="997091" y="71944"/>
                  <a:pt x="985546" y="72865"/>
                </a:cubicBezTo>
                <a:lnTo>
                  <a:pt x="984798" y="93809"/>
                </a:lnTo>
                <a:cubicBezTo>
                  <a:pt x="984798" y="97608"/>
                  <a:pt x="984922" y="103304"/>
                  <a:pt x="985172" y="110898"/>
                </a:cubicBezTo>
                <a:cubicBezTo>
                  <a:pt x="985422" y="118492"/>
                  <a:pt x="985546" y="124157"/>
                  <a:pt x="985546" y="127893"/>
                </a:cubicBezTo>
                <a:cubicBezTo>
                  <a:pt x="985546" y="139529"/>
                  <a:pt x="984860" y="148592"/>
                  <a:pt x="983487" y="155083"/>
                </a:cubicBezTo>
                <a:cubicBezTo>
                  <a:pt x="982426" y="159983"/>
                  <a:pt x="979524" y="162433"/>
                  <a:pt x="974782" y="162433"/>
                </a:cubicBezTo>
                <a:cubicBezTo>
                  <a:pt x="972223" y="162433"/>
                  <a:pt x="970039" y="161621"/>
                  <a:pt x="968229" y="159998"/>
                </a:cubicBezTo>
                <a:cubicBezTo>
                  <a:pt x="966420" y="158375"/>
                  <a:pt x="965515" y="156339"/>
                  <a:pt x="965515" y="153890"/>
                </a:cubicBezTo>
                <a:cubicBezTo>
                  <a:pt x="965515" y="153400"/>
                  <a:pt x="965577" y="152787"/>
                  <a:pt x="965702" y="152051"/>
                </a:cubicBezTo>
                <a:cubicBezTo>
                  <a:pt x="967013" y="144090"/>
                  <a:pt x="967668" y="135425"/>
                  <a:pt x="967668" y="126055"/>
                </a:cubicBezTo>
                <a:lnTo>
                  <a:pt x="967387" y="100976"/>
                </a:lnTo>
                <a:lnTo>
                  <a:pt x="967387" y="74334"/>
                </a:lnTo>
                <a:cubicBezTo>
                  <a:pt x="959587" y="74945"/>
                  <a:pt x="954657" y="75251"/>
                  <a:pt x="952597" y="75251"/>
                </a:cubicBezTo>
                <a:cubicBezTo>
                  <a:pt x="946295" y="75251"/>
                  <a:pt x="943143" y="72284"/>
                  <a:pt x="943143" y="66350"/>
                </a:cubicBezTo>
                <a:cubicBezTo>
                  <a:pt x="943143" y="60293"/>
                  <a:pt x="948603" y="57112"/>
                  <a:pt x="959524" y="56806"/>
                </a:cubicBezTo>
                <a:lnTo>
                  <a:pt x="968510" y="56530"/>
                </a:lnTo>
                <a:cubicBezTo>
                  <a:pt x="968697" y="53104"/>
                  <a:pt x="969165" y="48455"/>
                  <a:pt x="969914" y="42581"/>
                </a:cubicBezTo>
                <a:cubicBezTo>
                  <a:pt x="971537" y="28999"/>
                  <a:pt x="975031" y="18996"/>
                  <a:pt x="980398" y="12572"/>
                </a:cubicBezTo>
                <a:cubicBezTo>
                  <a:pt x="986888" y="4803"/>
                  <a:pt x="997029" y="918"/>
                  <a:pt x="1010820" y="918"/>
                </a:cubicBezTo>
                <a:cubicBezTo>
                  <a:pt x="1019744" y="918"/>
                  <a:pt x="1024205" y="3900"/>
                  <a:pt x="1024205" y="9865"/>
                </a:cubicBezTo>
                <a:cubicBezTo>
                  <a:pt x="1024205" y="15769"/>
                  <a:pt x="1020149" y="18721"/>
                  <a:pt x="1012037" y="18721"/>
                </a:cubicBezTo>
                <a:close/>
                <a:moveTo>
                  <a:pt x="1073075" y="75618"/>
                </a:moveTo>
                <a:lnTo>
                  <a:pt x="1071671" y="121283"/>
                </a:lnTo>
                <a:cubicBezTo>
                  <a:pt x="1071671" y="126122"/>
                  <a:pt x="1071421" y="133227"/>
                  <a:pt x="1070922" y="142599"/>
                </a:cubicBezTo>
                <a:cubicBezTo>
                  <a:pt x="1070298" y="148725"/>
                  <a:pt x="1067240" y="151788"/>
                  <a:pt x="1061749" y="151788"/>
                </a:cubicBezTo>
                <a:cubicBezTo>
                  <a:pt x="1055633" y="151788"/>
                  <a:pt x="1052575" y="148664"/>
                  <a:pt x="1052575" y="142416"/>
                </a:cubicBezTo>
                <a:cubicBezTo>
                  <a:pt x="1052575" y="135003"/>
                  <a:pt x="1052918" y="123870"/>
                  <a:pt x="1053605" y="109017"/>
                </a:cubicBezTo>
                <a:cubicBezTo>
                  <a:pt x="1054291" y="94164"/>
                  <a:pt x="1054635" y="83031"/>
                  <a:pt x="1054635" y="75618"/>
                </a:cubicBezTo>
                <a:cubicBezTo>
                  <a:pt x="1054635" y="65941"/>
                  <a:pt x="1054791" y="54869"/>
                  <a:pt x="1055103" y="42403"/>
                </a:cubicBezTo>
                <a:cubicBezTo>
                  <a:pt x="1055415" y="29938"/>
                  <a:pt x="1055571" y="18866"/>
                  <a:pt x="1055571" y="9188"/>
                </a:cubicBezTo>
                <a:cubicBezTo>
                  <a:pt x="1055571" y="3063"/>
                  <a:pt x="1058628" y="0"/>
                  <a:pt x="1064744" y="0"/>
                </a:cubicBezTo>
                <a:cubicBezTo>
                  <a:pt x="1070922" y="0"/>
                  <a:pt x="1074011" y="3063"/>
                  <a:pt x="1074011" y="9188"/>
                </a:cubicBezTo>
                <a:cubicBezTo>
                  <a:pt x="1074011" y="18866"/>
                  <a:pt x="1073855" y="29938"/>
                  <a:pt x="1073543" y="42403"/>
                </a:cubicBezTo>
                <a:cubicBezTo>
                  <a:pt x="1073231" y="54869"/>
                  <a:pt x="1073075" y="65941"/>
                  <a:pt x="1073075" y="75618"/>
                </a:cubicBezTo>
                <a:close/>
                <a:moveTo>
                  <a:pt x="1182330" y="94156"/>
                </a:moveTo>
                <a:cubicBezTo>
                  <a:pt x="1182330" y="98561"/>
                  <a:pt x="1182361" y="105168"/>
                  <a:pt x="1182423" y="113978"/>
                </a:cubicBezTo>
                <a:cubicBezTo>
                  <a:pt x="1182486" y="122788"/>
                  <a:pt x="1182517" y="129396"/>
                  <a:pt x="1182517" y="133801"/>
                </a:cubicBezTo>
                <a:cubicBezTo>
                  <a:pt x="1182517" y="135147"/>
                  <a:pt x="1182626" y="137196"/>
                  <a:pt x="1182844" y="139949"/>
                </a:cubicBezTo>
                <a:cubicBezTo>
                  <a:pt x="1183063" y="142702"/>
                  <a:pt x="1183172" y="144752"/>
                  <a:pt x="1183172" y="146098"/>
                </a:cubicBezTo>
                <a:cubicBezTo>
                  <a:pt x="1183172" y="148729"/>
                  <a:pt x="1182267" y="150885"/>
                  <a:pt x="1180457" y="152568"/>
                </a:cubicBezTo>
                <a:cubicBezTo>
                  <a:pt x="1178648" y="154250"/>
                  <a:pt x="1176432" y="155091"/>
                  <a:pt x="1173811" y="155091"/>
                </a:cubicBezTo>
                <a:cubicBezTo>
                  <a:pt x="1169006" y="155091"/>
                  <a:pt x="1165949" y="152185"/>
                  <a:pt x="1164638" y="146373"/>
                </a:cubicBezTo>
                <a:cubicBezTo>
                  <a:pt x="1156838" y="150350"/>
                  <a:pt x="1147852" y="152338"/>
                  <a:pt x="1137680" y="152338"/>
                </a:cubicBezTo>
                <a:cubicBezTo>
                  <a:pt x="1129505" y="152338"/>
                  <a:pt x="1122734" y="150564"/>
                  <a:pt x="1117367" y="147015"/>
                </a:cubicBezTo>
                <a:cubicBezTo>
                  <a:pt x="1111439" y="143100"/>
                  <a:pt x="1107913" y="137380"/>
                  <a:pt x="1106790" y="129855"/>
                </a:cubicBezTo>
                <a:cubicBezTo>
                  <a:pt x="1104356" y="113642"/>
                  <a:pt x="1103139" y="99203"/>
                  <a:pt x="1103139" y="86539"/>
                </a:cubicBezTo>
                <a:cubicBezTo>
                  <a:pt x="1103139" y="78157"/>
                  <a:pt x="1104075" y="68613"/>
                  <a:pt x="1105948" y="57907"/>
                </a:cubicBezTo>
                <a:cubicBezTo>
                  <a:pt x="1106821" y="52584"/>
                  <a:pt x="1109785" y="49923"/>
                  <a:pt x="1114840" y="49923"/>
                </a:cubicBezTo>
                <a:cubicBezTo>
                  <a:pt x="1117523" y="49923"/>
                  <a:pt x="1119770" y="50763"/>
                  <a:pt x="1121580" y="52444"/>
                </a:cubicBezTo>
                <a:cubicBezTo>
                  <a:pt x="1123389" y="54124"/>
                  <a:pt x="1124294" y="56279"/>
                  <a:pt x="1124294" y="58908"/>
                </a:cubicBezTo>
                <a:cubicBezTo>
                  <a:pt x="1124294" y="61718"/>
                  <a:pt x="1123842" y="66210"/>
                  <a:pt x="1122937" y="72384"/>
                </a:cubicBezTo>
                <a:cubicBezTo>
                  <a:pt x="1122032" y="78555"/>
                  <a:pt x="1121580" y="83260"/>
                  <a:pt x="1121580" y="86499"/>
                </a:cubicBezTo>
                <a:cubicBezTo>
                  <a:pt x="1121580" y="96705"/>
                  <a:pt x="1121923" y="105444"/>
                  <a:pt x="1122609" y="112716"/>
                </a:cubicBezTo>
                <a:cubicBezTo>
                  <a:pt x="1123296" y="119989"/>
                  <a:pt x="1124325" y="125825"/>
                  <a:pt x="1125698" y="130224"/>
                </a:cubicBezTo>
                <a:cubicBezTo>
                  <a:pt x="1127758" y="131326"/>
                  <a:pt x="1129786" y="132167"/>
                  <a:pt x="1131783" y="132748"/>
                </a:cubicBezTo>
                <a:cubicBezTo>
                  <a:pt x="1133780" y="133327"/>
                  <a:pt x="1135745" y="133617"/>
                  <a:pt x="1137680" y="133617"/>
                </a:cubicBezTo>
                <a:cubicBezTo>
                  <a:pt x="1146042" y="133617"/>
                  <a:pt x="1154872" y="132304"/>
                  <a:pt x="1164170" y="129677"/>
                </a:cubicBezTo>
                <a:lnTo>
                  <a:pt x="1164077" y="111067"/>
                </a:lnTo>
                <a:lnTo>
                  <a:pt x="1163889" y="93284"/>
                </a:lnTo>
                <a:cubicBezTo>
                  <a:pt x="1163889" y="80083"/>
                  <a:pt x="1164482" y="68624"/>
                  <a:pt x="1165668" y="58908"/>
                </a:cubicBezTo>
                <a:cubicBezTo>
                  <a:pt x="1166354" y="53285"/>
                  <a:pt x="1169381" y="50473"/>
                  <a:pt x="1174748" y="50473"/>
                </a:cubicBezTo>
                <a:cubicBezTo>
                  <a:pt x="1177431" y="50473"/>
                  <a:pt x="1179677" y="51330"/>
                  <a:pt x="1181487" y="53043"/>
                </a:cubicBezTo>
                <a:cubicBezTo>
                  <a:pt x="1183297" y="54756"/>
                  <a:pt x="1184139" y="56897"/>
                  <a:pt x="1184014" y="59467"/>
                </a:cubicBezTo>
                <a:lnTo>
                  <a:pt x="1182330" y="94156"/>
                </a:lnTo>
                <a:close/>
                <a:moveTo>
                  <a:pt x="1254236" y="151971"/>
                </a:moveTo>
                <a:cubicBezTo>
                  <a:pt x="1240132" y="151971"/>
                  <a:pt x="1228713" y="148512"/>
                  <a:pt x="1219976" y="141592"/>
                </a:cubicBezTo>
                <a:cubicBezTo>
                  <a:pt x="1210428" y="133937"/>
                  <a:pt x="1205655" y="123220"/>
                  <a:pt x="1205655" y="109441"/>
                </a:cubicBezTo>
                <a:cubicBezTo>
                  <a:pt x="1205655" y="93521"/>
                  <a:pt x="1209586" y="80173"/>
                  <a:pt x="1217449" y="69395"/>
                </a:cubicBezTo>
                <a:cubicBezTo>
                  <a:pt x="1225998" y="57637"/>
                  <a:pt x="1237418" y="51758"/>
                  <a:pt x="1251708" y="51758"/>
                </a:cubicBezTo>
                <a:cubicBezTo>
                  <a:pt x="1262067" y="51758"/>
                  <a:pt x="1270523" y="53471"/>
                  <a:pt x="1277075" y="56897"/>
                </a:cubicBezTo>
                <a:cubicBezTo>
                  <a:pt x="1285125" y="61119"/>
                  <a:pt x="1289151" y="67604"/>
                  <a:pt x="1289151" y="76353"/>
                </a:cubicBezTo>
                <a:cubicBezTo>
                  <a:pt x="1289151" y="82471"/>
                  <a:pt x="1285625" y="88038"/>
                  <a:pt x="1278573" y="93055"/>
                </a:cubicBezTo>
                <a:cubicBezTo>
                  <a:pt x="1275453" y="95257"/>
                  <a:pt x="1268838" y="98683"/>
                  <a:pt x="1258729" y="103333"/>
                </a:cubicBezTo>
                <a:lnTo>
                  <a:pt x="1222972" y="119943"/>
                </a:lnTo>
                <a:cubicBezTo>
                  <a:pt x="1226466" y="125021"/>
                  <a:pt x="1230819" y="128845"/>
                  <a:pt x="1236029" y="131415"/>
                </a:cubicBezTo>
                <a:cubicBezTo>
                  <a:pt x="1241240" y="133984"/>
                  <a:pt x="1247309" y="135269"/>
                  <a:pt x="1254236" y="135269"/>
                </a:cubicBezTo>
                <a:cubicBezTo>
                  <a:pt x="1258542" y="135269"/>
                  <a:pt x="1263596" y="134474"/>
                  <a:pt x="1269400" y="132883"/>
                </a:cubicBezTo>
                <a:cubicBezTo>
                  <a:pt x="1276763" y="130864"/>
                  <a:pt x="1281506" y="128218"/>
                  <a:pt x="1283628" y="124945"/>
                </a:cubicBezTo>
                <a:cubicBezTo>
                  <a:pt x="1285750" y="121672"/>
                  <a:pt x="1288027" y="120035"/>
                  <a:pt x="1290461" y="120035"/>
                </a:cubicBezTo>
                <a:cubicBezTo>
                  <a:pt x="1292645" y="120035"/>
                  <a:pt x="1294595" y="120849"/>
                  <a:pt x="1296311" y="122476"/>
                </a:cubicBezTo>
                <a:cubicBezTo>
                  <a:pt x="1298027" y="124101"/>
                  <a:pt x="1298885" y="125987"/>
                  <a:pt x="1298885" y="128134"/>
                </a:cubicBezTo>
                <a:cubicBezTo>
                  <a:pt x="1298885" y="134944"/>
                  <a:pt x="1293300" y="140804"/>
                  <a:pt x="1282130" y="145714"/>
                </a:cubicBezTo>
                <a:cubicBezTo>
                  <a:pt x="1272582" y="149885"/>
                  <a:pt x="1263284" y="151971"/>
                  <a:pt x="1254236" y="151971"/>
                </a:cubicBezTo>
                <a:moveTo>
                  <a:pt x="1251708" y="68277"/>
                </a:moveTo>
                <a:cubicBezTo>
                  <a:pt x="1244095" y="68277"/>
                  <a:pt x="1237761" y="71168"/>
                  <a:pt x="1232706" y="76949"/>
                </a:cubicBezTo>
                <a:cubicBezTo>
                  <a:pt x="1227652" y="82731"/>
                  <a:pt x="1223876" y="91433"/>
                  <a:pt x="1221380" y="103058"/>
                </a:cubicBezTo>
                <a:lnTo>
                  <a:pt x="1250117" y="89659"/>
                </a:lnTo>
                <a:cubicBezTo>
                  <a:pt x="1261412" y="84275"/>
                  <a:pt x="1269462" y="79595"/>
                  <a:pt x="1274267" y="75618"/>
                </a:cubicBezTo>
                <a:cubicBezTo>
                  <a:pt x="1268901" y="70724"/>
                  <a:pt x="1261381" y="68277"/>
                  <a:pt x="1251708" y="68277"/>
                </a:cubicBezTo>
                <a:close/>
                <a:moveTo>
                  <a:pt x="1391301" y="154357"/>
                </a:moveTo>
                <a:cubicBezTo>
                  <a:pt x="1385934" y="154357"/>
                  <a:pt x="1382908" y="151476"/>
                  <a:pt x="1382221" y="145714"/>
                </a:cubicBezTo>
                <a:lnTo>
                  <a:pt x="1379600" y="125573"/>
                </a:lnTo>
                <a:cubicBezTo>
                  <a:pt x="1378727" y="118400"/>
                  <a:pt x="1378290" y="111686"/>
                  <a:pt x="1378290" y="105432"/>
                </a:cubicBezTo>
                <a:cubicBezTo>
                  <a:pt x="1378290" y="103715"/>
                  <a:pt x="1378399" y="100804"/>
                  <a:pt x="1378617" y="96697"/>
                </a:cubicBezTo>
                <a:cubicBezTo>
                  <a:pt x="1378836" y="92588"/>
                  <a:pt x="1378945" y="89676"/>
                  <a:pt x="1378945" y="87959"/>
                </a:cubicBezTo>
                <a:cubicBezTo>
                  <a:pt x="1378945" y="74715"/>
                  <a:pt x="1376449" y="68093"/>
                  <a:pt x="1371457" y="68093"/>
                </a:cubicBezTo>
                <a:cubicBezTo>
                  <a:pt x="1364467" y="68093"/>
                  <a:pt x="1357790" y="72167"/>
                  <a:pt x="1351425" y="80313"/>
                </a:cubicBezTo>
                <a:cubicBezTo>
                  <a:pt x="1345684" y="87723"/>
                  <a:pt x="1341191" y="97094"/>
                  <a:pt x="1337946" y="108423"/>
                </a:cubicBezTo>
                <a:cubicBezTo>
                  <a:pt x="1337821" y="110813"/>
                  <a:pt x="1337540" y="113815"/>
                  <a:pt x="1337104" y="117428"/>
                </a:cubicBezTo>
                <a:cubicBezTo>
                  <a:pt x="1336729" y="120491"/>
                  <a:pt x="1336542" y="123461"/>
                  <a:pt x="1336542" y="126339"/>
                </a:cubicBezTo>
                <a:cubicBezTo>
                  <a:pt x="1336542" y="128176"/>
                  <a:pt x="1336729" y="130932"/>
                  <a:pt x="1337104" y="134606"/>
                </a:cubicBezTo>
                <a:cubicBezTo>
                  <a:pt x="1337478" y="138281"/>
                  <a:pt x="1337665" y="141037"/>
                  <a:pt x="1337665" y="142874"/>
                </a:cubicBezTo>
                <a:cubicBezTo>
                  <a:pt x="1337665" y="145631"/>
                  <a:pt x="1336807" y="147867"/>
                  <a:pt x="1335091" y="149582"/>
                </a:cubicBezTo>
                <a:cubicBezTo>
                  <a:pt x="1333375" y="151297"/>
                  <a:pt x="1331175" y="152155"/>
                  <a:pt x="1328492" y="152155"/>
                </a:cubicBezTo>
                <a:cubicBezTo>
                  <a:pt x="1325746" y="152155"/>
                  <a:pt x="1323531" y="151296"/>
                  <a:pt x="1321846" y="149579"/>
                </a:cubicBezTo>
                <a:cubicBezTo>
                  <a:pt x="1320161" y="147864"/>
                  <a:pt x="1319318" y="145627"/>
                  <a:pt x="1319318" y="142869"/>
                </a:cubicBezTo>
                <a:cubicBezTo>
                  <a:pt x="1319318" y="141031"/>
                  <a:pt x="1319116" y="138274"/>
                  <a:pt x="1318710" y="134598"/>
                </a:cubicBezTo>
                <a:cubicBezTo>
                  <a:pt x="1318304" y="130919"/>
                  <a:pt x="1318102" y="128161"/>
                  <a:pt x="1318102" y="126321"/>
                </a:cubicBezTo>
                <a:cubicBezTo>
                  <a:pt x="1318102" y="120008"/>
                  <a:pt x="1318554" y="111260"/>
                  <a:pt x="1319459" y="100075"/>
                </a:cubicBezTo>
                <a:cubicBezTo>
                  <a:pt x="1320364" y="88891"/>
                  <a:pt x="1320816" y="80142"/>
                  <a:pt x="1320816" y="73829"/>
                </a:cubicBezTo>
                <a:cubicBezTo>
                  <a:pt x="1320816" y="71867"/>
                  <a:pt x="1320707" y="68957"/>
                  <a:pt x="1320489" y="65096"/>
                </a:cubicBezTo>
                <a:cubicBezTo>
                  <a:pt x="1320270" y="61234"/>
                  <a:pt x="1320161" y="58324"/>
                  <a:pt x="1320161" y="56364"/>
                </a:cubicBezTo>
                <a:cubicBezTo>
                  <a:pt x="1320161" y="53727"/>
                  <a:pt x="1321050" y="51567"/>
                  <a:pt x="1322829" y="49883"/>
                </a:cubicBezTo>
                <a:cubicBezTo>
                  <a:pt x="1324607" y="48196"/>
                  <a:pt x="1326807" y="47353"/>
                  <a:pt x="1329428" y="47353"/>
                </a:cubicBezTo>
                <a:cubicBezTo>
                  <a:pt x="1335169" y="47353"/>
                  <a:pt x="1338320" y="51346"/>
                  <a:pt x="1338882" y="59332"/>
                </a:cubicBezTo>
                <a:lnTo>
                  <a:pt x="1339163" y="70112"/>
                </a:lnTo>
                <a:cubicBezTo>
                  <a:pt x="1349647" y="56408"/>
                  <a:pt x="1360411" y="49556"/>
                  <a:pt x="1371457" y="49556"/>
                </a:cubicBezTo>
                <a:cubicBezTo>
                  <a:pt x="1381441" y="49556"/>
                  <a:pt x="1388399" y="53877"/>
                  <a:pt x="1392331" y="62518"/>
                </a:cubicBezTo>
                <a:cubicBezTo>
                  <a:pt x="1395014" y="68279"/>
                  <a:pt x="1396481" y="76798"/>
                  <a:pt x="1396730" y="88076"/>
                </a:cubicBezTo>
                <a:lnTo>
                  <a:pt x="1396730" y="97359"/>
                </a:lnTo>
                <a:lnTo>
                  <a:pt x="1396637" y="105908"/>
                </a:lnTo>
                <a:cubicBezTo>
                  <a:pt x="1396637" y="110996"/>
                  <a:pt x="1397307" y="117570"/>
                  <a:pt x="1398649" y="125630"/>
                </a:cubicBezTo>
                <a:cubicBezTo>
                  <a:pt x="1399991" y="133689"/>
                  <a:pt x="1400662" y="140230"/>
                  <a:pt x="1400662" y="145255"/>
                </a:cubicBezTo>
                <a:cubicBezTo>
                  <a:pt x="1400662" y="147952"/>
                  <a:pt x="1399772" y="150143"/>
                  <a:pt x="1397994" y="151828"/>
                </a:cubicBezTo>
                <a:cubicBezTo>
                  <a:pt x="1396215" y="153514"/>
                  <a:pt x="1393984" y="154357"/>
                  <a:pt x="1391301" y="154357"/>
                </a:cubicBezTo>
                <a:close/>
                <a:moveTo>
                  <a:pt x="1466390" y="153623"/>
                </a:moveTo>
                <a:cubicBezTo>
                  <a:pt x="1453597" y="153623"/>
                  <a:pt x="1442926" y="149823"/>
                  <a:pt x="1434377" y="142223"/>
                </a:cubicBezTo>
                <a:cubicBezTo>
                  <a:pt x="1425391" y="134257"/>
                  <a:pt x="1420898" y="123745"/>
                  <a:pt x="1420898" y="110689"/>
                </a:cubicBezTo>
                <a:cubicBezTo>
                  <a:pt x="1420898" y="98248"/>
                  <a:pt x="1425110" y="85409"/>
                  <a:pt x="1433534" y="72171"/>
                </a:cubicBezTo>
                <a:cubicBezTo>
                  <a:pt x="1442895" y="57461"/>
                  <a:pt x="1453441" y="50106"/>
                  <a:pt x="1465173" y="50106"/>
                </a:cubicBezTo>
                <a:cubicBezTo>
                  <a:pt x="1471289" y="50106"/>
                  <a:pt x="1478122" y="51518"/>
                  <a:pt x="1485673" y="54342"/>
                </a:cubicBezTo>
                <a:cubicBezTo>
                  <a:pt x="1495220" y="57965"/>
                  <a:pt x="1499994" y="62385"/>
                  <a:pt x="1499994" y="67603"/>
                </a:cubicBezTo>
                <a:cubicBezTo>
                  <a:pt x="1499994" y="69935"/>
                  <a:pt x="1499214" y="72008"/>
                  <a:pt x="1497654" y="73820"/>
                </a:cubicBezTo>
                <a:cubicBezTo>
                  <a:pt x="1496094" y="75631"/>
                  <a:pt x="1494159" y="76536"/>
                  <a:pt x="1491850" y="76536"/>
                </a:cubicBezTo>
                <a:cubicBezTo>
                  <a:pt x="1490041" y="76536"/>
                  <a:pt x="1488465" y="75996"/>
                  <a:pt x="1487123" y="74916"/>
                </a:cubicBezTo>
                <a:cubicBezTo>
                  <a:pt x="1485782" y="73834"/>
                  <a:pt x="1484487" y="72767"/>
                  <a:pt x="1483239" y="71715"/>
                </a:cubicBezTo>
                <a:cubicBezTo>
                  <a:pt x="1479557" y="68811"/>
                  <a:pt x="1473535" y="67359"/>
                  <a:pt x="1465173" y="67359"/>
                </a:cubicBezTo>
                <a:cubicBezTo>
                  <a:pt x="1458808" y="67359"/>
                  <a:pt x="1452505" y="72942"/>
                  <a:pt x="1446265" y="84107"/>
                </a:cubicBezTo>
                <a:cubicBezTo>
                  <a:pt x="1440586" y="94351"/>
                  <a:pt x="1437747" y="103214"/>
                  <a:pt x="1437747" y="110698"/>
                </a:cubicBezTo>
                <a:cubicBezTo>
                  <a:pt x="1437747" y="118794"/>
                  <a:pt x="1440555" y="125174"/>
                  <a:pt x="1446171" y="129837"/>
                </a:cubicBezTo>
                <a:cubicBezTo>
                  <a:pt x="1451413" y="134193"/>
                  <a:pt x="1458153" y="136370"/>
                  <a:pt x="1466390" y="136370"/>
                </a:cubicBezTo>
                <a:cubicBezTo>
                  <a:pt x="1470134" y="136370"/>
                  <a:pt x="1474128" y="135391"/>
                  <a:pt x="1478371" y="133434"/>
                </a:cubicBezTo>
                <a:lnTo>
                  <a:pt x="1489230" y="127744"/>
                </a:lnTo>
                <a:cubicBezTo>
                  <a:pt x="1491102" y="126765"/>
                  <a:pt x="1492443" y="126275"/>
                  <a:pt x="1493255" y="126275"/>
                </a:cubicBezTo>
                <a:cubicBezTo>
                  <a:pt x="1495563" y="126275"/>
                  <a:pt x="1497560" y="127178"/>
                  <a:pt x="1499245" y="128983"/>
                </a:cubicBezTo>
                <a:cubicBezTo>
                  <a:pt x="1500930" y="130788"/>
                  <a:pt x="1501773" y="132852"/>
                  <a:pt x="1501773" y="135177"/>
                </a:cubicBezTo>
                <a:cubicBezTo>
                  <a:pt x="1501773" y="139643"/>
                  <a:pt x="1496968" y="143956"/>
                  <a:pt x="1487357" y="148117"/>
                </a:cubicBezTo>
                <a:cubicBezTo>
                  <a:pt x="1478933" y="151788"/>
                  <a:pt x="1471944" y="153623"/>
                  <a:pt x="1466390" y="153623"/>
                </a:cubicBezTo>
                <a:close/>
                <a:moveTo>
                  <a:pt x="1570260" y="151971"/>
                </a:moveTo>
                <a:cubicBezTo>
                  <a:pt x="1556156" y="151971"/>
                  <a:pt x="1544737" y="148512"/>
                  <a:pt x="1536000" y="141592"/>
                </a:cubicBezTo>
                <a:cubicBezTo>
                  <a:pt x="1526452" y="133937"/>
                  <a:pt x="1521678" y="123220"/>
                  <a:pt x="1521678" y="109441"/>
                </a:cubicBezTo>
                <a:cubicBezTo>
                  <a:pt x="1521678" y="93521"/>
                  <a:pt x="1525610" y="80173"/>
                  <a:pt x="1533473" y="69395"/>
                </a:cubicBezTo>
                <a:cubicBezTo>
                  <a:pt x="1542022" y="57637"/>
                  <a:pt x="1553442" y="51758"/>
                  <a:pt x="1567732" y="51758"/>
                </a:cubicBezTo>
                <a:cubicBezTo>
                  <a:pt x="1578091" y="51758"/>
                  <a:pt x="1586547" y="53471"/>
                  <a:pt x="1593099" y="56897"/>
                </a:cubicBezTo>
                <a:cubicBezTo>
                  <a:pt x="1601149" y="61119"/>
                  <a:pt x="1605174" y="67604"/>
                  <a:pt x="1605174" y="76353"/>
                </a:cubicBezTo>
                <a:cubicBezTo>
                  <a:pt x="1605174" y="82471"/>
                  <a:pt x="1601649" y="88038"/>
                  <a:pt x="1594597" y="93055"/>
                </a:cubicBezTo>
                <a:cubicBezTo>
                  <a:pt x="1591477" y="95257"/>
                  <a:pt x="1584862" y="98683"/>
                  <a:pt x="1574753" y="103333"/>
                </a:cubicBezTo>
                <a:lnTo>
                  <a:pt x="1538995" y="119943"/>
                </a:lnTo>
                <a:cubicBezTo>
                  <a:pt x="1542490" y="125021"/>
                  <a:pt x="1546843" y="128845"/>
                  <a:pt x="1552053" y="131415"/>
                </a:cubicBezTo>
                <a:cubicBezTo>
                  <a:pt x="1557264" y="133984"/>
                  <a:pt x="1563333" y="135269"/>
                  <a:pt x="1570260" y="135269"/>
                </a:cubicBezTo>
                <a:cubicBezTo>
                  <a:pt x="1574565" y="135269"/>
                  <a:pt x="1579620" y="134474"/>
                  <a:pt x="1585424" y="132883"/>
                </a:cubicBezTo>
                <a:cubicBezTo>
                  <a:pt x="1592787" y="130864"/>
                  <a:pt x="1597530" y="128218"/>
                  <a:pt x="1599652" y="124945"/>
                </a:cubicBezTo>
                <a:cubicBezTo>
                  <a:pt x="1601773" y="121672"/>
                  <a:pt x="1604051" y="120035"/>
                  <a:pt x="1606485" y="120035"/>
                </a:cubicBezTo>
                <a:cubicBezTo>
                  <a:pt x="1608669" y="120035"/>
                  <a:pt x="1610619" y="120849"/>
                  <a:pt x="1612335" y="122476"/>
                </a:cubicBezTo>
                <a:cubicBezTo>
                  <a:pt x="1614051" y="124101"/>
                  <a:pt x="1614909" y="125987"/>
                  <a:pt x="1614909" y="128134"/>
                </a:cubicBezTo>
                <a:cubicBezTo>
                  <a:pt x="1614909" y="134944"/>
                  <a:pt x="1609324" y="140804"/>
                  <a:pt x="1598154" y="145714"/>
                </a:cubicBezTo>
                <a:cubicBezTo>
                  <a:pt x="1588606" y="149885"/>
                  <a:pt x="1579308" y="151971"/>
                  <a:pt x="1570260" y="151971"/>
                </a:cubicBezTo>
                <a:moveTo>
                  <a:pt x="1567732" y="68277"/>
                </a:moveTo>
                <a:cubicBezTo>
                  <a:pt x="1560119" y="68277"/>
                  <a:pt x="1553785" y="71168"/>
                  <a:pt x="1548730" y="76949"/>
                </a:cubicBezTo>
                <a:cubicBezTo>
                  <a:pt x="1543676" y="82731"/>
                  <a:pt x="1539900" y="91433"/>
                  <a:pt x="1537404" y="103058"/>
                </a:cubicBezTo>
                <a:lnTo>
                  <a:pt x="1566141" y="89659"/>
                </a:lnTo>
                <a:cubicBezTo>
                  <a:pt x="1577436" y="84275"/>
                  <a:pt x="1585486" y="79595"/>
                  <a:pt x="1590291" y="75618"/>
                </a:cubicBezTo>
                <a:cubicBezTo>
                  <a:pt x="1584924" y="70724"/>
                  <a:pt x="1577405" y="68277"/>
                  <a:pt x="1567732" y="68277"/>
                </a:cubicBezTo>
                <a:close/>
                <a:moveTo>
                  <a:pt x="1691710" y="124922"/>
                </a:moveTo>
                <a:cubicBezTo>
                  <a:pt x="1691648" y="122345"/>
                  <a:pt x="1692537" y="120244"/>
                  <a:pt x="1694378" y="118618"/>
                </a:cubicBezTo>
                <a:cubicBezTo>
                  <a:pt x="1696219" y="116993"/>
                  <a:pt x="1698481" y="116181"/>
                  <a:pt x="1701164" y="116181"/>
                </a:cubicBezTo>
                <a:cubicBezTo>
                  <a:pt x="1704222" y="116181"/>
                  <a:pt x="1706905" y="117901"/>
                  <a:pt x="1709214" y="121343"/>
                </a:cubicBezTo>
                <a:cubicBezTo>
                  <a:pt x="1712397" y="126015"/>
                  <a:pt x="1715236" y="129182"/>
                  <a:pt x="1717732" y="130841"/>
                </a:cubicBezTo>
                <a:cubicBezTo>
                  <a:pt x="1723037" y="134282"/>
                  <a:pt x="1730743" y="136003"/>
                  <a:pt x="1740853" y="136003"/>
                </a:cubicBezTo>
                <a:cubicBezTo>
                  <a:pt x="1750525" y="136003"/>
                  <a:pt x="1759511" y="133950"/>
                  <a:pt x="1767811" y="129843"/>
                </a:cubicBezTo>
                <a:cubicBezTo>
                  <a:pt x="1778420" y="124572"/>
                  <a:pt x="1783724" y="117249"/>
                  <a:pt x="1783724" y="107873"/>
                </a:cubicBezTo>
                <a:cubicBezTo>
                  <a:pt x="1783724" y="100151"/>
                  <a:pt x="1779262" y="94053"/>
                  <a:pt x="1770338" y="89579"/>
                </a:cubicBezTo>
                <a:cubicBezTo>
                  <a:pt x="1762788" y="85717"/>
                  <a:pt x="1753458" y="83633"/>
                  <a:pt x="1742350" y="83327"/>
                </a:cubicBezTo>
                <a:cubicBezTo>
                  <a:pt x="1732491" y="82960"/>
                  <a:pt x="1724097" y="80846"/>
                  <a:pt x="1717171" y="76986"/>
                </a:cubicBezTo>
                <a:cubicBezTo>
                  <a:pt x="1708309" y="72025"/>
                  <a:pt x="1703879" y="64919"/>
                  <a:pt x="1703879" y="55667"/>
                </a:cubicBezTo>
                <a:cubicBezTo>
                  <a:pt x="1703879" y="44764"/>
                  <a:pt x="1710181" y="34809"/>
                  <a:pt x="1722787" y="25805"/>
                </a:cubicBezTo>
                <a:cubicBezTo>
                  <a:pt x="1734831" y="17289"/>
                  <a:pt x="1747280" y="13031"/>
                  <a:pt x="1760135" y="13031"/>
                </a:cubicBezTo>
                <a:cubicBezTo>
                  <a:pt x="1766189" y="13031"/>
                  <a:pt x="1773022" y="14046"/>
                  <a:pt x="1780635" y="16074"/>
                </a:cubicBezTo>
                <a:cubicBezTo>
                  <a:pt x="1790744" y="18716"/>
                  <a:pt x="1795799" y="22096"/>
                  <a:pt x="1795799" y="26212"/>
                </a:cubicBezTo>
                <a:cubicBezTo>
                  <a:pt x="1795799" y="31619"/>
                  <a:pt x="1792991" y="34322"/>
                  <a:pt x="1787375" y="34322"/>
                </a:cubicBezTo>
                <a:cubicBezTo>
                  <a:pt x="1784879" y="34322"/>
                  <a:pt x="1780510" y="33664"/>
                  <a:pt x="1774270" y="32349"/>
                </a:cubicBezTo>
                <a:cubicBezTo>
                  <a:pt x="1768030" y="31034"/>
                  <a:pt x="1763193" y="30406"/>
                  <a:pt x="1759761" y="30468"/>
                </a:cubicBezTo>
                <a:cubicBezTo>
                  <a:pt x="1750026" y="30590"/>
                  <a:pt x="1741758" y="32940"/>
                  <a:pt x="1734956" y="37517"/>
                </a:cubicBezTo>
                <a:cubicBezTo>
                  <a:pt x="1727966" y="42216"/>
                  <a:pt x="1724472" y="47922"/>
                  <a:pt x="1724472" y="54635"/>
                </a:cubicBezTo>
                <a:cubicBezTo>
                  <a:pt x="1724472" y="59701"/>
                  <a:pt x="1729090" y="63272"/>
                  <a:pt x="1738325" y="65346"/>
                </a:cubicBezTo>
                <a:cubicBezTo>
                  <a:pt x="1741758" y="66139"/>
                  <a:pt x="1748404" y="66872"/>
                  <a:pt x="1758263" y="67543"/>
                </a:cubicBezTo>
                <a:cubicBezTo>
                  <a:pt x="1772554" y="68585"/>
                  <a:pt x="1783724" y="72999"/>
                  <a:pt x="1791774" y="80786"/>
                </a:cubicBezTo>
                <a:cubicBezTo>
                  <a:pt x="1799138" y="87898"/>
                  <a:pt x="1802820" y="96574"/>
                  <a:pt x="1802820" y="106812"/>
                </a:cubicBezTo>
                <a:cubicBezTo>
                  <a:pt x="1802820" y="121405"/>
                  <a:pt x="1795955" y="133055"/>
                  <a:pt x="1782226" y="141762"/>
                </a:cubicBezTo>
                <a:cubicBezTo>
                  <a:pt x="1770307" y="149302"/>
                  <a:pt x="1756485" y="153072"/>
                  <a:pt x="1740759" y="153072"/>
                </a:cubicBezTo>
                <a:cubicBezTo>
                  <a:pt x="1729339" y="153072"/>
                  <a:pt x="1718887" y="150925"/>
                  <a:pt x="1709401" y="146631"/>
                </a:cubicBezTo>
                <a:cubicBezTo>
                  <a:pt x="1697794" y="141358"/>
                  <a:pt x="1691897" y="134122"/>
                  <a:pt x="1691710" y="124922"/>
                </a:cubicBezTo>
                <a:close/>
                <a:moveTo>
                  <a:pt x="1871652" y="153623"/>
                </a:moveTo>
                <a:cubicBezTo>
                  <a:pt x="1858859" y="153623"/>
                  <a:pt x="1848188" y="149823"/>
                  <a:pt x="1839639" y="142223"/>
                </a:cubicBezTo>
                <a:cubicBezTo>
                  <a:pt x="1830652" y="134257"/>
                  <a:pt x="1826159" y="123745"/>
                  <a:pt x="1826159" y="110689"/>
                </a:cubicBezTo>
                <a:cubicBezTo>
                  <a:pt x="1826159" y="98248"/>
                  <a:pt x="1830372" y="85409"/>
                  <a:pt x="1838796" y="72171"/>
                </a:cubicBezTo>
                <a:cubicBezTo>
                  <a:pt x="1848157" y="57461"/>
                  <a:pt x="1858703" y="50106"/>
                  <a:pt x="1870435" y="50106"/>
                </a:cubicBezTo>
                <a:cubicBezTo>
                  <a:pt x="1876550" y="50106"/>
                  <a:pt x="1883383" y="51518"/>
                  <a:pt x="1890934" y="54342"/>
                </a:cubicBezTo>
                <a:cubicBezTo>
                  <a:pt x="1900482" y="57965"/>
                  <a:pt x="1905256" y="62385"/>
                  <a:pt x="1905256" y="67603"/>
                </a:cubicBezTo>
                <a:cubicBezTo>
                  <a:pt x="1905256" y="69935"/>
                  <a:pt x="1904476" y="72008"/>
                  <a:pt x="1902916" y="73820"/>
                </a:cubicBezTo>
                <a:cubicBezTo>
                  <a:pt x="1901356" y="75631"/>
                  <a:pt x="1899421" y="76536"/>
                  <a:pt x="1897112" y="76536"/>
                </a:cubicBezTo>
                <a:cubicBezTo>
                  <a:pt x="1895303" y="76536"/>
                  <a:pt x="1893727" y="75996"/>
                  <a:pt x="1892385" y="74916"/>
                </a:cubicBezTo>
                <a:cubicBezTo>
                  <a:pt x="1891044" y="73834"/>
                  <a:pt x="1889749" y="72767"/>
                  <a:pt x="1888501" y="71715"/>
                </a:cubicBezTo>
                <a:cubicBezTo>
                  <a:pt x="1884819" y="68811"/>
                  <a:pt x="1878797" y="67359"/>
                  <a:pt x="1870435" y="67359"/>
                </a:cubicBezTo>
                <a:cubicBezTo>
                  <a:pt x="1864070" y="67359"/>
                  <a:pt x="1857767" y="72942"/>
                  <a:pt x="1851526" y="84107"/>
                </a:cubicBezTo>
                <a:cubicBezTo>
                  <a:pt x="1845848" y="94351"/>
                  <a:pt x="1843008" y="103214"/>
                  <a:pt x="1843008" y="110698"/>
                </a:cubicBezTo>
                <a:cubicBezTo>
                  <a:pt x="1843008" y="118794"/>
                  <a:pt x="1845817" y="125174"/>
                  <a:pt x="1851433" y="129837"/>
                </a:cubicBezTo>
                <a:cubicBezTo>
                  <a:pt x="1856675" y="134193"/>
                  <a:pt x="1863414" y="136370"/>
                  <a:pt x="1871652" y="136370"/>
                </a:cubicBezTo>
                <a:cubicBezTo>
                  <a:pt x="1875396" y="136370"/>
                  <a:pt x="1879390" y="135391"/>
                  <a:pt x="1883633" y="133434"/>
                </a:cubicBezTo>
                <a:lnTo>
                  <a:pt x="1894491" y="127744"/>
                </a:lnTo>
                <a:cubicBezTo>
                  <a:pt x="1896363" y="126765"/>
                  <a:pt x="1897705" y="126275"/>
                  <a:pt x="1898516" y="126275"/>
                </a:cubicBezTo>
                <a:cubicBezTo>
                  <a:pt x="1900825" y="126275"/>
                  <a:pt x="1902822" y="127178"/>
                  <a:pt x="1904507" y="128983"/>
                </a:cubicBezTo>
                <a:cubicBezTo>
                  <a:pt x="1906192" y="130788"/>
                  <a:pt x="1907034" y="132852"/>
                  <a:pt x="1907034" y="135177"/>
                </a:cubicBezTo>
                <a:cubicBezTo>
                  <a:pt x="1907034" y="139643"/>
                  <a:pt x="1902229" y="143956"/>
                  <a:pt x="1892619" y="148117"/>
                </a:cubicBezTo>
                <a:cubicBezTo>
                  <a:pt x="1884195" y="151788"/>
                  <a:pt x="1877206" y="153623"/>
                  <a:pt x="1871652" y="153623"/>
                </a:cubicBezTo>
                <a:close/>
                <a:moveTo>
                  <a:pt x="1966910" y="153256"/>
                </a:moveTo>
                <a:cubicBezTo>
                  <a:pt x="1956426" y="153256"/>
                  <a:pt x="1947409" y="149456"/>
                  <a:pt x="1939858" y="141856"/>
                </a:cubicBezTo>
                <a:cubicBezTo>
                  <a:pt x="1931433" y="133398"/>
                  <a:pt x="1927003" y="122028"/>
                  <a:pt x="1926566" y="107747"/>
                </a:cubicBezTo>
                <a:cubicBezTo>
                  <a:pt x="1926191" y="93895"/>
                  <a:pt x="1929748" y="81698"/>
                  <a:pt x="1937237" y="71156"/>
                </a:cubicBezTo>
                <a:cubicBezTo>
                  <a:pt x="1945973" y="58714"/>
                  <a:pt x="1958142" y="52492"/>
                  <a:pt x="1973743" y="52492"/>
                </a:cubicBezTo>
                <a:cubicBezTo>
                  <a:pt x="1986224" y="52492"/>
                  <a:pt x="1995678" y="58101"/>
                  <a:pt x="2002105" y="69318"/>
                </a:cubicBezTo>
                <a:cubicBezTo>
                  <a:pt x="2007222" y="78388"/>
                  <a:pt x="2009687" y="89297"/>
                  <a:pt x="2009500" y="102045"/>
                </a:cubicBezTo>
                <a:cubicBezTo>
                  <a:pt x="2009313" y="115652"/>
                  <a:pt x="2005693" y="127268"/>
                  <a:pt x="1998642" y="136892"/>
                </a:cubicBezTo>
                <a:cubicBezTo>
                  <a:pt x="1990654" y="147801"/>
                  <a:pt x="1980077" y="153256"/>
                  <a:pt x="1966910" y="153256"/>
                </a:cubicBezTo>
                <a:moveTo>
                  <a:pt x="1972526" y="71213"/>
                </a:moveTo>
                <a:cubicBezTo>
                  <a:pt x="1963353" y="71152"/>
                  <a:pt x="1956207" y="75441"/>
                  <a:pt x="1951090" y="84079"/>
                </a:cubicBezTo>
                <a:cubicBezTo>
                  <a:pt x="1947034" y="91003"/>
                  <a:pt x="1945006" y="98907"/>
                  <a:pt x="1945006" y="107790"/>
                </a:cubicBezTo>
                <a:cubicBezTo>
                  <a:pt x="1945006" y="116674"/>
                  <a:pt x="1947471" y="123598"/>
                  <a:pt x="1952401" y="128561"/>
                </a:cubicBezTo>
                <a:cubicBezTo>
                  <a:pt x="1956519" y="132666"/>
                  <a:pt x="1961356" y="134718"/>
                  <a:pt x="1966910" y="134718"/>
                </a:cubicBezTo>
                <a:cubicBezTo>
                  <a:pt x="1973400" y="134718"/>
                  <a:pt x="1978985" y="132390"/>
                  <a:pt x="1983665" y="127732"/>
                </a:cubicBezTo>
                <a:cubicBezTo>
                  <a:pt x="1988969" y="122587"/>
                  <a:pt x="1991777" y="115634"/>
                  <a:pt x="1992090" y="106872"/>
                </a:cubicBezTo>
                <a:cubicBezTo>
                  <a:pt x="1992963" y="83161"/>
                  <a:pt x="1986442" y="71275"/>
                  <a:pt x="1972526" y="71213"/>
                </a:cubicBezTo>
                <a:close/>
                <a:moveTo>
                  <a:pt x="2109207" y="79748"/>
                </a:moveTo>
                <a:cubicBezTo>
                  <a:pt x="2108771" y="87396"/>
                  <a:pt x="2105650" y="91219"/>
                  <a:pt x="2099847" y="91219"/>
                </a:cubicBezTo>
                <a:cubicBezTo>
                  <a:pt x="2094480" y="91219"/>
                  <a:pt x="2091797" y="88203"/>
                  <a:pt x="2091797" y="82171"/>
                </a:cubicBezTo>
                <a:cubicBezTo>
                  <a:pt x="2091797" y="81013"/>
                  <a:pt x="2091703" y="78879"/>
                  <a:pt x="2091516" y="75770"/>
                </a:cubicBezTo>
                <a:lnTo>
                  <a:pt x="2091235" y="68093"/>
                </a:lnTo>
                <a:cubicBezTo>
                  <a:pt x="2081375" y="69258"/>
                  <a:pt x="2073481" y="71986"/>
                  <a:pt x="2067553" y="76278"/>
                </a:cubicBezTo>
                <a:cubicBezTo>
                  <a:pt x="2061999" y="80264"/>
                  <a:pt x="2057381" y="86273"/>
                  <a:pt x="2053699" y="94305"/>
                </a:cubicBezTo>
                <a:lnTo>
                  <a:pt x="2053887" y="144701"/>
                </a:lnTo>
                <a:cubicBezTo>
                  <a:pt x="2053887" y="150894"/>
                  <a:pt x="2050798" y="153990"/>
                  <a:pt x="2044620" y="153990"/>
                </a:cubicBezTo>
                <a:cubicBezTo>
                  <a:pt x="2039128" y="153990"/>
                  <a:pt x="2036382" y="150895"/>
                  <a:pt x="2036382" y="144704"/>
                </a:cubicBezTo>
                <a:lnTo>
                  <a:pt x="2036382" y="80164"/>
                </a:lnTo>
                <a:cubicBezTo>
                  <a:pt x="2036382" y="78141"/>
                  <a:pt x="2036460" y="75108"/>
                  <a:pt x="2036616" y="71064"/>
                </a:cubicBezTo>
                <a:cubicBezTo>
                  <a:pt x="2036772" y="67019"/>
                  <a:pt x="2036850" y="63985"/>
                  <a:pt x="2036850" y="61962"/>
                </a:cubicBezTo>
                <a:cubicBezTo>
                  <a:pt x="2036850" y="55771"/>
                  <a:pt x="2039596" y="52676"/>
                  <a:pt x="2045088" y="52676"/>
                </a:cubicBezTo>
                <a:cubicBezTo>
                  <a:pt x="2051203" y="52676"/>
                  <a:pt x="2054292" y="57754"/>
                  <a:pt x="2054355" y="67910"/>
                </a:cubicBezTo>
                <a:cubicBezTo>
                  <a:pt x="2066336" y="56530"/>
                  <a:pt x="2079628" y="50841"/>
                  <a:pt x="2094231" y="50841"/>
                </a:cubicBezTo>
                <a:cubicBezTo>
                  <a:pt x="2099285" y="50841"/>
                  <a:pt x="2103061" y="52707"/>
                  <a:pt x="2105557" y="56439"/>
                </a:cubicBezTo>
                <a:cubicBezTo>
                  <a:pt x="2108053" y="60171"/>
                  <a:pt x="2109301" y="65799"/>
                  <a:pt x="2109301" y="73324"/>
                </a:cubicBezTo>
                <a:cubicBezTo>
                  <a:pt x="2109301" y="76506"/>
                  <a:pt x="2109270" y="78647"/>
                  <a:pt x="2109207" y="79748"/>
                </a:cubicBezTo>
                <a:close/>
                <a:moveTo>
                  <a:pt x="2175852" y="151971"/>
                </a:moveTo>
                <a:cubicBezTo>
                  <a:pt x="2161749" y="151971"/>
                  <a:pt x="2150329" y="148512"/>
                  <a:pt x="2141593" y="141592"/>
                </a:cubicBezTo>
                <a:cubicBezTo>
                  <a:pt x="2132045" y="133937"/>
                  <a:pt x="2127271" y="123220"/>
                  <a:pt x="2127271" y="109441"/>
                </a:cubicBezTo>
                <a:cubicBezTo>
                  <a:pt x="2127271" y="93521"/>
                  <a:pt x="2131202" y="80173"/>
                  <a:pt x="2139065" y="69395"/>
                </a:cubicBezTo>
                <a:cubicBezTo>
                  <a:pt x="2147614" y="57637"/>
                  <a:pt x="2159034" y="51758"/>
                  <a:pt x="2173325" y="51758"/>
                </a:cubicBezTo>
                <a:cubicBezTo>
                  <a:pt x="2183684" y="51758"/>
                  <a:pt x="2192139" y="53471"/>
                  <a:pt x="2198692" y="56897"/>
                </a:cubicBezTo>
                <a:cubicBezTo>
                  <a:pt x="2206742" y="61119"/>
                  <a:pt x="2210767" y="67604"/>
                  <a:pt x="2210767" y="76353"/>
                </a:cubicBezTo>
                <a:cubicBezTo>
                  <a:pt x="2210767" y="82471"/>
                  <a:pt x="2207241" y="88038"/>
                  <a:pt x="2200190" y="93055"/>
                </a:cubicBezTo>
                <a:cubicBezTo>
                  <a:pt x="2197069" y="95257"/>
                  <a:pt x="2190455" y="98683"/>
                  <a:pt x="2180345" y="103333"/>
                </a:cubicBezTo>
                <a:lnTo>
                  <a:pt x="2144588" y="119943"/>
                </a:lnTo>
                <a:cubicBezTo>
                  <a:pt x="2148083" y="125021"/>
                  <a:pt x="2152435" y="128845"/>
                  <a:pt x="2157646" y="131415"/>
                </a:cubicBezTo>
                <a:cubicBezTo>
                  <a:pt x="2162857" y="133984"/>
                  <a:pt x="2168925" y="135269"/>
                  <a:pt x="2175852" y="135269"/>
                </a:cubicBezTo>
                <a:cubicBezTo>
                  <a:pt x="2180158" y="135269"/>
                  <a:pt x="2185213" y="134474"/>
                  <a:pt x="2191016" y="132883"/>
                </a:cubicBezTo>
                <a:cubicBezTo>
                  <a:pt x="2198380" y="130864"/>
                  <a:pt x="2203122" y="128218"/>
                  <a:pt x="2205244" y="124945"/>
                </a:cubicBezTo>
                <a:cubicBezTo>
                  <a:pt x="2207366" y="121672"/>
                  <a:pt x="2209644" y="120035"/>
                  <a:pt x="2212077" y="120035"/>
                </a:cubicBezTo>
                <a:cubicBezTo>
                  <a:pt x="2214262" y="120035"/>
                  <a:pt x="2216212" y="120849"/>
                  <a:pt x="2217928" y="122476"/>
                </a:cubicBezTo>
                <a:cubicBezTo>
                  <a:pt x="2219644" y="124101"/>
                  <a:pt x="2220502" y="125987"/>
                  <a:pt x="2220502" y="128134"/>
                </a:cubicBezTo>
                <a:cubicBezTo>
                  <a:pt x="2220502" y="134944"/>
                  <a:pt x="2214917" y="140804"/>
                  <a:pt x="2203747" y="145714"/>
                </a:cubicBezTo>
                <a:cubicBezTo>
                  <a:pt x="2194199" y="149885"/>
                  <a:pt x="2184901" y="151971"/>
                  <a:pt x="2175852" y="151971"/>
                </a:cubicBezTo>
                <a:moveTo>
                  <a:pt x="2173325" y="68277"/>
                </a:moveTo>
                <a:cubicBezTo>
                  <a:pt x="2165712" y="68277"/>
                  <a:pt x="2159378" y="71168"/>
                  <a:pt x="2154323" y="76949"/>
                </a:cubicBezTo>
                <a:cubicBezTo>
                  <a:pt x="2149268" y="82731"/>
                  <a:pt x="2145493" y="91433"/>
                  <a:pt x="2142997" y="103058"/>
                </a:cubicBezTo>
                <a:lnTo>
                  <a:pt x="2171733" y="89659"/>
                </a:lnTo>
                <a:cubicBezTo>
                  <a:pt x="2183029" y="84275"/>
                  <a:pt x="2191079" y="79595"/>
                  <a:pt x="2195884" y="75618"/>
                </a:cubicBezTo>
                <a:cubicBezTo>
                  <a:pt x="2190517" y="70724"/>
                  <a:pt x="2182997" y="68277"/>
                  <a:pt x="2173325" y="68277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PrimingInfluenceScore">
            <a:extLst xmlns:a="http://schemas.openxmlformats.org/drawingml/2006/main">
              <a:ext uri="{FF2B5EF4-FFF2-40B4-BE49-F238E27FC236}">
                <a16:creationId xmlns:a16="http://schemas.microsoft.com/office/drawing/2014/main" id="{89583DE7-039D-498B-926A-30EA7D7E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73" y="4645618"/>
            <a:ext cx="2220502" cy="199508"/>
          </a:xfrm>
          <a:custGeom xmlns:a="http://schemas.openxmlformats.org/drawingml/2006/main">
            <a:pathLst>
              <a:path w="2220502" h="199508" fill="none">
                <a:moveTo>
                  <a:pt x="29298" y="93789"/>
                </a:moveTo>
                <a:cubicBezTo>
                  <a:pt x="27551" y="93789"/>
                  <a:pt x="23745" y="93391"/>
                  <a:pt x="17879" y="92596"/>
                </a:cubicBezTo>
                <a:cubicBezTo>
                  <a:pt x="17379" y="101847"/>
                  <a:pt x="17130" y="118055"/>
                  <a:pt x="17130" y="141220"/>
                </a:cubicBezTo>
                <a:cubicBezTo>
                  <a:pt x="17130" y="143671"/>
                  <a:pt x="16319" y="145739"/>
                  <a:pt x="14696" y="147426"/>
                </a:cubicBezTo>
                <a:cubicBezTo>
                  <a:pt x="13074" y="149110"/>
                  <a:pt x="11045" y="149952"/>
                  <a:pt x="8612" y="149952"/>
                </a:cubicBezTo>
                <a:cubicBezTo>
                  <a:pt x="6116" y="149952"/>
                  <a:pt x="4056" y="149111"/>
                  <a:pt x="2434" y="147428"/>
                </a:cubicBezTo>
                <a:cubicBezTo>
                  <a:pt x="811" y="145744"/>
                  <a:pt x="0" y="143677"/>
                  <a:pt x="0" y="141228"/>
                </a:cubicBezTo>
                <a:lnTo>
                  <a:pt x="0" y="114231"/>
                </a:lnTo>
                <a:cubicBezTo>
                  <a:pt x="0" y="105231"/>
                  <a:pt x="562" y="92560"/>
                  <a:pt x="1685" y="76215"/>
                </a:cubicBezTo>
                <a:cubicBezTo>
                  <a:pt x="2933" y="58522"/>
                  <a:pt x="3619" y="45851"/>
                  <a:pt x="3744" y="38199"/>
                </a:cubicBezTo>
                <a:lnTo>
                  <a:pt x="3744" y="25526"/>
                </a:lnTo>
                <a:cubicBezTo>
                  <a:pt x="3744" y="19466"/>
                  <a:pt x="4119" y="15058"/>
                  <a:pt x="4867" y="12303"/>
                </a:cubicBezTo>
                <a:cubicBezTo>
                  <a:pt x="6303" y="6915"/>
                  <a:pt x="9361" y="4588"/>
                  <a:pt x="14041" y="5323"/>
                </a:cubicBezTo>
                <a:cubicBezTo>
                  <a:pt x="16038" y="4711"/>
                  <a:pt x="18877" y="4252"/>
                  <a:pt x="22559" y="3946"/>
                </a:cubicBezTo>
                <a:cubicBezTo>
                  <a:pt x="26241" y="3640"/>
                  <a:pt x="30765" y="3487"/>
                  <a:pt x="36132" y="3487"/>
                </a:cubicBezTo>
                <a:cubicBezTo>
                  <a:pt x="47552" y="3487"/>
                  <a:pt x="58254" y="7311"/>
                  <a:pt x="68238" y="14958"/>
                </a:cubicBezTo>
                <a:cubicBezTo>
                  <a:pt x="79221" y="23401"/>
                  <a:pt x="84713" y="33557"/>
                  <a:pt x="84713" y="45426"/>
                </a:cubicBezTo>
                <a:cubicBezTo>
                  <a:pt x="84713" y="60599"/>
                  <a:pt x="78847" y="72682"/>
                  <a:pt x="67115" y="81675"/>
                </a:cubicBezTo>
                <a:cubicBezTo>
                  <a:pt x="56631" y="89751"/>
                  <a:pt x="44026" y="93789"/>
                  <a:pt x="29298" y="93789"/>
                </a:cubicBezTo>
                <a:moveTo>
                  <a:pt x="33979" y="20924"/>
                </a:moveTo>
                <a:cubicBezTo>
                  <a:pt x="31233" y="20924"/>
                  <a:pt x="28784" y="20985"/>
                  <a:pt x="26631" y="21107"/>
                </a:cubicBezTo>
                <a:cubicBezTo>
                  <a:pt x="24478" y="21229"/>
                  <a:pt x="22652" y="21413"/>
                  <a:pt x="21155" y="21658"/>
                </a:cubicBezTo>
                <a:lnTo>
                  <a:pt x="20968" y="38515"/>
                </a:lnTo>
                <a:lnTo>
                  <a:pt x="19002" y="74979"/>
                </a:lnTo>
                <a:lnTo>
                  <a:pt x="29298" y="76169"/>
                </a:lnTo>
                <a:cubicBezTo>
                  <a:pt x="39782" y="76169"/>
                  <a:pt x="48612" y="73574"/>
                  <a:pt x="55789" y="68383"/>
                </a:cubicBezTo>
                <a:cubicBezTo>
                  <a:pt x="63652" y="62701"/>
                  <a:pt x="67583" y="55035"/>
                  <a:pt x="67583" y="45386"/>
                </a:cubicBezTo>
                <a:cubicBezTo>
                  <a:pt x="67583" y="38545"/>
                  <a:pt x="63839" y="32651"/>
                  <a:pt x="56350" y="27703"/>
                </a:cubicBezTo>
                <a:cubicBezTo>
                  <a:pt x="49424" y="23183"/>
                  <a:pt x="41966" y="20924"/>
                  <a:pt x="33979" y="20924"/>
                </a:cubicBezTo>
                <a:close/>
                <a:moveTo>
                  <a:pt x="181050" y="79748"/>
                </a:moveTo>
                <a:cubicBezTo>
                  <a:pt x="180613" y="87396"/>
                  <a:pt x="177493" y="91219"/>
                  <a:pt x="171689" y="91219"/>
                </a:cubicBezTo>
                <a:cubicBezTo>
                  <a:pt x="166323" y="91219"/>
                  <a:pt x="163639" y="88203"/>
                  <a:pt x="163639" y="82171"/>
                </a:cubicBezTo>
                <a:cubicBezTo>
                  <a:pt x="163639" y="81013"/>
                  <a:pt x="163546" y="78879"/>
                  <a:pt x="163359" y="75770"/>
                </a:cubicBezTo>
                <a:lnTo>
                  <a:pt x="163078" y="68093"/>
                </a:lnTo>
                <a:cubicBezTo>
                  <a:pt x="153218" y="69258"/>
                  <a:pt x="145324" y="71986"/>
                  <a:pt x="139396" y="76278"/>
                </a:cubicBezTo>
                <a:cubicBezTo>
                  <a:pt x="133842" y="80264"/>
                  <a:pt x="129224" y="86273"/>
                  <a:pt x="125542" y="94305"/>
                </a:cubicBezTo>
                <a:lnTo>
                  <a:pt x="125729" y="144701"/>
                </a:lnTo>
                <a:cubicBezTo>
                  <a:pt x="125729" y="150894"/>
                  <a:pt x="122640" y="153990"/>
                  <a:pt x="116462" y="153990"/>
                </a:cubicBezTo>
                <a:cubicBezTo>
                  <a:pt x="110971" y="153990"/>
                  <a:pt x="108225" y="150895"/>
                  <a:pt x="108225" y="144704"/>
                </a:cubicBezTo>
                <a:lnTo>
                  <a:pt x="108225" y="80164"/>
                </a:lnTo>
                <a:cubicBezTo>
                  <a:pt x="108225" y="78141"/>
                  <a:pt x="108303" y="75108"/>
                  <a:pt x="108459" y="71064"/>
                </a:cubicBezTo>
                <a:cubicBezTo>
                  <a:pt x="108615" y="67019"/>
                  <a:pt x="108693" y="63985"/>
                  <a:pt x="108693" y="61962"/>
                </a:cubicBezTo>
                <a:cubicBezTo>
                  <a:pt x="108693" y="55771"/>
                  <a:pt x="111439" y="52676"/>
                  <a:pt x="116930" y="52676"/>
                </a:cubicBezTo>
                <a:cubicBezTo>
                  <a:pt x="123046" y="52676"/>
                  <a:pt x="126135" y="57754"/>
                  <a:pt x="126197" y="67910"/>
                </a:cubicBezTo>
                <a:cubicBezTo>
                  <a:pt x="138179" y="56530"/>
                  <a:pt x="151471" y="50841"/>
                  <a:pt x="166073" y="50841"/>
                </a:cubicBezTo>
                <a:cubicBezTo>
                  <a:pt x="171128" y="50841"/>
                  <a:pt x="174903" y="52707"/>
                  <a:pt x="177399" y="56439"/>
                </a:cubicBezTo>
                <a:cubicBezTo>
                  <a:pt x="179896" y="60171"/>
                  <a:pt x="181144" y="65799"/>
                  <a:pt x="181144" y="73324"/>
                </a:cubicBezTo>
                <a:cubicBezTo>
                  <a:pt x="181144" y="76506"/>
                  <a:pt x="181112" y="78647"/>
                  <a:pt x="181050" y="79748"/>
                </a:cubicBezTo>
                <a:close/>
                <a:moveTo>
                  <a:pt x="221860" y="31569"/>
                </a:moveTo>
                <a:cubicBezTo>
                  <a:pt x="218864" y="31569"/>
                  <a:pt x="216275" y="30529"/>
                  <a:pt x="214090" y="28449"/>
                </a:cubicBezTo>
                <a:cubicBezTo>
                  <a:pt x="211906" y="26369"/>
                  <a:pt x="210814" y="23860"/>
                  <a:pt x="210814" y="20924"/>
                </a:cubicBezTo>
                <a:cubicBezTo>
                  <a:pt x="210814" y="17987"/>
                  <a:pt x="211906" y="15479"/>
                  <a:pt x="214090" y="13398"/>
                </a:cubicBezTo>
                <a:cubicBezTo>
                  <a:pt x="216275" y="11318"/>
                  <a:pt x="218864" y="10278"/>
                  <a:pt x="221860" y="10278"/>
                </a:cubicBezTo>
                <a:cubicBezTo>
                  <a:pt x="224855" y="10278"/>
                  <a:pt x="227429" y="11318"/>
                  <a:pt x="229582" y="13398"/>
                </a:cubicBezTo>
                <a:cubicBezTo>
                  <a:pt x="231735" y="15479"/>
                  <a:pt x="232812" y="17987"/>
                  <a:pt x="232812" y="20924"/>
                </a:cubicBezTo>
                <a:cubicBezTo>
                  <a:pt x="232812" y="23860"/>
                  <a:pt x="231735" y="26369"/>
                  <a:pt x="229582" y="28449"/>
                </a:cubicBezTo>
                <a:cubicBezTo>
                  <a:pt x="227429" y="30529"/>
                  <a:pt x="224855" y="31569"/>
                  <a:pt x="221860" y="31569"/>
                </a:cubicBezTo>
                <a:moveTo>
                  <a:pt x="226072" y="106138"/>
                </a:moveTo>
                <a:cubicBezTo>
                  <a:pt x="226072" y="109812"/>
                  <a:pt x="226181" y="115309"/>
                  <a:pt x="226400" y="122628"/>
                </a:cubicBezTo>
                <a:cubicBezTo>
                  <a:pt x="226618" y="129944"/>
                  <a:pt x="226727" y="135440"/>
                  <a:pt x="226727" y="139115"/>
                </a:cubicBezTo>
                <a:cubicBezTo>
                  <a:pt x="226727" y="141809"/>
                  <a:pt x="225885" y="144013"/>
                  <a:pt x="224200" y="145728"/>
                </a:cubicBezTo>
                <a:cubicBezTo>
                  <a:pt x="222515" y="147443"/>
                  <a:pt x="220300" y="148300"/>
                  <a:pt x="217554" y="148300"/>
                </a:cubicBezTo>
                <a:cubicBezTo>
                  <a:pt x="214871" y="148300"/>
                  <a:pt x="212671" y="147443"/>
                  <a:pt x="210955" y="145728"/>
                </a:cubicBezTo>
                <a:cubicBezTo>
                  <a:pt x="209239" y="144013"/>
                  <a:pt x="208381" y="141809"/>
                  <a:pt x="208381" y="139115"/>
                </a:cubicBezTo>
                <a:cubicBezTo>
                  <a:pt x="208381" y="135440"/>
                  <a:pt x="208271" y="129944"/>
                  <a:pt x="208053" y="122628"/>
                </a:cubicBezTo>
                <a:cubicBezTo>
                  <a:pt x="207834" y="115309"/>
                  <a:pt x="207725" y="109812"/>
                  <a:pt x="207725" y="106138"/>
                </a:cubicBezTo>
                <a:cubicBezTo>
                  <a:pt x="207725" y="100381"/>
                  <a:pt x="208037" y="93201"/>
                  <a:pt x="208661" y="84598"/>
                </a:cubicBezTo>
                <a:cubicBezTo>
                  <a:pt x="209285" y="75992"/>
                  <a:pt x="209597" y="68811"/>
                  <a:pt x="209597" y="63055"/>
                </a:cubicBezTo>
                <a:cubicBezTo>
                  <a:pt x="209597" y="60300"/>
                  <a:pt x="210455" y="58065"/>
                  <a:pt x="212172" y="56350"/>
                </a:cubicBezTo>
                <a:cubicBezTo>
                  <a:pt x="213888" y="54635"/>
                  <a:pt x="216087" y="53777"/>
                  <a:pt x="218771" y="53777"/>
                </a:cubicBezTo>
                <a:cubicBezTo>
                  <a:pt x="221454" y="53777"/>
                  <a:pt x="223654" y="54635"/>
                  <a:pt x="225370" y="56350"/>
                </a:cubicBezTo>
                <a:cubicBezTo>
                  <a:pt x="227086" y="58065"/>
                  <a:pt x="227944" y="60300"/>
                  <a:pt x="227944" y="63055"/>
                </a:cubicBezTo>
                <a:cubicBezTo>
                  <a:pt x="227944" y="68811"/>
                  <a:pt x="227632" y="75992"/>
                  <a:pt x="227008" y="84598"/>
                </a:cubicBezTo>
                <a:cubicBezTo>
                  <a:pt x="226384" y="93201"/>
                  <a:pt x="226072" y="100381"/>
                  <a:pt x="226072" y="106138"/>
                </a:cubicBezTo>
                <a:close/>
                <a:moveTo>
                  <a:pt x="379508" y="155458"/>
                </a:moveTo>
                <a:cubicBezTo>
                  <a:pt x="374391" y="155458"/>
                  <a:pt x="371396" y="152791"/>
                  <a:pt x="370522" y="147457"/>
                </a:cubicBezTo>
                <a:cubicBezTo>
                  <a:pt x="369399" y="140712"/>
                  <a:pt x="368276" y="131209"/>
                  <a:pt x="367152" y="118948"/>
                </a:cubicBezTo>
                <a:lnTo>
                  <a:pt x="363970" y="90436"/>
                </a:lnTo>
                <a:cubicBezTo>
                  <a:pt x="363346" y="86207"/>
                  <a:pt x="362285" y="82069"/>
                  <a:pt x="360787" y="78022"/>
                </a:cubicBezTo>
                <a:cubicBezTo>
                  <a:pt x="358666" y="72504"/>
                  <a:pt x="356357" y="69745"/>
                  <a:pt x="353860" y="69745"/>
                </a:cubicBezTo>
                <a:cubicBezTo>
                  <a:pt x="351552" y="69745"/>
                  <a:pt x="347246" y="71674"/>
                  <a:pt x="340943" y="75532"/>
                </a:cubicBezTo>
                <a:cubicBezTo>
                  <a:pt x="334952" y="79085"/>
                  <a:pt x="331021" y="81932"/>
                  <a:pt x="329149" y="84076"/>
                </a:cubicBezTo>
                <a:cubicBezTo>
                  <a:pt x="329086" y="89832"/>
                  <a:pt x="329242" y="95589"/>
                  <a:pt x="329617" y="101346"/>
                </a:cubicBezTo>
                <a:lnTo>
                  <a:pt x="332425" y="125874"/>
                </a:lnTo>
                <a:cubicBezTo>
                  <a:pt x="333611" y="135550"/>
                  <a:pt x="334203" y="143543"/>
                  <a:pt x="334203" y="149852"/>
                </a:cubicBezTo>
                <a:cubicBezTo>
                  <a:pt x="334203" y="152546"/>
                  <a:pt x="333345" y="154765"/>
                  <a:pt x="331629" y="156511"/>
                </a:cubicBezTo>
                <a:cubicBezTo>
                  <a:pt x="329913" y="158256"/>
                  <a:pt x="327713" y="159129"/>
                  <a:pt x="325030" y="159129"/>
                </a:cubicBezTo>
                <a:cubicBezTo>
                  <a:pt x="322347" y="159129"/>
                  <a:pt x="320147" y="158256"/>
                  <a:pt x="318431" y="156511"/>
                </a:cubicBezTo>
                <a:cubicBezTo>
                  <a:pt x="316715" y="154765"/>
                  <a:pt x="315857" y="152546"/>
                  <a:pt x="315857" y="149852"/>
                </a:cubicBezTo>
                <a:cubicBezTo>
                  <a:pt x="315857" y="142441"/>
                  <a:pt x="315092" y="131494"/>
                  <a:pt x="313563" y="117010"/>
                </a:cubicBezTo>
                <a:cubicBezTo>
                  <a:pt x="312035" y="102525"/>
                  <a:pt x="311270" y="91578"/>
                  <a:pt x="311270" y="84167"/>
                </a:cubicBezTo>
                <a:cubicBezTo>
                  <a:pt x="311270" y="77677"/>
                  <a:pt x="310334" y="72624"/>
                  <a:pt x="308462" y="69011"/>
                </a:cubicBezTo>
                <a:cubicBezTo>
                  <a:pt x="304094" y="70973"/>
                  <a:pt x="299663" y="74161"/>
                  <a:pt x="295170" y="78575"/>
                </a:cubicBezTo>
                <a:lnTo>
                  <a:pt x="284125" y="90717"/>
                </a:lnTo>
                <a:cubicBezTo>
                  <a:pt x="283126" y="92188"/>
                  <a:pt x="281535" y="94119"/>
                  <a:pt x="279351" y="96510"/>
                </a:cubicBezTo>
                <a:cubicBezTo>
                  <a:pt x="279351" y="100189"/>
                  <a:pt x="279007" y="105616"/>
                  <a:pt x="278321" y="112791"/>
                </a:cubicBezTo>
                <a:cubicBezTo>
                  <a:pt x="277635" y="119964"/>
                  <a:pt x="277291" y="125268"/>
                  <a:pt x="277291" y="128702"/>
                </a:cubicBezTo>
                <a:cubicBezTo>
                  <a:pt x="277291" y="130541"/>
                  <a:pt x="277588" y="133116"/>
                  <a:pt x="278181" y="136428"/>
                </a:cubicBezTo>
                <a:cubicBezTo>
                  <a:pt x="278773" y="139737"/>
                  <a:pt x="279070" y="142128"/>
                  <a:pt x="279070" y="143600"/>
                </a:cubicBezTo>
                <a:cubicBezTo>
                  <a:pt x="279070" y="146114"/>
                  <a:pt x="278118" y="148230"/>
                  <a:pt x="276215" y="149946"/>
                </a:cubicBezTo>
                <a:cubicBezTo>
                  <a:pt x="274312" y="151663"/>
                  <a:pt x="272081" y="152522"/>
                  <a:pt x="269522" y="152522"/>
                </a:cubicBezTo>
                <a:cubicBezTo>
                  <a:pt x="262470" y="152522"/>
                  <a:pt x="258945" y="144653"/>
                  <a:pt x="258945" y="128917"/>
                </a:cubicBezTo>
                <a:cubicBezTo>
                  <a:pt x="258945" y="125242"/>
                  <a:pt x="259288" y="119762"/>
                  <a:pt x="259974" y="112476"/>
                </a:cubicBezTo>
                <a:cubicBezTo>
                  <a:pt x="260661" y="105189"/>
                  <a:pt x="261004" y="99709"/>
                  <a:pt x="261004" y="96034"/>
                </a:cubicBezTo>
                <a:cubicBezTo>
                  <a:pt x="261004" y="92790"/>
                  <a:pt x="260708" y="87922"/>
                  <a:pt x="260115" y="81432"/>
                </a:cubicBezTo>
                <a:cubicBezTo>
                  <a:pt x="259522" y="74941"/>
                  <a:pt x="259225" y="70042"/>
                  <a:pt x="259225" y="66734"/>
                </a:cubicBezTo>
                <a:cubicBezTo>
                  <a:pt x="259225" y="52835"/>
                  <a:pt x="262408" y="45885"/>
                  <a:pt x="268773" y="45885"/>
                </a:cubicBezTo>
                <a:cubicBezTo>
                  <a:pt x="271207" y="45885"/>
                  <a:pt x="273438" y="46910"/>
                  <a:pt x="275466" y="48959"/>
                </a:cubicBezTo>
                <a:cubicBezTo>
                  <a:pt x="277494" y="51009"/>
                  <a:pt x="278508" y="53257"/>
                  <a:pt x="278508" y="55704"/>
                </a:cubicBezTo>
                <a:cubicBezTo>
                  <a:pt x="278508" y="56867"/>
                  <a:pt x="278352" y="58672"/>
                  <a:pt x="278040" y="61119"/>
                </a:cubicBezTo>
                <a:cubicBezTo>
                  <a:pt x="277728" y="63566"/>
                  <a:pt x="277572" y="65432"/>
                  <a:pt x="277572" y="66717"/>
                </a:cubicBezTo>
                <a:lnTo>
                  <a:pt x="277759" y="76353"/>
                </a:lnTo>
                <a:cubicBezTo>
                  <a:pt x="281004" y="69806"/>
                  <a:pt x="285778" y="63887"/>
                  <a:pt x="292081" y="58595"/>
                </a:cubicBezTo>
                <a:cubicBezTo>
                  <a:pt x="298384" y="53303"/>
                  <a:pt x="303750" y="50657"/>
                  <a:pt x="308181" y="50657"/>
                </a:cubicBezTo>
                <a:cubicBezTo>
                  <a:pt x="317978" y="50657"/>
                  <a:pt x="324718" y="55429"/>
                  <a:pt x="328400" y="64973"/>
                </a:cubicBezTo>
                <a:cubicBezTo>
                  <a:pt x="331832" y="60507"/>
                  <a:pt x="335919" y="57157"/>
                  <a:pt x="340662" y="54924"/>
                </a:cubicBezTo>
                <a:cubicBezTo>
                  <a:pt x="345405" y="52691"/>
                  <a:pt x="350834" y="51575"/>
                  <a:pt x="356949" y="51575"/>
                </a:cubicBezTo>
                <a:cubicBezTo>
                  <a:pt x="367371" y="51575"/>
                  <a:pt x="374485" y="57090"/>
                  <a:pt x="378291" y="68122"/>
                </a:cubicBezTo>
                <a:cubicBezTo>
                  <a:pt x="379040" y="70328"/>
                  <a:pt x="380320" y="78939"/>
                  <a:pt x="382129" y="93955"/>
                </a:cubicBezTo>
                <a:cubicBezTo>
                  <a:pt x="383877" y="104497"/>
                  <a:pt x="386123" y="122057"/>
                  <a:pt x="388869" y="146634"/>
                </a:cubicBezTo>
                <a:cubicBezTo>
                  <a:pt x="389056" y="149085"/>
                  <a:pt x="388214" y="151168"/>
                  <a:pt x="386342" y="152883"/>
                </a:cubicBezTo>
                <a:cubicBezTo>
                  <a:pt x="384469" y="154600"/>
                  <a:pt x="382192" y="155458"/>
                  <a:pt x="379508" y="155458"/>
                </a:cubicBezTo>
                <a:close/>
                <a:moveTo>
                  <a:pt x="431009" y="31569"/>
                </a:moveTo>
                <a:cubicBezTo>
                  <a:pt x="428013" y="31569"/>
                  <a:pt x="425423" y="30529"/>
                  <a:pt x="423239" y="28449"/>
                </a:cubicBezTo>
                <a:cubicBezTo>
                  <a:pt x="421055" y="26369"/>
                  <a:pt x="419963" y="23860"/>
                  <a:pt x="419963" y="20924"/>
                </a:cubicBezTo>
                <a:cubicBezTo>
                  <a:pt x="419963" y="17987"/>
                  <a:pt x="421055" y="15479"/>
                  <a:pt x="423239" y="13398"/>
                </a:cubicBezTo>
                <a:cubicBezTo>
                  <a:pt x="425423" y="11318"/>
                  <a:pt x="428013" y="10278"/>
                  <a:pt x="431009" y="10278"/>
                </a:cubicBezTo>
                <a:cubicBezTo>
                  <a:pt x="434004" y="10278"/>
                  <a:pt x="436578" y="11318"/>
                  <a:pt x="438731" y="13398"/>
                </a:cubicBezTo>
                <a:cubicBezTo>
                  <a:pt x="440884" y="15479"/>
                  <a:pt x="441960" y="17987"/>
                  <a:pt x="441960" y="20924"/>
                </a:cubicBezTo>
                <a:cubicBezTo>
                  <a:pt x="441960" y="23860"/>
                  <a:pt x="440884" y="26369"/>
                  <a:pt x="438731" y="28449"/>
                </a:cubicBezTo>
                <a:cubicBezTo>
                  <a:pt x="436578" y="30529"/>
                  <a:pt x="434004" y="31569"/>
                  <a:pt x="431009" y="31569"/>
                </a:cubicBezTo>
                <a:moveTo>
                  <a:pt x="435221" y="106138"/>
                </a:moveTo>
                <a:cubicBezTo>
                  <a:pt x="435221" y="109812"/>
                  <a:pt x="435330" y="115309"/>
                  <a:pt x="435548" y="122628"/>
                </a:cubicBezTo>
                <a:cubicBezTo>
                  <a:pt x="435767" y="129944"/>
                  <a:pt x="435876" y="135440"/>
                  <a:pt x="435876" y="139115"/>
                </a:cubicBezTo>
                <a:cubicBezTo>
                  <a:pt x="435876" y="141809"/>
                  <a:pt x="435034" y="144013"/>
                  <a:pt x="433349" y="145728"/>
                </a:cubicBezTo>
                <a:cubicBezTo>
                  <a:pt x="431664" y="147443"/>
                  <a:pt x="429449" y="148300"/>
                  <a:pt x="426703" y="148300"/>
                </a:cubicBezTo>
                <a:cubicBezTo>
                  <a:pt x="424019" y="148300"/>
                  <a:pt x="421820" y="147443"/>
                  <a:pt x="420104" y="145728"/>
                </a:cubicBezTo>
                <a:cubicBezTo>
                  <a:pt x="418387" y="144013"/>
                  <a:pt x="417529" y="141809"/>
                  <a:pt x="417529" y="139115"/>
                </a:cubicBezTo>
                <a:cubicBezTo>
                  <a:pt x="417529" y="135440"/>
                  <a:pt x="417420" y="129944"/>
                  <a:pt x="417202" y="122628"/>
                </a:cubicBezTo>
                <a:cubicBezTo>
                  <a:pt x="416983" y="115309"/>
                  <a:pt x="416874" y="109812"/>
                  <a:pt x="416874" y="106138"/>
                </a:cubicBezTo>
                <a:cubicBezTo>
                  <a:pt x="416874" y="100381"/>
                  <a:pt x="417186" y="93201"/>
                  <a:pt x="417810" y="84598"/>
                </a:cubicBezTo>
                <a:cubicBezTo>
                  <a:pt x="418434" y="75992"/>
                  <a:pt x="418746" y="68811"/>
                  <a:pt x="418746" y="63055"/>
                </a:cubicBezTo>
                <a:cubicBezTo>
                  <a:pt x="418746" y="60300"/>
                  <a:pt x="419604" y="58065"/>
                  <a:pt x="421320" y="56350"/>
                </a:cubicBezTo>
                <a:cubicBezTo>
                  <a:pt x="423037" y="54635"/>
                  <a:pt x="425236" y="53777"/>
                  <a:pt x="427920" y="53777"/>
                </a:cubicBezTo>
                <a:cubicBezTo>
                  <a:pt x="430603" y="53777"/>
                  <a:pt x="432803" y="54635"/>
                  <a:pt x="434519" y="56350"/>
                </a:cubicBezTo>
                <a:cubicBezTo>
                  <a:pt x="436235" y="58065"/>
                  <a:pt x="437093" y="60300"/>
                  <a:pt x="437093" y="63055"/>
                </a:cubicBezTo>
                <a:cubicBezTo>
                  <a:pt x="437093" y="68811"/>
                  <a:pt x="436781" y="75992"/>
                  <a:pt x="436157" y="84598"/>
                </a:cubicBezTo>
                <a:cubicBezTo>
                  <a:pt x="435533" y="93201"/>
                  <a:pt x="435221" y="100381"/>
                  <a:pt x="435221" y="106138"/>
                </a:cubicBezTo>
                <a:close/>
                <a:moveTo>
                  <a:pt x="541574" y="154357"/>
                </a:moveTo>
                <a:cubicBezTo>
                  <a:pt x="536207" y="154357"/>
                  <a:pt x="533181" y="151476"/>
                  <a:pt x="532494" y="145714"/>
                </a:cubicBezTo>
                <a:lnTo>
                  <a:pt x="529873" y="125573"/>
                </a:lnTo>
                <a:cubicBezTo>
                  <a:pt x="528999" y="118400"/>
                  <a:pt x="528563" y="111686"/>
                  <a:pt x="528563" y="105432"/>
                </a:cubicBezTo>
                <a:cubicBezTo>
                  <a:pt x="528563" y="103715"/>
                  <a:pt x="528672" y="100804"/>
                  <a:pt x="528890" y="96697"/>
                </a:cubicBezTo>
                <a:cubicBezTo>
                  <a:pt x="529109" y="92588"/>
                  <a:pt x="529218" y="89676"/>
                  <a:pt x="529218" y="87959"/>
                </a:cubicBezTo>
                <a:cubicBezTo>
                  <a:pt x="529218" y="74715"/>
                  <a:pt x="526722" y="68093"/>
                  <a:pt x="521729" y="68093"/>
                </a:cubicBezTo>
                <a:cubicBezTo>
                  <a:pt x="514740" y="68093"/>
                  <a:pt x="508063" y="72167"/>
                  <a:pt x="501698" y="80313"/>
                </a:cubicBezTo>
                <a:cubicBezTo>
                  <a:pt x="495957" y="87723"/>
                  <a:pt x="491464" y="97094"/>
                  <a:pt x="488219" y="108423"/>
                </a:cubicBezTo>
                <a:cubicBezTo>
                  <a:pt x="488094" y="110813"/>
                  <a:pt x="487813" y="113815"/>
                  <a:pt x="487376" y="117428"/>
                </a:cubicBezTo>
                <a:cubicBezTo>
                  <a:pt x="487002" y="120491"/>
                  <a:pt x="486815" y="123461"/>
                  <a:pt x="486815" y="126339"/>
                </a:cubicBezTo>
                <a:cubicBezTo>
                  <a:pt x="486815" y="128176"/>
                  <a:pt x="487002" y="130932"/>
                  <a:pt x="487376" y="134606"/>
                </a:cubicBezTo>
                <a:cubicBezTo>
                  <a:pt x="487751" y="138281"/>
                  <a:pt x="487938" y="141037"/>
                  <a:pt x="487938" y="142874"/>
                </a:cubicBezTo>
                <a:cubicBezTo>
                  <a:pt x="487938" y="145631"/>
                  <a:pt x="487080" y="147867"/>
                  <a:pt x="485364" y="149582"/>
                </a:cubicBezTo>
                <a:cubicBezTo>
                  <a:pt x="483648" y="151297"/>
                  <a:pt x="481448" y="152155"/>
                  <a:pt x="478765" y="152155"/>
                </a:cubicBezTo>
                <a:cubicBezTo>
                  <a:pt x="476019" y="152155"/>
                  <a:pt x="473803" y="151296"/>
                  <a:pt x="472119" y="149579"/>
                </a:cubicBezTo>
                <a:cubicBezTo>
                  <a:pt x="470434" y="147864"/>
                  <a:pt x="469591" y="145627"/>
                  <a:pt x="469591" y="142869"/>
                </a:cubicBezTo>
                <a:cubicBezTo>
                  <a:pt x="469591" y="141031"/>
                  <a:pt x="469388" y="138274"/>
                  <a:pt x="468983" y="134598"/>
                </a:cubicBezTo>
                <a:cubicBezTo>
                  <a:pt x="468577" y="130919"/>
                  <a:pt x="468374" y="128161"/>
                  <a:pt x="468374" y="126321"/>
                </a:cubicBezTo>
                <a:cubicBezTo>
                  <a:pt x="468374" y="120008"/>
                  <a:pt x="468827" y="111260"/>
                  <a:pt x="469732" y="100075"/>
                </a:cubicBezTo>
                <a:cubicBezTo>
                  <a:pt x="470637" y="88891"/>
                  <a:pt x="471089" y="80142"/>
                  <a:pt x="471089" y="73829"/>
                </a:cubicBezTo>
                <a:cubicBezTo>
                  <a:pt x="471089" y="71867"/>
                  <a:pt x="470980" y="68957"/>
                  <a:pt x="470761" y="65096"/>
                </a:cubicBezTo>
                <a:cubicBezTo>
                  <a:pt x="470543" y="61234"/>
                  <a:pt x="470434" y="58324"/>
                  <a:pt x="470434" y="56364"/>
                </a:cubicBezTo>
                <a:cubicBezTo>
                  <a:pt x="470434" y="53727"/>
                  <a:pt x="471323" y="51567"/>
                  <a:pt x="473101" y="49883"/>
                </a:cubicBezTo>
                <a:cubicBezTo>
                  <a:pt x="474880" y="48196"/>
                  <a:pt x="477080" y="47353"/>
                  <a:pt x="479701" y="47353"/>
                </a:cubicBezTo>
                <a:cubicBezTo>
                  <a:pt x="485442" y="47353"/>
                  <a:pt x="488593" y="51346"/>
                  <a:pt x="489155" y="59332"/>
                </a:cubicBezTo>
                <a:lnTo>
                  <a:pt x="489436" y="70112"/>
                </a:lnTo>
                <a:cubicBezTo>
                  <a:pt x="499919" y="56408"/>
                  <a:pt x="510684" y="49556"/>
                  <a:pt x="521729" y="49556"/>
                </a:cubicBezTo>
                <a:cubicBezTo>
                  <a:pt x="531714" y="49556"/>
                  <a:pt x="538672" y="53877"/>
                  <a:pt x="542603" y="62518"/>
                </a:cubicBezTo>
                <a:cubicBezTo>
                  <a:pt x="545287" y="68279"/>
                  <a:pt x="546753" y="76798"/>
                  <a:pt x="547003" y="88076"/>
                </a:cubicBezTo>
                <a:lnTo>
                  <a:pt x="547003" y="97359"/>
                </a:lnTo>
                <a:lnTo>
                  <a:pt x="546909" y="105908"/>
                </a:lnTo>
                <a:cubicBezTo>
                  <a:pt x="546909" y="110996"/>
                  <a:pt x="547580" y="117570"/>
                  <a:pt x="548922" y="125630"/>
                </a:cubicBezTo>
                <a:cubicBezTo>
                  <a:pt x="550263" y="133689"/>
                  <a:pt x="550934" y="140230"/>
                  <a:pt x="550934" y="145255"/>
                </a:cubicBezTo>
                <a:cubicBezTo>
                  <a:pt x="550934" y="147952"/>
                  <a:pt x="550045" y="150143"/>
                  <a:pt x="548267" y="151828"/>
                </a:cubicBezTo>
                <a:cubicBezTo>
                  <a:pt x="546488" y="153514"/>
                  <a:pt x="544257" y="154357"/>
                  <a:pt x="541574" y="154357"/>
                </a:cubicBezTo>
                <a:close/>
                <a:moveTo>
                  <a:pt x="651390" y="108197"/>
                </a:moveTo>
                <a:lnTo>
                  <a:pt x="649237" y="139032"/>
                </a:lnTo>
                <a:cubicBezTo>
                  <a:pt x="648863" y="151268"/>
                  <a:pt x="647583" y="161270"/>
                  <a:pt x="645399" y="169040"/>
                </a:cubicBezTo>
                <a:cubicBezTo>
                  <a:pt x="642591" y="178951"/>
                  <a:pt x="638098" y="186262"/>
                  <a:pt x="631920" y="190973"/>
                </a:cubicBezTo>
                <a:cubicBezTo>
                  <a:pt x="624432" y="196663"/>
                  <a:pt x="613605" y="199508"/>
                  <a:pt x="599439" y="199508"/>
                </a:cubicBezTo>
                <a:cubicBezTo>
                  <a:pt x="591139" y="199508"/>
                  <a:pt x="584181" y="198957"/>
                  <a:pt x="578565" y="197856"/>
                </a:cubicBezTo>
                <a:cubicBezTo>
                  <a:pt x="570702" y="196327"/>
                  <a:pt x="566771" y="193145"/>
                  <a:pt x="566771" y="188312"/>
                </a:cubicBezTo>
                <a:cubicBezTo>
                  <a:pt x="566771" y="182867"/>
                  <a:pt x="569485" y="180144"/>
                  <a:pt x="574914" y="180144"/>
                </a:cubicBezTo>
                <a:cubicBezTo>
                  <a:pt x="577161" y="180144"/>
                  <a:pt x="580905" y="180680"/>
                  <a:pt x="586147" y="181750"/>
                </a:cubicBezTo>
                <a:cubicBezTo>
                  <a:pt x="591389" y="182821"/>
                  <a:pt x="597193" y="183295"/>
                  <a:pt x="603558" y="183173"/>
                </a:cubicBezTo>
                <a:cubicBezTo>
                  <a:pt x="615539" y="182978"/>
                  <a:pt x="623808" y="176954"/>
                  <a:pt x="628363" y="165100"/>
                </a:cubicBezTo>
                <a:cubicBezTo>
                  <a:pt x="631359" y="157196"/>
                  <a:pt x="632950" y="145050"/>
                  <a:pt x="633137" y="128662"/>
                </a:cubicBezTo>
                <a:cubicBezTo>
                  <a:pt x="629767" y="135820"/>
                  <a:pt x="625758" y="141188"/>
                  <a:pt x="621109" y="144767"/>
                </a:cubicBezTo>
                <a:cubicBezTo>
                  <a:pt x="616460" y="148346"/>
                  <a:pt x="611140" y="150136"/>
                  <a:pt x="605149" y="150136"/>
                </a:cubicBezTo>
                <a:cubicBezTo>
                  <a:pt x="593854" y="150136"/>
                  <a:pt x="584665" y="146354"/>
                  <a:pt x="577582" y="138791"/>
                </a:cubicBezTo>
                <a:cubicBezTo>
                  <a:pt x="570499" y="131227"/>
                  <a:pt x="566958" y="121414"/>
                  <a:pt x="566958" y="109350"/>
                </a:cubicBezTo>
                <a:cubicBezTo>
                  <a:pt x="566958" y="92816"/>
                  <a:pt x="571794" y="79497"/>
                  <a:pt x="581467" y="69392"/>
                </a:cubicBezTo>
                <a:cubicBezTo>
                  <a:pt x="591451" y="58982"/>
                  <a:pt x="605055" y="53777"/>
                  <a:pt x="622279" y="53777"/>
                </a:cubicBezTo>
                <a:cubicBezTo>
                  <a:pt x="628082" y="53777"/>
                  <a:pt x="632950" y="54511"/>
                  <a:pt x="636881" y="55980"/>
                </a:cubicBezTo>
                <a:cubicBezTo>
                  <a:pt x="640813" y="57448"/>
                  <a:pt x="643808" y="59650"/>
                  <a:pt x="645867" y="62587"/>
                </a:cubicBezTo>
                <a:cubicBezTo>
                  <a:pt x="652545" y="62771"/>
                  <a:pt x="655883" y="66411"/>
                  <a:pt x="655883" y="73508"/>
                </a:cubicBezTo>
                <a:cubicBezTo>
                  <a:pt x="655883" y="77852"/>
                  <a:pt x="655228" y="83664"/>
                  <a:pt x="653917" y="90944"/>
                </a:cubicBezTo>
                <a:cubicBezTo>
                  <a:pt x="652482" y="99387"/>
                  <a:pt x="651640" y="105138"/>
                  <a:pt x="651390" y="108197"/>
                </a:cubicBezTo>
                <a:moveTo>
                  <a:pt x="621343" y="72131"/>
                </a:moveTo>
                <a:cubicBezTo>
                  <a:pt x="609486" y="72131"/>
                  <a:pt x="600313" y="75739"/>
                  <a:pt x="593823" y="82954"/>
                </a:cubicBezTo>
                <a:cubicBezTo>
                  <a:pt x="588019" y="89453"/>
                  <a:pt x="585117" y="97715"/>
                  <a:pt x="585117" y="107741"/>
                </a:cubicBezTo>
                <a:cubicBezTo>
                  <a:pt x="585117" y="115727"/>
                  <a:pt x="586834" y="121730"/>
                  <a:pt x="590266" y="125751"/>
                </a:cubicBezTo>
                <a:cubicBezTo>
                  <a:pt x="593698" y="129771"/>
                  <a:pt x="598846" y="131782"/>
                  <a:pt x="605711" y="131782"/>
                </a:cubicBezTo>
                <a:cubicBezTo>
                  <a:pt x="612013" y="131782"/>
                  <a:pt x="618129" y="128642"/>
                  <a:pt x="624057" y="122364"/>
                </a:cubicBezTo>
                <a:cubicBezTo>
                  <a:pt x="629424" y="116580"/>
                  <a:pt x="632482" y="110852"/>
                  <a:pt x="633231" y="105180"/>
                </a:cubicBezTo>
                <a:cubicBezTo>
                  <a:pt x="634541" y="99230"/>
                  <a:pt x="635945" y="89893"/>
                  <a:pt x="637443" y="77170"/>
                </a:cubicBezTo>
                <a:cubicBezTo>
                  <a:pt x="634947" y="75463"/>
                  <a:pt x="632357" y="74196"/>
                  <a:pt x="629674" y="73370"/>
                </a:cubicBezTo>
                <a:cubicBezTo>
                  <a:pt x="626990" y="72544"/>
                  <a:pt x="624213" y="72131"/>
                  <a:pt x="621343" y="72131"/>
                </a:cubicBezTo>
                <a:close/>
                <a:moveTo>
                  <a:pt x="812145" y="33404"/>
                </a:moveTo>
                <a:cubicBezTo>
                  <a:pt x="808151" y="33404"/>
                  <a:pt x="803128" y="33007"/>
                  <a:pt x="797075" y="32211"/>
                </a:cubicBezTo>
                <a:lnTo>
                  <a:pt x="782004" y="30284"/>
                </a:lnTo>
                <a:cubicBezTo>
                  <a:pt x="780569" y="48070"/>
                  <a:pt x="779851" y="65062"/>
                  <a:pt x="779851" y="81259"/>
                </a:cubicBezTo>
                <a:cubicBezTo>
                  <a:pt x="779851" y="85538"/>
                  <a:pt x="779976" y="90826"/>
                  <a:pt x="780226" y="97121"/>
                </a:cubicBezTo>
                <a:cubicBezTo>
                  <a:pt x="780475" y="103417"/>
                  <a:pt x="780600" y="108704"/>
                  <a:pt x="780600" y="112983"/>
                </a:cubicBezTo>
                <a:cubicBezTo>
                  <a:pt x="780600" y="118728"/>
                  <a:pt x="780382" y="123954"/>
                  <a:pt x="779945" y="128662"/>
                </a:cubicBezTo>
                <a:lnTo>
                  <a:pt x="809430" y="128294"/>
                </a:lnTo>
                <a:cubicBezTo>
                  <a:pt x="812051" y="128294"/>
                  <a:pt x="814251" y="129202"/>
                  <a:pt x="816030" y="131016"/>
                </a:cubicBezTo>
                <a:cubicBezTo>
                  <a:pt x="817808" y="132828"/>
                  <a:pt x="818697" y="135057"/>
                  <a:pt x="818697" y="137701"/>
                </a:cubicBezTo>
                <a:cubicBezTo>
                  <a:pt x="818697" y="140406"/>
                  <a:pt x="817808" y="142666"/>
                  <a:pt x="816030" y="144480"/>
                </a:cubicBezTo>
                <a:cubicBezTo>
                  <a:pt x="814251" y="146293"/>
                  <a:pt x="812051" y="147199"/>
                  <a:pt x="809430" y="147199"/>
                </a:cubicBezTo>
                <a:cubicBezTo>
                  <a:pt x="805936" y="147199"/>
                  <a:pt x="800694" y="147260"/>
                  <a:pt x="793705" y="147383"/>
                </a:cubicBezTo>
                <a:cubicBezTo>
                  <a:pt x="786716" y="147505"/>
                  <a:pt x="781474" y="147566"/>
                  <a:pt x="777979" y="147566"/>
                </a:cubicBezTo>
                <a:cubicBezTo>
                  <a:pt x="773860" y="147566"/>
                  <a:pt x="767698" y="148117"/>
                  <a:pt x="759492" y="149218"/>
                </a:cubicBezTo>
                <a:cubicBezTo>
                  <a:pt x="751286" y="150319"/>
                  <a:pt x="745092" y="150870"/>
                  <a:pt x="740911" y="150870"/>
                </a:cubicBezTo>
                <a:cubicBezTo>
                  <a:pt x="738290" y="150870"/>
                  <a:pt x="736091" y="149967"/>
                  <a:pt x="734312" y="148163"/>
                </a:cubicBezTo>
                <a:cubicBezTo>
                  <a:pt x="732534" y="146358"/>
                  <a:pt x="731644" y="144140"/>
                  <a:pt x="731644" y="141509"/>
                </a:cubicBezTo>
                <a:cubicBezTo>
                  <a:pt x="731644" y="138879"/>
                  <a:pt x="732534" y="136645"/>
                  <a:pt x="734312" y="134810"/>
                </a:cubicBezTo>
                <a:cubicBezTo>
                  <a:pt x="736091" y="132975"/>
                  <a:pt x="738290" y="132057"/>
                  <a:pt x="740911" y="132057"/>
                </a:cubicBezTo>
                <a:cubicBezTo>
                  <a:pt x="744968" y="132057"/>
                  <a:pt x="751676" y="131415"/>
                  <a:pt x="761037" y="130130"/>
                </a:cubicBezTo>
                <a:cubicBezTo>
                  <a:pt x="761661" y="125184"/>
                  <a:pt x="761973" y="119535"/>
                  <a:pt x="761973" y="113184"/>
                </a:cubicBezTo>
                <a:cubicBezTo>
                  <a:pt x="761973" y="108970"/>
                  <a:pt x="761770" y="103825"/>
                  <a:pt x="761364" y="97749"/>
                </a:cubicBezTo>
                <a:cubicBezTo>
                  <a:pt x="760959" y="91672"/>
                  <a:pt x="760756" y="86556"/>
                  <a:pt x="760756" y="82404"/>
                </a:cubicBezTo>
                <a:cubicBezTo>
                  <a:pt x="760756" y="68298"/>
                  <a:pt x="761629" y="50680"/>
                  <a:pt x="763377" y="29550"/>
                </a:cubicBezTo>
                <a:lnTo>
                  <a:pt x="751208" y="29917"/>
                </a:lnTo>
                <a:lnTo>
                  <a:pt x="739039" y="30192"/>
                </a:lnTo>
                <a:cubicBezTo>
                  <a:pt x="736356" y="30192"/>
                  <a:pt x="734109" y="29305"/>
                  <a:pt x="732300" y="27531"/>
                </a:cubicBezTo>
                <a:cubicBezTo>
                  <a:pt x="730490" y="25757"/>
                  <a:pt x="729585" y="23493"/>
                  <a:pt x="729585" y="20740"/>
                </a:cubicBezTo>
                <a:cubicBezTo>
                  <a:pt x="729585" y="15050"/>
                  <a:pt x="732518" y="11930"/>
                  <a:pt x="738384" y="11379"/>
                </a:cubicBezTo>
                <a:cubicBezTo>
                  <a:pt x="743439" y="10890"/>
                  <a:pt x="752893" y="10645"/>
                  <a:pt x="766746" y="10645"/>
                </a:cubicBezTo>
                <a:cubicBezTo>
                  <a:pt x="779165" y="10645"/>
                  <a:pt x="794734" y="11961"/>
                  <a:pt x="813456" y="14591"/>
                </a:cubicBezTo>
                <a:cubicBezTo>
                  <a:pt x="819009" y="15387"/>
                  <a:pt x="821786" y="18660"/>
                  <a:pt x="821786" y="24411"/>
                </a:cubicBezTo>
                <a:cubicBezTo>
                  <a:pt x="821786" y="27286"/>
                  <a:pt x="820726" y="29581"/>
                  <a:pt x="818604" y="31294"/>
                </a:cubicBezTo>
                <a:cubicBezTo>
                  <a:pt x="816732" y="32701"/>
                  <a:pt x="814579" y="33404"/>
                  <a:pt x="812145" y="33404"/>
                </a:cubicBezTo>
                <a:close/>
                <a:moveTo>
                  <a:pt x="916355" y="154357"/>
                </a:moveTo>
                <a:cubicBezTo>
                  <a:pt x="910988" y="154357"/>
                  <a:pt x="907962" y="151476"/>
                  <a:pt x="907275" y="145714"/>
                </a:cubicBezTo>
                <a:lnTo>
                  <a:pt x="904654" y="125573"/>
                </a:lnTo>
                <a:cubicBezTo>
                  <a:pt x="903780" y="118400"/>
                  <a:pt x="903344" y="111686"/>
                  <a:pt x="903344" y="105432"/>
                </a:cubicBezTo>
                <a:cubicBezTo>
                  <a:pt x="903344" y="103715"/>
                  <a:pt x="903453" y="100804"/>
                  <a:pt x="903671" y="96697"/>
                </a:cubicBezTo>
                <a:cubicBezTo>
                  <a:pt x="903890" y="92588"/>
                  <a:pt x="903999" y="89676"/>
                  <a:pt x="903999" y="87959"/>
                </a:cubicBezTo>
                <a:cubicBezTo>
                  <a:pt x="903999" y="74715"/>
                  <a:pt x="901503" y="68093"/>
                  <a:pt x="896510" y="68093"/>
                </a:cubicBezTo>
                <a:cubicBezTo>
                  <a:pt x="889521" y="68093"/>
                  <a:pt x="882844" y="72167"/>
                  <a:pt x="876479" y="80313"/>
                </a:cubicBezTo>
                <a:cubicBezTo>
                  <a:pt x="870738" y="87723"/>
                  <a:pt x="866245" y="97094"/>
                  <a:pt x="863000" y="108423"/>
                </a:cubicBezTo>
                <a:cubicBezTo>
                  <a:pt x="862875" y="110813"/>
                  <a:pt x="862594" y="113815"/>
                  <a:pt x="862157" y="117428"/>
                </a:cubicBezTo>
                <a:cubicBezTo>
                  <a:pt x="861783" y="120491"/>
                  <a:pt x="861596" y="123461"/>
                  <a:pt x="861596" y="126339"/>
                </a:cubicBezTo>
                <a:cubicBezTo>
                  <a:pt x="861596" y="128176"/>
                  <a:pt x="861783" y="130932"/>
                  <a:pt x="862157" y="134606"/>
                </a:cubicBezTo>
                <a:cubicBezTo>
                  <a:pt x="862532" y="138281"/>
                  <a:pt x="862719" y="141037"/>
                  <a:pt x="862719" y="142874"/>
                </a:cubicBezTo>
                <a:cubicBezTo>
                  <a:pt x="862719" y="145631"/>
                  <a:pt x="861861" y="147867"/>
                  <a:pt x="860145" y="149582"/>
                </a:cubicBezTo>
                <a:cubicBezTo>
                  <a:pt x="858429" y="151297"/>
                  <a:pt x="856229" y="152155"/>
                  <a:pt x="853546" y="152155"/>
                </a:cubicBezTo>
                <a:cubicBezTo>
                  <a:pt x="850800" y="152155"/>
                  <a:pt x="848585" y="151296"/>
                  <a:pt x="846900" y="149579"/>
                </a:cubicBezTo>
                <a:cubicBezTo>
                  <a:pt x="845215" y="147864"/>
                  <a:pt x="844372" y="145627"/>
                  <a:pt x="844372" y="142869"/>
                </a:cubicBezTo>
                <a:cubicBezTo>
                  <a:pt x="844372" y="141031"/>
                  <a:pt x="844169" y="138274"/>
                  <a:pt x="843764" y="134598"/>
                </a:cubicBezTo>
                <a:cubicBezTo>
                  <a:pt x="843358" y="130919"/>
                  <a:pt x="843155" y="128161"/>
                  <a:pt x="843155" y="126321"/>
                </a:cubicBezTo>
                <a:cubicBezTo>
                  <a:pt x="843155" y="120008"/>
                  <a:pt x="843608" y="111260"/>
                  <a:pt x="844513" y="100075"/>
                </a:cubicBezTo>
                <a:cubicBezTo>
                  <a:pt x="845418" y="88891"/>
                  <a:pt x="845870" y="80142"/>
                  <a:pt x="845870" y="73829"/>
                </a:cubicBezTo>
                <a:cubicBezTo>
                  <a:pt x="845870" y="71867"/>
                  <a:pt x="845761" y="68957"/>
                  <a:pt x="845542" y="65096"/>
                </a:cubicBezTo>
                <a:cubicBezTo>
                  <a:pt x="845324" y="61234"/>
                  <a:pt x="845215" y="58324"/>
                  <a:pt x="845215" y="56364"/>
                </a:cubicBezTo>
                <a:cubicBezTo>
                  <a:pt x="845215" y="53727"/>
                  <a:pt x="846104" y="51567"/>
                  <a:pt x="847882" y="49883"/>
                </a:cubicBezTo>
                <a:cubicBezTo>
                  <a:pt x="849661" y="48196"/>
                  <a:pt x="851861" y="47353"/>
                  <a:pt x="854482" y="47353"/>
                </a:cubicBezTo>
                <a:cubicBezTo>
                  <a:pt x="860223" y="47353"/>
                  <a:pt x="863374" y="51346"/>
                  <a:pt x="863936" y="59332"/>
                </a:cubicBezTo>
                <a:lnTo>
                  <a:pt x="864217" y="70112"/>
                </a:lnTo>
                <a:cubicBezTo>
                  <a:pt x="874700" y="56408"/>
                  <a:pt x="885465" y="49556"/>
                  <a:pt x="896510" y="49556"/>
                </a:cubicBezTo>
                <a:cubicBezTo>
                  <a:pt x="906495" y="49556"/>
                  <a:pt x="913453" y="53877"/>
                  <a:pt x="917384" y="62518"/>
                </a:cubicBezTo>
                <a:cubicBezTo>
                  <a:pt x="920068" y="68279"/>
                  <a:pt x="921534" y="76798"/>
                  <a:pt x="921784" y="88076"/>
                </a:cubicBezTo>
                <a:lnTo>
                  <a:pt x="921784" y="97359"/>
                </a:lnTo>
                <a:lnTo>
                  <a:pt x="921690" y="105908"/>
                </a:lnTo>
                <a:cubicBezTo>
                  <a:pt x="921690" y="110996"/>
                  <a:pt x="922361" y="117570"/>
                  <a:pt x="923703" y="125630"/>
                </a:cubicBezTo>
                <a:cubicBezTo>
                  <a:pt x="925044" y="133689"/>
                  <a:pt x="925715" y="140230"/>
                  <a:pt x="925715" y="145255"/>
                </a:cubicBezTo>
                <a:cubicBezTo>
                  <a:pt x="925715" y="147952"/>
                  <a:pt x="924826" y="150143"/>
                  <a:pt x="923048" y="151828"/>
                </a:cubicBezTo>
                <a:cubicBezTo>
                  <a:pt x="921269" y="153514"/>
                  <a:pt x="919038" y="154357"/>
                  <a:pt x="916355" y="154357"/>
                </a:cubicBezTo>
                <a:close/>
                <a:moveTo>
                  <a:pt x="1012037" y="18721"/>
                </a:moveTo>
                <a:cubicBezTo>
                  <a:pt x="996935" y="18721"/>
                  <a:pt x="988479" y="28948"/>
                  <a:pt x="986670" y="49401"/>
                </a:cubicBezTo>
                <a:lnTo>
                  <a:pt x="986389" y="55062"/>
                </a:lnTo>
                <a:cubicBezTo>
                  <a:pt x="996997" y="54328"/>
                  <a:pt x="1003862" y="53961"/>
                  <a:pt x="1006982" y="53961"/>
                </a:cubicBezTo>
                <a:cubicBezTo>
                  <a:pt x="1016904" y="53961"/>
                  <a:pt x="1021865" y="57034"/>
                  <a:pt x="1021865" y="63181"/>
                </a:cubicBezTo>
                <a:cubicBezTo>
                  <a:pt x="1021865" y="67670"/>
                  <a:pt x="1019432" y="70345"/>
                  <a:pt x="1014564" y="71205"/>
                </a:cubicBezTo>
                <a:cubicBezTo>
                  <a:pt x="1012442" y="71574"/>
                  <a:pt x="1009962" y="71712"/>
                  <a:pt x="1007122" y="71621"/>
                </a:cubicBezTo>
                <a:cubicBezTo>
                  <a:pt x="1004283" y="71529"/>
                  <a:pt x="997091" y="71944"/>
                  <a:pt x="985546" y="72865"/>
                </a:cubicBezTo>
                <a:lnTo>
                  <a:pt x="984798" y="93809"/>
                </a:lnTo>
                <a:cubicBezTo>
                  <a:pt x="984798" y="97608"/>
                  <a:pt x="984922" y="103304"/>
                  <a:pt x="985172" y="110898"/>
                </a:cubicBezTo>
                <a:cubicBezTo>
                  <a:pt x="985422" y="118492"/>
                  <a:pt x="985546" y="124157"/>
                  <a:pt x="985546" y="127893"/>
                </a:cubicBezTo>
                <a:cubicBezTo>
                  <a:pt x="985546" y="139529"/>
                  <a:pt x="984860" y="148592"/>
                  <a:pt x="983487" y="155083"/>
                </a:cubicBezTo>
                <a:cubicBezTo>
                  <a:pt x="982426" y="159983"/>
                  <a:pt x="979524" y="162433"/>
                  <a:pt x="974782" y="162433"/>
                </a:cubicBezTo>
                <a:cubicBezTo>
                  <a:pt x="972223" y="162433"/>
                  <a:pt x="970039" y="161621"/>
                  <a:pt x="968229" y="159998"/>
                </a:cubicBezTo>
                <a:cubicBezTo>
                  <a:pt x="966420" y="158375"/>
                  <a:pt x="965515" y="156339"/>
                  <a:pt x="965515" y="153890"/>
                </a:cubicBezTo>
                <a:cubicBezTo>
                  <a:pt x="965515" y="153400"/>
                  <a:pt x="965577" y="152787"/>
                  <a:pt x="965702" y="152051"/>
                </a:cubicBezTo>
                <a:cubicBezTo>
                  <a:pt x="967013" y="144090"/>
                  <a:pt x="967668" y="135425"/>
                  <a:pt x="967668" y="126055"/>
                </a:cubicBezTo>
                <a:lnTo>
                  <a:pt x="967387" y="100976"/>
                </a:lnTo>
                <a:lnTo>
                  <a:pt x="967387" y="74334"/>
                </a:lnTo>
                <a:cubicBezTo>
                  <a:pt x="959587" y="74945"/>
                  <a:pt x="954657" y="75251"/>
                  <a:pt x="952597" y="75251"/>
                </a:cubicBezTo>
                <a:cubicBezTo>
                  <a:pt x="946295" y="75251"/>
                  <a:pt x="943143" y="72284"/>
                  <a:pt x="943143" y="66350"/>
                </a:cubicBezTo>
                <a:cubicBezTo>
                  <a:pt x="943143" y="60293"/>
                  <a:pt x="948603" y="57112"/>
                  <a:pt x="959524" y="56806"/>
                </a:cubicBezTo>
                <a:lnTo>
                  <a:pt x="968510" y="56530"/>
                </a:lnTo>
                <a:cubicBezTo>
                  <a:pt x="968697" y="53104"/>
                  <a:pt x="969165" y="48455"/>
                  <a:pt x="969914" y="42581"/>
                </a:cubicBezTo>
                <a:cubicBezTo>
                  <a:pt x="971537" y="28999"/>
                  <a:pt x="975031" y="18996"/>
                  <a:pt x="980398" y="12572"/>
                </a:cubicBezTo>
                <a:cubicBezTo>
                  <a:pt x="986888" y="4803"/>
                  <a:pt x="997029" y="918"/>
                  <a:pt x="1010820" y="918"/>
                </a:cubicBezTo>
                <a:cubicBezTo>
                  <a:pt x="1019744" y="918"/>
                  <a:pt x="1024205" y="3900"/>
                  <a:pt x="1024205" y="9865"/>
                </a:cubicBezTo>
                <a:cubicBezTo>
                  <a:pt x="1024205" y="15769"/>
                  <a:pt x="1020149" y="18721"/>
                  <a:pt x="1012037" y="18721"/>
                </a:cubicBezTo>
                <a:close/>
                <a:moveTo>
                  <a:pt x="1073075" y="75618"/>
                </a:moveTo>
                <a:lnTo>
                  <a:pt x="1071671" y="121283"/>
                </a:lnTo>
                <a:cubicBezTo>
                  <a:pt x="1071671" y="126122"/>
                  <a:pt x="1071421" y="133227"/>
                  <a:pt x="1070922" y="142599"/>
                </a:cubicBezTo>
                <a:cubicBezTo>
                  <a:pt x="1070298" y="148725"/>
                  <a:pt x="1067240" y="151788"/>
                  <a:pt x="1061749" y="151788"/>
                </a:cubicBezTo>
                <a:cubicBezTo>
                  <a:pt x="1055633" y="151788"/>
                  <a:pt x="1052575" y="148664"/>
                  <a:pt x="1052575" y="142416"/>
                </a:cubicBezTo>
                <a:cubicBezTo>
                  <a:pt x="1052575" y="135003"/>
                  <a:pt x="1052918" y="123870"/>
                  <a:pt x="1053605" y="109017"/>
                </a:cubicBezTo>
                <a:cubicBezTo>
                  <a:pt x="1054291" y="94164"/>
                  <a:pt x="1054635" y="83031"/>
                  <a:pt x="1054635" y="75618"/>
                </a:cubicBezTo>
                <a:cubicBezTo>
                  <a:pt x="1054635" y="65941"/>
                  <a:pt x="1054791" y="54869"/>
                  <a:pt x="1055103" y="42403"/>
                </a:cubicBezTo>
                <a:cubicBezTo>
                  <a:pt x="1055415" y="29938"/>
                  <a:pt x="1055571" y="18866"/>
                  <a:pt x="1055571" y="9188"/>
                </a:cubicBezTo>
                <a:cubicBezTo>
                  <a:pt x="1055571" y="3063"/>
                  <a:pt x="1058628" y="0"/>
                  <a:pt x="1064744" y="0"/>
                </a:cubicBezTo>
                <a:cubicBezTo>
                  <a:pt x="1070922" y="0"/>
                  <a:pt x="1074011" y="3063"/>
                  <a:pt x="1074011" y="9188"/>
                </a:cubicBezTo>
                <a:cubicBezTo>
                  <a:pt x="1074011" y="18866"/>
                  <a:pt x="1073855" y="29938"/>
                  <a:pt x="1073543" y="42403"/>
                </a:cubicBezTo>
                <a:cubicBezTo>
                  <a:pt x="1073231" y="54869"/>
                  <a:pt x="1073075" y="65941"/>
                  <a:pt x="1073075" y="75618"/>
                </a:cubicBezTo>
                <a:close/>
                <a:moveTo>
                  <a:pt x="1182330" y="94156"/>
                </a:moveTo>
                <a:cubicBezTo>
                  <a:pt x="1182330" y="98561"/>
                  <a:pt x="1182361" y="105168"/>
                  <a:pt x="1182423" y="113978"/>
                </a:cubicBezTo>
                <a:cubicBezTo>
                  <a:pt x="1182486" y="122788"/>
                  <a:pt x="1182517" y="129396"/>
                  <a:pt x="1182517" y="133801"/>
                </a:cubicBezTo>
                <a:cubicBezTo>
                  <a:pt x="1182517" y="135147"/>
                  <a:pt x="1182626" y="137196"/>
                  <a:pt x="1182844" y="139949"/>
                </a:cubicBezTo>
                <a:cubicBezTo>
                  <a:pt x="1183063" y="142702"/>
                  <a:pt x="1183172" y="144752"/>
                  <a:pt x="1183172" y="146098"/>
                </a:cubicBezTo>
                <a:cubicBezTo>
                  <a:pt x="1183172" y="148729"/>
                  <a:pt x="1182267" y="150885"/>
                  <a:pt x="1180457" y="152568"/>
                </a:cubicBezTo>
                <a:cubicBezTo>
                  <a:pt x="1178648" y="154250"/>
                  <a:pt x="1176432" y="155091"/>
                  <a:pt x="1173811" y="155091"/>
                </a:cubicBezTo>
                <a:cubicBezTo>
                  <a:pt x="1169006" y="155091"/>
                  <a:pt x="1165949" y="152185"/>
                  <a:pt x="1164638" y="146373"/>
                </a:cubicBezTo>
                <a:cubicBezTo>
                  <a:pt x="1156838" y="150350"/>
                  <a:pt x="1147852" y="152338"/>
                  <a:pt x="1137680" y="152338"/>
                </a:cubicBezTo>
                <a:cubicBezTo>
                  <a:pt x="1129505" y="152338"/>
                  <a:pt x="1122734" y="150564"/>
                  <a:pt x="1117367" y="147015"/>
                </a:cubicBezTo>
                <a:cubicBezTo>
                  <a:pt x="1111439" y="143100"/>
                  <a:pt x="1107913" y="137380"/>
                  <a:pt x="1106790" y="129855"/>
                </a:cubicBezTo>
                <a:cubicBezTo>
                  <a:pt x="1104356" y="113642"/>
                  <a:pt x="1103139" y="99203"/>
                  <a:pt x="1103139" y="86539"/>
                </a:cubicBezTo>
                <a:cubicBezTo>
                  <a:pt x="1103139" y="78157"/>
                  <a:pt x="1104075" y="68613"/>
                  <a:pt x="1105948" y="57907"/>
                </a:cubicBezTo>
                <a:cubicBezTo>
                  <a:pt x="1106821" y="52584"/>
                  <a:pt x="1109785" y="49923"/>
                  <a:pt x="1114840" y="49923"/>
                </a:cubicBezTo>
                <a:cubicBezTo>
                  <a:pt x="1117523" y="49923"/>
                  <a:pt x="1119770" y="50763"/>
                  <a:pt x="1121580" y="52444"/>
                </a:cubicBezTo>
                <a:cubicBezTo>
                  <a:pt x="1123389" y="54124"/>
                  <a:pt x="1124294" y="56279"/>
                  <a:pt x="1124294" y="58908"/>
                </a:cubicBezTo>
                <a:cubicBezTo>
                  <a:pt x="1124294" y="61718"/>
                  <a:pt x="1123842" y="66210"/>
                  <a:pt x="1122937" y="72384"/>
                </a:cubicBezTo>
                <a:cubicBezTo>
                  <a:pt x="1122032" y="78555"/>
                  <a:pt x="1121580" y="83260"/>
                  <a:pt x="1121580" y="86499"/>
                </a:cubicBezTo>
                <a:cubicBezTo>
                  <a:pt x="1121580" y="96705"/>
                  <a:pt x="1121923" y="105444"/>
                  <a:pt x="1122609" y="112716"/>
                </a:cubicBezTo>
                <a:cubicBezTo>
                  <a:pt x="1123296" y="119989"/>
                  <a:pt x="1124325" y="125825"/>
                  <a:pt x="1125698" y="130224"/>
                </a:cubicBezTo>
                <a:cubicBezTo>
                  <a:pt x="1127758" y="131326"/>
                  <a:pt x="1129786" y="132167"/>
                  <a:pt x="1131783" y="132748"/>
                </a:cubicBezTo>
                <a:cubicBezTo>
                  <a:pt x="1133780" y="133327"/>
                  <a:pt x="1135745" y="133617"/>
                  <a:pt x="1137680" y="133617"/>
                </a:cubicBezTo>
                <a:cubicBezTo>
                  <a:pt x="1146042" y="133617"/>
                  <a:pt x="1154872" y="132304"/>
                  <a:pt x="1164170" y="129677"/>
                </a:cubicBezTo>
                <a:lnTo>
                  <a:pt x="1164077" y="111067"/>
                </a:lnTo>
                <a:lnTo>
                  <a:pt x="1163889" y="93284"/>
                </a:lnTo>
                <a:cubicBezTo>
                  <a:pt x="1163889" y="80083"/>
                  <a:pt x="1164482" y="68624"/>
                  <a:pt x="1165668" y="58908"/>
                </a:cubicBezTo>
                <a:cubicBezTo>
                  <a:pt x="1166354" y="53285"/>
                  <a:pt x="1169381" y="50473"/>
                  <a:pt x="1174748" y="50473"/>
                </a:cubicBezTo>
                <a:cubicBezTo>
                  <a:pt x="1177431" y="50473"/>
                  <a:pt x="1179677" y="51330"/>
                  <a:pt x="1181487" y="53043"/>
                </a:cubicBezTo>
                <a:cubicBezTo>
                  <a:pt x="1183297" y="54756"/>
                  <a:pt x="1184139" y="56897"/>
                  <a:pt x="1184014" y="59467"/>
                </a:cubicBezTo>
                <a:lnTo>
                  <a:pt x="1182330" y="94156"/>
                </a:lnTo>
                <a:close/>
                <a:moveTo>
                  <a:pt x="1254236" y="151971"/>
                </a:moveTo>
                <a:cubicBezTo>
                  <a:pt x="1240132" y="151971"/>
                  <a:pt x="1228713" y="148512"/>
                  <a:pt x="1219976" y="141592"/>
                </a:cubicBezTo>
                <a:cubicBezTo>
                  <a:pt x="1210428" y="133937"/>
                  <a:pt x="1205655" y="123220"/>
                  <a:pt x="1205655" y="109441"/>
                </a:cubicBezTo>
                <a:cubicBezTo>
                  <a:pt x="1205655" y="93521"/>
                  <a:pt x="1209586" y="80173"/>
                  <a:pt x="1217449" y="69395"/>
                </a:cubicBezTo>
                <a:cubicBezTo>
                  <a:pt x="1225998" y="57637"/>
                  <a:pt x="1237418" y="51758"/>
                  <a:pt x="1251708" y="51758"/>
                </a:cubicBezTo>
                <a:cubicBezTo>
                  <a:pt x="1262067" y="51758"/>
                  <a:pt x="1270523" y="53471"/>
                  <a:pt x="1277075" y="56897"/>
                </a:cubicBezTo>
                <a:cubicBezTo>
                  <a:pt x="1285125" y="61119"/>
                  <a:pt x="1289151" y="67604"/>
                  <a:pt x="1289151" y="76353"/>
                </a:cubicBezTo>
                <a:cubicBezTo>
                  <a:pt x="1289151" y="82471"/>
                  <a:pt x="1285625" y="88038"/>
                  <a:pt x="1278573" y="93055"/>
                </a:cubicBezTo>
                <a:cubicBezTo>
                  <a:pt x="1275453" y="95257"/>
                  <a:pt x="1268838" y="98683"/>
                  <a:pt x="1258729" y="103333"/>
                </a:cubicBezTo>
                <a:lnTo>
                  <a:pt x="1222972" y="119943"/>
                </a:lnTo>
                <a:cubicBezTo>
                  <a:pt x="1226466" y="125021"/>
                  <a:pt x="1230819" y="128845"/>
                  <a:pt x="1236029" y="131415"/>
                </a:cubicBezTo>
                <a:cubicBezTo>
                  <a:pt x="1241240" y="133984"/>
                  <a:pt x="1247309" y="135269"/>
                  <a:pt x="1254236" y="135269"/>
                </a:cubicBezTo>
                <a:cubicBezTo>
                  <a:pt x="1258542" y="135269"/>
                  <a:pt x="1263596" y="134474"/>
                  <a:pt x="1269400" y="132883"/>
                </a:cubicBezTo>
                <a:cubicBezTo>
                  <a:pt x="1276763" y="130864"/>
                  <a:pt x="1281506" y="128218"/>
                  <a:pt x="1283628" y="124945"/>
                </a:cubicBezTo>
                <a:cubicBezTo>
                  <a:pt x="1285750" y="121672"/>
                  <a:pt x="1288027" y="120035"/>
                  <a:pt x="1290461" y="120035"/>
                </a:cubicBezTo>
                <a:cubicBezTo>
                  <a:pt x="1292645" y="120035"/>
                  <a:pt x="1294595" y="120849"/>
                  <a:pt x="1296311" y="122476"/>
                </a:cubicBezTo>
                <a:cubicBezTo>
                  <a:pt x="1298027" y="124101"/>
                  <a:pt x="1298885" y="125987"/>
                  <a:pt x="1298885" y="128134"/>
                </a:cubicBezTo>
                <a:cubicBezTo>
                  <a:pt x="1298885" y="134944"/>
                  <a:pt x="1293300" y="140804"/>
                  <a:pt x="1282130" y="145714"/>
                </a:cubicBezTo>
                <a:cubicBezTo>
                  <a:pt x="1272582" y="149885"/>
                  <a:pt x="1263284" y="151971"/>
                  <a:pt x="1254236" y="151971"/>
                </a:cubicBezTo>
                <a:moveTo>
                  <a:pt x="1251708" y="68277"/>
                </a:moveTo>
                <a:cubicBezTo>
                  <a:pt x="1244095" y="68277"/>
                  <a:pt x="1237761" y="71168"/>
                  <a:pt x="1232706" y="76949"/>
                </a:cubicBezTo>
                <a:cubicBezTo>
                  <a:pt x="1227652" y="82731"/>
                  <a:pt x="1223876" y="91433"/>
                  <a:pt x="1221380" y="103058"/>
                </a:cubicBezTo>
                <a:lnTo>
                  <a:pt x="1250117" y="89659"/>
                </a:lnTo>
                <a:cubicBezTo>
                  <a:pt x="1261412" y="84275"/>
                  <a:pt x="1269462" y="79595"/>
                  <a:pt x="1274267" y="75618"/>
                </a:cubicBezTo>
                <a:cubicBezTo>
                  <a:pt x="1268901" y="70724"/>
                  <a:pt x="1261381" y="68277"/>
                  <a:pt x="1251708" y="68277"/>
                </a:cubicBezTo>
                <a:close/>
                <a:moveTo>
                  <a:pt x="1391301" y="154357"/>
                </a:moveTo>
                <a:cubicBezTo>
                  <a:pt x="1385934" y="154357"/>
                  <a:pt x="1382908" y="151476"/>
                  <a:pt x="1382221" y="145714"/>
                </a:cubicBezTo>
                <a:lnTo>
                  <a:pt x="1379600" y="125573"/>
                </a:lnTo>
                <a:cubicBezTo>
                  <a:pt x="1378727" y="118400"/>
                  <a:pt x="1378290" y="111686"/>
                  <a:pt x="1378290" y="105432"/>
                </a:cubicBezTo>
                <a:cubicBezTo>
                  <a:pt x="1378290" y="103715"/>
                  <a:pt x="1378399" y="100804"/>
                  <a:pt x="1378617" y="96697"/>
                </a:cubicBezTo>
                <a:cubicBezTo>
                  <a:pt x="1378836" y="92588"/>
                  <a:pt x="1378945" y="89676"/>
                  <a:pt x="1378945" y="87959"/>
                </a:cubicBezTo>
                <a:cubicBezTo>
                  <a:pt x="1378945" y="74715"/>
                  <a:pt x="1376449" y="68093"/>
                  <a:pt x="1371457" y="68093"/>
                </a:cubicBezTo>
                <a:cubicBezTo>
                  <a:pt x="1364467" y="68093"/>
                  <a:pt x="1357790" y="72167"/>
                  <a:pt x="1351425" y="80313"/>
                </a:cubicBezTo>
                <a:cubicBezTo>
                  <a:pt x="1345684" y="87723"/>
                  <a:pt x="1341191" y="97094"/>
                  <a:pt x="1337946" y="108423"/>
                </a:cubicBezTo>
                <a:cubicBezTo>
                  <a:pt x="1337821" y="110813"/>
                  <a:pt x="1337540" y="113815"/>
                  <a:pt x="1337104" y="117428"/>
                </a:cubicBezTo>
                <a:cubicBezTo>
                  <a:pt x="1336729" y="120491"/>
                  <a:pt x="1336542" y="123461"/>
                  <a:pt x="1336542" y="126339"/>
                </a:cubicBezTo>
                <a:cubicBezTo>
                  <a:pt x="1336542" y="128176"/>
                  <a:pt x="1336729" y="130932"/>
                  <a:pt x="1337104" y="134606"/>
                </a:cubicBezTo>
                <a:cubicBezTo>
                  <a:pt x="1337478" y="138281"/>
                  <a:pt x="1337665" y="141037"/>
                  <a:pt x="1337665" y="142874"/>
                </a:cubicBezTo>
                <a:cubicBezTo>
                  <a:pt x="1337665" y="145631"/>
                  <a:pt x="1336807" y="147867"/>
                  <a:pt x="1335091" y="149582"/>
                </a:cubicBezTo>
                <a:cubicBezTo>
                  <a:pt x="1333375" y="151297"/>
                  <a:pt x="1331175" y="152155"/>
                  <a:pt x="1328492" y="152155"/>
                </a:cubicBezTo>
                <a:cubicBezTo>
                  <a:pt x="1325746" y="152155"/>
                  <a:pt x="1323531" y="151296"/>
                  <a:pt x="1321846" y="149579"/>
                </a:cubicBezTo>
                <a:cubicBezTo>
                  <a:pt x="1320161" y="147864"/>
                  <a:pt x="1319318" y="145627"/>
                  <a:pt x="1319318" y="142869"/>
                </a:cubicBezTo>
                <a:cubicBezTo>
                  <a:pt x="1319318" y="141031"/>
                  <a:pt x="1319116" y="138274"/>
                  <a:pt x="1318710" y="134598"/>
                </a:cubicBezTo>
                <a:cubicBezTo>
                  <a:pt x="1318304" y="130919"/>
                  <a:pt x="1318102" y="128161"/>
                  <a:pt x="1318102" y="126321"/>
                </a:cubicBezTo>
                <a:cubicBezTo>
                  <a:pt x="1318102" y="120008"/>
                  <a:pt x="1318554" y="111260"/>
                  <a:pt x="1319459" y="100075"/>
                </a:cubicBezTo>
                <a:cubicBezTo>
                  <a:pt x="1320364" y="88891"/>
                  <a:pt x="1320816" y="80142"/>
                  <a:pt x="1320816" y="73829"/>
                </a:cubicBezTo>
                <a:cubicBezTo>
                  <a:pt x="1320816" y="71867"/>
                  <a:pt x="1320707" y="68957"/>
                  <a:pt x="1320489" y="65096"/>
                </a:cubicBezTo>
                <a:cubicBezTo>
                  <a:pt x="1320270" y="61234"/>
                  <a:pt x="1320161" y="58324"/>
                  <a:pt x="1320161" y="56364"/>
                </a:cubicBezTo>
                <a:cubicBezTo>
                  <a:pt x="1320161" y="53727"/>
                  <a:pt x="1321050" y="51567"/>
                  <a:pt x="1322829" y="49883"/>
                </a:cubicBezTo>
                <a:cubicBezTo>
                  <a:pt x="1324607" y="48196"/>
                  <a:pt x="1326807" y="47353"/>
                  <a:pt x="1329428" y="47353"/>
                </a:cubicBezTo>
                <a:cubicBezTo>
                  <a:pt x="1335169" y="47353"/>
                  <a:pt x="1338320" y="51346"/>
                  <a:pt x="1338882" y="59332"/>
                </a:cubicBezTo>
                <a:lnTo>
                  <a:pt x="1339163" y="70112"/>
                </a:lnTo>
                <a:cubicBezTo>
                  <a:pt x="1349647" y="56408"/>
                  <a:pt x="1360411" y="49556"/>
                  <a:pt x="1371457" y="49556"/>
                </a:cubicBezTo>
                <a:cubicBezTo>
                  <a:pt x="1381441" y="49556"/>
                  <a:pt x="1388399" y="53877"/>
                  <a:pt x="1392331" y="62518"/>
                </a:cubicBezTo>
                <a:cubicBezTo>
                  <a:pt x="1395014" y="68279"/>
                  <a:pt x="1396481" y="76798"/>
                  <a:pt x="1396730" y="88076"/>
                </a:cubicBezTo>
                <a:lnTo>
                  <a:pt x="1396730" y="97359"/>
                </a:lnTo>
                <a:lnTo>
                  <a:pt x="1396637" y="105908"/>
                </a:lnTo>
                <a:cubicBezTo>
                  <a:pt x="1396637" y="110996"/>
                  <a:pt x="1397307" y="117570"/>
                  <a:pt x="1398649" y="125630"/>
                </a:cubicBezTo>
                <a:cubicBezTo>
                  <a:pt x="1399991" y="133689"/>
                  <a:pt x="1400662" y="140230"/>
                  <a:pt x="1400662" y="145255"/>
                </a:cubicBezTo>
                <a:cubicBezTo>
                  <a:pt x="1400662" y="147952"/>
                  <a:pt x="1399772" y="150143"/>
                  <a:pt x="1397994" y="151828"/>
                </a:cubicBezTo>
                <a:cubicBezTo>
                  <a:pt x="1396215" y="153514"/>
                  <a:pt x="1393984" y="154357"/>
                  <a:pt x="1391301" y="154357"/>
                </a:cubicBezTo>
                <a:close/>
                <a:moveTo>
                  <a:pt x="1466390" y="153623"/>
                </a:moveTo>
                <a:cubicBezTo>
                  <a:pt x="1453597" y="153623"/>
                  <a:pt x="1442926" y="149823"/>
                  <a:pt x="1434377" y="142223"/>
                </a:cubicBezTo>
                <a:cubicBezTo>
                  <a:pt x="1425391" y="134257"/>
                  <a:pt x="1420898" y="123745"/>
                  <a:pt x="1420898" y="110689"/>
                </a:cubicBezTo>
                <a:cubicBezTo>
                  <a:pt x="1420898" y="98248"/>
                  <a:pt x="1425110" y="85409"/>
                  <a:pt x="1433534" y="72171"/>
                </a:cubicBezTo>
                <a:cubicBezTo>
                  <a:pt x="1442895" y="57461"/>
                  <a:pt x="1453441" y="50106"/>
                  <a:pt x="1465173" y="50106"/>
                </a:cubicBezTo>
                <a:cubicBezTo>
                  <a:pt x="1471289" y="50106"/>
                  <a:pt x="1478122" y="51518"/>
                  <a:pt x="1485673" y="54342"/>
                </a:cubicBezTo>
                <a:cubicBezTo>
                  <a:pt x="1495220" y="57965"/>
                  <a:pt x="1499994" y="62385"/>
                  <a:pt x="1499994" y="67603"/>
                </a:cubicBezTo>
                <a:cubicBezTo>
                  <a:pt x="1499994" y="69935"/>
                  <a:pt x="1499214" y="72008"/>
                  <a:pt x="1497654" y="73820"/>
                </a:cubicBezTo>
                <a:cubicBezTo>
                  <a:pt x="1496094" y="75631"/>
                  <a:pt x="1494159" y="76536"/>
                  <a:pt x="1491850" y="76536"/>
                </a:cubicBezTo>
                <a:cubicBezTo>
                  <a:pt x="1490041" y="76536"/>
                  <a:pt x="1488465" y="75996"/>
                  <a:pt x="1487123" y="74916"/>
                </a:cubicBezTo>
                <a:cubicBezTo>
                  <a:pt x="1485782" y="73834"/>
                  <a:pt x="1484487" y="72767"/>
                  <a:pt x="1483239" y="71715"/>
                </a:cubicBezTo>
                <a:cubicBezTo>
                  <a:pt x="1479557" y="68811"/>
                  <a:pt x="1473535" y="67359"/>
                  <a:pt x="1465173" y="67359"/>
                </a:cubicBezTo>
                <a:cubicBezTo>
                  <a:pt x="1458808" y="67359"/>
                  <a:pt x="1452505" y="72942"/>
                  <a:pt x="1446265" y="84107"/>
                </a:cubicBezTo>
                <a:cubicBezTo>
                  <a:pt x="1440586" y="94351"/>
                  <a:pt x="1437747" y="103214"/>
                  <a:pt x="1437747" y="110698"/>
                </a:cubicBezTo>
                <a:cubicBezTo>
                  <a:pt x="1437747" y="118794"/>
                  <a:pt x="1440555" y="125174"/>
                  <a:pt x="1446171" y="129837"/>
                </a:cubicBezTo>
                <a:cubicBezTo>
                  <a:pt x="1451413" y="134193"/>
                  <a:pt x="1458153" y="136370"/>
                  <a:pt x="1466390" y="136370"/>
                </a:cubicBezTo>
                <a:cubicBezTo>
                  <a:pt x="1470134" y="136370"/>
                  <a:pt x="1474128" y="135391"/>
                  <a:pt x="1478371" y="133434"/>
                </a:cubicBezTo>
                <a:lnTo>
                  <a:pt x="1489230" y="127744"/>
                </a:lnTo>
                <a:cubicBezTo>
                  <a:pt x="1491102" y="126765"/>
                  <a:pt x="1492443" y="126275"/>
                  <a:pt x="1493255" y="126275"/>
                </a:cubicBezTo>
                <a:cubicBezTo>
                  <a:pt x="1495563" y="126275"/>
                  <a:pt x="1497560" y="127178"/>
                  <a:pt x="1499245" y="128983"/>
                </a:cubicBezTo>
                <a:cubicBezTo>
                  <a:pt x="1500930" y="130788"/>
                  <a:pt x="1501773" y="132852"/>
                  <a:pt x="1501773" y="135177"/>
                </a:cubicBezTo>
                <a:cubicBezTo>
                  <a:pt x="1501773" y="139643"/>
                  <a:pt x="1496968" y="143956"/>
                  <a:pt x="1487357" y="148117"/>
                </a:cubicBezTo>
                <a:cubicBezTo>
                  <a:pt x="1478933" y="151788"/>
                  <a:pt x="1471944" y="153623"/>
                  <a:pt x="1466390" y="153623"/>
                </a:cubicBezTo>
                <a:close/>
                <a:moveTo>
                  <a:pt x="1570260" y="151971"/>
                </a:moveTo>
                <a:cubicBezTo>
                  <a:pt x="1556156" y="151971"/>
                  <a:pt x="1544737" y="148512"/>
                  <a:pt x="1536000" y="141592"/>
                </a:cubicBezTo>
                <a:cubicBezTo>
                  <a:pt x="1526452" y="133937"/>
                  <a:pt x="1521678" y="123220"/>
                  <a:pt x="1521678" y="109441"/>
                </a:cubicBezTo>
                <a:cubicBezTo>
                  <a:pt x="1521678" y="93521"/>
                  <a:pt x="1525610" y="80173"/>
                  <a:pt x="1533473" y="69395"/>
                </a:cubicBezTo>
                <a:cubicBezTo>
                  <a:pt x="1542022" y="57637"/>
                  <a:pt x="1553442" y="51758"/>
                  <a:pt x="1567732" y="51758"/>
                </a:cubicBezTo>
                <a:cubicBezTo>
                  <a:pt x="1578091" y="51758"/>
                  <a:pt x="1586547" y="53471"/>
                  <a:pt x="1593099" y="56897"/>
                </a:cubicBezTo>
                <a:cubicBezTo>
                  <a:pt x="1601149" y="61119"/>
                  <a:pt x="1605174" y="67604"/>
                  <a:pt x="1605174" y="76353"/>
                </a:cubicBezTo>
                <a:cubicBezTo>
                  <a:pt x="1605174" y="82471"/>
                  <a:pt x="1601649" y="88038"/>
                  <a:pt x="1594597" y="93055"/>
                </a:cubicBezTo>
                <a:cubicBezTo>
                  <a:pt x="1591477" y="95257"/>
                  <a:pt x="1584862" y="98683"/>
                  <a:pt x="1574753" y="103333"/>
                </a:cubicBezTo>
                <a:lnTo>
                  <a:pt x="1538995" y="119943"/>
                </a:lnTo>
                <a:cubicBezTo>
                  <a:pt x="1542490" y="125021"/>
                  <a:pt x="1546843" y="128845"/>
                  <a:pt x="1552053" y="131415"/>
                </a:cubicBezTo>
                <a:cubicBezTo>
                  <a:pt x="1557264" y="133984"/>
                  <a:pt x="1563333" y="135269"/>
                  <a:pt x="1570260" y="135269"/>
                </a:cubicBezTo>
                <a:cubicBezTo>
                  <a:pt x="1574565" y="135269"/>
                  <a:pt x="1579620" y="134474"/>
                  <a:pt x="1585424" y="132883"/>
                </a:cubicBezTo>
                <a:cubicBezTo>
                  <a:pt x="1592787" y="130864"/>
                  <a:pt x="1597530" y="128218"/>
                  <a:pt x="1599652" y="124945"/>
                </a:cubicBezTo>
                <a:cubicBezTo>
                  <a:pt x="1601773" y="121672"/>
                  <a:pt x="1604051" y="120035"/>
                  <a:pt x="1606485" y="120035"/>
                </a:cubicBezTo>
                <a:cubicBezTo>
                  <a:pt x="1608669" y="120035"/>
                  <a:pt x="1610619" y="120849"/>
                  <a:pt x="1612335" y="122476"/>
                </a:cubicBezTo>
                <a:cubicBezTo>
                  <a:pt x="1614051" y="124101"/>
                  <a:pt x="1614909" y="125987"/>
                  <a:pt x="1614909" y="128134"/>
                </a:cubicBezTo>
                <a:cubicBezTo>
                  <a:pt x="1614909" y="134944"/>
                  <a:pt x="1609324" y="140804"/>
                  <a:pt x="1598154" y="145714"/>
                </a:cubicBezTo>
                <a:cubicBezTo>
                  <a:pt x="1588606" y="149885"/>
                  <a:pt x="1579308" y="151971"/>
                  <a:pt x="1570260" y="151971"/>
                </a:cubicBezTo>
                <a:moveTo>
                  <a:pt x="1567732" y="68277"/>
                </a:moveTo>
                <a:cubicBezTo>
                  <a:pt x="1560119" y="68277"/>
                  <a:pt x="1553785" y="71168"/>
                  <a:pt x="1548730" y="76949"/>
                </a:cubicBezTo>
                <a:cubicBezTo>
                  <a:pt x="1543676" y="82731"/>
                  <a:pt x="1539900" y="91433"/>
                  <a:pt x="1537404" y="103058"/>
                </a:cubicBezTo>
                <a:lnTo>
                  <a:pt x="1566141" y="89659"/>
                </a:lnTo>
                <a:cubicBezTo>
                  <a:pt x="1577436" y="84275"/>
                  <a:pt x="1585486" y="79595"/>
                  <a:pt x="1590291" y="75618"/>
                </a:cubicBezTo>
                <a:cubicBezTo>
                  <a:pt x="1584924" y="70724"/>
                  <a:pt x="1577405" y="68277"/>
                  <a:pt x="1567732" y="68277"/>
                </a:cubicBezTo>
                <a:close/>
                <a:moveTo>
                  <a:pt x="1691710" y="124922"/>
                </a:moveTo>
                <a:cubicBezTo>
                  <a:pt x="1691648" y="122345"/>
                  <a:pt x="1692537" y="120244"/>
                  <a:pt x="1694378" y="118618"/>
                </a:cubicBezTo>
                <a:cubicBezTo>
                  <a:pt x="1696219" y="116993"/>
                  <a:pt x="1698481" y="116181"/>
                  <a:pt x="1701164" y="116181"/>
                </a:cubicBezTo>
                <a:cubicBezTo>
                  <a:pt x="1704222" y="116181"/>
                  <a:pt x="1706905" y="117901"/>
                  <a:pt x="1709214" y="121343"/>
                </a:cubicBezTo>
                <a:cubicBezTo>
                  <a:pt x="1712397" y="126015"/>
                  <a:pt x="1715236" y="129182"/>
                  <a:pt x="1717732" y="130841"/>
                </a:cubicBezTo>
                <a:cubicBezTo>
                  <a:pt x="1723037" y="134282"/>
                  <a:pt x="1730743" y="136003"/>
                  <a:pt x="1740853" y="136003"/>
                </a:cubicBezTo>
                <a:cubicBezTo>
                  <a:pt x="1750525" y="136003"/>
                  <a:pt x="1759511" y="133950"/>
                  <a:pt x="1767811" y="129843"/>
                </a:cubicBezTo>
                <a:cubicBezTo>
                  <a:pt x="1778420" y="124572"/>
                  <a:pt x="1783724" y="117249"/>
                  <a:pt x="1783724" y="107873"/>
                </a:cubicBezTo>
                <a:cubicBezTo>
                  <a:pt x="1783724" y="100151"/>
                  <a:pt x="1779262" y="94053"/>
                  <a:pt x="1770338" y="89579"/>
                </a:cubicBezTo>
                <a:cubicBezTo>
                  <a:pt x="1762788" y="85717"/>
                  <a:pt x="1753458" y="83633"/>
                  <a:pt x="1742350" y="83327"/>
                </a:cubicBezTo>
                <a:cubicBezTo>
                  <a:pt x="1732491" y="82960"/>
                  <a:pt x="1724097" y="80846"/>
                  <a:pt x="1717171" y="76986"/>
                </a:cubicBezTo>
                <a:cubicBezTo>
                  <a:pt x="1708309" y="72025"/>
                  <a:pt x="1703879" y="64919"/>
                  <a:pt x="1703879" y="55667"/>
                </a:cubicBezTo>
                <a:cubicBezTo>
                  <a:pt x="1703879" y="44764"/>
                  <a:pt x="1710181" y="34809"/>
                  <a:pt x="1722787" y="25805"/>
                </a:cubicBezTo>
                <a:cubicBezTo>
                  <a:pt x="1734831" y="17289"/>
                  <a:pt x="1747280" y="13031"/>
                  <a:pt x="1760135" y="13031"/>
                </a:cubicBezTo>
                <a:cubicBezTo>
                  <a:pt x="1766189" y="13031"/>
                  <a:pt x="1773022" y="14046"/>
                  <a:pt x="1780635" y="16074"/>
                </a:cubicBezTo>
                <a:cubicBezTo>
                  <a:pt x="1790744" y="18716"/>
                  <a:pt x="1795799" y="22096"/>
                  <a:pt x="1795799" y="26212"/>
                </a:cubicBezTo>
                <a:cubicBezTo>
                  <a:pt x="1795799" y="31619"/>
                  <a:pt x="1792991" y="34322"/>
                  <a:pt x="1787375" y="34322"/>
                </a:cubicBezTo>
                <a:cubicBezTo>
                  <a:pt x="1784879" y="34322"/>
                  <a:pt x="1780510" y="33664"/>
                  <a:pt x="1774270" y="32349"/>
                </a:cubicBezTo>
                <a:cubicBezTo>
                  <a:pt x="1768030" y="31034"/>
                  <a:pt x="1763193" y="30406"/>
                  <a:pt x="1759761" y="30468"/>
                </a:cubicBezTo>
                <a:cubicBezTo>
                  <a:pt x="1750026" y="30590"/>
                  <a:pt x="1741758" y="32940"/>
                  <a:pt x="1734956" y="37517"/>
                </a:cubicBezTo>
                <a:cubicBezTo>
                  <a:pt x="1727966" y="42216"/>
                  <a:pt x="1724472" y="47922"/>
                  <a:pt x="1724472" y="54635"/>
                </a:cubicBezTo>
                <a:cubicBezTo>
                  <a:pt x="1724472" y="59701"/>
                  <a:pt x="1729090" y="63272"/>
                  <a:pt x="1738325" y="65346"/>
                </a:cubicBezTo>
                <a:cubicBezTo>
                  <a:pt x="1741758" y="66139"/>
                  <a:pt x="1748404" y="66872"/>
                  <a:pt x="1758263" y="67543"/>
                </a:cubicBezTo>
                <a:cubicBezTo>
                  <a:pt x="1772554" y="68585"/>
                  <a:pt x="1783724" y="72999"/>
                  <a:pt x="1791774" y="80786"/>
                </a:cubicBezTo>
                <a:cubicBezTo>
                  <a:pt x="1799138" y="87898"/>
                  <a:pt x="1802820" y="96574"/>
                  <a:pt x="1802820" y="106812"/>
                </a:cubicBezTo>
                <a:cubicBezTo>
                  <a:pt x="1802820" y="121405"/>
                  <a:pt x="1795955" y="133055"/>
                  <a:pt x="1782226" y="141762"/>
                </a:cubicBezTo>
                <a:cubicBezTo>
                  <a:pt x="1770307" y="149302"/>
                  <a:pt x="1756485" y="153072"/>
                  <a:pt x="1740759" y="153072"/>
                </a:cubicBezTo>
                <a:cubicBezTo>
                  <a:pt x="1729339" y="153072"/>
                  <a:pt x="1718887" y="150925"/>
                  <a:pt x="1709401" y="146631"/>
                </a:cubicBezTo>
                <a:cubicBezTo>
                  <a:pt x="1697794" y="141358"/>
                  <a:pt x="1691897" y="134122"/>
                  <a:pt x="1691710" y="124922"/>
                </a:cubicBezTo>
                <a:close/>
                <a:moveTo>
                  <a:pt x="1871652" y="153623"/>
                </a:moveTo>
                <a:cubicBezTo>
                  <a:pt x="1858859" y="153623"/>
                  <a:pt x="1848188" y="149823"/>
                  <a:pt x="1839639" y="142223"/>
                </a:cubicBezTo>
                <a:cubicBezTo>
                  <a:pt x="1830652" y="134257"/>
                  <a:pt x="1826159" y="123745"/>
                  <a:pt x="1826159" y="110689"/>
                </a:cubicBezTo>
                <a:cubicBezTo>
                  <a:pt x="1826159" y="98248"/>
                  <a:pt x="1830372" y="85409"/>
                  <a:pt x="1838796" y="72171"/>
                </a:cubicBezTo>
                <a:cubicBezTo>
                  <a:pt x="1848157" y="57461"/>
                  <a:pt x="1858703" y="50106"/>
                  <a:pt x="1870435" y="50106"/>
                </a:cubicBezTo>
                <a:cubicBezTo>
                  <a:pt x="1876550" y="50106"/>
                  <a:pt x="1883383" y="51518"/>
                  <a:pt x="1890934" y="54342"/>
                </a:cubicBezTo>
                <a:cubicBezTo>
                  <a:pt x="1900482" y="57965"/>
                  <a:pt x="1905256" y="62385"/>
                  <a:pt x="1905256" y="67603"/>
                </a:cubicBezTo>
                <a:cubicBezTo>
                  <a:pt x="1905256" y="69935"/>
                  <a:pt x="1904476" y="72008"/>
                  <a:pt x="1902916" y="73820"/>
                </a:cubicBezTo>
                <a:cubicBezTo>
                  <a:pt x="1901356" y="75631"/>
                  <a:pt x="1899421" y="76536"/>
                  <a:pt x="1897112" y="76536"/>
                </a:cubicBezTo>
                <a:cubicBezTo>
                  <a:pt x="1895303" y="76536"/>
                  <a:pt x="1893727" y="75996"/>
                  <a:pt x="1892385" y="74916"/>
                </a:cubicBezTo>
                <a:cubicBezTo>
                  <a:pt x="1891044" y="73834"/>
                  <a:pt x="1889749" y="72767"/>
                  <a:pt x="1888501" y="71715"/>
                </a:cubicBezTo>
                <a:cubicBezTo>
                  <a:pt x="1884819" y="68811"/>
                  <a:pt x="1878797" y="67359"/>
                  <a:pt x="1870435" y="67359"/>
                </a:cubicBezTo>
                <a:cubicBezTo>
                  <a:pt x="1864070" y="67359"/>
                  <a:pt x="1857767" y="72942"/>
                  <a:pt x="1851526" y="84107"/>
                </a:cubicBezTo>
                <a:cubicBezTo>
                  <a:pt x="1845848" y="94351"/>
                  <a:pt x="1843008" y="103214"/>
                  <a:pt x="1843008" y="110698"/>
                </a:cubicBezTo>
                <a:cubicBezTo>
                  <a:pt x="1843008" y="118794"/>
                  <a:pt x="1845817" y="125174"/>
                  <a:pt x="1851433" y="129837"/>
                </a:cubicBezTo>
                <a:cubicBezTo>
                  <a:pt x="1856675" y="134193"/>
                  <a:pt x="1863414" y="136370"/>
                  <a:pt x="1871652" y="136370"/>
                </a:cubicBezTo>
                <a:cubicBezTo>
                  <a:pt x="1875396" y="136370"/>
                  <a:pt x="1879390" y="135391"/>
                  <a:pt x="1883633" y="133434"/>
                </a:cubicBezTo>
                <a:lnTo>
                  <a:pt x="1894491" y="127744"/>
                </a:lnTo>
                <a:cubicBezTo>
                  <a:pt x="1896363" y="126765"/>
                  <a:pt x="1897705" y="126275"/>
                  <a:pt x="1898516" y="126275"/>
                </a:cubicBezTo>
                <a:cubicBezTo>
                  <a:pt x="1900825" y="126275"/>
                  <a:pt x="1902822" y="127178"/>
                  <a:pt x="1904507" y="128983"/>
                </a:cubicBezTo>
                <a:cubicBezTo>
                  <a:pt x="1906192" y="130788"/>
                  <a:pt x="1907034" y="132852"/>
                  <a:pt x="1907034" y="135177"/>
                </a:cubicBezTo>
                <a:cubicBezTo>
                  <a:pt x="1907034" y="139643"/>
                  <a:pt x="1902229" y="143956"/>
                  <a:pt x="1892619" y="148117"/>
                </a:cubicBezTo>
                <a:cubicBezTo>
                  <a:pt x="1884195" y="151788"/>
                  <a:pt x="1877206" y="153623"/>
                  <a:pt x="1871652" y="153623"/>
                </a:cubicBezTo>
                <a:close/>
                <a:moveTo>
                  <a:pt x="1966910" y="153256"/>
                </a:moveTo>
                <a:cubicBezTo>
                  <a:pt x="1956426" y="153256"/>
                  <a:pt x="1947409" y="149456"/>
                  <a:pt x="1939858" y="141856"/>
                </a:cubicBezTo>
                <a:cubicBezTo>
                  <a:pt x="1931433" y="133398"/>
                  <a:pt x="1927003" y="122028"/>
                  <a:pt x="1926566" y="107747"/>
                </a:cubicBezTo>
                <a:cubicBezTo>
                  <a:pt x="1926191" y="93895"/>
                  <a:pt x="1929748" y="81698"/>
                  <a:pt x="1937237" y="71156"/>
                </a:cubicBezTo>
                <a:cubicBezTo>
                  <a:pt x="1945973" y="58714"/>
                  <a:pt x="1958142" y="52492"/>
                  <a:pt x="1973743" y="52492"/>
                </a:cubicBezTo>
                <a:cubicBezTo>
                  <a:pt x="1986224" y="52492"/>
                  <a:pt x="1995678" y="58101"/>
                  <a:pt x="2002105" y="69318"/>
                </a:cubicBezTo>
                <a:cubicBezTo>
                  <a:pt x="2007222" y="78388"/>
                  <a:pt x="2009687" y="89297"/>
                  <a:pt x="2009500" y="102045"/>
                </a:cubicBezTo>
                <a:cubicBezTo>
                  <a:pt x="2009313" y="115652"/>
                  <a:pt x="2005693" y="127268"/>
                  <a:pt x="1998642" y="136892"/>
                </a:cubicBezTo>
                <a:cubicBezTo>
                  <a:pt x="1990654" y="147801"/>
                  <a:pt x="1980077" y="153256"/>
                  <a:pt x="1966910" y="153256"/>
                </a:cubicBezTo>
                <a:moveTo>
                  <a:pt x="1972526" y="71213"/>
                </a:moveTo>
                <a:cubicBezTo>
                  <a:pt x="1963353" y="71152"/>
                  <a:pt x="1956207" y="75441"/>
                  <a:pt x="1951090" y="84079"/>
                </a:cubicBezTo>
                <a:cubicBezTo>
                  <a:pt x="1947034" y="91003"/>
                  <a:pt x="1945006" y="98907"/>
                  <a:pt x="1945006" y="107790"/>
                </a:cubicBezTo>
                <a:cubicBezTo>
                  <a:pt x="1945006" y="116674"/>
                  <a:pt x="1947471" y="123598"/>
                  <a:pt x="1952401" y="128561"/>
                </a:cubicBezTo>
                <a:cubicBezTo>
                  <a:pt x="1956519" y="132666"/>
                  <a:pt x="1961356" y="134718"/>
                  <a:pt x="1966910" y="134718"/>
                </a:cubicBezTo>
                <a:cubicBezTo>
                  <a:pt x="1973400" y="134718"/>
                  <a:pt x="1978985" y="132390"/>
                  <a:pt x="1983665" y="127732"/>
                </a:cubicBezTo>
                <a:cubicBezTo>
                  <a:pt x="1988969" y="122587"/>
                  <a:pt x="1991777" y="115634"/>
                  <a:pt x="1992090" y="106872"/>
                </a:cubicBezTo>
                <a:cubicBezTo>
                  <a:pt x="1992963" y="83161"/>
                  <a:pt x="1986442" y="71275"/>
                  <a:pt x="1972526" y="71213"/>
                </a:cubicBezTo>
                <a:close/>
                <a:moveTo>
                  <a:pt x="2109207" y="79748"/>
                </a:moveTo>
                <a:cubicBezTo>
                  <a:pt x="2108771" y="87396"/>
                  <a:pt x="2105650" y="91219"/>
                  <a:pt x="2099847" y="91219"/>
                </a:cubicBezTo>
                <a:cubicBezTo>
                  <a:pt x="2094480" y="91219"/>
                  <a:pt x="2091797" y="88203"/>
                  <a:pt x="2091797" y="82171"/>
                </a:cubicBezTo>
                <a:cubicBezTo>
                  <a:pt x="2091797" y="81013"/>
                  <a:pt x="2091703" y="78879"/>
                  <a:pt x="2091516" y="75770"/>
                </a:cubicBezTo>
                <a:lnTo>
                  <a:pt x="2091235" y="68093"/>
                </a:lnTo>
                <a:cubicBezTo>
                  <a:pt x="2081375" y="69258"/>
                  <a:pt x="2073481" y="71986"/>
                  <a:pt x="2067553" y="76278"/>
                </a:cubicBezTo>
                <a:cubicBezTo>
                  <a:pt x="2061999" y="80264"/>
                  <a:pt x="2057381" y="86273"/>
                  <a:pt x="2053699" y="94305"/>
                </a:cubicBezTo>
                <a:lnTo>
                  <a:pt x="2053887" y="144701"/>
                </a:lnTo>
                <a:cubicBezTo>
                  <a:pt x="2053887" y="150894"/>
                  <a:pt x="2050798" y="153990"/>
                  <a:pt x="2044620" y="153990"/>
                </a:cubicBezTo>
                <a:cubicBezTo>
                  <a:pt x="2039128" y="153990"/>
                  <a:pt x="2036382" y="150895"/>
                  <a:pt x="2036382" y="144704"/>
                </a:cubicBezTo>
                <a:lnTo>
                  <a:pt x="2036382" y="80164"/>
                </a:lnTo>
                <a:cubicBezTo>
                  <a:pt x="2036382" y="78141"/>
                  <a:pt x="2036460" y="75108"/>
                  <a:pt x="2036616" y="71064"/>
                </a:cubicBezTo>
                <a:cubicBezTo>
                  <a:pt x="2036772" y="67019"/>
                  <a:pt x="2036850" y="63985"/>
                  <a:pt x="2036850" y="61962"/>
                </a:cubicBezTo>
                <a:cubicBezTo>
                  <a:pt x="2036850" y="55771"/>
                  <a:pt x="2039596" y="52676"/>
                  <a:pt x="2045088" y="52676"/>
                </a:cubicBezTo>
                <a:cubicBezTo>
                  <a:pt x="2051203" y="52676"/>
                  <a:pt x="2054292" y="57754"/>
                  <a:pt x="2054355" y="67910"/>
                </a:cubicBezTo>
                <a:cubicBezTo>
                  <a:pt x="2066336" y="56530"/>
                  <a:pt x="2079628" y="50841"/>
                  <a:pt x="2094231" y="50841"/>
                </a:cubicBezTo>
                <a:cubicBezTo>
                  <a:pt x="2099285" y="50841"/>
                  <a:pt x="2103061" y="52707"/>
                  <a:pt x="2105557" y="56439"/>
                </a:cubicBezTo>
                <a:cubicBezTo>
                  <a:pt x="2108053" y="60171"/>
                  <a:pt x="2109301" y="65799"/>
                  <a:pt x="2109301" y="73324"/>
                </a:cubicBezTo>
                <a:cubicBezTo>
                  <a:pt x="2109301" y="76506"/>
                  <a:pt x="2109270" y="78647"/>
                  <a:pt x="2109207" y="79748"/>
                </a:cubicBezTo>
                <a:close/>
                <a:moveTo>
                  <a:pt x="2175852" y="151971"/>
                </a:moveTo>
                <a:cubicBezTo>
                  <a:pt x="2161749" y="151971"/>
                  <a:pt x="2150329" y="148512"/>
                  <a:pt x="2141593" y="141592"/>
                </a:cubicBezTo>
                <a:cubicBezTo>
                  <a:pt x="2132045" y="133937"/>
                  <a:pt x="2127271" y="123220"/>
                  <a:pt x="2127271" y="109441"/>
                </a:cubicBezTo>
                <a:cubicBezTo>
                  <a:pt x="2127271" y="93521"/>
                  <a:pt x="2131202" y="80173"/>
                  <a:pt x="2139065" y="69395"/>
                </a:cubicBezTo>
                <a:cubicBezTo>
                  <a:pt x="2147614" y="57637"/>
                  <a:pt x="2159034" y="51758"/>
                  <a:pt x="2173325" y="51758"/>
                </a:cubicBezTo>
                <a:cubicBezTo>
                  <a:pt x="2183684" y="51758"/>
                  <a:pt x="2192139" y="53471"/>
                  <a:pt x="2198692" y="56897"/>
                </a:cubicBezTo>
                <a:cubicBezTo>
                  <a:pt x="2206742" y="61119"/>
                  <a:pt x="2210767" y="67604"/>
                  <a:pt x="2210767" y="76353"/>
                </a:cubicBezTo>
                <a:cubicBezTo>
                  <a:pt x="2210767" y="82471"/>
                  <a:pt x="2207241" y="88038"/>
                  <a:pt x="2200190" y="93055"/>
                </a:cubicBezTo>
                <a:cubicBezTo>
                  <a:pt x="2197069" y="95257"/>
                  <a:pt x="2190455" y="98683"/>
                  <a:pt x="2180345" y="103333"/>
                </a:cubicBezTo>
                <a:lnTo>
                  <a:pt x="2144588" y="119943"/>
                </a:lnTo>
                <a:cubicBezTo>
                  <a:pt x="2148083" y="125021"/>
                  <a:pt x="2152435" y="128845"/>
                  <a:pt x="2157646" y="131415"/>
                </a:cubicBezTo>
                <a:cubicBezTo>
                  <a:pt x="2162857" y="133984"/>
                  <a:pt x="2168925" y="135269"/>
                  <a:pt x="2175852" y="135269"/>
                </a:cubicBezTo>
                <a:cubicBezTo>
                  <a:pt x="2180158" y="135269"/>
                  <a:pt x="2185213" y="134474"/>
                  <a:pt x="2191016" y="132883"/>
                </a:cubicBezTo>
                <a:cubicBezTo>
                  <a:pt x="2198380" y="130864"/>
                  <a:pt x="2203122" y="128218"/>
                  <a:pt x="2205244" y="124945"/>
                </a:cubicBezTo>
                <a:cubicBezTo>
                  <a:pt x="2207366" y="121672"/>
                  <a:pt x="2209644" y="120035"/>
                  <a:pt x="2212077" y="120035"/>
                </a:cubicBezTo>
                <a:cubicBezTo>
                  <a:pt x="2214262" y="120035"/>
                  <a:pt x="2216212" y="120849"/>
                  <a:pt x="2217928" y="122476"/>
                </a:cubicBezTo>
                <a:cubicBezTo>
                  <a:pt x="2219644" y="124101"/>
                  <a:pt x="2220502" y="125987"/>
                  <a:pt x="2220502" y="128134"/>
                </a:cubicBezTo>
                <a:cubicBezTo>
                  <a:pt x="2220502" y="134944"/>
                  <a:pt x="2214917" y="140804"/>
                  <a:pt x="2203747" y="145714"/>
                </a:cubicBezTo>
                <a:cubicBezTo>
                  <a:pt x="2194199" y="149885"/>
                  <a:pt x="2184901" y="151971"/>
                  <a:pt x="2175852" y="151971"/>
                </a:cubicBezTo>
                <a:moveTo>
                  <a:pt x="2173325" y="68277"/>
                </a:moveTo>
                <a:cubicBezTo>
                  <a:pt x="2165712" y="68277"/>
                  <a:pt x="2159378" y="71168"/>
                  <a:pt x="2154323" y="76949"/>
                </a:cubicBezTo>
                <a:cubicBezTo>
                  <a:pt x="2149268" y="82731"/>
                  <a:pt x="2145493" y="91433"/>
                  <a:pt x="2142997" y="103058"/>
                </a:cubicBezTo>
                <a:lnTo>
                  <a:pt x="2171733" y="89659"/>
                </a:lnTo>
                <a:cubicBezTo>
                  <a:pt x="2183029" y="84275"/>
                  <a:pt x="2191079" y="79595"/>
                  <a:pt x="2195884" y="75618"/>
                </a:cubicBezTo>
                <a:cubicBezTo>
                  <a:pt x="2190517" y="70724"/>
                  <a:pt x="2182997" y="68277"/>
                  <a:pt x="2173325" y="682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4" cap="flat">
            <a:solidFill>
              <a:srgbClr val="4472C4"/>
            </a:solidFill>
            <a:miter/>
          </a:ln>
        </p:spPr>
      </p:sp>
      <p:sp>
        <p:nvSpPr>
          <p:cNvPr id="139" name="Text ,as">
            <a:extLst xmlns:a="http://schemas.openxmlformats.org/drawingml/2006/main">
              <a:ext uri="{FF2B5EF4-FFF2-40B4-BE49-F238E27FC236}">
                <a16:creationId xmlns:a16="http://schemas.microsoft.com/office/drawing/2014/main" id="{4E932DC3-C2AF-4B13-BDA4-2FDD724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32" y="4699092"/>
            <a:ext cx="250371" cy="126452"/>
          </a:xfrm>
          <a:custGeom xmlns:a="http://schemas.openxmlformats.org/drawingml/2006/main">
            <a:pathLst>
              <a:path w="250371" h="126452">
                <a:moveTo>
                  <a:pt x="7403" y="126452"/>
                </a:moveTo>
                <a:cubicBezTo>
                  <a:pt x="5418" y="126452"/>
                  <a:pt x="3687" y="125686"/>
                  <a:pt x="2212" y="124155"/>
                </a:cubicBezTo>
                <a:cubicBezTo>
                  <a:pt x="737" y="122623"/>
                  <a:pt x="0" y="120864"/>
                  <a:pt x="0" y="118879"/>
                </a:cubicBezTo>
                <a:cubicBezTo>
                  <a:pt x="0" y="117234"/>
                  <a:pt x="1759" y="112355"/>
                  <a:pt x="5276" y="104242"/>
                </a:cubicBezTo>
                <a:cubicBezTo>
                  <a:pt x="8339" y="97208"/>
                  <a:pt x="10694" y="92187"/>
                  <a:pt x="12339" y="89180"/>
                </a:cubicBezTo>
                <a:cubicBezTo>
                  <a:pt x="13814" y="86457"/>
                  <a:pt x="15771" y="85096"/>
                  <a:pt x="18210" y="85096"/>
                </a:cubicBezTo>
                <a:cubicBezTo>
                  <a:pt x="20253" y="85096"/>
                  <a:pt x="21997" y="85876"/>
                  <a:pt x="23444" y="87436"/>
                </a:cubicBezTo>
                <a:cubicBezTo>
                  <a:pt x="24891" y="88996"/>
                  <a:pt x="25614" y="90769"/>
                  <a:pt x="25614" y="92754"/>
                </a:cubicBezTo>
                <a:cubicBezTo>
                  <a:pt x="25614" y="94116"/>
                  <a:pt x="21586" y="103817"/>
                  <a:pt x="13530" y="121857"/>
                </a:cubicBezTo>
                <a:cubicBezTo>
                  <a:pt x="12225" y="124921"/>
                  <a:pt x="10183" y="126452"/>
                  <a:pt x="7403" y="126452"/>
                </a:cubicBezTo>
                <a:close/>
                <a:moveTo>
                  <a:pt x="161648" y="102796"/>
                </a:moveTo>
                <a:cubicBezTo>
                  <a:pt x="160570" y="102796"/>
                  <a:pt x="158613" y="101537"/>
                  <a:pt x="155776" y="99020"/>
                </a:cubicBezTo>
                <a:cubicBezTo>
                  <a:pt x="153223" y="96674"/>
                  <a:pt x="151323" y="94586"/>
                  <a:pt x="150075" y="92754"/>
                </a:cubicBezTo>
                <a:cubicBezTo>
                  <a:pt x="144629" y="95733"/>
                  <a:pt x="139835" y="97981"/>
                  <a:pt x="135693" y="99498"/>
                </a:cubicBezTo>
                <a:cubicBezTo>
                  <a:pt x="131552" y="101016"/>
                  <a:pt x="128092" y="101775"/>
                  <a:pt x="125312" y="101775"/>
                </a:cubicBezTo>
                <a:cubicBezTo>
                  <a:pt x="112037" y="101775"/>
                  <a:pt x="102364" y="98030"/>
                  <a:pt x="96294" y="90542"/>
                </a:cubicBezTo>
                <a:cubicBezTo>
                  <a:pt x="90564" y="83507"/>
                  <a:pt x="87699" y="72729"/>
                  <a:pt x="87699" y="58206"/>
                </a:cubicBezTo>
                <a:cubicBezTo>
                  <a:pt x="87699" y="44477"/>
                  <a:pt x="92422" y="32734"/>
                  <a:pt x="101868" y="22976"/>
                </a:cubicBezTo>
                <a:cubicBezTo>
                  <a:pt x="111314" y="13218"/>
                  <a:pt x="122589" y="8339"/>
                  <a:pt x="135693" y="8339"/>
                </a:cubicBezTo>
                <a:cubicBezTo>
                  <a:pt x="140629" y="8339"/>
                  <a:pt x="146160" y="9616"/>
                  <a:pt x="152287" y="12169"/>
                </a:cubicBezTo>
                <a:cubicBezTo>
                  <a:pt x="160002" y="15346"/>
                  <a:pt x="163860" y="19175"/>
                  <a:pt x="163860" y="23657"/>
                </a:cubicBezTo>
                <a:cubicBezTo>
                  <a:pt x="163860" y="25188"/>
                  <a:pt x="163293" y="26550"/>
                  <a:pt x="162158" y="27741"/>
                </a:cubicBezTo>
                <a:cubicBezTo>
                  <a:pt x="161591" y="29897"/>
                  <a:pt x="161151" y="33443"/>
                  <a:pt x="160839" y="38378"/>
                </a:cubicBezTo>
                <a:cubicBezTo>
                  <a:pt x="160527" y="43314"/>
                  <a:pt x="160343" y="49639"/>
                  <a:pt x="160286" y="57355"/>
                </a:cubicBezTo>
                <a:cubicBezTo>
                  <a:pt x="160229" y="64389"/>
                  <a:pt x="160712" y="69949"/>
                  <a:pt x="161733" y="74033"/>
                </a:cubicBezTo>
                <a:cubicBezTo>
                  <a:pt x="162300" y="76529"/>
                  <a:pt x="164087" y="81522"/>
                  <a:pt x="167094" y="89010"/>
                </a:cubicBezTo>
                <a:cubicBezTo>
                  <a:pt x="167491" y="90031"/>
                  <a:pt x="168143" y="91535"/>
                  <a:pt x="169051" y="93520"/>
                </a:cubicBezTo>
                <a:lnTo>
                  <a:pt x="169562" y="94967"/>
                </a:lnTo>
                <a:cubicBezTo>
                  <a:pt x="169562" y="97236"/>
                  <a:pt x="168767" y="99108"/>
                  <a:pt x="167179" y="100583"/>
                </a:cubicBezTo>
                <a:cubicBezTo>
                  <a:pt x="165590" y="102058"/>
                  <a:pt x="163747" y="102796"/>
                  <a:pt x="161648" y="102796"/>
                </a:cubicBezTo>
                <a:moveTo>
                  <a:pt x="143948" y="43686"/>
                </a:moveTo>
                <a:cubicBezTo>
                  <a:pt x="143948" y="41252"/>
                  <a:pt x="144104" y="38607"/>
                  <a:pt x="144416" y="35751"/>
                </a:cubicBezTo>
                <a:cubicBezTo>
                  <a:pt x="144728" y="32893"/>
                  <a:pt x="145196" y="29852"/>
                  <a:pt x="145820" y="26627"/>
                </a:cubicBezTo>
                <a:cubicBezTo>
                  <a:pt x="143721" y="25551"/>
                  <a:pt x="141920" y="24758"/>
                  <a:pt x="140416" y="24250"/>
                </a:cubicBezTo>
                <a:cubicBezTo>
                  <a:pt x="138913" y="23741"/>
                  <a:pt x="137707" y="23486"/>
                  <a:pt x="136800" y="23486"/>
                </a:cubicBezTo>
                <a:cubicBezTo>
                  <a:pt x="128006" y="23486"/>
                  <a:pt x="120419" y="27065"/>
                  <a:pt x="114037" y="34222"/>
                </a:cubicBezTo>
                <a:cubicBezTo>
                  <a:pt x="107654" y="41379"/>
                  <a:pt x="104463" y="49625"/>
                  <a:pt x="104463" y="58961"/>
                </a:cubicBezTo>
                <a:cubicBezTo>
                  <a:pt x="104463" y="68240"/>
                  <a:pt x="106108" y="75199"/>
                  <a:pt x="109399" y="79838"/>
                </a:cubicBezTo>
                <a:cubicBezTo>
                  <a:pt x="112689" y="84478"/>
                  <a:pt x="117625" y="86798"/>
                  <a:pt x="124206" y="86798"/>
                </a:cubicBezTo>
                <a:cubicBezTo>
                  <a:pt x="129652" y="86798"/>
                  <a:pt x="134275" y="85808"/>
                  <a:pt x="138076" y="83827"/>
                </a:cubicBezTo>
                <a:cubicBezTo>
                  <a:pt x="140118" y="82753"/>
                  <a:pt x="142983" y="80603"/>
                  <a:pt x="146671" y="77379"/>
                </a:cubicBezTo>
                <a:cubicBezTo>
                  <a:pt x="144855" y="62384"/>
                  <a:pt x="143948" y="51153"/>
                  <a:pt x="143948" y="43686"/>
                </a:cubicBezTo>
                <a:close/>
                <a:moveTo>
                  <a:pt x="242031" y="31656"/>
                </a:moveTo>
                <a:cubicBezTo>
                  <a:pt x="238911" y="31656"/>
                  <a:pt x="236727" y="30613"/>
                  <a:pt x="235479" y="28528"/>
                </a:cubicBezTo>
                <a:cubicBezTo>
                  <a:pt x="234628" y="27064"/>
                  <a:pt x="233890" y="24022"/>
                  <a:pt x="233266" y="19402"/>
                </a:cubicBezTo>
                <a:cubicBezTo>
                  <a:pt x="229012" y="20478"/>
                  <a:pt x="222459" y="22461"/>
                  <a:pt x="213609" y="25351"/>
                </a:cubicBezTo>
                <a:cubicBezTo>
                  <a:pt x="204476" y="28978"/>
                  <a:pt x="199880" y="33454"/>
                  <a:pt x="199824" y="38780"/>
                </a:cubicBezTo>
                <a:cubicBezTo>
                  <a:pt x="201526" y="39404"/>
                  <a:pt x="203199" y="39858"/>
                  <a:pt x="204844" y="40141"/>
                </a:cubicBezTo>
                <a:cubicBezTo>
                  <a:pt x="217892" y="42464"/>
                  <a:pt x="227593" y="45665"/>
                  <a:pt x="233947" y="49746"/>
                </a:cubicBezTo>
                <a:cubicBezTo>
                  <a:pt x="243194" y="55698"/>
                  <a:pt x="247818" y="64313"/>
                  <a:pt x="247818" y="75592"/>
                </a:cubicBezTo>
                <a:cubicBezTo>
                  <a:pt x="247818" y="84830"/>
                  <a:pt x="243818" y="91801"/>
                  <a:pt x="235819" y="96504"/>
                </a:cubicBezTo>
                <a:cubicBezTo>
                  <a:pt x="229182" y="100358"/>
                  <a:pt x="220786" y="102285"/>
                  <a:pt x="210631" y="102285"/>
                </a:cubicBezTo>
                <a:cubicBezTo>
                  <a:pt x="203199" y="102285"/>
                  <a:pt x="196108" y="101037"/>
                  <a:pt x="189357" y="98541"/>
                </a:cubicBezTo>
                <a:cubicBezTo>
                  <a:pt x="180620" y="95364"/>
                  <a:pt x="176252" y="90939"/>
                  <a:pt x="176252" y="85266"/>
                </a:cubicBezTo>
                <a:cubicBezTo>
                  <a:pt x="176252" y="82997"/>
                  <a:pt x="177146" y="81011"/>
                  <a:pt x="178933" y="79309"/>
                </a:cubicBezTo>
                <a:cubicBezTo>
                  <a:pt x="180720" y="77607"/>
                  <a:pt x="182748" y="76756"/>
                  <a:pt x="185017" y="76756"/>
                </a:cubicBezTo>
                <a:cubicBezTo>
                  <a:pt x="186776" y="76756"/>
                  <a:pt x="189045" y="78118"/>
                  <a:pt x="191825" y="80841"/>
                </a:cubicBezTo>
                <a:cubicBezTo>
                  <a:pt x="193186" y="82146"/>
                  <a:pt x="196250" y="83224"/>
                  <a:pt x="201015" y="84075"/>
                </a:cubicBezTo>
                <a:cubicBezTo>
                  <a:pt x="204816" y="84755"/>
                  <a:pt x="208021" y="85096"/>
                  <a:pt x="210631" y="85096"/>
                </a:cubicBezTo>
                <a:cubicBezTo>
                  <a:pt x="215396" y="85096"/>
                  <a:pt x="219594" y="84529"/>
                  <a:pt x="223225" y="83397"/>
                </a:cubicBezTo>
                <a:cubicBezTo>
                  <a:pt x="228501" y="81753"/>
                  <a:pt x="231139" y="79147"/>
                  <a:pt x="231139" y="75578"/>
                </a:cubicBezTo>
                <a:cubicBezTo>
                  <a:pt x="231139" y="67872"/>
                  <a:pt x="225750" y="62659"/>
                  <a:pt x="214971" y="59939"/>
                </a:cubicBezTo>
                <a:lnTo>
                  <a:pt x="206121" y="57982"/>
                </a:lnTo>
                <a:cubicBezTo>
                  <a:pt x="198576" y="56335"/>
                  <a:pt x="193215" y="54405"/>
                  <a:pt x="190038" y="52190"/>
                </a:cubicBezTo>
                <a:cubicBezTo>
                  <a:pt x="185443" y="49012"/>
                  <a:pt x="183145" y="44216"/>
                  <a:pt x="183145" y="37804"/>
                </a:cubicBezTo>
                <a:cubicBezTo>
                  <a:pt x="183145" y="25940"/>
                  <a:pt x="188733" y="17482"/>
                  <a:pt x="199909" y="12429"/>
                </a:cubicBezTo>
                <a:cubicBezTo>
                  <a:pt x="203313" y="10898"/>
                  <a:pt x="208759" y="9068"/>
                  <a:pt x="216247" y="6941"/>
                </a:cubicBezTo>
                <a:cubicBezTo>
                  <a:pt x="223736" y="4811"/>
                  <a:pt x="229097" y="3008"/>
                  <a:pt x="232330" y="1532"/>
                </a:cubicBezTo>
                <a:cubicBezTo>
                  <a:pt x="234656" y="511"/>
                  <a:pt x="237181" y="0"/>
                  <a:pt x="239904" y="0"/>
                </a:cubicBezTo>
                <a:cubicBezTo>
                  <a:pt x="242343" y="0"/>
                  <a:pt x="244343" y="794"/>
                  <a:pt x="245903" y="2383"/>
                </a:cubicBezTo>
                <a:cubicBezTo>
                  <a:pt x="247463" y="3971"/>
                  <a:pt x="248243" y="6042"/>
                  <a:pt x="248243" y="8595"/>
                </a:cubicBezTo>
                <a:cubicBezTo>
                  <a:pt x="248243" y="10240"/>
                  <a:pt x="248598" y="12651"/>
                  <a:pt x="249307" y="15828"/>
                </a:cubicBezTo>
                <a:cubicBezTo>
                  <a:pt x="250016" y="19005"/>
                  <a:pt x="250371" y="21416"/>
                  <a:pt x="250371" y="23061"/>
                </a:cubicBezTo>
                <a:cubicBezTo>
                  <a:pt x="250371" y="25614"/>
                  <a:pt x="249591" y="27684"/>
                  <a:pt x="248031" y="29273"/>
                </a:cubicBezTo>
                <a:cubicBezTo>
                  <a:pt x="246470" y="30861"/>
                  <a:pt x="244471" y="31656"/>
                  <a:pt x="242031" y="316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thiscanonlyevaluatethe">
            <a:extLst xmlns:a="http://schemas.openxmlformats.org/drawingml/2006/main">
              <a:ext uri="{FF2B5EF4-FFF2-40B4-BE49-F238E27FC236}">
                <a16:creationId xmlns:a16="http://schemas.microsoft.com/office/drawing/2014/main" id="{83A1F446-EA61-4E5C-86DD-C1ECB3F3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44" y="4868398"/>
            <a:ext cx="2064139" cy="186360"/>
          </a:xfrm>
          <a:custGeom xmlns:a="http://schemas.openxmlformats.org/drawingml/2006/main">
            <a:pathLst>
              <a:path w="2064139" h="186360">
                <a:moveTo>
                  <a:pt x="63226" y="64577"/>
                </a:moveTo>
                <a:cubicBezTo>
                  <a:pt x="62035" y="64577"/>
                  <a:pt x="60631" y="64520"/>
                  <a:pt x="59014" y="64407"/>
                </a:cubicBezTo>
                <a:cubicBezTo>
                  <a:pt x="57397" y="64292"/>
                  <a:pt x="55993" y="64234"/>
                  <a:pt x="54802" y="64234"/>
                </a:cubicBezTo>
                <a:cubicBezTo>
                  <a:pt x="53497" y="64234"/>
                  <a:pt x="49639" y="64664"/>
                  <a:pt x="43229" y="65524"/>
                </a:cubicBezTo>
                <a:lnTo>
                  <a:pt x="44845" y="115760"/>
                </a:lnTo>
                <a:lnTo>
                  <a:pt x="44931" y="119501"/>
                </a:lnTo>
                <a:lnTo>
                  <a:pt x="45016" y="123836"/>
                </a:lnTo>
                <a:cubicBezTo>
                  <a:pt x="45243" y="136245"/>
                  <a:pt x="42264" y="142450"/>
                  <a:pt x="36081" y="142450"/>
                </a:cubicBezTo>
                <a:cubicBezTo>
                  <a:pt x="33811" y="142450"/>
                  <a:pt x="31840" y="141714"/>
                  <a:pt x="30166" y="140240"/>
                </a:cubicBezTo>
                <a:cubicBezTo>
                  <a:pt x="28493" y="138767"/>
                  <a:pt x="27656" y="136925"/>
                  <a:pt x="27656" y="134715"/>
                </a:cubicBezTo>
                <a:cubicBezTo>
                  <a:pt x="27656" y="132562"/>
                  <a:pt x="27741" y="129333"/>
                  <a:pt x="27911" y="125027"/>
                </a:cubicBezTo>
                <a:cubicBezTo>
                  <a:pt x="28082" y="120719"/>
                  <a:pt x="28167" y="117488"/>
                  <a:pt x="28167" y="115334"/>
                </a:cubicBezTo>
                <a:lnTo>
                  <a:pt x="26465" y="65694"/>
                </a:lnTo>
                <a:cubicBezTo>
                  <a:pt x="22323" y="65524"/>
                  <a:pt x="16026" y="65039"/>
                  <a:pt x="7574" y="64239"/>
                </a:cubicBezTo>
                <a:cubicBezTo>
                  <a:pt x="2525" y="63555"/>
                  <a:pt x="0" y="60734"/>
                  <a:pt x="0" y="55775"/>
                </a:cubicBezTo>
                <a:cubicBezTo>
                  <a:pt x="0" y="53266"/>
                  <a:pt x="766" y="51187"/>
                  <a:pt x="2298" y="49536"/>
                </a:cubicBezTo>
                <a:cubicBezTo>
                  <a:pt x="3829" y="47884"/>
                  <a:pt x="5787" y="47058"/>
                  <a:pt x="8169" y="47058"/>
                </a:cubicBezTo>
                <a:lnTo>
                  <a:pt x="26039" y="48505"/>
                </a:lnTo>
                <a:cubicBezTo>
                  <a:pt x="26039" y="45602"/>
                  <a:pt x="25912" y="41720"/>
                  <a:pt x="25656" y="36857"/>
                </a:cubicBezTo>
                <a:cubicBezTo>
                  <a:pt x="25401" y="31992"/>
                  <a:pt x="25273" y="28480"/>
                  <a:pt x="25273" y="26319"/>
                </a:cubicBezTo>
                <a:cubicBezTo>
                  <a:pt x="25273" y="23929"/>
                  <a:pt x="26096" y="21952"/>
                  <a:pt x="27741" y="20388"/>
                </a:cubicBezTo>
                <a:cubicBezTo>
                  <a:pt x="29386" y="18823"/>
                  <a:pt x="31400" y="18040"/>
                  <a:pt x="33783" y="18040"/>
                </a:cubicBezTo>
                <a:cubicBezTo>
                  <a:pt x="38889" y="18040"/>
                  <a:pt x="41867" y="22210"/>
                  <a:pt x="42718" y="30549"/>
                </a:cubicBezTo>
                <a:cubicBezTo>
                  <a:pt x="42888" y="32648"/>
                  <a:pt x="42973" y="35173"/>
                  <a:pt x="42973" y="38123"/>
                </a:cubicBezTo>
                <a:lnTo>
                  <a:pt x="42803" y="43058"/>
                </a:lnTo>
                <a:lnTo>
                  <a:pt x="42718" y="48334"/>
                </a:lnTo>
                <a:cubicBezTo>
                  <a:pt x="49753" y="47427"/>
                  <a:pt x="53781" y="46973"/>
                  <a:pt x="54802" y="46973"/>
                </a:cubicBezTo>
                <a:cubicBezTo>
                  <a:pt x="60702" y="46973"/>
                  <a:pt x="64559" y="47257"/>
                  <a:pt x="66375" y="47824"/>
                </a:cubicBezTo>
                <a:cubicBezTo>
                  <a:pt x="69835" y="48966"/>
                  <a:pt x="71566" y="51657"/>
                  <a:pt x="71566" y="55897"/>
                </a:cubicBezTo>
                <a:cubicBezTo>
                  <a:pt x="71566" y="58418"/>
                  <a:pt x="70786" y="60495"/>
                  <a:pt x="69225" y="62128"/>
                </a:cubicBezTo>
                <a:cubicBezTo>
                  <a:pt x="67665" y="63761"/>
                  <a:pt x="65666" y="64577"/>
                  <a:pt x="63226" y="64577"/>
                </a:cubicBezTo>
                <a:close/>
                <a:moveTo>
                  <a:pt x="160303" y="142280"/>
                </a:moveTo>
                <a:cubicBezTo>
                  <a:pt x="156276" y="142280"/>
                  <a:pt x="153638" y="140127"/>
                  <a:pt x="152389" y="135821"/>
                </a:cubicBezTo>
                <a:cubicBezTo>
                  <a:pt x="151085" y="131174"/>
                  <a:pt x="149893" y="124572"/>
                  <a:pt x="148815" y="116015"/>
                </a:cubicBezTo>
                <a:cubicBezTo>
                  <a:pt x="147794" y="107798"/>
                  <a:pt x="147284" y="101055"/>
                  <a:pt x="147284" y="95786"/>
                </a:cubicBezTo>
                <a:cubicBezTo>
                  <a:pt x="147284" y="94313"/>
                  <a:pt x="147355" y="92075"/>
                  <a:pt x="147496" y="89071"/>
                </a:cubicBezTo>
                <a:cubicBezTo>
                  <a:pt x="147638" y="86066"/>
                  <a:pt x="147709" y="83827"/>
                  <a:pt x="147709" y="82354"/>
                </a:cubicBezTo>
                <a:cubicBezTo>
                  <a:pt x="147709" y="71701"/>
                  <a:pt x="145043" y="66375"/>
                  <a:pt x="139710" y="66375"/>
                </a:cubicBezTo>
                <a:cubicBezTo>
                  <a:pt x="132505" y="66375"/>
                  <a:pt x="126067" y="69637"/>
                  <a:pt x="120393" y="76161"/>
                </a:cubicBezTo>
                <a:cubicBezTo>
                  <a:pt x="117500" y="79508"/>
                  <a:pt x="113529" y="85890"/>
                  <a:pt x="108480" y="95307"/>
                </a:cubicBezTo>
                <a:cubicBezTo>
                  <a:pt x="108480" y="116879"/>
                  <a:pt x="107572" y="129647"/>
                  <a:pt x="105757" y="133611"/>
                </a:cubicBezTo>
                <a:cubicBezTo>
                  <a:pt x="104169" y="137121"/>
                  <a:pt x="101701" y="138876"/>
                  <a:pt x="98354" y="138876"/>
                </a:cubicBezTo>
                <a:cubicBezTo>
                  <a:pt x="96028" y="138876"/>
                  <a:pt x="93985" y="138082"/>
                  <a:pt x="92227" y="136494"/>
                </a:cubicBezTo>
                <a:cubicBezTo>
                  <a:pt x="90468" y="134905"/>
                  <a:pt x="89589" y="132976"/>
                  <a:pt x="89589" y="130707"/>
                </a:cubicBezTo>
                <a:cubicBezTo>
                  <a:pt x="89589" y="129913"/>
                  <a:pt x="89844" y="128665"/>
                  <a:pt x="90355" y="126963"/>
                </a:cubicBezTo>
                <a:cubicBezTo>
                  <a:pt x="90809" y="125545"/>
                  <a:pt x="91121" y="121403"/>
                  <a:pt x="91291" y="114539"/>
                </a:cubicBezTo>
                <a:lnTo>
                  <a:pt x="91546" y="101945"/>
                </a:lnTo>
                <a:lnTo>
                  <a:pt x="91801" y="39399"/>
                </a:lnTo>
                <a:cubicBezTo>
                  <a:pt x="92198" y="32365"/>
                  <a:pt x="92397" y="27628"/>
                  <a:pt x="92397" y="25188"/>
                </a:cubicBezTo>
                <a:cubicBezTo>
                  <a:pt x="92397" y="22295"/>
                  <a:pt x="92127" y="19558"/>
                  <a:pt x="91589" y="16977"/>
                </a:cubicBezTo>
                <a:cubicBezTo>
                  <a:pt x="91050" y="14395"/>
                  <a:pt x="90780" y="11715"/>
                  <a:pt x="90780" y="8935"/>
                </a:cubicBezTo>
                <a:cubicBezTo>
                  <a:pt x="90780" y="6552"/>
                  <a:pt x="91603" y="4581"/>
                  <a:pt x="93248" y="3021"/>
                </a:cubicBezTo>
                <a:cubicBezTo>
                  <a:pt x="94893" y="1461"/>
                  <a:pt x="96907" y="681"/>
                  <a:pt x="99290" y="681"/>
                </a:cubicBezTo>
                <a:cubicBezTo>
                  <a:pt x="103942" y="681"/>
                  <a:pt x="106665" y="3177"/>
                  <a:pt x="107459" y="8169"/>
                </a:cubicBezTo>
                <a:cubicBezTo>
                  <a:pt x="108367" y="13672"/>
                  <a:pt x="108820" y="18636"/>
                  <a:pt x="108820" y="23061"/>
                </a:cubicBezTo>
                <a:cubicBezTo>
                  <a:pt x="108820" y="29018"/>
                  <a:pt x="108622" y="35230"/>
                  <a:pt x="108225" y="41697"/>
                </a:cubicBezTo>
                <a:cubicBezTo>
                  <a:pt x="107884" y="47881"/>
                  <a:pt x="107743" y="54093"/>
                  <a:pt x="107799" y="60333"/>
                </a:cubicBezTo>
                <a:lnTo>
                  <a:pt x="107884" y="67821"/>
                </a:lnTo>
                <a:cubicBezTo>
                  <a:pt x="112536" y="61581"/>
                  <a:pt x="117514" y="56915"/>
                  <a:pt x="122819" y="53823"/>
                </a:cubicBezTo>
                <a:cubicBezTo>
                  <a:pt x="128123" y="50731"/>
                  <a:pt x="133754" y="49185"/>
                  <a:pt x="139710" y="49185"/>
                </a:cubicBezTo>
                <a:cubicBezTo>
                  <a:pt x="149127" y="49185"/>
                  <a:pt x="155595" y="52249"/>
                  <a:pt x="159112" y="58376"/>
                </a:cubicBezTo>
                <a:cubicBezTo>
                  <a:pt x="161608" y="62687"/>
                  <a:pt x="163026" y="69949"/>
                  <a:pt x="163367" y="80160"/>
                </a:cubicBezTo>
                <a:lnTo>
                  <a:pt x="164048" y="96414"/>
                </a:lnTo>
                <a:lnTo>
                  <a:pt x="165750" y="114113"/>
                </a:lnTo>
                <a:cubicBezTo>
                  <a:pt x="166544" y="120751"/>
                  <a:pt x="167508" y="126594"/>
                  <a:pt x="168643" y="131643"/>
                </a:cubicBezTo>
                <a:cubicBezTo>
                  <a:pt x="168870" y="132608"/>
                  <a:pt x="168983" y="133430"/>
                  <a:pt x="168983" y="134111"/>
                </a:cubicBezTo>
                <a:cubicBezTo>
                  <a:pt x="168983" y="136437"/>
                  <a:pt x="168132" y="138380"/>
                  <a:pt x="166430" y="139940"/>
                </a:cubicBezTo>
                <a:cubicBezTo>
                  <a:pt x="164728" y="141500"/>
                  <a:pt x="162686" y="142280"/>
                  <a:pt x="160303" y="142280"/>
                </a:cubicBezTo>
                <a:close/>
                <a:moveTo>
                  <a:pt x="205540" y="29273"/>
                </a:moveTo>
                <a:cubicBezTo>
                  <a:pt x="202817" y="29273"/>
                  <a:pt x="200463" y="28309"/>
                  <a:pt x="198477" y="26380"/>
                </a:cubicBezTo>
                <a:cubicBezTo>
                  <a:pt x="196492" y="24451"/>
                  <a:pt x="195499" y="22125"/>
                  <a:pt x="195499" y="19402"/>
                </a:cubicBezTo>
                <a:cubicBezTo>
                  <a:pt x="195499" y="16679"/>
                  <a:pt x="196492" y="14353"/>
                  <a:pt x="198477" y="12424"/>
                </a:cubicBezTo>
                <a:cubicBezTo>
                  <a:pt x="200463" y="10495"/>
                  <a:pt x="202817" y="9531"/>
                  <a:pt x="205540" y="9531"/>
                </a:cubicBezTo>
                <a:cubicBezTo>
                  <a:pt x="208263" y="9531"/>
                  <a:pt x="210604" y="10495"/>
                  <a:pt x="212561" y="12424"/>
                </a:cubicBezTo>
                <a:cubicBezTo>
                  <a:pt x="214518" y="14353"/>
                  <a:pt x="215497" y="16679"/>
                  <a:pt x="215497" y="19402"/>
                </a:cubicBezTo>
                <a:cubicBezTo>
                  <a:pt x="215497" y="22125"/>
                  <a:pt x="214518" y="24451"/>
                  <a:pt x="212561" y="26380"/>
                </a:cubicBezTo>
                <a:cubicBezTo>
                  <a:pt x="210604" y="28309"/>
                  <a:pt x="208263" y="29273"/>
                  <a:pt x="205540" y="29273"/>
                </a:cubicBezTo>
                <a:moveTo>
                  <a:pt x="209370" y="98419"/>
                </a:moveTo>
                <a:cubicBezTo>
                  <a:pt x="209370" y="101826"/>
                  <a:pt x="209469" y="106923"/>
                  <a:pt x="209667" y="113709"/>
                </a:cubicBezTo>
                <a:cubicBezTo>
                  <a:pt x="209866" y="120494"/>
                  <a:pt x="209965" y="125590"/>
                  <a:pt x="209965" y="128997"/>
                </a:cubicBezTo>
                <a:cubicBezTo>
                  <a:pt x="209965" y="131495"/>
                  <a:pt x="209199" y="133539"/>
                  <a:pt x="207668" y="135129"/>
                </a:cubicBezTo>
                <a:cubicBezTo>
                  <a:pt x="206136" y="136720"/>
                  <a:pt x="204122" y="137515"/>
                  <a:pt x="201626" y="137515"/>
                </a:cubicBezTo>
                <a:cubicBezTo>
                  <a:pt x="199187" y="137515"/>
                  <a:pt x="197187" y="136720"/>
                  <a:pt x="195627" y="135129"/>
                </a:cubicBezTo>
                <a:cubicBezTo>
                  <a:pt x="194067" y="133539"/>
                  <a:pt x="193287" y="131495"/>
                  <a:pt x="193287" y="128997"/>
                </a:cubicBezTo>
                <a:cubicBezTo>
                  <a:pt x="193287" y="125590"/>
                  <a:pt x="193187" y="120494"/>
                  <a:pt x="192989" y="113709"/>
                </a:cubicBezTo>
                <a:cubicBezTo>
                  <a:pt x="192790" y="106923"/>
                  <a:pt x="192691" y="101826"/>
                  <a:pt x="192691" y="98419"/>
                </a:cubicBezTo>
                <a:cubicBezTo>
                  <a:pt x="192691" y="93081"/>
                  <a:pt x="192975" y="86423"/>
                  <a:pt x="193542" y="78445"/>
                </a:cubicBezTo>
                <a:cubicBezTo>
                  <a:pt x="194109" y="70466"/>
                  <a:pt x="194393" y="63807"/>
                  <a:pt x="194393" y="58469"/>
                </a:cubicBezTo>
                <a:cubicBezTo>
                  <a:pt x="194393" y="55914"/>
                  <a:pt x="195173" y="53842"/>
                  <a:pt x="196733" y="52251"/>
                </a:cubicBezTo>
                <a:cubicBezTo>
                  <a:pt x="198293" y="50661"/>
                  <a:pt x="200293" y="49866"/>
                  <a:pt x="202732" y="49866"/>
                </a:cubicBezTo>
                <a:cubicBezTo>
                  <a:pt x="205172" y="49866"/>
                  <a:pt x="207171" y="50661"/>
                  <a:pt x="208731" y="52251"/>
                </a:cubicBezTo>
                <a:cubicBezTo>
                  <a:pt x="210292" y="53842"/>
                  <a:pt x="211072" y="55914"/>
                  <a:pt x="211072" y="58469"/>
                </a:cubicBezTo>
                <a:cubicBezTo>
                  <a:pt x="211072" y="63807"/>
                  <a:pt x="210788" y="70466"/>
                  <a:pt x="210221" y="78445"/>
                </a:cubicBezTo>
                <a:cubicBezTo>
                  <a:pt x="209653" y="86423"/>
                  <a:pt x="209370" y="93081"/>
                  <a:pt x="209370" y="98419"/>
                </a:cubicBezTo>
                <a:close/>
                <a:moveTo>
                  <a:pt x="294653" y="71480"/>
                </a:moveTo>
                <a:cubicBezTo>
                  <a:pt x="291532" y="71480"/>
                  <a:pt x="289348" y="70438"/>
                  <a:pt x="288100" y="68353"/>
                </a:cubicBezTo>
                <a:cubicBezTo>
                  <a:pt x="287249" y="66889"/>
                  <a:pt x="286512" y="63847"/>
                  <a:pt x="285888" y="59227"/>
                </a:cubicBezTo>
                <a:cubicBezTo>
                  <a:pt x="281633" y="60303"/>
                  <a:pt x="275081" y="62286"/>
                  <a:pt x="266231" y="65175"/>
                </a:cubicBezTo>
                <a:cubicBezTo>
                  <a:pt x="257097" y="68803"/>
                  <a:pt x="252502" y="73279"/>
                  <a:pt x="252445" y="78605"/>
                </a:cubicBezTo>
                <a:cubicBezTo>
                  <a:pt x="254147" y="79229"/>
                  <a:pt x="255821" y="79682"/>
                  <a:pt x="257466" y="79966"/>
                </a:cubicBezTo>
                <a:cubicBezTo>
                  <a:pt x="270514" y="82289"/>
                  <a:pt x="280215" y="85490"/>
                  <a:pt x="286569" y="89571"/>
                </a:cubicBezTo>
                <a:cubicBezTo>
                  <a:pt x="295816" y="95523"/>
                  <a:pt x="300439" y="104138"/>
                  <a:pt x="300439" y="115416"/>
                </a:cubicBezTo>
                <a:cubicBezTo>
                  <a:pt x="300439" y="124655"/>
                  <a:pt x="296440" y="131625"/>
                  <a:pt x="288441" y="136329"/>
                </a:cubicBezTo>
                <a:cubicBezTo>
                  <a:pt x="281803" y="140183"/>
                  <a:pt x="273407" y="142110"/>
                  <a:pt x="263252" y="142110"/>
                </a:cubicBezTo>
                <a:cubicBezTo>
                  <a:pt x="255821" y="142110"/>
                  <a:pt x="248729" y="140862"/>
                  <a:pt x="241978" y="138366"/>
                </a:cubicBezTo>
                <a:cubicBezTo>
                  <a:pt x="233242" y="135189"/>
                  <a:pt x="228874" y="130764"/>
                  <a:pt x="228874" y="125091"/>
                </a:cubicBezTo>
                <a:cubicBezTo>
                  <a:pt x="228874" y="122822"/>
                  <a:pt x="229767" y="120836"/>
                  <a:pt x="231554" y="119134"/>
                </a:cubicBezTo>
                <a:cubicBezTo>
                  <a:pt x="233341" y="117432"/>
                  <a:pt x="235369" y="116581"/>
                  <a:pt x="237638" y="116581"/>
                </a:cubicBezTo>
                <a:cubicBezTo>
                  <a:pt x="239397" y="116581"/>
                  <a:pt x="241666" y="117943"/>
                  <a:pt x="244446" y="120666"/>
                </a:cubicBezTo>
                <a:cubicBezTo>
                  <a:pt x="245808" y="121971"/>
                  <a:pt x="248871" y="123048"/>
                  <a:pt x="253636" y="123899"/>
                </a:cubicBezTo>
                <a:cubicBezTo>
                  <a:pt x="257437" y="124580"/>
                  <a:pt x="260643" y="124921"/>
                  <a:pt x="263252" y="124921"/>
                </a:cubicBezTo>
                <a:cubicBezTo>
                  <a:pt x="268018" y="124921"/>
                  <a:pt x="272216" y="124354"/>
                  <a:pt x="275846" y="123221"/>
                </a:cubicBezTo>
                <a:cubicBezTo>
                  <a:pt x="281122" y="121578"/>
                  <a:pt x="283760" y="118972"/>
                  <a:pt x="283760" y="115403"/>
                </a:cubicBezTo>
                <a:cubicBezTo>
                  <a:pt x="283760" y="107697"/>
                  <a:pt x="278371" y="102484"/>
                  <a:pt x="267592" y="99764"/>
                </a:cubicBezTo>
                <a:lnTo>
                  <a:pt x="258742" y="97807"/>
                </a:lnTo>
                <a:cubicBezTo>
                  <a:pt x="251197" y="96160"/>
                  <a:pt x="245836" y="94229"/>
                  <a:pt x="242659" y="92015"/>
                </a:cubicBezTo>
                <a:cubicBezTo>
                  <a:pt x="238064" y="88836"/>
                  <a:pt x="235766" y="84041"/>
                  <a:pt x="235766" y="77629"/>
                </a:cubicBezTo>
                <a:cubicBezTo>
                  <a:pt x="235766" y="65765"/>
                  <a:pt x="241354" y="57307"/>
                  <a:pt x="252530" y="52254"/>
                </a:cubicBezTo>
                <a:cubicBezTo>
                  <a:pt x="255934" y="50722"/>
                  <a:pt x="261380" y="48893"/>
                  <a:pt x="268869" y="46765"/>
                </a:cubicBezTo>
                <a:cubicBezTo>
                  <a:pt x="276357" y="44636"/>
                  <a:pt x="281718" y="42833"/>
                  <a:pt x="284952" y="41357"/>
                </a:cubicBezTo>
                <a:cubicBezTo>
                  <a:pt x="287278" y="40335"/>
                  <a:pt x="289802" y="39825"/>
                  <a:pt x="292525" y="39825"/>
                </a:cubicBezTo>
                <a:cubicBezTo>
                  <a:pt x="294965" y="39825"/>
                  <a:pt x="296964" y="40619"/>
                  <a:pt x="298525" y="42208"/>
                </a:cubicBezTo>
                <a:cubicBezTo>
                  <a:pt x="300085" y="43796"/>
                  <a:pt x="300865" y="45867"/>
                  <a:pt x="300865" y="48419"/>
                </a:cubicBezTo>
                <a:cubicBezTo>
                  <a:pt x="300865" y="50065"/>
                  <a:pt x="301219" y="52476"/>
                  <a:pt x="301928" y="55653"/>
                </a:cubicBezTo>
                <a:cubicBezTo>
                  <a:pt x="302637" y="58830"/>
                  <a:pt x="302992" y="61241"/>
                  <a:pt x="302992" y="62886"/>
                </a:cubicBezTo>
                <a:cubicBezTo>
                  <a:pt x="302992" y="65439"/>
                  <a:pt x="302212" y="67509"/>
                  <a:pt x="300652" y="69098"/>
                </a:cubicBezTo>
                <a:cubicBezTo>
                  <a:pt x="299092" y="70686"/>
                  <a:pt x="297092" y="71480"/>
                  <a:pt x="294653" y="71480"/>
                </a:cubicBezTo>
                <a:close/>
                <a:moveTo>
                  <a:pt x="412832" y="142450"/>
                </a:moveTo>
                <a:cubicBezTo>
                  <a:pt x="401202" y="142450"/>
                  <a:pt x="391501" y="138927"/>
                  <a:pt x="383729" y="131880"/>
                </a:cubicBezTo>
                <a:cubicBezTo>
                  <a:pt x="375560" y="124492"/>
                  <a:pt x="371475" y="114745"/>
                  <a:pt x="371475" y="102639"/>
                </a:cubicBezTo>
                <a:cubicBezTo>
                  <a:pt x="371475" y="91103"/>
                  <a:pt x="375304" y="79198"/>
                  <a:pt x="382963" y="66923"/>
                </a:cubicBezTo>
                <a:cubicBezTo>
                  <a:pt x="391473" y="53282"/>
                  <a:pt x="401060" y="46462"/>
                  <a:pt x="411725" y="46462"/>
                </a:cubicBezTo>
                <a:cubicBezTo>
                  <a:pt x="417285" y="46462"/>
                  <a:pt x="423497" y="47772"/>
                  <a:pt x="430361" y="50390"/>
                </a:cubicBezTo>
                <a:cubicBezTo>
                  <a:pt x="439041" y="53750"/>
                  <a:pt x="443381" y="57848"/>
                  <a:pt x="443381" y="62686"/>
                </a:cubicBezTo>
                <a:cubicBezTo>
                  <a:pt x="443381" y="64849"/>
                  <a:pt x="442672" y="66771"/>
                  <a:pt x="441254" y="68452"/>
                </a:cubicBezTo>
                <a:cubicBezTo>
                  <a:pt x="439835" y="70130"/>
                  <a:pt x="438077" y="70970"/>
                  <a:pt x="435978" y="70970"/>
                </a:cubicBezTo>
                <a:cubicBezTo>
                  <a:pt x="434333" y="70970"/>
                  <a:pt x="432900" y="70469"/>
                  <a:pt x="431680" y="69467"/>
                </a:cubicBezTo>
                <a:cubicBezTo>
                  <a:pt x="430461" y="68464"/>
                  <a:pt x="429284" y="67475"/>
                  <a:pt x="428149" y="66500"/>
                </a:cubicBezTo>
                <a:cubicBezTo>
                  <a:pt x="424802" y="63807"/>
                  <a:pt x="419327" y="62460"/>
                  <a:pt x="411725" y="62460"/>
                </a:cubicBezTo>
                <a:cubicBezTo>
                  <a:pt x="405939" y="62460"/>
                  <a:pt x="400209" y="67637"/>
                  <a:pt x="394536" y="77990"/>
                </a:cubicBezTo>
                <a:cubicBezTo>
                  <a:pt x="389374" y="87489"/>
                  <a:pt x="386792" y="95708"/>
                  <a:pt x="386792" y="102647"/>
                </a:cubicBezTo>
                <a:cubicBezTo>
                  <a:pt x="386792" y="110155"/>
                  <a:pt x="389345" y="116071"/>
                  <a:pt x="394451" y="120395"/>
                </a:cubicBezTo>
                <a:cubicBezTo>
                  <a:pt x="399216" y="124433"/>
                  <a:pt x="405343" y="126452"/>
                  <a:pt x="412832" y="126452"/>
                </a:cubicBezTo>
                <a:cubicBezTo>
                  <a:pt x="416236" y="126452"/>
                  <a:pt x="419866" y="125545"/>
                  <a:pt x="423724" y="123729"/>
                </a:cubicBezTo>
                <a:lnTo>
                  <a:pt x="433595" y="118453"/>
                </a:lnTo>
                <a:cubicBezTo>
                  <a:pt x="435297" y="117546"/>
                  <a:pt x="436517" y="117092"/>
                  <a:pt x="437254" y="117092"/>
                </a:cubicBezTo>
                <a:cubicBezTo>
                  <a:pt x="439353" y="117092"/>
                  <a:pt x="441169" y="117929"/>
                  <a:pt x="442700" y="119602"/>
                </a:cubicBezTo>
                <a:cubicBezTo>
                  <a:pt x="444232" y="121276"/>
                  <a:pt x="444998" y="123190"/>
                  <a:pt x="444998" y="125346"/>
                </a:cubicBezTo>
                <a:cubicBezTo>
                  <a:pt x="444998" y="129487"/>
                  <a:pt x="440630" y="133487"/>
                  <a:pt x="431893" y="137345"/>
                </a:cubicBezTo>
                <a:cubicBezTo>
                  <a:pt x="424235" y="140748"/>
                  <a:pt x="417881" y="142450"/>
                  <a:pt x="412832" y="142450"/>
                </a:cubicBezTo>
                <a:close/>
                <a:moveTo>
                  <a:pt x="530058" y="142621"/>
                </a:moveTo>
                <a:cubicBezTo>
                  <a:pt x="528980" y="142621"/>
                  <a:pt x="527022" y="141362"/>
                  <a:pt x="524186" y="138844"/>
                </a:cubicBezTo>
                <a:cubicBezTo>
                  <a:pt x="521633" y="136499"/>
                  <a:pt x="519733" y="134411"/>
                  <a:pt x="518485" y="132579"/>
                </a:cubicBezTo>
                <a:cubicBezTo>
                  <a:pt x="513038" y="135558"/>
                  <a:pt x="508245" y="137806"/>
                  <a:pt x="504103" y="139323"/>
                </a:cubicBezTo>
                <a:cubicBezTo>
                  <a:pt x="499962" y="140841"/>
                  <a:pt x="496501" y="141599"/>
                  <a:pt x="493722" y="141599"/>
                </a:cubicBezTo>
                <a:cubicBezTo>
                  <a:pt x="480447" y="141599"/>
                  <a:pt x="470774" y="137855"/>
                  <a:pt x="464704" y="130367"/>
                </a:cubicBezTo>
                <a:cubicBezTo>
                  <a:pt x="458974" y="123332"/>
                  <a:pt x="456109" y="112553"/>
                  <a:pt x="456109" y="98030"/>
                </a:cubicBezTo>
                <a:cubicBezTo>
                  <a:pt x="456109" y="84302"/>
                  <a:pt x="460832" y="72558"/>
                  <a:pt x="470278" y="62801"/>
                </a:cubicBezTo>
                <a:cubicBezTo>
                  <a:pt x="479723" y="53043"/>
                  <a:pt x="490999" y="48164"/>
                  <a:pt x="504103" y="48164"/>
                </a:cubicBezTo>
                <a:cubicBezTo>
                  <a:pt x="509039" y="48164"/>
                  <a:pt x="514570" y="49441"/>
                  <a:pt x="520697" y="51994"/>
                </a:cubicBezTo>
                <a:cubicBezTo>
                  <a:pt x="528412" y="55170"/>
                  <a:pt x="532270" y="59000"/>
                  <a:pt x="532270" y="63481"/>
                </a:cubicBezTo>
                <a:cubicBezTo>
                  <a:pt x="532270" y="65013"/>
                  <a:pt x="531703" y="66375"/>
                  <a:pt x="530568" y="67566"/>
                </a:cubicBezTo>
                <a:cubicBezTo>
                  <a:pt x="530001" y="69722"/>
                  <a:pt x="529561" y="73267"/>
                  <a:pt x="529249" y="78203"/>
                </a:cubicBezTo>
                <a:cubicBezTo>
                  <a:pt x="528937" y="83139"/>
                  <a:pt x="528753" y="89464"/>
                  <a:pt x="528696" y="97179"/>
                </a:cubicBezTo>
                <a:cubicBezTo>
                  <a:pt x="528639" y="104214"/>
                  <a:pt x="529121" y="109774"/>
                  <a:pt x="530143" y="113858"/>
                </a:cubicBezTo>
                <a:cubicBezTo>
                  <a:pt x="530710" y="116354"/>
                  <a:pt x="532497" y="121347"/>
                  <a:pt x="535504" y="128835"/>
                </a:cubicBezTo>
                <a:cubicBezTo>
                  <a:pt x="535901" y="129856"/>
                  <a:pt x="536553" y="131360"/>
                  <a:pt x="537461" y="133345"/>
                </a:cubicBezTo>
                <a:lnTo>
                  <a:pt x="537971" y="134792"/>
                </a:lnTo>
                <a:cubicBezTo>
                  <a:pt x="537971" y="137061"/>
                  <a:pt x="537177" y="138933"/>
                  <a:pt x="535589" y="140408"/>
                </a:cubicBezTo>
                <a:cubicBezTo>
                  <a:pt x="534000" y="141883"/>
                  <a:pt x="532157" y="142621"/>
                  <a:pt x="530058" y="142621"/>
                </a:cubicBezTo>
                <a:moveTo>
                  <a:pt x="512358" y="83511"/>
                </a:moveTo>
                <a:cubicBezTo>
                  <a:pt x="512358" y="81077"/>
                  <a:pt x="512514" y="78432"/>
                  <a:pt x="512826" y="75576"/>
                </a:cubicBezTo>
                <a:cubicBezTo>
                  <a:pt x="513138" y="72718"/>
                  <a:pt x="513606" y="69677"/>
                  <a:pt x="514230" y="66452"/>
                </a:cubicBezTo>
                <a:cubicBezTo>
                  <a:pt x="512131" y="65376"/>
                  <a:pt x="510329" y="64583"/>
                  <a:pt x="508826" y="64074"/>
                </a:cubicBezTo>
                <a:cubicBezTo>
                  <a:pt x="507323" y="63566"/>
                  <a:pt x="506117" y="63311"/>
                  <a:pt x="505210" y="63311"/>
                </a:cubicBezTo>
                <a:cubicBezTo>
                  <a:pt x="496416" y="63311"/>
                  <a:pt x="488829" y="66890"/>
                  <a:pt x="482446" y="74047"/>
                </a:cubicBezTo>
                <a:cubicBezTo>
                  <a:pt x="476064" y="81204"/>
                  <a:pt x="472873" y="89450"/>
                  <a:pt x="472873" y="98786"/>
                </a:cubicBezTo>
                <a:cubicBezTo>
                  <a:pt x="472873" y="108065"/>
                  <a:pt x="474518" y="115024"/>
                  <a:pt x="477809" y="119663"/>
                </a:cubicBezTo>
                <a:cubicBezTo>
                  <a:pt x="481099" y="124303"/>
                  <a:pt x="486035" y="126623"/>
                  <a:pt x="492615" y="126623"/>
                </a:cubicBezTo>
                <a:cubicBezTo>
                  <a:pt x="498062" y="126623"/>
                  <a:pt x="502685" y="125632"/>
                  <a:pt x="506486" y="123652"/>
                </a:cubicBezTo>
                <a:cubicBezTo>
                  <a:pt x="508528" y="122578"/>
                  <a:pt x="511393" y="120428"/>
                  <a:pt x="515081" y="117203"/>
                </a:cubicBezTo>
                <a:cubicBezTo>
                  <a:pt x="513265" y="102209"/>
                  <a:pt x="512358" y="90978"/>
                  <a:pt x="512358" y="83511"/>
                </a:cubicBezTo>
                <a:close/>
                <a:moveTo>
                  <a:pt x="618096" y="143131"/>
                </a:moveTo>
                <a:cubicBezTo>
                  <a:pt x="613217" y="143131"/>
                  <a:pt x="610465" y="140459"/>
                  <a:pt x="609841" y="135116"/>
                </a:cubicBezTo>
                <a:lnTo>
                  <a:pt x="607459" y="116440"/>
                </a:lnTo>
                <a:cubicBezTo>
                  <a:pt x="606664" y="109789"/>
                  <a:pt x="606267" y="103563"/>
                  <a:pt x="606267" y="97764"/>
                </a:cubicBezTo>
                <a:cubicBezTo>
                  <a:pt x="606267" y="96172"/>
                  <a:pt x="606367" y="93472"/>
                  <a:pt x="606565" y="89664"/>
                </a:cubicBezTo>
                <a:cubicBezTo>
                  <a:pt x="606764" y="85855"/>
                  <a:pt x="606863" y="83154"/>
                  <a:pt x="606863" y="81562"/>
                </a:cubicBezTo>
                <a:cubicBezTo>
                  <a:pt x="606863" y="69281"/>
                  <a:pt x="604594" y="63141"/>
                  <a:pt x="600055" y="63141"/>
                </a:cubicBezTo>
                <a:cubicBezTo>
                  <a:pt x="593701" y="63141"/>
                  <a:pt x="587631" y="66918"/>
                  <a:pt x="581845" y="74472"/>
                </a:cubicBezTo>
                <a:cubicBezTo>
                  <a:pt x="576626" y="81344"/>
                  <a:pt x="572541" y="90032"/>
                  <a:pt x="569591" y="100538"/>
                </a:cubicBezTo>
                <a:cubicBezTo>
                  <a:pt x="569478" y="102754"/>
                  <a:pt x="569222" y="105537"/>
                  <a:pt x="568825" y="108888"/>
                </a:cubicBezTo>
                <a:cubicBezTo>
                  <a:pt x="568485" y="111728"/>
                  <a:pt x="568315" y="114482"/>
                  <a:pt x="568315" y="117150"/>
                </a:cubicBezTo>
                <a:cubicBezTo>
                  <a:pt x="568315" y="118854"/>
                  <a:pt x="568485" y="121410"/>
                  <a:pt x="568825" y="124817"/>
                </a:cubicBezTo>
                <a:cubicBezTo>
                  <a:pt x="569166" y="128224"/>
                  <a:pt x="569336" y="130780"/>
                  <a:pt x="569336" y="132483"/>
                </a:cubicBezTo>
                <a:cubicBezTo>
                  <a:pt x="569336" y="135040"/>
                  <a:pt x="568556" y="137113"/>
                  <a:pt x="566996" y="138703"/>
                </a:cubicBezTo>
                <a:cubicBezTo>
                  <a:pt x="565435" y="140294"/>
                  <a:pt x="563436" y="141089"/>
                  <a:pt x="560996" y="141089"/>
                </a:cubicBezTo>
                <a:cubicBezTo>
                  <a:pt x="558500" y="141089"/>
                  <a:pt x="556486" y="140293"/>
                  <a:pt x="554955" y="138701"/>
                </a:cubicBezTo>
                <a:cubicBezTo>
                  <a:pt x="553423" y="137111"/>
                  <a:pt x="552657" y="135036"/>
                  <a:pt x="552657" y="132478"/>
                </a:cubicBezTo>
                <a:cubicBezTo>
                  <a:pt x="552657" y="130774"/>
                  <a:pt x="552473" y="128218"/>
                  <a:pt x="552104" y="124809"/>
                </a:cubicBezTo>
                <a:cubicBezTo>
                  <a:pt x="551735" y="121398"/>
                  <a:pt x="551551" y="118840"/>
                  <a:pt x="551551" y="117134"/>
                </a:cubicBezTo>
                <a:cubicBezTo>
                  <a:pt x="551551" y="111280"/>
                  <a:pt x="551962" y="103168"/>
                  <a:pt x="552785" y="92797"/>
                </a:cubicBezTo>
                <a:cubicBezTo>
                  <a:pt x="553607" y="82426"/>
                  <a:pt x="554018" y="74313"/>
                  <a:pt x="554018" y="68460"/>
                </a:cubicBezTo>
                <a:cubicBezTo>
                  <a:pt x="554018" y="66641"/>
                  <a:pt x="553919" y="63941"/>
                  <a:pt x="553721" y="60362"/>
                </a:cubicBezTo>
                <a:cubicBezTo>
                  <a:pt x="553522" y="56781"/>
                  <a:pt x="553423" y="54082"/>
                  <a:pt x="553423" y="52265"/>
                </a:cubicBezTo>
                <a:cubicBezTo>
                  <a:pt x="553423" y="49820"/>
                  <a:pt x="554231" y="47817"/>
                  <a:pt x="555848" y="46255"/>
                </a:cubicBezTo>
                <a:cubicBezTo>
                  <a:pt x="557465" y="44691"/>
                  <a:pt x="559465" y="43909"/>
                  <a:pt x="561847" y="43909"/>
                </a:cubicBezTo>
                <a:cubicBezTo>
                  <a:pt x="567066" y="43909"/>
                  <a:pt x="569931" y="47612"/>
                  <a:pt x="570442" y="55017"/>
                </a:cubicBezTo>
                <a:lnTo>
                  <a:pt x="570697" y="65013"/>
                </a:lnTo>
                <a:cubicBezTo>
                  <a:pt x="580228" y="52306"/>
                  <a:pt x="590014" y="45952"/>
                  <a:pt x="600055" y="45952"/>
                </a:cubicBezTo>
                <a:cubicBezTo>
                  <a:pt x="609132" y="45952"/>
                  <a:pt x="615458" y="49958"/>
                  <a:pt x="619032" y="57971"/>
                </a:cubicBezTo>
                <a:cubicBezTo>
                  <a:pt x="621471" y="63313"/>
                  <a:pt x="622804" y="71213"/>
                  <a:pt x="623031" y="81671"/>
                </a:cubicBezTo>
                <a:lnTo>
                  <a:pt x="623031" y="90279"/>
                </a:lnTo>
                <a:lnTo>
                  <a:pt x="622946" y="98206"/>
                </a:lnTo>
                <a:cubicBezTo>
                  <a:pt x="622946" y="102923"/>
                  <a:pt x="623556" y="109019"/>
                  <a:pt x="624776" y="116493"/>
                </a:cubicBezTo>
                <a:cubicBezTo>
                  <a:pt x="625995" y="123966"/>
                  <a:pt x="626605" y="130032"/>
                  <a:pt x="626605" y="134691"/>
                </a:cubicBezTo>
                <a:cubicBezTo>
                  <a:pt x="626605" y="137192"/>
                  <a:pt x="625797" y="139224"/>
                  <a:pt x="624180" y="140786"/>
                </a:cubicBezTo>
                <a:cubicBezTo>
                  <a:pt x="622563" y="142349"/>
                  <a:pt x="620535" y="143131"/>
                  <a:pt x="618096" y="143131"/>
                </a:cubicBezTo>
                <a:close/>
                <a:moveTo>
                  <a:pt x="728516" y="142110"/>
                </a:moveTo>
                <a:cubicBezTo>
                  <a:pt x="718985" y="142110"/>
                  <a:pt x="710788" y="138586"/>
                  <a:pt x="703923" y="131539"/>
                </a:cubicBezTo>
                <a:cubicBezTo>
                  <a:pt x="696265" y="123696"/>
                  <a:pt x="692237" y="113153"/>
                  <a:pt x="691840" y="99910"/>
                </a:cubicBezTo>
                <a:cubicBezTo>
                  <a:pt x="691499" y="87066"/>
                  <a:pt x="694733" y="75757"/>
                  <a:pt x="701541" y="65981"/>
                </a:cubicBezTo>
                <a:cubicBezTo>
                  <a:pt x="709483" y="54444"/>
                  <a:pt x="720545" y="48675"/>
                  <a:pt x="734728" y="48675"/>
                </a:cubicBezTo>
                <a:cubicBezTo>
                  <a:pt x="746074" y="48675"/>
                  <a:pt x="754669" y="53875"/>
                  <a:pt x="760512" y="64277"/>
                </a:cubicBezTo>
                <a:cubicBezTo>
                  <a:pt x="765164" y="72687"/>
                  <a:pt x="767405" y="82803"/>
                  <a:pt x="767234" y="94624"/>
                </a:cubicBezTo>
                <a:cubicBezTo>
                  <a:pt x="767064" y="107241"/>
                  <a:pt x="763774" y="118012"/>
                  <a:pt x="757363" y="126936"/>
                </a:cubicBezTo>
                <a:cubicBezTo>
                  <a:pt x="750102" y="137052"/>
                  <a:pt x="740486" y="142110"/>
                  <a:pt x="728516" y="142110"/>
                </a:cubicBezTo>
                <a:moveTo>
                  <a:pt x="733622" y="66034"/>
                </a:moveTo>
                <a:cubicBezTo>
                  <a:pt x="725282" y="65978"/>
                  <a:pt x="718787" y="69954"/>
                  <a:pt x="714135" y="77964"/>
                </a:cubicBezTo>
                <a:cubicBezTo>
                  <a:pt x="710447" y="84385"/>
                  <a:pt x="708603" y="91714"/>
                  <a:pt x="708603" y="99950"/>
                </a:cubicBezTo>
                <a:cubicBezTo>
                  <a:pt x="708603" y="108189"/>
                  <a:pt x="710844" y="114609"/>
                  <a:pt x="715326" y="119211"/>
                </a:cubicBezTo>
                <a:cubicBezTo>
                  <a:pt x="719070" y="123017"/>
                  <a:pt x="723467" y="124921"/>
                  <a:pt x="728516" y="124921"/>
                </a:cubicBezTo>
                <a:cubicBezTo>
                  <a:pt x="734416" y="124921"/>
                  <a:pt x="739493" y="122761"/>
                  <a:pt x="743748" y="118443"/>
                </a:cubicBezTo>
                <a:cubicBezTo>
                  <a:pt x="748570" y="113672"/>
                  <a:pt x="751123" y="107224"/>
                  <a:pt x="751407" y="99099"/>
                </a:cubicBezTo>
                <a:cubicBezTo>
                  <a:pt x="752201" y="77113"/>
                  <a:pt x="746273" y="66091"/>
                  <a:pt x="733622" y="66034"/>
                </a:cubicBezTo>
                <a:close/>
                <a:moveTo>
                  <a:pt x="853368" y="143131"/>
                </a:moveTo>
                <a:cubicBezTo>
                  <a:pt x="848490" y="143131"/>
                  <a:pt x="845738" y="140459"/>
                  <a:pt x="845114" y="135116"/>
                </a:cubicBezTo>
                <a:lnTo>
                  <a:pt x="842731" y="116440"/>
                </a:lnTo>
                <a:cubicBezTo>
                  <a:pt x="841937" y="109789"/>
                  <a:pt x="841540" y="103563"/>
                  <a:pt x="841540" y="97764"/>
                </a:cubicBezTo>
                <a:cubicBezTo>
                  <a:pt x="841540" y="96172"/>
                  <a:pt x="841639" y="93472"/>
                  <a:pt x="841838" y="89664"/>
                </a:cubicBezTo>
                <a:cubicBezTo>
                  <a:pt x="842037" y="85855"/>
                  <a:pt x="842136" y="83154"/>
                  <a:pt x="842136" y="81562"/>
                </a:cubicBezTo>
                <a:cubicBezTo>
                  <a:pt x="842136" y="69281"/>
                  <a:pt x="839867" y="63141"/>
                  <a:pt x="835328" y="63141"/>
                </a:cubicBezTo>
                <a:cubicBezTo>
                  <a:pt x="828974" y="63141"/>
                  <a:pt x="822904" y="66918"/>
                  <a:pt x="817118" y="74472"/>
                </a:cubicBezTo>
                <a:cubicBezTo>
                  <a:pt x="811898" y="81344"/>
                  <a:pt x="807814" y="90032"/>
                  <a:pt x="804864" y="100538"/>
                </a:cubicBezTo>
                <a:cubicBezTo>
                  <a:pt x="804750" y="102754"/>
                  <a:pt x="804495" y="105537"/>
                  <a:pt x="804098" y="108888"/>
                </a:cubicBezTo>
                <a:cubicBezTo>
                  <a:pt x="803758" y="111728"/>
                  <a:pt x="803587" y="114482"/>
                  <a:pt x="803587" y="117150"/>
                </a:cubicBezTo>
                <a:cubicBezTo>
                  <a:pt x="803587" y="118854"/>
                  <a:pt x="803758" y="121410"/>
                  <a:pt x="804098" y="124817"/>
                </a:cubicBezTo>
                <a:cubicBezTo>
                  <a:pt x="804438" y="128224"/>
                  <a:pt x="804609" y="130780"/>
                  <a:pt x="804609" y="132483"/>
                </a:cubicBezTo>
                <a:cubicBezTo>
                  <a:pt x="804609" y="135040"/>
                  <a:pt x="803829" y="137113"/>
                  <a:pt x="802268" y="138703"/>
                </a:cubicBezTo>
                <a:cubicBezTo>
                  <a:pt x="800708" y="140294"/>
                  <a:pt x="798709" y="141089"/>
                  <a:pt x="796269" y="141089"/>
                </a:cubicBezTo>
                <a:cubicBezTo>
                  <a:pt x="793773" y="141089"/>
                  <a:pt x="791759" y="140293"/>
                  <a:pt x="790227" y="138701"/>
                </a:cubicBezTo>
                <a:cubicBezTo>
                  <a:pt x="788696" y="137111"/>
                  <a:pt x="787930" y="135036"/>
                  <a:pt x="787930" y="132478"/>
                </a:cubicBezTo>
                <a:cubicBezTo>
                  <a:pt x="787930" y="130774"/>
                  <a:pt x="787745" y="128218"/>
                  <a:pt x="787377" y="124809"/>
                </a:cubicBezTo>
                <a:cubicBezTo>
                  <a:pt x="787008" y="121398"/>
                  <a:pt x="786824" y="118840"/>
                  <a:pt x="786824" y="117134"/>
                </a:cubicBezTo>
                <a:cubicBezTo>
                  <a:pt x="786824" y="111280"/>
                  <a:pt x="787235" y="103168"/>
                  <a:pt x="788057" y="92797"/>
                </a:cubicBezTo>
                <a:cubicBezTo>
                  <a:pt x="788880" y="82426"/>
                  <a:pt x="789291" y="74313"/>
                  <a:pt x="789291" y="68460"/>
                </a:cubicBezTo>
                <a:cubicBezTo>
                  <a:pt x="789291" y="66641"/>
                  <a:pt x="789192" y="63941"/>
                  <a:pt x="788993" y="60362"/>
                </a:cubicBezTo>
                <a:cubicBezTo>
                  <a:pt x="788795" y="56781"/>
                  <a:pt x="788696" y="54082"/>
                  <a:pt x="788696" y="52265"/>
                </a:cubicBezTo>
                <a:cubicBezTo>
                  <a:pt x="788696" y="49820"/>
                  <a:pt x="789504" y="47817"/>
                  <a:pt x="791121" y="46255"/>
                </a:cubicBezTo>
                <a:cubicBezTo>
                  <a:pt x="792738" y="44691"/>
                  <a:pt x="794737" y="43909"/>
                  <a:pt x="797120" y="43909"/>
                </a:cubicBezTo>
                <a:cubicBezTo>
                  <a:pt x="802339" y="43909"/>
                  <a:pt x="805204" y="47612"/>
                  <a:pt x="805715" y="55017"/>
                </a:cubicBezTo>
                <a:lnTo>
                  <a:pt x="805970" y="65013"/>
                </a:lnTo>
                <a:cubicBezTo>
                  <a:pt x="815501" y="52306"/>
                  <a:pt x="825287" y="45952"/>
                  <a:pt x="835328" y="45952"/>
                </a:cubicBezTo>
                <a:cubicBezTo>
                  <a:pt x="844405" y="45952"/>
                  <a:pt x="850730" y="49958"/>
                  <a:pt x="854304" y="57971"/>
                </a:cubicBezTo>
                <a:cubicBezTo>
                  <a:pt x="856744" y="63313"/>
                  <a:pt x="858077" y="71213"/>
                  <a:pt x="858304" y="81671"/>
                </a:cubicBezTo>
                <a:lnTo>
                  <a:pt x="858304" y="90279"/>
                </a:lnTo>
                <a:lnTo>
                  <a:pt x="858219" y="98206"/>
                </a:lnTo>
                <a:cubicBezTo>
                  <a:pt x="858219" y="102923"/>
                  <a:pt x="858829" y="109019"/>
                  <a:pt x="860048" y="116493"/>
                </a:cubicBezTo>
                <a:cubicBezTo>
                  <a:pt x="861268" y="123966"/>
                  <a:pt x="861878" y="130032"/>
                  <a:pt x="861878" y="134691"/>
                </a:cubicBezTo>
                <a:cubicBezTo>
                  <a:pt x="861878" y="137192"/>
                  <a:pt x="861070" y="139224"/>
                  <a:pt x="859453" y="140786"/>
                </a:cubicBezTo>
                <a:cubicBezTo>
                  <a:pt x="857836" y="142349"/>
                  <a:pt x="855808" y="143131"/>
                  <a:pt x="853368" y="143131"/>
                </a:cubicBezTo>
                <a:close/>
                <a:moveTo>
                  <a:pt x="901209" y="70119"/>
                </a:moveTo>
                <a:lnTo>
                  <a:pt x="899933" y="112462"/>
                </a:lnTo>
                <a:cubicBezTo>
                  <a:pt x="899933" y="116949"/>
                  <a:pt x="899706" y="123538"/>
                  <a:pt x="899252" y="132228"/>
                </a:cubicBezTo>
                <a:cubicBezTo>
                  <a:pt x="898685" y="137908"/>
                  <a:pt x="895905" y="140748"/>
                  <a:pt x="890913" y="140748"/>
                </a:cubicBezTo>
                <a:cubicBezTo>
                  <a:pt x="885353" y="140748"/>
                  <a:pt x="882573" y="137852"/>
                  <a:pt x="882573" y="132058"/>
                </a:cubicBezTo>
                <a:cubicBezTo>
                  <a:pt x="882573" y="125185"/>
                  <a:pt x="882885" y="114862"/>
                  <a:pt x="883509" y="101088"/>
                </a:cubicBezTo>
                <a:cubicBezTo>
                  <a:pt x="884133" y="87315"/>
                  <a:pt x="884445" y="76992"/>
                  <a:pt x="884445" y="70119"/>
                </a:cubicBezTo>
                <a:cubicBezTo>
                  <a:pt x="884445" y="61145"/>
                  <a:pt x="884587" y="50878"/>
                  <a:pt x="884871" y="39320"/>
                </a:cubicBezTo>
                <a:cubicBezTo>
                  <a:pt x="885155" y="27761"/>
                  <a:pt x="885296" y="17494"/>
                  <a:pt x="885296" y="8520"/>
                </a:cubicBezTo>
                <a:cubicBezTo>
                  <a:pt x="885296" y="2840"/>
                  <a:pt x="888076" y="0"/>
                  <a:pt x="893636" y="0"/>
                </a:cubicBezTo>
                <a:cubicBezTo>
                  <a:pt x="899252" y="0"/>
                  <a:pt x="902060" y="2840"/>
                  <a:pt x="902060" y="8520"/>
                </a:cubicBezTo>
                <a:cubicBezTo>
                  <a:pt x="902060" y="17494"/>
                  <a:pt x="901918" y="27761"/>
                  <a:pt x="901635" y="39320"/>
                </a:cubicBezTo>
                <a:cubicBezTo>
                  <a:pt x="901351" y="50878"/>
                  <a:pt x="901209" y="61145"/>
                  <a:pt x="901209" y="70119"/>
                </a:cubicBezTo>
                <a:close/>
                <a:moveTo>
                  <a:pt x="1001724" y="61085"/>
                </a:moveTo>
                <a:lnTo>
                  <a:pt x="972281" y="124745"/>
                </a:lnTo>
                <a:cubicBezTo>
                  <a:pt x="965020" y="140234"/>
                  <a:pt x="959460" y="153198"/>
                  <a:pt x="955602" y="163637"/>
                </a:cubicBezTo>
                <a:lnTo>
                  <a:pt x="949986" y="180148"/>
                </a:lnTo>
                <a:cubicBezTo>
                  <a:pt x="948511" y="184289"/>
                  <a:pt x="945958" y="186360"/>
                  <a:pt x="942328" y="186360"/>
                </a:cubicBezTo>
                <a:cubicBezTo>
                  <a:pt x="939945" y="186360"/>
                  <a:pt x="937888" y="185575"/>
                  <a:pt x="936158" y="184006"/>
                </a:cubicBezTo>
                <a:cubicBezTo>
                  <a:pt x="934428" y="182439"/>
                  <a:pt x="933563" y="180486"/>
                  <a:pt x="933563" y="178148"/>
                </a:cubicBezTo>
                <a:cubicBezTo>
                  <a:pt x="933563" y="172447"/>
                  <a:pt x="939690" y="156042"/>
                  <a:pt x="951943" y="128933"/>
                </a:cubicBezTo>
                <a:lnTo>
                  <a:pt x="921479" y="70223"/>
                </a:lnTo>
                <a:lnTo>
                  <a:pt x="917650" y="64000"/>
                </a:lnTo>
                <a:cubicBezTo>
                  <a:pt x="916118" y="61387"/>
                  <a:pt x="915352" y="59200"/>
                  <a:pt x="915352" y="57440"/>
                </a:cubicBezTo>
                <a:cubicBezTo>
                  <a:pt x="915352" y="55114"/>
                  <a:pt x="916246" y="53071"/>
                  <a:pt x="918033" y="51313"/>
                </a:cubicBezTo>
                <a:cubicBezTo>
                  <a:pt x="919820" y="49554"/>
                  <a:pt x="921819" y="48675"/>
                  <a:pt x="924032" y="48675"/>
                </a:cubicBezTo>
                <a:cubicBezTo>
                  <a:pt x="926642" y="48675"/>
                  <a:pt x="928655" y="49668"/>
                  <a:pt x="930074" y="51653"/>
                </a:cubicBezTo>
                <a:cubicBezTo>
                  <a:pt x="939718" y="65061"/>
                  <a:pt x="950071" y="84150"/>
                  <a:pt x="961134" y="108920"/>
                </a:cubicBezTo>
                <a:lnTo>
                  <a:pt x="973728" y="79471"/>
                </a:lnTo>
                <a:cubicBezTo>
                  <a:pt x="978266" y="69311"/>
                  <a:pt x="982635" y="60578"/>
                  <a:pt x="986833" y="53270"/>
                </a:cubicBezTo>
                <a:cubicBezTo>
                  <a:pt x="988648" y="50093"/>
                  <a:pt x="991031" y="48505"/>
                  <a:pt x="993981" y="48505"/>
                </a:cubicBezTo>
                <a:cubicBezTo>
                  <a:pt x="996307" y="48505"/>
                  <a:pt x="998363" y="49326"/>
                  <a:pt x="1000150" y="50970"/>
                </a:cubicBezTo>
                <a:cubicBezTo>
                  <a:pt x="1001937" y="52613"/>
                  <a:pt x="1002831" y="54569"/>
                  <a:pt x="1002831" y="56836"/>
                </a:cubicBezTo>
                <a:cubicBezTo>
                  <a:pt x="1002831" y="58082"/>
                  <a:pt x="1002462" y="59499"/>
                  <a:pt x="1001724" y="61085"/>
                </a:cubicBezTo>
                <a:close/>
                <a:moveTo>
                  <a:pt x="1111039" y="140919"/>
                </a:moveTo>
                <a:cubicBezTo>
                  <a:pt x="1098217" y="140919"/>
                  <a:pt x="1087836" y="137711"/>
                  <a:pt x="1079893" y="131295"/>
                </a:cubicBezTo>
                <a:cubicBezTo>
                  <a:pt x="1071214" y="124196"/>
                  <a:pt x="1066874" y="114259"/>
                  <a:pt x="1066874" y="101482"/>
                </a:cubicBezTo>
                <a:cubicBezTo>
                  <a:pt x="1066874" y="86720"/>
                  <a:pt x="1070448" y="74342"/>
                  <a:pt x="1077596" y="64348"/>
                </a:cubicBezTo>
                <a:cubicBezTo>
                  <a:pt x="1085368" y="53445"/>
                  <a:pt x="1095750" y="47994"/>
                  <a:pt x="1108741" y="47994"/>
                </a:cubicBezTo>
                <a:cubicBezTo>
                  <a:pt x="1118158" y="47994"/>
                  <a:pt x="1125845" y="49582"/>
                  <a:pt x="1131802" y="52759"/>
                </a:cubicBezTo>
                <a:cubicBezTo>
                  <a:pt x="1139120" y="56674"/>
                  <a:pt x="1142779" y="62687"/>
                  <a:pt x="1142779" y="70800"/>
                </a:cubicBezTo>
                <a:cubicBezTo>
                  <a:pt x="1142779" y="76473"/>
                  <a:pt x="1139574" y="81635"/>
                  <a:pt x="1133163" y="86287"/>
                </a:cubicBezTo>
                <a:cubicBezTo>
                  <a:pt x="1130327" y="88329"/>
                  <a:pt x="1124313" y="91506"/>
                  <a:pt x="1115123" y="95818"/>
                </a:cubicBezTo>
                <a:lnTo>
                  <a:pt x="1082617" y="111220"/>
                </a:lnTo>
                <a:cubicBezTo>
                  <a:pt x="1085793" y="115929"/>
                  <a:pt x="1089750" y="119474"/>
                  <a:pt x="1094487" y="121857"/>
                </a:cubicBezTo>
                <a:cubicBezTo>
                  <a:pt x="1099224" y="124240"/>
                  <a:pt x="1104741" y="125431"/>
                  <a:pt x="1111039" y="125431"/>
                </a:cubicBezTo>
                <a:cubicBezTo>
                  <a:pt x="1114953" y="125431"/>
                  <a:pt x="1119548" y="124694"/>
                  <a:pt x="1124824" y="123219"/>
                </a:cubicBezTo>
                <a:cubicBezTo>
                  <a:pt x="1131518" y="121347"/>
                  <a:pt x="1135830" y="118893"/>
                  <a:pt x="1137759" y="115858"/>
                </a:cubicBezTo>
                <a:cubicBezTo>
                  <a:pt x="1139687" y="112823"/>
                  <a:pt x="1141758" y="111305"/>
                  <a:pt x="1143971" y="111305"/>
                </a:cubicBezTo>
                <a:cubicBezTo>
                  <a:pt x="1145956" y="111305"/>
                  <a:pt x="1147729" y="112060"/>
                  <a:pt x="1149289" y="113568"/>
                </a:cubicBezTo>
                <a:cubicBezTo>
                  <a:pt x="1150849" y="115075"/>
                  <a:pt x="1151629" y="116824"/>
                  <a:pt x="1151629" y="118815"/>
                </a:cubicBezTo>
                <a:cubicBezTo>
                  <a:pt x="1151629" y="125130"/>
                  <a:pt x="1146552" y="130564"/>
                  <a:pt x="1136397" y="135116"/>
                </a:cubicBezTo>
                <a:cubicBezTo>
                  <a:pt x="1127717" y="138984"/>
                  <a:pt x="1119264" y="140919"/>
                  <a:pt x="1111039" y="140919"/>
                </a:cubicBezTo>
                <a:moveTo>
                  <a:pt x="1108741" y="63311"/>
                </a:moveTo>
                <a:cubicBezTo>
                  <a:pt x="1101820" y="63311"/>
                  <a:pt x="1096062" y="65992"/>
                  <a:pt x="1091467" y="71353"/>
                </a:cubicBezTo>
                <a:cubicBezTo>
                  <a:pt x="1086871" y="76714"/>
                  <a:pt x="1083439" y="84784"/>
                  <a:pt x="1081170" y="95563"/>
                </a:cubicBezTo>
                <a:lnTo>
                  <a:pt x="1107294" y="83139"/>
                </a:lnTo>
                <a:cubicBezTo>
                  <a:pt x="1117563" y="78146"/>
                  <a:pt x="1124881" y="73806"/>
                  <a:pt x="1129249" y="70119"/>
                </a:cubicBezTo>
                <a:cubicBezTo>
                  <a:pt x="1124370" y="65580"/>
                  <a:pt x="1117534" y="63311"/>
                  <a:pt x="1108741" y="63311"/>
                </a:cubicBezTo>
                <a:close/>
                <a:moveTo>
                  <a:pt x="1206380" y="132579"/>
                </a:moveTo>
                <a:cubicBezTo>
                  <a:pt x="1206209" y="137798"/>
                  <a:pt x="1203628" y="140408"/>
                  <a:pt x="1198636" y="140408"/>
                </a:cubicBezTo>
                <a:cubicBezTo>
                  <a:pt x="1194495" y="140408"/>
                  <a:pt x="1191488" y="137969"/>
                  <a:pt x="1189616" y="133090"/>
                </a:cubicBezTo>
                <a:lnTo>
                  <a:pt x="1176596" y="98541"/>
                </a:lnTo>
                <a:lnTo>
                  <a:pt x="1161449" y="59482"/>
                </a:lnTo>
                <a:cubicBezTo>
                  <a:pt x="1160882" y="58007"/>
                  <a:pt x="1160598" y="56702"/>
                  <a:pt x="1160598" y="55568"/>
                </a:cubicBezTo>
                <a:cubicBezTo>
                  <a:pt x="1160598" y="53242"/>
                  <a:pt x="1161477" y="51256"/>
                  <a:pt x="1163236" y="49611"/>
                </a:cubicBezTo>
                <a:cubicBezTo>
                  <a:pt x="1164995" y="47966"/>
                  <a:pt x="1167037" y="47143"/>
                  <a:pt x="1169363" y="47143"/>
                </a:cubicBezTo>
                <a:cubicBezTo>
                  <a:pt x="1172767" y="47143"/>
                  <a:pt x="1175206" y="48873"/>
                  <a:pt x="1176681" y="52334"/>
                </a:cubicBezTo>
                <a:lnTo>
                  <a:pt x="1198296" y="111816"/>
                </a:lnTo>
                <a:cubicBezTo>
                  <a:pt x="1202550" y="102739"/>
                  <a:pt x="1207911" y="89577"/>
                  <a:pt x="1214379" y="72331"/>
                </a:cubicBezTo>
                <a:cubicBezTo>
                  <a:pt x="1215910" y="67793"/>
                  <a:pt x="1218321" y="61382"/>
                  <a:pt x="1221612" y="53100"/>
                </a:cubicBezTo>
                <a:cubicBezTo>
                  <a:pt x="1223370" y="49469"/>
                  <a:pt x="1225867" y="47654"/>
                  <a:pt x="1229100" y="47654"/>
                </a:cubicBezTo>
                <a:cubicBezTo>
                  <a:pt x="1231426" y="47654"/>
                  <a:pt x="1233468" y="48476"/>
                  <a:pt x="1235227" y="50121"/>
                </a:cubicBezTo>
                <a:cubicBezTo>
                  <a:pt x="1236986" y="51767"/>
                  <a:pt x="1237865" y="53724"/>
                  <a:pt x="1237865" y="55993"/>
                </a:cubicBezTo>
                <a:cubicBezTo>
                  <a:pt x="1237865" y="58149"/>
                  <a:pt x="1233185" y="70289"/>
                  <a:pt x="1223824" y="92414"/>
                </a:cubicBezTo>
                <a:lnTo>
                  <a:pt x="1206380" y="132579"/>
                </a:lnTo>
                <a:close/>
                <a:moveTo>
                  <a:pt x="1318483" y="142621"/>
                </a:moveTo>
                <a:cubicBezTo>
                  <a:pt x="1317405" y="142621"/>
                  <a:pt x="1315448" y="141362"/>
                  <a:pt x="1312611" y="138844"/>
                </a:cubicBezTo>
                <a:cubicBezTo>
                  <a:pt x="1310058" y="136499"/>
                  <a:pt x="1308158" y="134411"/>
                  <a:pt x="1306910" y="132579"/>
                </a:cubicBezTo>
                <a:cubicBezTo>
                  <a:pt x="1301464" y="135558"/>
                  <a:pt x="1296670" y="137806"/>
                  <a:pt x="1292529" y="139323"/>
                </a:cubicBezTo>
                <a:cubicBezTo>
                  <a:pt x="1288387" y="140841"/>
                  <a:pt x="1284927" y="141599"/>
                  <a:pt x="1282147" y="141599"/>
                </a:cubicBezTo>
                <a:cubicBezTo>
                  <a:pt x="1268872" y="141599"/>
                  <a:pt x="1259199" y="137855"/>
                  <a:pt x="1253129" y="130367"/>
                </a:cubicBezTo>
                <a:cubicBezTo>
                  <a:pt x="1247400" y="123332"/>
                  <a:pt x="1244535" y="112553"/>
                  <a:pt x="1244535" y="98030"/>
                </a:cubicBezTo>
                <a:cubicBezTo>
                  <a:pt x="1244535" y="84302"/>
                  <a:pt x="1249257" y="72558"/>
                  <a:pt x="1258703" y="62801"/>
                </a:cubicBezTo>
                <a:cubicBezTo>
                  <a:pt x="1268149" y="53043"/>
                  <a:pt x="1279424" y="48164"/>
                  <a:pt x="1292529" y="48164"/>
                </a:cubicBezTo>
                <a:cubicBezTo>
                  <a:pt x="1297464" y="48164"/>
                  <a:pt x="1302995" y="49441"/>
                  <a:pt x="1309122" y="51994"/>
                </a:cubicBezTo>
                <a:cubicBezTo>
                  <a:pt x="1316838" y="55170"/>
                  <a:pt x="1320695" y="59000"/>
                  <a:pt x="1320695" y="63481"/>
                </a:cubicBezTo>
                <a:cubicBezTo>
                  <a:pt x="1320695" y="65013"/>
                  <a:pt x="1320128" y="66375"/>
                  <a:pt x="1318993" y="67566"/>
                </a:cubicBezTo>
                <a:cubicBezTo>
                  <a:pt x="1318426" y="69722"/>
                  <a:pt x="1317986" y="73267"/>
                  <a:pt x="1317674" y="78203"/>
                </a:cubicBezTo>
                <a:cubicBezTo>
                  <a:pt x="1317362" y="83139"/>
                  <a:pt x="1317178" y="89464"/>
                  <a:pt x="1317121" y="97179"/>
                </a:cubicBezTo>
                <a:cubicBezTo>
                  <a:pt x="1317065" y="104214"/>
                  <a:pt x="1317547" y="109774"/>
                  <a:pt x="1318568" y="113858"/>
                </a:cubicBezTo>
                <a:cubicBezTo>
                  <a:pt x="1319135" y="116354"/>
                  <a:pt x="1320922" y="121347"/>
                  <a:pt x="1323929" y="128835"/>
                </a:cubicBezTo>
                <a:cubicBezTo>
                  <a:pt x="1324326" y="129856"/>
                  <a:pt x="1324979" y="131360"/>
                  <a:pt x="1325886" y="133345"/>
                </a:cubicBezTo>
                <a:lnTo>
                  <a:pt x="1326397" y="134792"/>
                </a:lnTo>
                <a:cubicBezTo>
                  <a:pt x="1326397" y="137061"/>
                  <a:pt x="1325603" y="138933"/>
                  <a:pt x="1324014" y="140408"/>
                </a:cubicBezTo>
                <a:cubicBezTo>
                  <a:pt x="1322426" y="141883"/>
                  <a:pt x="1320582" y="142621"/>
                  <a:pt x="1318483" y="142621"/>
                </a:cubicBezTo>
                <a:moveTo>
                  <a:pt x="1300783" y="83511"/>
                </a:moveTo>
                <a:cubicBezTo>
                  <a:pt x="1300783" y="81077"/>
                  <a:pt x="1300939" y="78432"/>
                  <a:pt x="1301251" y="75576"/>
                </a:cubicBezTo>
                <a:cubicBezTo>
                  <a:pt x="1301563" y="72718"/>
                  <a:pt x="1302031" y="69677"/>
                  <a:pt x="1302655" y="66452"/>
                </a:cubicBezTo>
                <a:cubicBezTo>
                  <a:pt x="1300556" y="65376"/>
                  <a:pt x="1298755" y="64583"/>
                  <a:pt x="1297251" y="64074"/>
                </a:cubicBezTo>
                <a:cubicBezTo>
                  <a:pt x="1295748" y="63566"/>
                  <a:pt x="1294543" y="63311"/>
                  <a:pt x="1293635" y="63311"/>
                </a:cubicBezTo>
                <a:cubicBezTo>
                  <a:pt x="1284842" y="63311"/>
                  <a:pt x="1277254" y="66890"/>
                  <a:pt x="1270872" y="74047"/>
                </a:cubicBezTo>
                <a:cubicBezTo>
                  <a:pt x="1264490" y="81204"/>
                  <a:pt x="1261299" y="89450"/>
                  <a:pt x="1261299" y="98786"/>
                </a:cubicBezTo>
                <a:cubicBezTo>
                  <a:pt x="1261299" y="108065"/>
                  <a:pt x="1262944" y="115024"/>
                  <a:pt x="1266234" y="119663"/>
                </a:cubicBezTo>
                <a:cubicBezTo>
                  <a:pt x="1269524" y="124303"/>
                  <a:pt x="1274460" y="126623"/>
                  <a:pt x="1281041" y="126623"/>
                </a:cubicBezTo>
                <a:cubicBezTo>
                  <a:pt x="1286487" y="126623"/>
                  <a:pt x="1291110" y="125632"/>
                  <a:pt x="1294911" y="123652"/>
                </a:cubicBezTo>
                <a:cubicBezTo>
                  <a:pt x="1296954" y="122578"/>
                  <a:pt x="1299819" y="120428"/>
                  <a:pt x="1303506" y="117203"/>
                </a:cubicBezTo>
                <a:cubicBezTo>
                  <a:pt x="1301691" y="102209"/>
                  <a:pt x="1300783" y="90978"/>
                  <a:pt x="1300783" y="83511"/>
                </a:cubicBezTo>
                <a:close/>
                <a:moveTo>
                  <a:pt x="1362867" y="70119"/>
                </a:moveTo>
                <a:lnTo>
                  <a:pt x="1361590" y="112462"/>
                </a:lnTo>
                <a:cubicBezTo>
                  <a:pt x="1361590" y="116949"/>
                  <a:pt x="1361363" y="123538"/>
                  <a:pt x="1360910" y="132228"/>
                </a:cubicBezTo>
                <a:cubicBezTo>
                  <a:pt x="1360342" y="137908"/>
                  <a:pt x="1357563" y="140748"/>
                  <a:pt x="1352570" y="140748"/>
                </a:cubicBezTo>
                <a:cubicBezTo>
                  <a:pt x="1347011" y="140748"/>
                  <a:pt x="1344231" y="137852"/>
                  <a:pt x="1344231" y="132058"/>
                </a:cubicBezTo>
                <a:cubicBezTo>
                  <a:pt x="1344231" y="125185"/>
                  <a:pt x="1344543" y="114862"/>
                  <a:pt x="1345167" y="101088"/>
                </a:cubicBezTo>
                <a:cubicBezTo>
                  <a:pt x="1345791" y="87315"/>
                  <a:pt x="1346103" y="76992"/>
                  <a:pt x="1346103" y="70119"/>
                </a:cubicBezTo>
                <a:cubicBezTo>
                  <a:pt x="1346103" y="61145"/>
                  <a:pt x="1346245" y="50878"/>
                  <a:pt x="1346528" y="39320"/>
                </a:cubicBezTo>
                <a:cubicBezTo>
                  <a:pt x="1346812" y="27761"/>
                  <a:pt x="1346954" y="17494"/>
                  <a:pt x="1346954" y="8520"/>
                </a:cubicBezTo>
                <a:cubicBezTo>
                  <a:pt x="1346954" y="2840"/>
                  <a:pt x="1349734" y="0"/>
                  <a:pt x="1355293" y="0"/>
                </a:cubicBezTo>
                <a:cubicBezTo>
                  <a:pt x="1360910" y="0"/>
                  <a:pt x="1363718" y="2840"/>
                  <a:pt x="1363718" y="8520"/>
                </a:cubicBezTo>
                <a:cubicBezTo>
                  <a:pt x="1363718" y="17494"/>
                  <a:pt x="1363576" y="27761"/>
                  <a:pt x="1363292" y="39320"/>
                </a:cubicBezTo>
                <a:cubicBezTo>
                  <a:pt x="1363009" y="50878"/>
                  <a:pt x="1362867" y="61145"/>
                  <a:pt x="1362867" y="70119"/>
                </a:cubicBezTo>
                <a:close/>
                <a:moveTo>
                  <a:pt x="1458617" y="87308"/>
                </a:moveTo>
                <a:cubicBezTo>
                  <a:pt x="1458617" y="91393"/>
                  <a:pt x="1458645" y="97520"/>
                  <a:pt x="1458702" y="105689"/>
                </a:cubicBezTo>
                <a:cubicBezTo>
                  <a:pt x="1458759" y="113858"/>
                  <a:pt x="1458787" y="119985"/>
                  <a:pt x="1458787" y="124070"/>
                </a:cubicBezTo>
                <a:cubicBezTo>
                  <a:pt x="1458787" y="125318"/>
                  <a:pt x="1458886" y="127218"/>
                  <a:pt x="1459085" y="129771"/>
                </a:cubicBezTo>
                <a:cubicBezTo>
                  <a:pt x="1459283" y="132324"/>
                  <a:pt x="1459383" y="134224"/>
                  <a:pt x="1459383" y="135472"/>
                </a:cubicBezTo>
                <a:cubicBezTo>
                  <a:pt x="1459383" y="137912"/>
                  <a:pt x="1458560" y="139912"/>
                  <a:pt x="1456915" y="141472"/>
                </a:cubicBezTo>
                <a:cubicBezTo>
                  <a:pt x="1455270" y="143032"/>
                  <a:pt x="1453256" y="143812"/>
                  <a:pt x="1450873" y="143812"/>
                </a:cubicBezTo>
                <a:cubicBezTo>
                  <a:pt x="1446505" y="143812"/>
                  <a:pt x="1443725" y="141117"/>
                  <a:pt x="1442534" y="135728"/>
                </a:cubicBezTo>
                <a:cubicBezTo>
                  <a:pt x="1435442" y="139415"/>
                  <a:pt x="1427273" y="141259"/>
                  <a:pt x="1418026" y="141259"/>
                </a:cubicBezTo>
                <a:cubicBezTo>
                  <a:pt x="1410594" y="141259"/>
                  <a:pt x="1404439" y="139614"/>
                  <a:pt x="1399560" y="136323"/>
                </a:cubicBezTo>
                <a:cubicBezTo>
                  <a:pt x="1394171" y="132693"/>
                  <a:pt x="1390966" y="127388"/>
                  <a:pt x="1389944" y="120411"/>
                </a:cubicBezTo>
                <a:cubicBezTo>
                  <a:pt x="1387732" y="105377"/>
                  <a:pt x="1386626" y="91989"/>
                  <a:pt x="1386626" y="80245"/>
                </a:cubicBezTo>
                <a:cubicBezTo>
                  <a:pt x="1386626" y="72473"/>
                  <a:pt x="1387477" y="63623"/>
                  <a:pt x="1389179" y="53695"/>
                </a:cubicBezTo>
                <a:cubicBezTo>
                  <a:pt x="1389973" y="48760"/>
                  <a:pt x="1392667" y="46292"/>
                  <a:pt x="1397263" y="46292"/>
                </a:cubicBezTo>
                <a:cubicBezTo>
                  <a:pt x="1399702" y="46292"/>
                  <a:pt x="1401744" y="47071"/>
                  <a:pt x="1403390" y="48630"/>
                </a:cubicBezTo>
                <a:cubicBezTo>
                  <a:pt x="1405035" y="50188"/>
                  <a:pt x="1405857" y="52186"/>
                  <a:pt x="1405857" y="54624"/>
                </a:cubicBezTo>
                <a:cubicBezTo>
                  <a:pt x="1405857" y="57230"/>
                  <a:pt x="1405446" y="61395"/>
                  <a:pt x="1404623" y="67119"/>
                </a:cubicBezTo>
                <a:cubicBezTo>
                  <a:pt x="1403801" y="72842"/>
                  <a:pt x="1403390" y="77205"/>
                  <a:pt x="1403390" y="80208"/>
                </a:cubicBezTo>
                <a:cubicBezTo>
                  <a:pt x="1403390" y="89671"/>
                  <a:pt x="1403702" y="97775"/>
                  <a:pt x="1404326" y="104519"/>
                </a:cubicBezTo>
                <a:cubicBezTo>
                  <a:pt x="1404950" y="111263"/>
                  <a:pt x="1405886" y="116674"/>
                  <a:pt x="1407134" y="120754"/>
                </a:cubicBezTo>
                <a:cubicBezTo>
                  <a:pt x="1409006" y="121775"/>
                  <a:pt x="1410850" y="122555"/>
                  <a:pt x="1412665" y="123094"/>
                </a:cubicBezTo>
                <a:cubicBezTo>
                  <a:pt x="1414480" y="123631"/>
                  <a:pt x="1416267" y="123899"/>
                  <a:pt x="1418026" y="123899"/>
                </a:cubicBezTo>
                <a:cubicBezTo>
                  <a:pt x="1425628" y="123899"/>
                  <a:pt x="1433655" y="122682"/>
                  <a:pt x="1442108" y="120246"/>
                </a:cubicBezTo>
                <a:lnTo>
                  <a:pt x="1442023" y="102990"/>
                </a:lnTo>
                <a:lnTo>
                  <a:pt x="1441853" y="86500"/>
                </a:lnTo>
                <a:cubicBezTo>
                  <a:pt x="1441853" y="74258"/>
                  <a:pt x="1442392" y="63633"/>
                  <a:pt x="1443470" y="54624"/>
                </a:cubicBezTo>
                <a:cubicBezTo>
                  <a:pt x="1444094" y="49410"/>
                  <a:pt x="1446845" y="46803"/>
                  <a:pt x="1451724" y="46803"/>
                </a:cubicBezTo>
                <a:cubicBezTo>
                  <a:pt x="1454163" y="46803"/>
                  <a:pt x="1456206" y="47597"/>
                  <a:pt x="1457851" y="49185"/>
                </a:cubicBezTo>
                <a:cubicBezTo>
                  <a:pt x="1459496" y="50774"/>
                  <a:pt x="1460262" y="52759"/>
                  <a:pt x="1460148" y="55142"/>
                </a:cubicBezTo>
                <a:lnTo>
                  <a:pt x="1458617" y="87308"/>
                </a:lnTo>
                <a:close/>
                <a:moveTo>
                  <a:pt x="1547133" y="142621"/>
                </a:moveTo>
                <a:cubicBezTo>
                  <a:pt x="1546055" y="142621"/>
                  <a:pt x="1544098" y="141362"/>
                  <a:pt x="1541262" y="138844"/>
                </a:cubicBezTo>
                <a:cubicBezTo>
                  <a:pt x="1538709" y="136499"/>
                  <a:pt x="1536808" y="134411"/>
                  <a:pt x="1535560" y="132579"/>
                </a:cubicBezTo>
                <a:cubicBezTo>
                  <a:pt x="1530114" y="135558"/>
                  <a:pt x="1525320" y="137806"/>
                  <a:pt x="1521179" y="139323"/>
                </a:cubicBezTo>
                <a:cubicBezTo>
                  <a:pt x="1517038" y="140841"/>
                  <a:pt x="1513577" y="141599"/>
                  <a:pt x="1510797" y="141599"/>
                </a:cubicBezTo>
                <a:cubicBezTo>
                  <a:pt x="1497522" y="141599"/>
                  <a:pt x="1487850" y="137855"/>
                  <a:pt x="1481780" y="130367"/>
                </a:cubicBezTo>
                <a:cubicBezTo>
                  <a:pt x="1476050" y="123332"/>
                  <a:pt x="1473185" y="112553"/>
                  <a:pt x="1473185" y="98030"/>
                </a:cubicBezTo>
                <a:cubicBezTo>
                  <a:pt x="1473185" y="84302"/>
                  <a:pt x="1477908" y="72558"/>
                  <a:pt x="1487353" y="62801"/>
                </a:cubicBezTo>
                <a:cubicBezTo>
                  <a:pt x="1496799" y="53043"/>
                  <a:pt x="1508074" y="48164"/>
                  <a:pt x="1521179" y="48164"/>
                </a:cubicBezTo>
                <a:cubicBezTo>
                  <a:pt x="1526115" y="48164"/>
                  <a:pt x="1531646" y="49441"/>
                  <a:pt x="1537773" y="51994"/>
                </a:cubicBezTo>
                <a:cubicBezTo>
                  <a:pt x="1545488" y="55170"/>
                  <a:pt x="1549346" y="59000"/>
                  <a:pt x="1549346" y="63481"/>
                </a:cubicBezTo>
                <a:cubicBezTo>
                  <a:pt x="1549346" y="65013"/>
                  <a:pt x="1548778" y="66375"/>
                  <a:pt x="1547644" y="67566"/>
                </a:cubicBezTo>
                <a:cubicBezTo>
                  <a:pt x="1547076" y="69722"/>
                  <a:pt x="1546637" y="73267"/>
                  <a:pt x="1546325" y="78203"/>
                </a:cubicBezTo>
                <a:cubicBezTo>
                  <a:pt x="1546013" y="83139"/>
                  <a:pt x="1545828" y="89464"/>
                  <a:pt x="1545772" y="97179"/>
                </a:cubicBezTo>
                <a:cubicBezTo>
                  <a:pt x="1545715" y="104214"/>
                  <a:pt x="1546197" y="109774"/>
                  <a:pt x="1547218" y="113858"/>
                </a:cubicBezTo>
                <a:cubicBezTo>
                  <a:pt x="1547786" y="116354"/>
                  <a:pt x="1549573" y="121347"/>
                  <a:pt x="1552579" y="128835"/>
                </a:cubicBezTo>
                <a:cubicBezTo>
                  <a:pt x="1552976" y="129856"/>
                  <a:pt x="1553629" y="131360"/>
                  <a:pt x="1554537" y="133345"/>
                </a:cubicBezTo>
                <a:lnTo>
                  <a:pt x="1555047" y="134792"/>
                </a:lnTo>
                <a:cubicBezTo>
                  <a:pt x="1555047" y="137061"/>
                  <a:pt x="1554253" y="138933"/>
                  <a:pt x="1552664" y="140408"/>
                </a:cubicBezTo>
                <a:cubicBezTo>
                  <a:pt x="1551076" y="141883"/>
                  <a:pt x="1549232" y="142621"/>
                  <a:pt x="1547133" y="142621"/>
                </a:cubicBezTo>
                <a:moveTo>
                  <a:pt x="1529433" y="83511"/>
                </a:moveTo>
                <a:cubicBezTo>
                  <a:pt x="1529433" y="81077"/>
                  <a:pt x="1529589" y="78432"/>
                  <a:pt x="1529901" y="75576"/>
                </a:cubicBezTo>
                <a:cubicBezTo>
                  <a:pt x="1530213" y="72718"/>
                  <a:pt x="1530681" y="69677"/>
                  <a:pt x="1531305" y="66452"/>
                </a:cubicBezTo>
                <a:cubicBezTo>
                  <a:pt x="1529206" y="65376"/>
                  <a:pt x="1527405" y="64583"/>
                  <a:pt x="1525902" y="64074"/>
                </a:cubicBezTo>
                <a:cubicBezTo>
                  <a:pt x="1524398" y="63566"/>
                  <a:pt x="1523193" y="63311"/>
                  <a:pt x="1522285" y="63311"/>
                </a:cubicBezTo>
                <a:cubicBezTo>
                  <a:pt x="1513492" y="63311"/>
                  <a:pt x="1505904" y="66890"/>
                  <a:pt x="1499522" y="74047"/>
                </a:cubicBezTo>
                <a:cubicBezTo>
                  <a:pt x="1493140" y="81204"/>
                  <a:pt x="1489949" y="89450"/>
                  <a:pt x="1489949" y="98786"/>
                </a:cubicBezTo>
                <a:cubicBezTo>
                  <a:pt x="1489949" y="108065"/>
                  <a:pt x="1491594" y="115024"/>
                  <a:pt x="1494884" y="119663"/>
                </a:cubicBezTo>
                <a:cubicBezTo>
                  <a:pt x="1498175" y="124303"/>
                  <a:pt x="1503110" y="126623"/>
                  <a:pt x="1509691" y="126623"/>
                </a:cubicBezTo>
                <a:cubicBezTo>
                  <a:pt x="1515137" y="126623"/>
                  <a:pt x="1519761" y="125632"/>
                  <a:pt x="1523562" y="123652"/>
                </a:cubicBezTo>
                <a:cubicBezTo>
                  <a:pt x="1525604" y="122578"/>
                  <a:pt x="1528469" y="120428"/>
                  <a:pt x="1532156" y="117203"/>
                </a:cubicBezTo>
                <a:cubicBezTo>
                  <a:pt x="1530341" y="102209"/>
                  <a:pt x="1529433" y="90978"/>
                  <a:pt x="1529433" y="83511"/>
                </a:cubicBezTo>
                <a:close/>
                <a:moveTo>
                  <a:pt x="1626832" y="64577"/>
                </a:moveTo>
                <a:cubicBezTo>
                  <a:pt x="1625641" y="64577"/>
                  <a:pt x="1624237" y="64520"/>
                  <a:pt x="1622620" y="64407"/>
                </a:cubicBezTo>
                <a:cubicBezTo>
                  <a:pt x="1621003" y="64292"/>
                  <a:pt x="1619599" y="64234"/>
                  <a:pt x="1618408" y="64234"/>
                </a:cubicBezTo>
                <a:cubicBezTo>
                  <a:pt x="1617103" y="64234"/>
                  <a:pt x="1613245" y="64664"/>
                  <a:pt x="1606835" y="65524"/>
                </a:cubicBezTo>
                <a:lnTo>
                  <a:pt x="1608451" y="115760"/>
                </a:lnTo>
                <a:lnTo>
                  <a:pt x="1608537" y="119501"/>
                </a:lnTo>
                <a:lnTo>
                  <a:pt x="1608622" y="123836"/>
                </a:lnTo>
                <a:cubicBezTo>
                  <a:pt x="1608849" y="136245"/>
                  <a:pt x="1605870" y="142450"/>
                  <a:pt x="1599687" y="142450"/>
                </a:cubicBezTo>
                <a:cubicBezTo>
                  <a:pt x="1597417" y="142450"/>
                  <a:pt x="1595446" y="141714"/>
                  <a:pt x="1593772" y="140240"/>
                </a:cubicBezTo>
                <a:cubicBezTo>
                  <a:pt x="1592099" y="138767"/>
                  <a:pt x="1591262" y="136925"/>
                  <a:pt x="1591262" y="134715"/>
                </a:cubicBezTo>
                <a:cubicBezTo>
                  <a:pt x="1591262" y="132562"/>
                  <a:pt x="1591347" y="129333"/>
                  <a:pt x="1591517" y="125027"/>
                </a:cubicBezTo>
                <a:cubicBezTo>
                  <a:pt x="1591688" y="120719"/>
                  <a:pt x="1591773" y="117488"/>
                  <a:pt x="1591773" y="115334"/>
                </a:cubicBezTo>
                <a:lnTo>
                  <a:pt x="1590071" y="65694"/>
                </a:lnTo>
                <a:cubicBezTo>
                  <a:pt x="1585929" y="65524"/>
                  <a:pt x="1579632" y="65039"/>
                  <a:pt x="1571180" y="64239"/>
                </a:cubicBezTo>
                <a:cubicBezTo>
                  <a:pt x="1566131" y="63555"/>
                  <a:pt x="1563606" y="60734"/>
                  <a:pt x="1563606" y="55775"/>
                </a:cubicBezTo>
                <a:cubicBezTo>
                  <a:pt x="1563606" y="53266"/>
                  <a:pt x="1564372" y="51187"/>
                  <a:pt x="1565904" y="49536"/>
                </a:cubicBezTo>
                <a:cubicBezTo>
                  <a:pt x="1567435" y="47884"/>
                  <a:pt x="1569393" y="47058"/>
                  <a:pt x="1571775" y="47058"/>
                </a:cubicBezTo>
                <a:lnTo>
                  <a:pt x="1589645" y="48505"/>
                </a:lnTo>
                <a:cubicBezTo>
                  <a:pt x="1589645" y="45602"/>
                  <a:pt x="1589518" y="41720"/>
                  <a:pt x="1589262" y="36857"/>
                </a:cubicBezTo>
                <a:cubicBezTo>
                  <a:pt x="1589007" y="31992"/>
                  <a:pt x="1588879" y="28480"/>
                  <a:pt x="1588879" y="26319"/>
                </a:cubicBezTo>
                <a:cubicBezTo>
                  <a:pt x="1588879" y="23929"/>
                  <a:pt x="1589702" y="21952"/>
                  <a:pt x="1591347" y="20388"/>
                </a:cubicBezTo>
                <a:cubicBezTo>
                  <a:pt x="1592992" y="18823"/>
                  <a:pt x="1595006" y="18040"/>
                  <a:pt x="1597389" y="18040"/>
                </a:cubicBezTo>
                <a:cubicBezTo>
                  <a:pt x="1602495" y="18040"/>
                  <a:pt x="1605473" y="22210"/>
                  <a:pt x="1606324" y="30549"/>
                </a:cubicBezTo>
                <a:cubicBezTo>
                  <a:pt x="1606494" y="32648"/>
                  <a:pt x="1606579" y="35173"/>
                  <a:pt x="1606579" y="38123"/>
                </a:cubicBezTo>
                <a:lnTo>
                  <a:pt x="1606409" y="43058"/>
                </a:lnTo>
                <a:lnTo>
                  <a:pt x="1606324" y="48334"/>
                </a:lnTo>
                <a:cubicBezTo>
                  <a:pt x="1613359" y="47427"/>
                  <a:pt x="1617387" y="46973"/>
                  <a:pt x="1618408" y="46973"/>
                </a:cubicBezTo>
                <a:cubicBezTo>
                  <a:pt x="1624308" y="46973"/>
                  <a:pt x="1628165" y="47257"/>
                  <a:pt x="1629981" y="47824"/>
                </a:cubicBezTo>
                <a:cubicBezTo>
                  <a:pt x="1633441" y="48966"/>
                  <a:pt x="1635172" y="51657"/>
                  <a:pt x="1635172" y="55897"/>
                </a:cubicBezTo>
                <a:cubicBezTo>
                  <a:pt x="1635172" y="58418"/>
                  <a:pt x="1634392" y="60495"/>
                  <a:pt x="1632831" y="62128"/>
                </a:cubicBezTo>
                <a:cubicBezTo>
                  <a:pt x="1631271" y="63761"/>
                  <a:pt x="1629272" y="64577"/>
                  <a:pt x="1626832" y="64577"/>
                </a:cubicBezTo>
                <a:close/>
                <a:moveTo>
                  <a:pt x="1692424" y="140919"/>
                </a:moveTo>
                <a:cubicBezTo>
                  <a:pt x="1679603" y="140919"/>
                  <a:pt x="1669221" y="137711"/>
                  <a:pt x="1661279" y="131295"/>
                </a:cubicBezTo>
                <a:cubicBezTo>
                  <a:pt x="1652599" y="124196"/>
                  <a:pt x="1648259" y="114259"/>
                  <a:pt x="1648259" y="101482"/>
                </a:cubicBezTo>
                <a:cubicBezTo>
                  <a:pt x="1648259" y="86720"/>
                  <a:pt x="1651833" y="74342"/>
                  <a:pt x="1658981" y="64348"/>
                </a:cubicBezTo>
                <a:cubicBezTo>
                  <a:pt x="1666753" y="53445"/>
                  <a:pt x="1677135" y="47994"/>
                  <a:pt x="1690126" y="47994"/>
                </a:cubicBezTo>
                <a:cubicBezTo>
                  <a:pt x="1699543" y="47994"/>
                  <a:pt x="1707230" y="49582"/>
                  <a:pt x="1713187" y="52759"/>
                </a:cubicBezTo>
                <a:cubicBezTo>
                  <a:pt x="1720505" y="56674"/>
                  <a:pt x="1724165" y="62687"/>
                  <a:pt x="1724165" y="70800"/>
                </a:cubicBezTo>
                <a:cubicBezTo>
                  <a:pt x="1724165" y="76473"/>
                  <a:pt x="1720959" y="81635"/>
                  <a:pt x="1714549" y="86287"/>
                </a:cubicBezTo>
                <a:cubicBezTo>
                  <a:pt x="1711712" y="88329"/>
                  <a:pt x="1705699" y="91506"/>
                  <a:pt x="1696508" y="95818"/>
                </a:cubicBezTo>
                <a:lnTo>
                  <a:pt x="1664002" y="111220"/>
                </a:lnTo>
                <a:cubicBezTo>
                  <a:pt x="1667179" y="115929"/>
                  <a:pt x="1671136" y="119474"/>
                  <a:pt x="1675873" y="121857"/>
                </a:cubicBezTo>
                <a:cubicBezTo>
                  <a:pt x="1680610" y="124240"/>
                  <a:pt x="1686127" y="125431"/>
                  <a:pt x="1692424" y="125431"/>
                </a:cubicBezTo>
                <a:cubicBezTo>
                  <a:pt x="1696338" y="125431"/>
                  <a:pt x="1700933" y="124694"/>
                  <a:pt x="1706209" y="123219"/>
                </a:cubicBezTo>
                <a:cubicBezTo>
                  <a:pt x="1712904" y="121347"/>
                  <a:pt x="1717215" y="118893"/>
                  <a:pt x="1719144" y="115858"/>
                </a:cubicBezTo>
                <a:cubicBezTo>
                  <a:pt x="1721073" y="112823"/>
                  <a:pt x="1723143" y="111305"/>
                  <a:pt x="1725356" y="111305"/>
                </a:cubicBezTo>
                <a:cubicBezTo>
                  <a:pt x="1727341" y="111305"/>
                  <a:pt x="1729114" y="112060"/>
                  <a:pt x="1730674" y="113568"/>
                </a:cubicBezTo>
                <a:cubicBezTo>
                  <a:pt x="1732234" y="115075"/>
                  <a:pt x="1733014" y="116824"/>
                  <a:pt x="1733014" y="118815"/>
                </a:cubicBezTo>
                <a:cubicBezTo>
                  <a:pt x="1733014" y="125130"/>
                  <a:pt x="1727937" y="130564"/>
                  <a:pt x="1717782" y="135116"/>
                </a:cubicBezTo>
                <a:cubicBezTo>
                  <a:pt x="1709103" y="138984"/>
                  <a:pt x="1700650" y="140919"/>
                  <a:pt x="1692424" y="140919"/>
                </a:cubicBezTo>
                <a:moveTo>
                  <a:pt x="1690126" y="63311"/>
                </a:moveTo>
                <a:cubicBezTo>
                  <a:pt x="1683205" y="63311"/>
                  <a:pt x="1677447" y="65992"/>
                  <a:pt x="1672852" y="71353"/>
                </a:cubicBezTo>
                <a:cubicBezTo>
                  <a:pt x="1668257" y="76714"/>
                  <a:pt x="1664824" y="84784"/>
                  <a:pt x="1662555" y="95563"/>
                </a:cubicBezTo>
                <a:lnTo>
                  <a:pt x="1688680" y="83139"/>
                </a:lnTo>
                <a:cubicBezTo>
                  <a:pt x="1698948" y="78146"/>
                  <a:pt x="1706266" y="73806"/>
                  <a:pt x="1710634" y="70119"/>
                </a:cubicBezTo>
                <a:cubicBezTo>
                  <a:pt x="1705755" y="65580"/>
                  <a:pt x="1698919" y="63311"/>
                  <a:pt x="1690126" y="63311"/>
                </a:cubicBezTo>
                <a:close/>
                <a:moveTo>
                  <a:pt x="1857748" y="64577"/>
                </a:moveTo>
                <a:cubicBezTo>
                  <a:pt x="1856557" y="64577"/>
                  <a:pt x="1855152" y="64520"/>
                  <a:pt x="1853536" y="64407"/>
                </a:cubicBezTo>
                <a:cubicBezTo>
                  <a:pt x="1851919" y="64292"/>
                  <a:pt x="1850515" y="64234"/>
                  <a:pt x="1849323" y="64234"/>
                </a:cubicBezTo>
                <a:cubicBezTo>
                  <a:pt x="1848019" y="64234"/>
                  <a:pt x="1844161" y="64664"/>
                  <a:pt x="1837750" y="65524"/>
                </a:cubicBezTo>
                <a:lnTo>
                  <a:pt x="1839367" y="115760"/>
                </a:lnTo>
                <a:lnTo>
                  <a:pt x="1839452" y="119501"/>
                </a:lnTo>
                <a:lnTo>
                  <a:pt x="1839537" y="123836"/>
                </a:lnTo>
                <a:cubicBezTo>
                  <a:pt x="1839764" y="136245"/>
                  <a:pt x="1836786" y="142450"/>
                  <a:pt x="1830602" y="142450"/>
                </a:cubicBezTo>
                <a:cubicBezTo>
                  <a:pt x="1828333" y="142450"/>
                  <a:pt x="1826362" y="141714"/>
                  <a:pt x="1824688" y="140240"/>
                </a:cubicBezTo>
                <a:cubicBezTo>
                  <a:pt x="1823015" y="138767"/>
                  <a:pt x="1822178" y="136925"/>
                  <a:pt x="1822178" y="134715"/>
                </a:cubicBezTo>
                <a:cubicBezTo>
                  <a:pt x="1822178" y="132562"/>
                  <a:pt x="1822263" y="129333"/>
                  <a:pt x="1822433" y="125027"/>
                </a:cubicBezTo>
                <a:cubicBezTo>
                  <a:pt x="1822603" y="120719"/>
                  <a:pt x="1822688" y="117488"/>
                  <a:pt x="1822688" y="115334"/>
                </a:cubicBezTo>
                <a:lnTo>
                  <a:pt x="1820987" y="65694"/>
                </a:lnTo>
                <a:cubicBezTo>
                  <a:pt x="1816845" y="65524"/>
                  <a:pt x="1810548" y="65039"/>
                  <a:pt x="1802095" y="64239"/>
                </a:cubicBezTo>
                <a:cubicBezTo>
                  <a:pt x="1797046" y="63555"/>
                  <a:pt x="1794522" y="60734"/>
                  <a:pt x="1794522" y="55775"/>
                </a:cubicBezTo>
                <a:cubicBezTo>
                  <a:pt x="1794522" y="53266"/>
                  <a:pt x="1795288" y="51187"/>
                  <a:pt x="1796819" y="49536"/>
                </a:cubicBezTo>
                <a:cubicBezTo>
                  <a:pt x="1798351" y="47884"/>
                  <a:pt x="1800308" y="47058"/>
                  <a:pt x="1802691" y="47058"/>
                </a:cubicBezTo>
                <a:lnTo>
                  <a:pt x="1820561" y="48505"/>
                </a:lnTo>
                <a:cubicBezTo>
                  <a:pt x="1820561" y="45602"/>
                  <a:pt x="1820433" y="41720"/>
                  <a:pt x="1820178" y="36857"/>
                </a:cubicBezTo>
                <a:cubicBezTo>
                  <a:pt x="1819923" y="31992"/>
                  <a:pt x="1819795" y="28480"/>
                  <a:pt x="1819795" y="26319"/>
                </a:cubicBezTo>
                <a:cubicBezTo>
                  <a:pt x="1819795" y="23929"/>
                  <a:pt x="1820618" y="21952"/>
                  <a:pt x="1822263" y="20388"/>
                </a:cubicBezTo>
                <a:cubicBezTo>
                  <a:pt x="1823908" y="18823"/>
                  <a:pt x="1825922" y="18040"/>
                  <a:pt x="1828305" y="18040"/>
                </a:cubicBezTo>
                <a:cubicBezTo>
                  <a:pt x="1833410" y="18040"/>
                  <a:pt x="1836389" y="22210"/>
                  <a:pt x="1837240" y="30549"/>
                </a:cubicBezTo>
                <a:cubicBezTo>
                  <a:pt x="1837410" y="32648"/>
                  <a:pt x="1837495" y="35173"/>
                  <a:pt x="1837495" y="38123"/>
                </a:cubicBezTo>
                <a:lnTo>
                  <a:pt x="1837325" y="43058"/>
                </a:lnTo>
                <a:lnTo>
                  <a:pt x="1837240" y="48334"/>
                </a:lnTo>
                <a:cubicBezTo>
                  <a:pt x="1844274" y="47427"/>
                  <a:pt x="1848302" y="46973"/>
                  <a:pt x="1849323" y="46973"/>
                </a:cubicBezTo>
                <a:cubicBezTo>
                  <a:pt x="1855223" y="46973"/>
                  <a:pt x="1859081" y="47257"/>
                  <a:pt x="1860896" y="47824"/>
                </a:cubicBezTo>
                <a:cubicBezTo>
                  <a:pt x="1864357" y="48966"/>
                  <a:pt x="1866087" y="51657"/>
                  <a:pt x="1866087" y="55897"/>
                </a:cubicBezTo>
                <a:cubicBezTo>
                  <a:pt x="1866087" y="58418"/>
                  <a:pt x="1865307" y="60495"/>
                  <a:pt x="1863747" y="62128"/>
                </a:cubicBezTo>
                <a:cubicBezTo>
                  <a:pt x="1862187" y="63761"/>
                  <a:pt x="1860187" y="64577"/>
                  <a:pt x="1857748" y="64577"/>
                </a:cubicBezTo>
                <a:close/>
                <a:moveTo>
                  <a:pt x="1954825" y="142280"/>
                </a:moveTo>
                <a:cubicBezTo>
                  <a:pt x="1950797" y="142280"/>
                  <a:pt x="1948159" y="140127"/>
                  <a:pt x="1946911" y="135821"/>
                </a:cubicBezTo>
                <a:cubicBezTo>
                  <a:pt x="1945606" y="131174"/>
                  <a:pt x="1944415" y="124572"/>
                  <a:pt x="1943337" y="116015"/>
                </a:cubicBezTo>
                <a:cubicBezTo>
                  <a:pt x="1942316" y="107798"/>
                  <a:pt x="1941806" y="101055"/>
                  <a:pt x="1941806" y="95786"/>
                </a:cubicBezTo>
                <a:cubicBezTo>
                  <a:pt x="1941806" y="94313"/>
                  <a:pt x="1941876" y="92075"/>
                  <a:pt x="1942018" y="89071"/>
                </a:cubicBezTo>
                <a:cubicBezTo>
                  <a:pt x="1942160" y="86066"/>
                  <a:pt x="1942231" y="83827"/>
                  <a:pt x="1942231" y="82354"/>
                </a:cubicBezTo>
                <a:cubicBezTo>
                  <a:pt x="1942231" y="71701"/>
                  <a:pt x="1939565" y="66375"/>
                  <a:pt x="1934232" y="66375"/>
                </a:cubicBezTo>
                <a:cubicBezTo>
                  <a:pt x="1927027" y="66375"/>
                  <a:pt x="1920588" y="69637"/>
                  <a:pt x="1914915" y="76161"/>
                </a:cubicBezTo>
                <a:cubicBezTo>
                  <a:pt x="1912022" y="79508"/>
                  <a:pt x="1908051" y="85890"/>
                  <a:pt x="1903002" y="95307"/>
                </a:cubicBezTo>
                <a:cubicBezTo>
                  <a:pt x="1903002" y="116879"/>
                  <a:pt x="1902094" y="129647"/>
                  <a:pt x="1900279" y="133611"/>
                </a:cubicBezTo>
                <a:cubicBezTo>
                  <a:pt x="1898690" y="137121"/>
                  <a:pt x="1896223" y="138876"/>
                  <a:pt x="1892875" y="138876"/>
                </a:cubicBezTo>
                <a:cubicBezTo>
                  <a:pt x="1890549" y="138876"/>
                  <a:pt x="1888507" y="138082"/>
                  <a:pt x="1886749" y="136494"/>
                </a:cubicBezTo>
                <a:cubicBezTo>
                  <a:pt x="1884990" y="134905"/>
                  <a:pt x="1884111" y="132976"/>
                  <a:pt x="1884111" y="130707"/>
                </a:cubicBezTo>
                <a:cubicBezTo>
                  <a:pt x="1884111" y="129913"/>
                  <a:pt x="1884366" y="128665"/>
                  <a:pt x="1884876" y="126963"/>
                </a:cubicBezTo>
                <a:cubicBezTo>
                  <a:pt x="1885330" y="125545"/>
                  <a:pt x="1885642" y="121403"/>
                  <a:pt x="1885812" y="114539"/>
                </a:cubicBezTo>
                <a:lnTo>
                  <a:pt x="1886068" y="101945"/>
                </a:lnTo>
                <a:lnTo>
                  <a:pt x="1886323" y="39399"/>
                </a:lnTo>
                <a:cubicBezTo>
                  <a:pt x="1886720" y="32365"/>
                  <a:pt x="1886919" y="27628"/>
                  <a:pt x="1886919" y="25188"/>
                </a:cubicBezTo>
                <a:cubicBezTo>
                  <a:pt x="1886919" y="22295"/>
                  <a:pt x="1886649" y="19558"/>
                  <a:pt x="1886110" y="16977"/>
                </a:cubicBezTo>
                <a:cubicBezTo>
                  <a:pt x="1885571" y="14395"/>
                  <a:pt x="1885302" y="11715"/>
                  <a:pt x="1885302" y="8935"/>
                </a:cubicBezTo>
                <a:cubicBezTo>
                  <a:pt x="1885302" y="6552"/>
                  <a:pt x="1886125" y="4581"/>
                  <a:pt x="1887770" y="3021"/>
                </a:cubicBezTo>
                <a:cubicBezTo>
                  <a:pt x="1889415" y="1461"/>
                  <a:pt x="1891429" y="681"/>
                  <a:pt x="1893812" y="681"/>
                </a:cubicBezTo>
                <a:cubicBezTo>
                  <a:pt x="1898463" y="681"/>
                  <a:pt x="1901186" y="3177"/>
                  <a:pt x="1901981" y="8169"/>
                </a:cubicBezTo>
                <a:cubicBezTo>
                  <a:pt x="1902888" y="13672"/>
                  <a:pt x="1903342" y="18636"/>
                  <a:pt x="1903342" y="23061"/>
                </a:cubicBezTo>
                <a:cubicBezTo>
                  <a:pt x="1903342" y="29018"/>
                  <a:pt x="1903144" y="35230"/>
                  <a:pt x="1902747" y="41697"/>
                </a:cubicBezTo>
                <a:cubicBezTo>
                  <a:pt x="1902406" y="47881"/>
                  <a:pt x="1902264" y="54093"/>
                  <a:pt x="1902321" y="60333"/>
                </a:cubicBezTo>
                <a:lnTo>
                  <a:pt x="1902406" y="67821"/>
                </a:lnTo>
                <a:cubicBezTo>
                  <a:pt x="1907058" y="61581"/>
                  <a:pt x="1912036" y="56915"/>
                  <a:pt x="1917340" y="53823"/>
                </a:cubicBezTo>
                <a:cubicBezTo>
                  <a:pt x="1922645" y="50731"/>
                  <a:pt x="1928275" y="49185"/>
                  <a:pt x="1934232" y="49185"/>
                </a:cubicBezTo>
                <a:cubicBezTo>
                  <a:pt x="1943649" y="49185"/>
                  <a:pt x="1950117" y="52249"/>
                  <a:pt x="1953634" y="58376"/>
                </a:cubicBezTo>
                <a:cubicBezTo>
                  <a:pt x="1956130" y="62687"/>
                  <a:pt x="1957548" y="69949"/>
                  <a:pt x="1957889" y="80160"/>
                </a:cubicBezTo>
                <a:lnTo>
                  <a:pt x="1958569" y="96414"/>
                </a:lnTo>
                <a:lnTo>
                  <a:pt x="1960271" y="114113"/>
                </a:lnTo>
                <a:cubicBezTo>
                  <a:pt x="1961066" y="120751"/>
                  <a:pt x="1962030" y="126594"/>
                  <a:pt x="1963165" y="131643"/>
                </a:cubicBezTo>
                <a:cubicBezTo>
                  <a:pt x="1963391" y="132608"/>
                  <a:pt x="1963505" y="133430"/>
                  <a:pt x="1963505" y="134111"/>
                </a:cubicBezTo>
                <a:cubicBezTo>
                  <a:pt x="1963505" y="136437"/>
                  <a:pt x="1962654" y="138380"/>
                  <a:pt x="1960952" y="139940"/>
                </a:cubicBezTo>
                <a:cubicBezTo>
                  <a:pt x="1959250" y="141500"/>
                  <a:pt x="1957208" y="142280"/>
                  <a:pt x="1954825" y="142280"/>
                </a:cubicBezTo>
                <a:close/>
                <a:moveTo>
                  <a:pt x="2023549" y="140919"/>
                </a:moveTo>
                <a:cubicBezTo>
                  <a:pt x="2010728" y="140919"/>
                  <a:pt x="2000346" y="137711"/>
                  <a:pt x="1992404" y="131295"/>
                </a:cubicBezTo>
                <a:cubicBezTo>
                  <a:pt x="1983724" y="124196"/>
                  <a:pt x="1979384" y="114259"/>
                  <a:pt x="1979384" y="101482"/>
                </a:cubicBezTo>
                <a:cubicBezTo>
                  <a:pt x="1979384" y="86720"/>
                  <a:pt x="1982958" y="74342"/>
                  <a:pt x="1990106" y="64348"/>
                </a:cubicBezTo>
                <a:cubicBezTo>
                  <a:pt x="1997878" y="53445"/>
                  <a:pt x="2008260" y="47994"/>
                  <a:pt x="2021251" y="47994"/>
                </a:cubicBezTo>
                <a:cubicBezTo>
                  <a:pt x="2030668" y="47994"/>
                  <a:pt x="2038355" y="49582"/>
                  <a:pt x="2044312" y="52759"/>
                </a:cubicBezTo>
                <a:cubicBezTo>
                  <a:pt x="2051630" y="56674"/>
                  <a:pt x="2055289" y="62687"/>
                  <a:pt x="2055289" y="70800"/>
                </a:cubicBezTo>
                <a:cubicBezTo>
                  <a:pt x="2055289" y="76473"/>
                  <a:pt x="2052084" y="81635"/>
                  <a:pt x="2045674" y="86287"/>
                </a:cubicBezTo>
                <a:cubicBezTo>
                  <a:pt x="2042837" y="88329"/>
                  <a:pt x="2036824" y="91506"/>
                  <a:pt x="2027633" y="95818"/>
                </a:cubicBezTo>
                <a:lnTo>
                  <a:pt x="1995127" y="111220"/>
                </a:lnTo>
                <a:cubicBezTo>
                  <a:pt x="1998304" y="115929"/>
                  <a:pt x="2002260" y="119474"/>
                  <a:pt x="2006997" y="121857"/>
                </a:cubicBezTo>
                <a:cubicBezTo>
                  <a:pt x="2011734" y="124240"/>
                  <a:pt x="2017252" y="125431"/>
                  <a:pt x="2023549" y="125431"/>
                </a:cubicBezTo>
                <a:cubicBezTo>
                  <a:pt x="2027463" y="125431"/>
                  <a:pt x="2032058" y="124694"/>
                  <a:pt x="2037334" y="123219"/>
                </a:cubicBezTo>
                <a:cubicBezTo>
                  <a:pt x="2044028" y="121347"/>
                  <a:pt x="2048340" y="118893"/>
                  <a:pt x="2050269" y="115858"/>
                </a:cubicBezTo>
                <a:cubicBezTo>
                  <a:pt x="2052198" y="112823"/>
                  <a:pt x="2054268" y="111305"/>
                  <a:pt x="2056481" y="111305"/>
                </a:cubicBezTo>
                <a:cubicBezTo>
                  <a:pt x="2058466" y="111305"/>
                  <a:pt x="2060239" y="112060"/>
                  <a:pt x="2061799" y="113568"/>
                </a:cubicBezTo>
                <a:cubicBezTo>
                  <a:pt x="2063359" y="115075"/>
                  <a:pt x="2064139" y="116824"/>
                  <a:pt x="2064139" y="118815"/>
                </a:cubicBezTo>
                <a:cubicBezTo>
                  <a:pt x="2064139" y="125130"/>
                  <a:pt x="2059062" y="130564"/>
                  <a:pt x="2048907" y="135116"/>
                </a:cubicBezTo>
                <a:cubicBezTo>
                  <a:pt x="2040227" y="138984"/>
                  <a:pt x="2031775" y="140919"/>
                  <a:pt x="2023549" y="140919"/>
                </a:cubicBezTo>
                <a:moveTo>
                  <a:pt x="2021251" y="63311"/>
                </a:moveTo>
                <a:cubicBezTo>
                  <a:pt x="2014330" y="63311"/>
                  <a:pt x="2008572" y="65992"/>
                  <a:pt x="2003977" y="71353"/>
                </a:cubicBezTo>
                <a:cubicBezTo>
                  <a:pt x="1999381" y="76714"/>
                  <a:pt x="1995949" y="84784"/>
                  <a:pt x="1993680" y="95563"/>
                </a:cubicBezTo>
                <a:lnTo>
                  <a:pt x="2019804" y="83139"/>
                </a:lnTo>
                <a:cubicBezTo>
                  <a:pt x="2030073" y="78146"/>
                  <a:pt x="2037391" y="73806"/>
                  <a:pt x="2041759" y="70119"/>
                </a:cubicBezTo>
                <a:cubicBezTo>
                  <a:pt x="2036880" y="65580"/>
                  <a:pt x="2030044" y="63311"/>
                  <a:pt x="2021251" y="63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degreeofinfluence,notthe">
            <a:extLst xmlns:a="http://schemas.openxmlformats.org/drawingml/2006/main">
              <a:ext uri="{FF2B5EF4-FFF2-40B4-BE49-F238E27FC236}">
                <a16:creationId xmlns:a16="http://schemas.microsoft.com/office/drawing/2014/main" id="{0A7955F7-B3B4-47D3-9684-A7C6FAB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78" y="5077530"/>
            <a:ext cx="2275701" cy="184998"/>
          </a:xfrm>
          <a:custGeom xmlns:a="http://schemas.openxmlformats.org/drawingml/2006/main">
            <a:pathLst>
              <a:path w="2275701" h="184998">
                <a:moveTo>
                  <a:pt x="81437" y="61827"/>
                </a:moveTo>
                <a:cubicBezTo>
                  <a:pt x="80756" y="70161"/>
                  <a:pt x="80416" y="78496"/>
                  <a:pt x="80416" y="86830"/>
                </a:cubicBezTo>
                <a:cubicBezTo>
                  <a:pt x="80416" y="105710"/>
                  <a:pt x="81295" y="119969"/>
                  <a:pt x="83053" y="129606"/>
                </a:cubicBezTo>
                <a:cubicBezTo>
                  <a:pt x="83167" y="130400"/>
                  <a:pt x="83224" y="131053"/>
                  <a:pt x="83224" y="131563"/>
                </a:cubicBezTo>
                <a:cubicBezTo>
                  <a:pt x="83224" y="133831"/>
                  <a:pt x="82429" y="135701"/>
                  <a:pt x="80841" y="137174"/>
                </a:cubicBezTo>
                <a:cubicBezTo>
                  <a:pt x="79253" y="138649"/>
                  <a:pt x="77409" y="139387"/>
                  <a:pt x="75310" y="139387"/>
                </a:cubicBezTo>
                <a:cubicBezTo>
                  <a:pt x="71792" y="139387"/>
                  <a:pt x="69211" y="136834"/>
                  <a:pt x="67566" y="131728"/>
                </a:cubicBezTo>
                <a:cubicBezTo>
                  <a:pt x="63481" y="134735"/>
                  <a:pt x="59241" y="137018"/>
                  <a:pt x="54844" y="138578"/>
                </a:cubicBezTo>
                <a:cubicBezTo>
                  <a:pt x="50448" y="140139"/>
                  <a:pt x="45867" y="140919"/>
                  <a:pt x="41101" y="140919"/>
                </a:cubicBezTo>
                <a:cubicBezTo>
                  <a:pt x="29358" y="140919"/>
                  <a:pt x="19629" y="137001"/>
                  <a:pt x="11913" y="129165"/>
                </a:cubicBezTo>
                <a:cubicBezTo>
                  <a:pt x="3971" y="121159"/>
                  <a:pt x="0" y="110881"/>
                  <a:pt x="0" y="98331"/>
                </a:cubicBezTo>
                <a:cubicBezTo>
                  <a:pt x="0" y="83170"/>
                  <a:pt x="4014" y="71019"/>
                  <a:pt x="12041" y="61878"/>
                </a:cubicBezTo>
                <a:cubicBezTo>
                  <a:pt x="20068" y="52735"/>
                  <a:pt x="30493" y="48164"/>
                  <a:pt x="43314" y="48164"/>
                </a:cubicBezTo>
                <a:cubicBezTo>
                  <a:pt x="49894" y="48164"/>
                  <a:pt x="54972" y="49185"/>
                  <a:pt x="58546" y="51228"/>
                </a:cubicBezTo>
                <a:lnTo>
                  <a:pt x="66545" y="57099"/>
                </a:lnTo>
                <a:cubicBezTo>
                  <a:pt x="67339" y="33248"/>
                  <a:pt x="68275" y="17188"/>
                  <a:pt x="69353" y="8922"/>
                </a:cubicBezTo>
                <a:cubicBezTo>
                  <a:pt x="70091" y="3882"/>
                  <a:pt x="72672" y="1362"/>
                  <a:pt x="77097" y="1362"/>
                </a:cubicBezTo>
                <a:cubicBezTo>
                  <a:pt x="82259" y="1362"/>
                  <a:pt x="84840" y="4111"/>
                  <a:pt x="84840" y="9610"/>
                </a:cubicBezTo>
                <a:cubicBezTo>
                  <a:pt x="84840" y="17491"/>
                  <a:pt x="83706" y="34896"/>
                  <a:pt x="81437" y="61827"/>
                </a:cubicBezTo>
                <a:moveTo>
                  <a:pt x="43654" y="63992"/>
                </a:moveTo>
                <a:cubicBezTo>
                  <a:pt x="34123" y="63992"/>
                  <a:pt x="26975" y="66814"/>
                  <a:pt x="22210" y="72459"/>
                </a:cubicBezTo>
                <a:cubicBezTo>
                  <a:pt x="17445" y="78104"/>
                  <a:pt x="15062" y="86599"/>
                  <a:pt x="15062" y="97945"/>
                </a:cubicBezTo>
                <a:cubicBezTo>
                  <a:pt x="15062" y="105263"/>
                  <a:pt x="17657" y="111561"/>
                  <a:pt x="22848" y="116837"/>
                </a:cubicBezTo>
                <a:cubicBezTo>
                  <a:pt x="28039" y="122112"/>
                  <a:pt x="34123" y="124750"/>
                  <a:pt x="41101" y="124750"/>
                </a:cubicBezTo>
                <a:cubicBezTo>
                  <a:pt x="45867" y="124750"/>
                  <a:pt x="49894" y="123871"/>
                  <a:pt x="53185" y="122112"/>
                </a:cubicBezTo>
                <a:cubicBezTo>
                  <a:pt x="55114" y="121091"/>
                  <a:pt x="58262" y="118737"/>
                  <a:pt x="62630" y="115049"/>
                </a:cubicBezTo>
                <a:cubicBezTo>
                  <a:pt x="63481" y="114312"/>
                  <a:pt x="64304" y="113433"/>
                  <a:pt x="65098" y="112412"/>
                </a:cubicBezTo>
                <a:lnTo>
                  <a:pt x="64843" y="97690"/>
                </a:lnTo>
                <a:lnTo>
                  <a:pt x="64928" y="87819"/>
                </a:lnTo>
                <a:lnTo>
                  <a:pt x="65098" y="77778"/>
                </a:lnTo>
                <a:cubicBezTo>
                  <a:pt x="62943" y="73182"/>
                  <a:pt x="60078" y="69736"/>
                  <a:pt x="56504" y="67438"/>
                </a:cubicBezTo>
                <a:cubicBezTo>
                  <a:pt x="52930" y="65141"/>
                  <a:pt x="48646" y="63992"/>
                  <a:pt x="43654" y="63992"/>
                </a:cubicBezTo>
                <a:close/>
                <a:moveTo>
                  <a:pt x="145190" y="140919"/>
                </a:moveTo>
                <a:cubicBezTo>
                  <a:pt x="132369" y="140919"/>
                  <a:pt x="121988" y="137711"/>
                  <a:pt x="114045" y="131295"/>
                </a:cubicBezTo>
                <a:cubicBezTo>
                  <a:pt x="105366" y="124196"/>
                  <a:pt x="101026" y="114259"/>
                  <a:pt x="101026" y="101482"/>
                </a:cubicBezTo>
                <a:cubicBezTo>
                  <a:pt x="101026" y="86720"/>
                  <a:pt x="104600" y="74342"/>
                  <a:pt x="111748" y="64348"/>
                </a:cubicBezTo>
                <a:cubicBezTo>
                  <a:pt x="119520" y="53445"/>
                  <a:pt x="129902" y="47994"/>
                  <a:pt x="142893" y="47994"/>
                </a:cubicBezTo>
                <a:cubicBezTo>
                  <a:pt x="152310" y="47994"/>
                  <a:pt x="159997" y="49582"/>
                  <a:pt x="165954" y="52759"/>
                </a:cubicBezTo>
                <a:cubicBezTo>
                  <a:pt x="173272" y="56674"/>
                  <a:pt x="176931" y="62687"/>
                  <a:pt x="176931" y="70800"/>
                </a:cubicBezTo>
                <a:cubicBezTo>
                  <a:pt x="176931" y="76473"/>
                  <a:pt x="173726" y="81635"/>
                  <a:pt x="167315" y="86287"/>
                </a:cubicBezTo>
                <a:cubicBezTo>
                  <a:pt x="164479" y="88329"/>
                  <a:pt x="158465" y="91506"/>
                  <a:pt x="149275" y="95818"/>
                </a:cubicBezTo>
                <a:lnTo>
                  <a:pt x="116768" y="111220"/>
                </a:lnTo>
                <a:cubicBezTo>
                  <a:pt x="119945" y="115929"/>
                  <a:pt x="123902" y="119474"/>
                  <a:pt x="128639" y="121857"/>
                </a:cubicBezTo>
                <a:cubicBezTo>
                  <a:pt x="133376" y="124240"/>
                  <a:pt x="138893" y="125431"/>
                  <a:pt x="145190" y="125431"/>
                </a:cubicBezTo>
                <a:cubicBezTo>
                  <a:pt x="149105" y="125431"/>
                  <a:pt x="153700" y="124694"/>
                  <a:pt x="158976" y="123219"/>
                </a:cubicBezTo>
                <a:cubicBezTo>
                  <a:pt x="165670" y="121347"/>
                  <a:pt x="169982" y="118893"/>
                  <a:pt x="171911" y="115858"/>
                </a:cubicBezTo>
                <a:cubicBezTo>
                  <a:pt x="173839" y="112823"/>
                  <a:pt x="175910" y="111305"/>
                  <a:pt x="178123" y="111305"/>
                </a:cubicBezTo>
                <a:cubicBezTo>
                  <a:pt x="180108" y="111305"/>
                  <a:pt x="181881" y="112060"/>
                  <a:pt x="183441" y="113568"/>
                </a:cubicBezTo>
                <a:cubicBezTo>
                  <a:pt x="185001" y="115075"/>
                  <a:pt x="185781" y="116824"/>
                  <a:pt x="185781" y="118815"/>
                </a:cubicBezTo>
                <a:cubicBezTo>
                  <a:pt x="185781" y="125130"/>
                  <a:pt x="180704" y="130564"/>
                  <a:pt x="170549" y="135116"/>
                </a:cubicBezTo>
                <a:cubicBezTo>
                  <a:pt x="161869" y="138984"/>
                  <a:pt x="153416" y="140919"/>
                  <a:pt x="145190" y="140919"/>
                </a:cubicBezTo>
                <a:moveTo>
                  <a:pt x="142893" y="63311"/>
                </a:moveTo>
                <a:cubicBezTo>
                  <a:pt x="135972" y="63311"/>
                  <a:pt x="130214" y="65992"/>
                  <a:pt x="125618" y="71353"/>
                </a:cubicBezTo>
                <a:cubicBezTo>
                  <a:pt x="121023" y="76714"/>
                  <a:pt x="117591" y="84784"/>
                  <a:pt x="115322" y="95563"/>
                </a:cubicBezTo>
                <a:lnTo>
                  <a:pt x="141446" y="83139"/>
                </a:lnTo>
                <a:cubicBezTo>
                  <a:pt x="151714" y="78146"/>
                  <a:pt x="159033" y="73806"/>
                  <a:pt x="163401" y="70119"/>
                </a:cubicBezTo>
                <a:cubicBezTo>
                  <a:pt x="158522" y="65580"/>
                  <a:pt x="151686" y="63311"/>
                  <a:pt x="142893" y="63311"/>
                </a:cubicBezTo>
                <a:close/>
                <a:moveTo>
                  <a:pt x="271424" y="100328"/>
                </a:moveTo>
                <a:lnTo>
                  <a:pt x="269466" y="128920"/>
                </a:lnTo>
                <a:cubicBezTo>
                  <a:pt x="269126" y="140266"/>
                  <a:pt x="267963" y="149542"/>
                  <a:pt x="265977" y="156746"/>
                </a:cubicBezTo>
                <a:cubicBezTo>
                  <a:pt x="263425" y="165937"/>
                  <a:pt x="259340" y="172716"/>
                  <a:pt x="253724" y="177084"/>
                </a:cubicBezTo>
                <a:cubicBezTo>
                  <a:pt x="246916" y="182360"/>
                  <a:pt x="237073" y="184998"/>
                  <a:pt x="224195" y="184998"/>
                </a:cubicBezTo>
                <a:cubicBezTo>
                  <a:pt x="216650" y="184998"/>
                  <a:pt x="210325" y="184488"/>
                  <a:pt x="205219" y="183466"/>
                </a:cubicBezTo>
                <a:cubicBezTo>
                  <a:pt x="198071" y="182048"/>
                  <a:pt x="194497" y="179098"/>
                  <a:pt x="194497" y="174617"/>
                </a:cubicBezTo>
                <a:cubicBezTo>
                  <a:pt x="194497" y="169568"/>
                  <a:pt x="196965" y="167043"/>
                  <a:pt x="201900" y="167043"/>
                </a:cubicBezTo>
                <a:cubicBezTo>
                  <a:pt x="203943" y="167043"/>
                  <a:pt x="207346" y="167539"/>
                  <a:pt x="212112" y="168532"/>
                </a:cubicBezTo>
                <a:cubicBezTo>
                  <a:pt x="216877" y="169525"/>
                  <a:pt x="222153" y="169965"/>
                  <a:pt x="227940" y="169851"/>
                </a:cubicBezTo>
                <a:cubicBezTo>
                  <a:pt x="238832" y="169670"/>
                  <a:pt x="246349" y="164084"/>
                  <a:pt x="250490" y="153093"/>
                </a:cubicBezTo>
                <a:cubicBezTo>
                  <a:pt x="253213" y="145764"/>
                  <a:pt x="254660" y="134501"/>
                  <a:pt x="254830" y="119304"/>
                </a:cubicBezTo>
                <a:cubicBezTo>
                  <a:pt x="251766" y="125942"/>
                  <a:pt x="248121" y="130920"/>
                  <a:pt x="243895" y="134239"/>
                </a:cubicBezTo>
                <a:cubicBezTo>
                  <a:pt x="239669" y="137557"/>
                  <a:pt x="234832" y="139217"/>
                  <a:pt x="229386" y="139217"/>
                </a:cubicBezTo>
                <a:cubicBezTo>
                  <a:pt x="219118" y="139217"/>
                  <a:pt x="210764" y="135710"/>
                  <a:pt x="204325" y="128697"/>
                </a:cubicBezTo>
                <a:cubicBezTo>
                  <a:pt x="197887" y="121683"/>
                  <a:pt x="194667" y="112583"/>
                  <a:pt x="194667" y="101397"/>
                </a:cubicBezTo>
                <a:cubicBezTo>
                  <a:pt x="194667" y="86066"/>
                  <a:pt x="199064" y="73715"/>
                  <a:pt x="207857" y="64346"/>
                </a:cubicBezTo>
                <a:cubicBezTo>
                  <a:pt x="216934" y="54693"/>
                  <a:pt x="229301" y="49866"/>
                  <a:pt x="244959" y="49866"/>
                </a:cubicBezTo>
                <a:cubicBezTo>
                  <a:pt x="250235" y="49866"/>
                  <a:pt x="254660" y="50547"/>
                  <a:pt x="258234" y="51908"/>
                </a:cubicBezTo>
                <a:cubicBezTo>
                  <a:pt x="261808" y="53270"/>
                  <a:pt x="264531" y="55312"/>
                  <a:pt x="266403" y="58035"/>
                </a:cubicBezTo>
                <a:cubicBezTo>
                  <a:pt x="272473" y="58206"/>
                  <a:pt x="275508" y="61581"/>
                  <a:pt x="275508" y="68162"/>
                </a:cubicBezTo>
                <a:cubicBezTo>
                  <a:pt x="275508" y="72190"/>
                  <a:pt x="274912" y="77579"/>
                  <a:pt x="273721" y="84330"/>
                </a:cubicBezTo>
                <a:cubicBezTo>
                  <a:pt x="272416" y="92159"/>
                  <a:pt x="271650" y="97491"/>
                  <a:pt x="271424" y="100328"/>
                </a:cubicBezTo>
                <a:moveTo>
                  <a:pt x="244108" y="66885"/>
                </a:moveTo>
                <a:cubicBezTo>
                  <a:pt x="233329" y="66885"/>
                  <a:pt x="224990" y="70231"/>
                  <a:pt x="219090" y="76921"/>
                </a:cubicBezTo>
                <a:cubicBezTo>
                  <a:pt x="213814" y="82947"/>
                  <a:pt x="211176" y="90608"/>
                  <a:pt x="211176" y="99905"/>
                </a:cubicBezTo>
                <a:cubicBezTo>
                  <a:pt x="211176" y="107310"/>
                  <a:pt x="212736" y="112877"/>
                  <a:pt x="215856" y="116605"/>
                </a:cubicBezTo>
                <a:cubicBezTo>
                  <a:pt x="218976" y="120333"/>
                  <a:pt x="223656" y="122198"/>
                  <a:pt x="229897" y="122198"/>
                </a:cubicBezTo>
                <a:cubicBezTo>
                  <a:pt x="235627" y="122198"/>
                  <a:pt x="241186" y="119287"/>
                  <a:pt x="246576" y="113465"/>
                </a:cubicBezTo>
                <a:cubicBezTo>
                  <a:pt x="251454" y="108102"/>
                  <a:pt x="254234" y="102790"/>
                  <a:pt x="254915" y="97530"/>
                </a:cubicBezTo>
                <a:cubicBezTo>
                  <a:pt x="256106" y="92013"/>
                  <a:pt x="257383" y="83356"/>
                  <a:pt x="258744" y="71558"/>
                </a:cubicBezTo>
                <a:cubicBezTo>
                  <a:pt x="256475" y="69974"/>
                  <a:pt x="254121" y="68800"/>
                  <a:pt x="251681" y="68034"/>
                </a:cubicBezTo>
                <a:cubicBezTo>
                  <a:pt x="249242" y="67268"/>
                  <a:pt x="246717" y="66885"/>
                  <a:pt x="244108" y="66885"/>
                </a:cubicBezTo>
                <a:close/>
                <a:moveTo>
                  <a:pt x="359002" y="73948"/>
                </a:moveTo>
                <a:cubicBezTo>
                  <a:pt x="358605" y="81040"/>
                  <a:pt x="355768" y="84585"/>
                  <a:pt x="350493" y="84585"/>
                </a:cubicBezTo>
                <a:cubicBezTo>
                  <a:pt x="345614" y="84585"/>
                  <a:pt x="343174" y="81789"/>
                  <a:pt x="343174" y="76195"/>
                </a:cubicBezTo>
                <a:cubicBezTo>
                  <a:pt x="343174" y="75121"/>
                  <a:pt x="343089" y="73142"/>
                  <a:pt x="342919" y="70260"/>
                </a:cubicBezTo>
                <a:lnTo>
                  <a:pt x="342664" y="63141"/>
                </a:lnTo>
                <a:cubicBezTo>
                  <a:pt x="333700" y="64221"/>
                  <a:pt x="326524" y="66751"/>
                  <a:pt x="321134" y="70731"/>
                </a:cubicBezTo>
                <a:cubicBezTo>
                  <a:pt x="316085" y="74427"/>
                  <a:pt x="311887" y="79999"/>
                  <a:pt x="308540" y="87447"/>
                </a:cubicBezTo>
                <a:lnTo>
                  <a:pt x="308710" y="134177"/>
                </a:lnTo>
                <a:cubicBezTo>
                  <a:pt x="308710" y="139920"/>
                  <a:pt x="305902" y="142791"/>
                  <a:pt x="300286" y="142791"/>
                </a:cubicBezTo>
                <a:cubicBezTo>
                  <a:pt x="295294" y="142791"/>
                  <a:pt x="292798" y="139921"/>
                  <a:pt x="292798" y="134180"/>
                </a:cubicBezTo>
                <a:lnTo>
                  <a:pt x="292798" y="74334"/>
                </a:lnTo>
                <a:cubicBezTo>
                  <a:pt x="292798" y="72458"/>
                  <a:pt x="292868" y="69646"/>
                  <a:pt x="293010" y="65896"/>
                </a:cubicBezTo>
                <a:cubicBezTo>
                  <a:pt x="293152" y="62145"/>
                  <a:pt x="293223" y="59331"/>
                  <a:pt x="293223" y="57456"/>
                </a:cubicBezTo>
                <a:cubicBezTo>
                  <a:pt x="293223" y="51715"/>
                  <a:pt x="295719" y="48845"/>
                  <a:pt x="300711" y="48845"/>
                </a:cubicBezTo>
                <a:cubicBezTo>
                  <a:pt x="306271" y="48845"/>
                  <a:pt x="309079" y="53554"/>
                  <a:pt x="309136" y="62971"/>
                </a:cubicBezTo>
                <a:cubicBezTo>
                  <a:pt x="320028" y="52419"/>
                  <a:pt x="332112" y="47143"/>
                  <a:pt x="345387" y="47143"/>
                </a:cubicBezTo>
                <a:cubicBezTo>
                  <a:pt x="349982" y="47143"/>
                  <a:pt x="353414" y="48873"/>
                  <a:pt x="355683" y="52334"/>
                </a:cubicBezTo>
                <a:cubicBezTo>
                  <a:pt x="357953" y="55794"/>
                  <a:pt x="359087" y="61014"/>
                  <a:pt x="359087" y="67992"/>
                </a:cubicBezTo>
                <a:cubicBezTo>
                  <a:pt x="359087" y="70942"/>
                  <a:pt x="359059" y="72927"/>
                  <a:pt x="359002" y="73948"/>
                </a:cubicBezTo>
                <a:close/>
                <a:moveTo>
                  <a:pt x="415231" y="140919"/>
                </a:moveTo>
                <a:cubicBezTo>
                  <a:pt x="402410" y="140919"/>
                  <a:pt x="392029" y="137711"/>
                  <a:pt x="384086" y="131295"/>
                </a:cubicBezTo>
                <a:cubicBezTo>
                  <a:pt x="375406" y="124196"/>
                  <a:pt x="371067" y="114259"/>
                  <a:pt x="371067" y="101482"/>
                </a:cubicBezTo>
                <a:cubicBezTo>
                  <a:pt x="371067" y="86720"/>
                  <a:pt x="374641" y="74342"/>
                  <a:pt x="381789" y="64348"/>
                </a:cubicBezTo>
                <a:cubicBezTo>
                  <a:pt x="389561" y="53445"/>
                  <a:pt x="399942" y="47994"/>
                  <a:pt x="412934" y="47994"/>
                </a:cubicBezTo>
                <a:cubicBezTo>
                  <a:pt x="422351" y="47994"/>
                  <a:pt x="430038" y="49582"/>
                  <a:pt x="435995" y="52759"/>
                </a:cubicBezTo>
                <a:cubicBezTo>
                  <a:pt x="443313" y="56674"/>
                  <a:pt x="446972" y="62687"/>
                  <a:pt x="446972" y="70800"/>
                </a:cubicBezTo>
                <a:cubicBezTo>
                  <a:pt x="446972" y="76473"/>
                  <a:pt x="443767" y="81635"/>
                  <a:pt x="437356" y="86287"/>
                </a:cubicBezTo>
                <a:cubicBezTo>
                  <a:pt x="434520" y="88329"/>
                  <a:pt x="428506" y="91506"/>
                  <a:pt x="419316" y="95818"/>
                </a:cubicBezTo>
                <a:lnTo>
                  <a:pt x="386809" y="111220"/>
                </a:lnTo>
                <a:cubicBezTo>
                  <a:pt x="389986" y="115929"/>
                  <a:pt x="393943" y="119474"/>
                  <a:pt x="398680" y="121857"/>
                </a:cubicBezTo>
                <a:cubicBezTo>
                  <a:pt x="403417" y="124240"/>
                  <a:pt x="408934" y="125431"/>
                  <a:pt x="415231" y="125431"/>
                </a:cubicBezTo>
                <a:cubicBezTo>
                  <a:pt x="419146" y="125431"/>
                  <a:pt x="423741" y="124694"/>
                  <a:pt x="429017" y="123219"/>
                </a:cubicBezTo>
                <a:cubicBezTo>
                  <a:pt x="435711" y="121347"/>
                  <a:pt x="440023" y="118893"/>
                  <a:pt x="441951" y="115858"/>
                </a:cubicBezTo>
                <a:cubicBezTo>
                  <a:pt x="443880" y="112823"/>
                  <a:pt x="445951" y="111305"/>
                  <a:pt x="448163" y="111305"/>
                </a:cubicBezTo>
                <a:cubicBezTo>
                  <a:pt x="450149" y="111305"/>
                  <a:pt x="451922" y="112060"/>
                  <a:pt x="453482" y="113568"/>
                </a:cubicBezTo>
                <a:cubicBezTo>
                  <a:pt x="455042" y="115075"/>
                  <a:pt x="455822" y="116824"/>
                  <a:pt x="455822" y="118815"/>
                </a:cubicBezTo>
                <a:cubicBezTo>
                  <a:pt x="455822" y="125130"/>
                  <a:pt x="450745" y="130564"/>
                  <a:pt x="440590" y="135116"/>
                </a:cubicBezTo>
                <a:cubicBezTo>
                  <a:pt x="431910" y="138984"/>
                  <a:pt x="423457" y="140919"/>
                  <a:pt x="415231" y="140919"/>
                </a:cubicBezTo>
                <a:moveTo>
                  <a:pt x="412934" y="63311"/>
                </a:moveTo>
                <a:cubicBezTo>
                  <a:pt x="406013" y="63311"/>
                  <a:pt x="400254" y="65992"/>
                  <a:pt x="395659" y="71353"/>
                </a:cubicBezTo>
                <a:cubicBezTo>
                  <a:pt x="391064" y="76714"/>
                  <a:pt x="387632" y="84784"/>
                  <a:pt x="385363" y="95563"/>
                </a:cubicBezTo>
                <a:lnTo>
                  <a:pt x="411487" y="83139"/>
                </a:lnTo>
                <a:cubicBezTo>
                  <a:pt x="421755" y="78146"/>
                  <a:pt x="429074" y="73806"/>
                  <a:pt x="433442" y="70119"/>
                </a:cubicBezTo>
                <a:cubicBezTo>
                  <a:pt x="428563" y="65580"/>
                  <a:pt x="421727" y="63311"/>
                  <a:pt x="412934" y="63311"/>
                </a:cubicBezTo>
                <a:close/>
                <a:moveTo>
                  <a:pt x="511170" y="140919"/>
                </a:moveTo>
                <a:cubicBezTo>
                  <a:pt x="498349" y="140919"/>
                  <a:pt x="487968" y="137711"/>
                  <a:pt x="480025" y="131295"/>
                </a:cubicBezTo>
                <a:cubicBezTo>
                  <a:pt x="471346" y="124196"/>
                  <a:pt x="467006" y="114259"/>
                  <a:pt x="467006" y="101482"/>
                </a:cubicBezTo>
                <a:cubicBezTo>
                  <a:pt x="467006" y="86720"/>
                  <a:pt x="470580" y="74342"/>
                  <a:pt x="477728" y="64348"/>
                </a:cubicBezTo>
                <a:cubicBezTo>
                  <a:pt x="485500" y="53445"/>
                  <a:pt x="495881" y="47994"/>
                  <a:pt x="508873" y="47994"/>
                </a:cubicBezTo>
                <a:cubicBezTo>
                  <a:pt x="518290" y="47994"/>
                  <a:pt x="525977" y="49582"/>
                  <a:pt x="531934" y="52759"/>
                </a:cubicBezTo>
                <a:cubicBezTo>
                  <a:pt x="539252" y="56674"/>
                  <a:pt x="542911" y="62687"/>
                  <a:pt x="542911" y="70800"/>
                </a:cubicBezTo>
                <a:cubicBezTo>
                  <a:pt x="542911" y="76473"/>
                  <a:pt x="539706" y="81635"/>
                  <a:pt x="533295" y="86287"/>
                </a:cubicBezTo>
                <a:cubicBezTo>
                  <a:pt x="530459" y="88329"/>
                  <a:pt x="524445" y="91506"/>
                  <a:pt x="515255" y="95818"/>
                </a:cubicBezTo>
                <a:lnTo>
                  <a:pt x="482748" y="111220"/>
                </a:lnTo>
                <a:cubicBezTo>
                  <a:pt x="485925" y="115929"/>
                  <a:pt x="489882" y="119474"/>
                  <a:pt x="494619" y="121857"/>
                </a:cubicBezTo>
                <a:cubicBezTo>
                  <a:pt x="499356" y="124240"/>
                  <a:pt x="504873" y="125431"/>
                  <a:pt x="511170" y="125431"/>
                </a:cubicBezTo>
                <a:cubicBezTo>
                  <a:pt x="515085" y="125431"/>
                  <a:pt x="519680" y="124694"/>
                  <a:pt x="524956" y="123219"/>
                </a:cubicBezTo>
                <a:cubicBezTo>
                  <a:pt x="531650" y="121347"/>
                  <a:pt x="535962" y="118893"/>
                  <a:pt x="537890" y="115858"/>
                </a:cubicBezTo>
                <a:cubicBezTo>
                  <a:pt x="539819" y="112823"/>
                  <a:pt x="541890" y="111305"/>
                  <a:pt x="544102" y="111305"/>
                </a:cubicBezTo>
                <a:cubicBezTo>
                  <a:pt x="546088" y="111305"/>
                  <a:pt x="547861" y="112060"/>
                  <a:pt x="549421" y="113568"/>
                </a:cubicBezTo>
                <a:cubicBezTo>
                  <a:pt x="550981" y="115075"/>
                  <a:pt x="551761" y="116824"/>
                  <a:pt x="551761" y="118815"/>
                </a:cubicBezTo>
                <a:cubicBezTo>
                  <a:pt x="551761" y="125130"/>
                  <a:pt x="546684" y="130564"/>
                  <a:pt x="536529" y="135116"/>
                </a:cubicBezTo>
                <a:cubicBezTo>
                  <a:pt x="527849" y="138984"/>
                  <a:pt x="519396" y="140919"/>
                  <a:pt x="511170" y="140919"/>
                </a:cubicBezTo>
                <a:moveTo>
                  <a:pt x="508873" y="63311"/>
                </a:moveTo>
                <a:cubicBezTo>
                  <a:pt x="501952" y="63311"/>
                  <a:pt x="496193" y="65992"/>
                  <a:pt x="491598" y="71353"/>
                </a:cubicBezTo>
                <a:cubicBezTo>
                  <a:pt x="487003" y="76714"/>
                  <a:pt x="483571" y="84784"/>
                  <a:pt x="481302" y="95563"/>
                </a:cubicBezTo>
                <a:lnTo>
                  <a:pt x="507426" y="83139"/>
                </a:lnTo>
                <a:cubicBezTo>
                  <a:pt x="517694" y="78146"/>
                  <a:pt x="525013" y="73806"/>
                  <a:pt x="529381" y="70119"/>
                </a:cubicBezTo>
                <a:cubicBezTo>
                  <a:pt x="524502" y="65580"/>
                  <a:pt x="517666" y="63311"/>
                  <a:pt x="508873" y="63311"/>
                </a:cubicBezTo>
                <a:close/>
                <a:moveTo>
                  <a:pt x="651651" y="142110"/>
                </a:moveTo>
                <a:cubicBezTo>
                  <a:pt x="642120" y="142110"/>
                  <a:pt x="633922" y="138586"/>
                  <a:pt x="627058" y="131539"/>
                </a:cubicBezTo>
                <a:cubicBezTo>
                  <a:pt x="619399" y="123696"/>
                  <a:pt x="615371" y="113153"/>
                  <a:pt x="614974" y="99910"/>
                </a:cubicBezTo>
                <a:cubicBezTo>
                  <a:pt x="614634" y="87066"/>
                  <a:pt x="617868" y="75757"/>
                  <a:pt x="624675" y="65981"/>
                </a:cubicBezTo>
                <a:cubicBezTo>
                  <a:pt x="632618" y="54444"/>
                  <a:pt x="643680" y="48675"/>
                  <a:pt x="657863" y="48675"/>
                </a:cubicBezTo>
                <a:cubicBezTo>
                  <a:pt x="669209" y="48675"/>
                  <a:pt x="677803" y="53875"/>
                  <a:pt x="683647" y="64277"/>
                </a:cubicBezTo>
                <a:cubicBezTo>
                  <a:pt x="688299" y="72687"/>
                  <a:pt x="690539" y="82803"/>
                  <a:pt x="690369" y="94624"/>
                </a:cubicBezTo>
                <a:cubicBezTo>
                  <a:pt x="690199" y="107241"/>
                  <a:pt x="686909" y="118012"/>
                  <a:pt x="680498" y="126936"/>
                </a:cubicBezTo>
                <a:cubicBezTo>
                  <a:pt x="673237" y="137052"/>
                  <a:pt x="663621" y="142110"/>
                  <a:pt x="651651" y="142110"/>
                </a:cubicBezTo>
                <a:moveTo>
                  <a:pt x="656756" y="66034"/>
                </a:moveTo>
                <a:cubicBezTo>
                  <a:pt x="648417" y="65978"/>
                  <a:pt x="641921" y="69954"/>
                  <a:pt x="637269" y="77964"/>
                </a:cubicBezTo>
                <a:cubicBezTo>
                  <a:pt x="633582" y="84385"/>
                  <a:pt x="631738" y="91714"/>
                  <a:pt x="631738" y="99950"/>
                </a:cubicBezTo>
                <a:cubicBezTo>
                  <a:pt x="631738" y="108189"/>
                  <a:pt x="633979" y="114609"/>
                  <a:pt x="638461" y="119211"/>
                </a:cubicBezTo>
                <a:cubicBezTo>
                  <a:pt x="642205" y="123017"/>
                  <a:pt x="646602" y="124921"/>
                  <a:pt x="651651" y="124921"/>
                </a:cubicBezTo>
                <a:cubicBezTo>
                  <a:pt x="657551" y="124921"/>
                  <a:pt x="662628" y="122761"/>
                  <a:pt x="666883" y="118443"/>
                </a:cubicBezTo>
                <a:cubicBezTo>
                  <a:pt x="671705" y="113672"/>
                  <a:pt x="674258" y="107224"/>
                  <a:pt x="674541" y="99099"/>
                </a:cubicBezTo>
                <a:cubicBezTo>
                  <a:pt x="675336" y="77113"/>
                  <a:pt x="669407" y="66091"/>
                  <a:pt x="656756" y="66034"/>
                </a:cubicBezTo>
                <a:close/>
                <a:moveTo>
                  <a:pt x="768332" y="17360"/>
                </a:moveTo>
                <a:cubicBezTo>
                  <a:pt x="754603" y="17360"/>
                  <a:pt x="746916" y="26842"/>
                  <a:pt x="745271" y="45808"/>
                </a:cubicBezTo>
                <a:lnTo>
                  <a:pt x="745016" y="51057"/>
                </a:lnTo>
                <a:cubicBezTo>
                  <a:pt x="754660" y="50377"/>
                  <a:pt x="760900" y="50036"/>
                  <a:pt x="763737" y="50036"/>
                </a:cubicBezTo>
                <a:cubicBezTo>
                  <a:pt x="772757" y="50036"/>
                  <a:pt x="777267" y="52886"/>
                  <a:pt x="777267" y="58586"/>
                </a:cubicBezTo>
                <a:cubicBezTo>
                  <a:pt x="777267" y="62748"/>
                  <a:pt x="775055" y="65229"/>
                  <a:pt x="770630" y="66026"/>
                </a:cubicBezTo>
                <a:cubicBezTo>
                  <a:pt x="768701" y="66368"/>
                  <a:pt x="766446" y="66497"/>
                  <a:pt x="763865" y="66412"/>
                </a:cubicBezTo>
                <a:cubicBezTo>
                  <a:pt x="761283" y="66327"/>
                  <a:pt x="754745" y="66712"/>
                  <a:pt x="744250" y="67566"/>
                </a:cubicBezTo>
                <a:lnTo>
                  <a:pt x="743569" y="86986"/>
                </a:lnTo>
                <a:cubicBezTo>
                  <a:pt x="743569" y="90509"/>
                  <a:pt x="743683" y="95791"/>
                  <a:pt x="743910" y="102833"/>
                </a:cubicBezTo>
                <a:cubicBezTo>
                  <a:pt x="744136" y="109875"/>
                  <a:pt x="744250" y="115127"/>
                  <a:pt x="744250" y="118592"/>
                </a:cubicBezTo>
                <a:cubicBezTo>
                  <a:pt x="744250" y="129381"/>
                  <a:pt x="743626" y="137785"/>
                  <a:pt x="742378" y="143804"/>
                </a:cubicBezTo>
                <a:cubicBezTo>
                  <a:pt x="741413" y="148348"/>
                  <a:pt x="738775" y="150620"/>
                  <a:pt x="734464" y="150620"/>
                </a:cubicBezTo>
                <a:cubicBezTo>
                  <a:pt x="732138" y="150620"/>
                  <a:pt x="730152" y="149867"/>
                  <a:pt x="728507" y="148362"/>
                </a:cubicBezTo>
                <a:cubicBezTo>
                  <a:pt x="726862" y="146857"/>
                  <a:pt x="726039" y="144969"/>
                  <a:pt x="726039" y="142698"/>
                </a:cubicBezTo>
                <a:cubicBezTo>
                  <a:pt x="726039" y="142244"/>
                  <a:pt x="726096" y="141676"/>
                  <a:pt x="726210" y="140993"/>
                </a:cubicBezTo>
                <a:cubicBezTo>
                  <a:pt x="727401" y="133611"/>
                  <a:pt x="727997" y="125576"/>
                  <a:pt x="727997" y="116887"/>
                </a:cubicBezTo>
                <a:lnTo>
                  <a:pt x="727741" y="93632"/>
                </a:lnTo>
                <a:lnTo>
                  <a:pt x="727741" y="68928"/>
                </a:lnTo>
                <a:cubicBezTo>
                  <a:pt x="720650" y="69495"/>
                  <a:pt x="716168" y="69779"/>
                  <a:pt x="714296" y="69779"/>
                </a:cubicBezTo>
                <a:cubicBezTo>
                  <a:pt x="708566" y="69779"/>
                  <a:pt x="705702" y="67027"/>
                  <a:pt x="705702" y="61524"/>
                </a:cubicBezTo>
                <a:cubicBezTo>
                  <a:pt x="705702" y="55908"/>
                  <a:pt x="710665" y="52958"/>
                  <a:pt x="720593" y="52674"/>
                </a:cubicBezTo>
                <a:lnTo>
                  <a:pt x="728763" y="52419"/>
                </a:lnTo>
                <a:cubicBezTo>
                  <a:pt x="728933" y="49242"/>
                  <a:pt x="729358" y="44931"/>
                  <a:pt x="730039" y="39484"/>
                </a:cubicBezTo>
                <a:cubicBezTo>
                  <a:pt x="731514" y="26890"/>
                  <a:pt x="734691" y="17615"/>
                  <a:pt x="739570" y="11658"/>
                </a:cubicBezTo>
                <a:cubicBezTo>
                  <a:pt x="745470" y="4453"/>
                  <a:pt x="754688" y="851"/>
                  <a:pt x="767226" y="851"/>
                </a:cubicBezTo>
                <a:cubicBezTo>
                  <a:pt x="775338" y="851"/>
                  <a:pt x="779395" y="3617"/>
                  <a:pt x="779395" y="9148"/>
                </a:cubicBezTo>
                <a:cubicBezTo>
                  <a:pt x="779395" y="14622"/>
                  <a:pt x="775707" y="17360"/>
                  <a:pt x="768332" y="17360"/>
                </a:cubicBezTo>
                <a:close/>
                <a:moveTo>
                  <a:pt x="869087" y="29273"/>
                </a:moveTo>
                <a:cubicBezTo>
                  <a:pt x="866364" y="29273"/>
                  <a:pt x="864010" y="28309"/>
                  <a:pt x="862025" y="26380"/>
                </a:cubicBezTo>
                <a:cubicBezTo>
                  <a:pt x="860039" y="24451"/>
                  <a:pt x="859046" y="22125"/>
                  <a:pt x="859046" y="19402"/>
                </a:cubicBezTo>
                <a:cubicBezTo>
                  <a:pt x="859046" y="16679"/>
                  <a:pt x="860039" y="14353"/>
                  <a:pt x="862025" y="12424"/>
                </a:cubicBezTo>
                <a:cubicBezTo>
                  <a:pt x="864010" y="10495"/>
                  <a:pt x="866364" y="9531"/>
                  <a:pt x="869087" y="9531"/>
                </a:cubicBezTo>
                <a:cubicBezTo>
                  <a:pt x="871811" y="9531"/>
                  <a:pt x="874151" y="10495"/>
                  <a:pt x="876108" y="12424"/>
                </a:cubicBezTo>
                <a:cubicBezTo>
                  <a:pt x="878065" y="14353"/>
                  <a:pt x="879044" y="16679"/>
                  <a:pt x="879044" y="19402"/>
                </a:cubicBezTo>
                <a:cubicBezTo>
                  <a:pt x="879044" y="22125"/>
                  <a:pt x="878065" y="24451"/>
                  <a:pt x="876108" y="26380"/>
                </a:cubicBezTo>
                <a:cubicBezTo>
                  <a:pt x="874151" y="28309"/>
                  <a:pt x="871811" y="29273"/>
                  <a:pt x="869087" y="29273"/>
                </a:cubicBezTo>
                <a:moveTo>
                  <a:pt x="872917" y="98419"/>
                </a:moveTo>
                <a:cubicBezTo>
                  <a:pt x="872917" y="101826"/>
                  <a:pt x="873016" y="106923"/>
                  <a:pt x="873215" y="113709"/>
                </a:cubicBezTo>
                <a:cubicBezTo>
                  <a:pt x="873413" y="120494"/>
                  <a:pt x="873512" y="125590"/>
                  <a:pt x="873512" y="128997"/>
                </a:cubicBezTo>
                <a:cubicBezTo>
                  <a:pt x="873512" y="131495"/>
                  <a:pt x="872747" y="133539"/>
                  <a:pt x="871215" y="135129"/>
                </a:cubicBezTo>
                <a:cubicBezTo>
                  <a:pt x="869683" y="136720"/>
                  <a:pt x="867669" y="137515"/>
                  <a:pt x="865173" y="137515"/>
                </a:cubicBezTo>
                <a:cubicBezTo>
                  <a:pt x="862734" y="137515"/>
                  <a:pt x="860734" y="136720"/>
                  <a:pt x="859174" y="135129"/>
                </a:cubicBezTo>
                <a:cubicBezTo>
                  <a:pt x="857614" y="133539"/>
                  <a:pt x="856834" y="131495"/>
                  <a:pt x="856834" y="128997"/>
                </a:cubicBezTo>
                <a:cubicBezTo>
                  <a:pt x="856834" y="125590"/>
                  <a:pt x="856734" y="120494"/>
                  <a:pt x="856536" y="113709"/>
                </a:cubicBezTo>
                <a:cubicBezTo>
                  <a:pt x="856337" y="106923"/>
                  <a:pt x="856238" y="101826"/>
                  <a:pt x="856238" y="98419"/>
                </a:cubicBezTo>
                <a:cubicBezTo>
                  <a:pt x="856238" y="93081"/>
                  <a:pt x="856522" y="86423"/>
                  <a:pt x="857089" y="78445"/>
                </a:cubicBezTo>
                <a:cubicBezTo>
                  <a:pt x="857656" y="70466"/>
                  <a:pt x="857940" y="63807"/>
                  <a:pt x="857940" y="58469"/>
                </a:cubicBezTo>
                <a:cubicBezTo>
                  <a:pt x="857940" y="55914"/>
                  <a:pt x="858720" y="53842"/>
                  <a:pt x="860280" y="52251"/>
                </a:cubicBezTo>
                <a:cubicBezTo>
                  <a:pt x="861840" y="50661"/>
                  <a:pt x="863840" y="49866"/>
                  <a:pt x="866279" y="49866"/>
                </a:cubicBezTo>
                <a:cubicBezTo>
                  <a:pt x="868719" y="49866"/>
                  <a:pt x="870718" y="50661"/>
                  <a:pt x="872279" y="52251"/>
                </a:cubicBezTo>
                <a:cubicBezTo>
                  <a:pt x="873839" y="53842"/>
                  <a:pt x="874619" y="55914"/>
                  <a:pt x="874619" y="58469"/>
                </a:cubicBezTo>
                <a:cubicBezTo>
                  <a:pt x="874619" y="63807"/>
                  <a:pt x="874335" y="70466"/>
                  <a:pt x="873768" y="78445"/>
                </a:cubicBezTo>
                <a:cubicBezTo>
                  <a:pt x="873200" y="86423"/>
                  <a:pt x="872917" y="93081"/>
                  <a:pt x="872917" y="98419"/>
                </a:cubicBezTo>
                <a:close/>
                <a:moveTo>
                  <a:pt x="965941" y="143131"/>
                </a:moveTo>
                <a:cubicBezTo>
                  <a:pt x="961063" y="143131"/>
                  <a:pt x="958311" y="140459"/>
                  <a:pt x="957687" y="135116"/>
                </a:cubicBezTo>
                <a:lnTo>
                  <a:pt x="955304" y="116440"/>
                </a:lnTo>
                <a:cubicBezTo>
                  <a:pt x="954510" y="109789"/>
                  <a:pt x="954113" y="103563"/>
                  <a:pt x="954113" y="97764"/>
                </a:cubicBezTo>
                <a:cubicBezTo>
                  <a:pt x="954113" y="96172"/>
                  <a:pt x="954212" y="93472"/>
                  <a:pt x="954411" y="89664"/>
                </a:cubicBezTo>
                <a:cubicBezTo>
                  <a:pt x="954610" y="85855"/>
                  <a:pt x="954709" y="83154"/>
                  <a:pt x="954709" y="81562"/>
                </a:cubicBezTo>
                <a:cubicBezTo>
                  <a:pt x="954709" y="69281"/>
                  <a:pt x="952440" y="63141"/>
                  <a:pt x="947901" y="63141"/>
                </a:cubicBezTo>
                <a:cubicBezTo>
                  <a:pt x="941547" y="63141"/>
                  <a:pt x="935477" y="66918"/>
                  <a:pt x="929691" y="74472"/>
                </a:cubicBezTo>
                <a:cubicBezTo>
                  <a:pt x="924471" y="81344"/>
                  <a:pt x="920387" y="90032"/>
                  <a:pt x="917437" y="100538"/>
                </a:cubicBezTo>
                <a:cubicBezTo>
                  <a:pt x="917323" y="102754"/>
                  <a:pt x="917068" y="105537"/>
                  <a:pt x="916671" y="108888"/>
                </a:cubicBezTo>
                <a:cubicBezTo>
                  <a:pt x="916331" y="111728"/>
                  <a:pt x="916160" y="114482"/>
                  <a:pt x="916160" y="117150"/>
                </a:cubicBezTo>
                <a:cubicBezTo>
                  <a:pt x="916160" y="118854"/>
                  <a:pt x="916331" y="121410"/>
                  <a:pt x="916671" y="124817"/>
                </a:cubicBezTo>
                <a:cubicBezTo>
                  <a:pt x="917011" y="128224"/>
                  <a:pt x="917182" y="130780"/>
                  <a:pt x="917182" y="132483"/>
                </a:cubicBezTo>
                <a:cubicBezTo>
                  <a:pt x="917182" y="135040"/>
                  <a:pt x="916402" y="137113"/>
                  <a:pt x="914841" y="138703"/>
                </a:cubicBezTo>
                <a:cubicBezTo>
                  <a:pt x="913281" y="140294"/>
                  <a:pt x="911282" y="141089"/>
                  <a:pt x="908842" y="141089"/>
                </a:cubicBezTo>
                <a:cubicBezTo>
                  <a:pt x="906346" y="141089"/>
                  <a:pt x="904332" y="140293"/>
                  <a:pt x="902800" y="138701"/>
                </a:cubicBezTo>
                <a:cubicBezTo>
                  <a:pt x="901269" y="137111"/>
                  <a:pt x="900503" y="135036"/>
                  <a:pt x="900503" y="132478"/>
                </a:cubicBezTo>
                <a:cubicBezTo>
                  <a:pt x="900503" y="130774"/>
                  <a:pt x="900318" y="128218"/>
                  <a:pt x="899950" y="124809"/>
                </a:cubicBezTo>
                <a:cubicBezTo>
                  <a:pt x="899581" y="121398"/>
                  <a:pt x="899397" y="118840"/>
                  <a:pt x="899397" y="117134"/>
                </a:cubicBezTo>
                <a:cubicBezTo>
                  <a:pt x="899397" y="111280"/>
                  <a:pt x="899808" y="103168"/>
                  <a:pt x="900630" y="92797"/>
                </a:cubicBezTo>
                <a:cubicBezTo>
                  <a:pt x="901453" y="82426"/>
                  <a:pt x="901864" y="74313"/>
                  <a:pt x="901864" y="68460"/>
                </a:cubicBezTo>
                <a:cubicBezTo>
                  <a:pt x="901864" y="66641"/>
                  <a:pt x="901765" y="63941"/>
                  <a:pt x="901566" y="60362"/>
                </a:cubicBezTo>
                <a:cubicBezTo>
                  <a:pt x="901368" y="56781"/>
                  <a:pt x="901269" y="54082"/>
                  <a:pt x="901269" y="52265"/>
                </a:cubicBezTo>
                <a:cubicBezTo>
                  <a:pt x="901269" y="49820"/>
                  <a:pt x="902077" y="47817"/>
                  <a:pt x="903694" y="46255"/>
                </a:cubicBezTo>
                <a:cubicBezTo>
                  <a:pt x="905311" y="44691"/>
                  <a:pt x="907310" y="43909"/>
                  <a:pt x="909693" y="43909"/>
                </a:cubicBezTo>
                <a:cubicBezTo>
                  <a:pt x="914912" y="43909"/>
                  <a:pt x="917777" y="47612"/>
                  <a:pt x="918288" y="55017"/>
                </a:cubicBezTo>
                <a:lnTo>
                  <a:pt x="918543" y="65013"/>
                </a:lnTo>
                <a:cubicBezTo>
                  <a:pt x="928074" y="52306"/>
                  <a:pt x="937860" y="45952"/>
                  <a:pt x="947901" y="45952"/>
                </a:cubicBezTo>
                <a:cubicBezTo>
                  <a:pt x="956978" y="45952"/>
                  <a:pt x="963303" y="49958"/>
                  <a:pt x="966877" y="57971"/>
                </a:cubicBezTo>
                <a:cubicBezTo>
                  <a:pt x="969317" y="63313"/>
                  <a:pt x="970650" y="71213"/>
                  <a:pt x="970877" y="81671"/>
                </a:cubicBezTo>
                <a:lnTo>
                  <a:pt x="970877" y="90279"/>
                </a:lnTo>
                <a:lnTo>
                  <a:pt x="970792" y="98206"/>
                </a:lnTo>
                <a:cubicBezTo>
                  <a:pt x="970792" y="102923"/>
                  <a:pt x="971402" y="109019"/>
                  <a:pt x="972621" y="116493"/>
                </a:cubicBezTo>
                <a:cubicBezTo>
                  <a:pt x="973841" y="123966"/>
                  <a:pt x="974451" y="130032"/>
                  <a:pt x="974451" y="134691"/>
                </a:cubicBezTo>
                <a:cubicBezTo>
                  <a:pt x="974451" y="137192"/>
                  <a:pt x="973643" y="139224"/>
                  <a:pt x="972026" y="140786"/>
                </a:cubicBezTo>
                <a:cubicBezTo>
                  <a:pt x="970409" y="142349"/>
                  <a:pt x="968381" y="143131"/>
                  <a:pt x="965941" y="143131"/>
                </a:cubicBezTo>
                <a:close/>
                <a:moveTo>
                  <a:pt x="1049440" y="17360"/>
                </a:moveTo>
                <a:cubicBezTo>
                  <a:pt x="1035711" y="17360"/>
                  <a:pt x="1028024" y="26842"/>
                  <a:pt x="1026379" y="45808"/>
                </a:cubicBezTo>
                <a:lnTo>
                  <a:pt x="1026123" y="51057"/>
                </a:lnTo>
                <a:cubicBezTo>
                  <a:pt x="1035767" y="50377"/>
                  <a:pt x="1042008" y="50036"/>
                  <a:pt x="1044844" y="50036"/>
                </a:cubicBezTo>
                <a:cubicBezTo>
                  <a:pt x="1053864" y="50036"/>
                  <a:pt x="1058375" y="52886"/>
                  <a:pt x="1058375" y="58586"/>
                </a:cubicBezTo>
                <a:cubicBezTo>
                  <a:pt x="1058375" y="62748"/>
                  <a:pt x="1056162" y="65229"/>
                  <a:pt x="1051737" y="66026"/>
                </a:cubicBezTo>
                <a:cubicBezTo>
                  <a:pt x="1049808" y="66368"/>
                  <a:pt x="1047553" y="66497"/>
                  <a:pt x="1044972" y="66412"/>
                </a:cubicBezTo>
                <a:cubicBezTo>
                  <a:pt x="1042391" y="66327"/>
                  <a:pt x="1035853" y="66712"/>
                  <a:pt x="1025357" y="67566"/>
                </a:cubicBezTo>
                <a:lnTo>
                  <a:pt x="1024677" y="86986"/>
                </a:lnTo>
                <a:cubicBezTo>
                  <a:pt x="1024677" y="90509"/>
                  <a:pt x="1024790" y="95791"/>
                  <a:pt x="1025017" y="102833"/>
                </a:cubicBezTo>
                <a:cubicBezTo>
                  <a:pt x="1025244" y="109875"/>
                  <a:pt x="1025357" y="115127"/>
                  <a:pt x="1025357" y="118592"/>
                </a:cubicBezTo>
                <a:cubicBezTo>
                  <a:pt x="1025357" y="129381"/>
                  <a:pt x="1024733" y="137785"/>
                  <a:pt x="1023485" y="143804"/>
                </a:cubicBezTo>
                <a:cubicBezTo>
                  <a:pt x="1022521" y="148348"/>
                  <a:pt x="1019883" y="150620"/>
                  <a:pt x="1015571" y="150620"/>
                </a:cubicBezTo>
                <a:cubicBezTo>
                  <a:pt x="1013245" y="150620"/>
                  <a:pt x="1011260" y="149867"/>
                  <a:pt x="1009615" y="148362"/>
                </a:cubicBezTo>
                <a:cubicBezTo>
                  <a:pt x="1007969" y="146857"/>
                  <a:pt x="1007147" y="144969"/>
                  <a:pt x="1007147" y="142698"/>
                </a:cubicBezTo>
                <a:cubicBezTo>
                  <a:pt x="1007147" y="142244"/>
                  <a:pt x="1007204" y="141676"/>
                  <a:pt x="1007317" y="140993"/>
                </a:cubicBezTo>
                <a:cubicBezTo>
                  <a:pt x="1008508" y="133611"/>
                  <a:pt x="1009104" y="125576"/>
                  <a:pt x="1009104" y="116887"/>
                </a:cubicBezTo>
                <a:lnTo>
                  <a:pt x="1008849" y="93632"/>
                </a:lnTo>
                <a:lnTo>
                  <a:pt x="1008849" y="68928"/>
                </a:lnTo>
                <a:cubicBezTo>
                  <a:pt x="1001758" y="69495"/>
                  <a:pt x="997276" y="69779"/>
                  <a:pt x="995404" y="69779"/>
                </a:cubicBezTo>
                <a:cubicBezTo>
                  <a:pt x="989674" y="69779"/>
                  <a:pt x="986809" y="67027"/>
                  <a:pt x="986809" y="61524"/>
                </a:cubicBezTo>
                <a:cubicBezTo>
                  <a:pt x="986809" y="55908"/>
                  <a:pt x="991773" y="52958"/>
                  <a:pt x="1001701" y="52674"/>
                </a:cubicBezTo>
                <a:lnTo>
                  <a:pt x="1009870" y="52419"/>
                </a:lnTo>
                <a:cubicBezTo>
                  <a:pt x="1010040" y="49242"/>
                  <a:pt x="1010466" y="44931"/>
                  <a:pt x="1011146" y="39484"/>
                </a:cubicBezTo>
                <a:cubicBezTo>
                  <a:pt x="1012621" y="26890"/>
                  <a:pt x="1015798" y="17615"/>
                  <a:pt x="1020677" y="11658"/>
                </a:cubicBezTo>
                <a:cubicBezTo>
                  <a:pt x="1026577" y="4453"/>
                  <a:pt x="1035796" y="851"/>
                  <a:pt x="1048333" y="851"/>
                </a:cubicBezTo>
                <a:cubicBezTo>
                  <a:pt x="1056446" y="851"/>
                  <a:pt x="1060502" y="3617"/>
                  <a:pt x="1060502" y="9148"/>
                </a:cubicBezTo>
                <a:cubicBezTo>
                  <a:pt x="1060502" y="14622"/>
                  <a:pt x="1056814" y="17360"/>
                  <a:pt x="1049440" y="17360"/>
                </a:cubicBezTo>
                <a:close/>
                <a:moveTo>
                  <a:pt x="1103186" y="70119"/>
                </a:moveTo>
                <a:lnTo>
                  <a:pt x="1101910" y="112462"/>
                </a:lnTo>
                <a:cubicBezTo>
                  <a:pt x="1101910" y="116949"/>
                  <a:pt x="1101683" y="123538"/>
                  <a:pt x="1101229" y="132228"/>
                </a:cubicBezTo>
                <a:cubicBezTo>
                  <a:pt x="1100661" y="137908"/>
                  <a:pt x="1097882" y="140748"/>
                  <a:pt x="1092889" y="140748"/>
                </a:cubicBezTo>
                <a:cubicBezTo>
                  <a:pt x="1087330" y="140748"/>
                  <a:pt x="1084550" y="137852"/>
                  <a:pt x="1084550" y="132058"/>
                </a:cubicBezTo>
                <a:cubicBezTo>
                  <a:pt x="1084550" y="125185"/>
                  <a:pt x="1084862" y="114862"/>
                  <a:pt x="1085486" y="101088"/>
                </a:cubicBezTo>
                <a:cubicBezTo>
                  <a:pt x="1086110" y="87315"/>
                  <a:pt x="1086422" y="76992"/>
                  <a:pt x="1086422" y="70119"/>
                </a:cubicBezTo>
                <a:cubicBezTo>
                  <a:pt x="1086422" y="61145"/>
                  <a:pt x="1086564" y="50878"/>
                  <a:pt x="1086848" y="39320"/>
                </a:cubicBezTo>
                <a:cubicBezTo>
                  <a:pt x="1087131" y="27761"/>
                  <a:pt x="1087273" y="17494"/>
                  <a:pt x="1087273" y="8520"/>
                </a:cubicBezTo>
                <a:cubicBezTo>
                  <a:pt x="1087273" y="2840"/>
                  <a:pt x="1090053" y="0"/>
                  <a:pt x="1095612" y="0"/>
                </a:cubicBezTo>
                <a:cubicBezTo>
                  <a:pt x="1101229" y="0"/>
                  <a:pt x="1104037" y="2840"/>
                  <a:pt x="1104037" y="8520"/>
                </a:cubicBezTo>
                <a:cubicBezTo>
                  <a:pt x="1104037" y="17494"/>
                  <a:pt x="1103895" y="27761"/>
                  <a:pt x="1103611" y="39320"/>
                </a:cubicBezTo>
                <a:cubicBezTo>
                  <a:pt x="1103328" y="50878"/>
                  <a:pt x="1103186" y="61145"/>
                  <a:pt x="1103186" y="70119"/>
                </a:cubicBezTo>
                <a:close/>
                <a:moveTo>
                  <a:pt x="1199023" y="87308"/>
                </a:moveTo>
                <a:cubicBezTo>
                  <a:pt x="1199023" y="91393"/>
                  <a:pt x="1199051" y="97520"/>
                  <a:pt x="1199108" y="105689"/>
                </a:cubicBezTo>
                <a:cubicBezTo>
                  <a:pt x="1199165" y="113858"/>
                  <a:pt x="1199193" y="119985"/>
                  <a:pt x="1199193" y="124070"/>
                </a:cubicBezTo>
                <a:cubicBezTo>
                  <a:pt x="1199193" y="125318"/>
                  <a:pt x="1199292" y="127218"/>
                  <a:pt x="1199491" y="129771"/>
                </a:cubicBezTo>
                <a:cubicBezTo>
                  <a:pt x="1199689" y="132324"/>
                  <a:pt x="1199789" y="134224"/>
                  <a:pt x="1199789" y="135472"/>
                </a:cubicBezTo>
                <a:cubicBezTo>
                  <a:pt x="1199789" y="137912"/>
                  <a:pt x="1198966" y="139912"/>
                  <a:pt x="1197321" y="141472"/>
                </a:cubicBezTo>
                <a:cubicBezTo>
                  <a:pt x="1195676" y="143032"/>
                  <a:pt x="1193662" y="143812"/>
                  <a:pt x="1191279" y="143812"/>
                </a:cubicBezTo>
                <a:cubicBezTo>
                  <a:pt x="1186911" y="143812"/>
                  <a:pt x="1184131" y="141117"/>
                  <a:pt x="1182940" y="135728"/>
                </a:cubicBezTo>
                <a:cubicBezTo>
                  <a:pt x="1175848" y="139415"/>
                  <a:pt x="1167679" y="141259"/>
                  <a:pt x="1158432" y="141259"/>
                </a:cubicBezTo>
                <a:cubicBezTo>
                  <a:pt x="1151000" y="141259"/>
                  <a:pt x="1144845" y="139614"/>
                  <a:pt x="1139966" y="136323"/>
                </a:cubicBezTo>
                <a:cubicBezTo>
                  <a:pt x="1134577" y="132693"/>
                  <a:pt x="1131372" y="127388"/>
                  <a:pt x="1130350" y="120411"/>
                </a:cubicBezTo>
                <a:cubicBezTo>
                  <a:pt x="1128138" y="105377"/>
                  <a:pt x="1127032" y="91989"/>
                  <a:pt x="1127032" y="80245"/>
                </a:cubicBezTo>
                <a:cubicBezTo>
                  <a:pt x="1127032" y="72473"/>
                  <a:pt x="1127883" y="63623"/>
                  <a:pt x="1129585" y="53695"/>
                </a:cubicBezTo>
                <a:cubicBezTo>
                  <a:pt x="1130379" y="48760"/>
                  <a:pt x="1133074" y="46292"/>
                  <a:pt x="1137669" y="46292"/>
                </a:cubicBezTo>
                <a:cubicBezTo>
                  <a:pt x="1140108" y="46292"/>
                  <a:pt x="1142150" y="47071"/>
                  <a:pt x="1143796" y="48630"/>
                </a:cubicBezTo>
                <a:cubicBezTo>
                  <a:pt x="1145441" y="50188"/>
                  <a:pt x="1146263" y="52186"/>
                  <a:pt x="1146263" y="54624"/>
                </a:cubicBezTo>
                <a:cubicBezTo>
                  <a:pt x="1146263" y="57230"/>
                  <a:pt x="1145852" y="61395"/>
                  <a:pt x="1145029" y="67119"/>
                </a:cubicBezTo>
                <a:cubicBezTo>
                  <a:pt x="1144207" y="72842"/>
                  <a:pt x="1143796" y="77205"/>
                  <a:pt x="1143796" y="80208"/>
                </a:cubicBezTo>
                <a:cubicBezTo>
                  <a:pt x="1143796" y="89671"/>
                  <a:pt x="1144108" y="97775"/>
                  <a:pt x="1144732" y="104519"/>
                </a:cubicBezTo>
                <a:cubicBezTo>
                  <a:pt x="1145356" y="111263"/>
                  <a:pt x="1146292" y="116674"/>
                  <a:pt x="1147540" y="120754"/>
                </a:cubicBezTo>
                <a:cubicBezTo>
                  <a:pt x="1149412" y="121775"/>
                  <a:pt x="1151256" y="122555"/>
                  <a:pt x="1153071" y="123094"/>
                </a:cubicBezTo>
                <a:cubicBezTo>
                  <a:pt x="1154886" y="123631"/>
                  <a:pt x="1156673" y="123899"/>
                  <a:pt x="1158432" y="123899"/>
                </a:cubicBezTo>
                <a:cubicBezTo>
                  <a:pt x="1166034" y="123899"/>
                  <a:pt x="1174061" y="122682"/>
                  <a:pt x="1182514" y="120246"/>
                </a:cubicBezTo>
                <a:lnTo>
                  <a:pt x="1182429" y="102990"/>
                </a:lnTo>
                <a:lnTo>
                  <a:pt x="1182259" y="86500"/>
                </a:lnTo>
                <a:cubicBezTo>
                  <a:pt x="1182259" y="74258"/>
                  <a:pt x="1182798" y="63633"/>
                  <a:pt x="1183876" y="54624"/>
                </a:cubicBezTo>
                <a:cubicBezTo>
                  <a:pt x="1184500" y="49410"/>
                  <a:pt x="1187251" y="46803"/>
                  <a:pt x="1192130" y="46803"/>
                </a:cubicBezTo>
                <a:cubicBezTo>
                  <a:pt x="1194569" y="46803"/>
                  <a:pt x="1196612" y="47597"/>
                  <a:pt x="1198257" y="49185"/>
                </a:cubicBezTo>
                <a:cubicBezTo>
                  <a:pt x="1199902" y="50774"/>
                  <a:pt x="1200668" y="52759"/>
                  <a:pt x="1200554" y="55142"/>
                </a:cubicBezTo>
                <a:lnTo>
                  <a:pt x="1199023" y="87308"/>
                </a:lnTo>
                <a:close/>
                <a:moveTo>
                  <a:pt x="1260907" y="140919"/>
                </a:moveTo>
                <a:cubicBezTo>
                  <a:pt x="1248086" y="140919"/>
                  <a:pt x="1237704" y="137711"/>
                  <a:pt x="1229762" y="131295"/>
                </a:cubicBezTo>
                <a:cubicBezTo>
                  <a:pt x="1221082" y="124196"/>
                  <a:pt x="1216742" y="114259"/>
                  <a:pt x="1216742" y="101482"/>
                </a:cubicBezTo>
                <a:cubicBezTo>
                  <a:pt x="1216742" y="86720"/>
                  <a:pt x="1220316" y="74342"/>
                  <a:pt x="1227464" y="64348"/>
                </a:cubicBezTo>
                <a:cubicBezTo>
                  <a:pt x="1235236" y="53445"/>
                  <a:pt x="1245618" y="47994"/>
                  <a:pt x="1258609" y="47994"/>
                </a:cubicBezTo>
                <a:cubicBezTo>
                  <a:pt x="1268026" y="47994"/>
                  <a:pt x="1275713" y="49582"/>
                  <a:pt x="1281670" y="52759"/>
                </a:cubicBezTo>
                <a:cubicBezTo>
                  <a:pt x="1288988" y="56674"/>
                  <a:pt x="1292647" y="62687"/>
                  <a:pt x="1292647" y="70800"/>
                </a:cubicBezTo>
                <a:cubicBezTo>
                  <a:pt x="1292647" y="76473"/>
                  <a:pt x="1289442" y="81635"/>
                  <a:pt x="1283032" y="86287"/>
                </a:cubicBezTo>
                <a:cubicBezTo>
                  <a:pt x="1280195" y="88329"/>
                  <a:pt x="1274182" y="91506"/>
                  <a:pt x="1264991" y="95818"/>
                </a:cubicBezTo>
                <a:lnTo>
                  <a:pt x="1232485" y="111220"/>
                </a:lnTo>
                <a:cubicBezTo>
                  <a:pt x="1235662" y="115929"/>
                  <a:pt x="1239618" y="119474"/>
                  <a:pt x="1244355" y="121857"/>
                </a:cubicBezTo>
                <a:cubicBezTo>
                  <a:pt x="1249092" y="124240"/>
                  <a:pt x="1254610" y="125431"/>
                  <a:pt x="1260907" y="125431"/>
                </a:cubicBezTo>
                <a:cubicBezTo>
                  <a:pt x="1264821" y="125431"/>
                  <a:pt x="1269416" y="124694"/>
                  <a:pt x="1274692" y="123219"/>
                </a:cubicBezTo>
                <a:cubicBezTo>
                  <a:pt x="1281386" y="121347"/>
                  <a:pt x="1285698" y="118893"/>
                  <a:pt x="1287627" y="115858"/>
                </a:cubicBezTo>
                <a:cubicBezTo>
                  <a:pt x="1289556" y="112823"/>
                  <a:pt x="1291626" y="111305"/>
                  <a:pt x="1293839" y="111305"/>
                </a:cubicBezTo>
                <a:cubicBezTo>
                  <a:pt x="1295824" y="111305"/>
                  <a:pt x="1297597" y="112060"/>
                  <a:pt x="1299157" y="113568"/>
                </a:cubicBezTo>
                <a:cubicBezTo>
                  <a:pt x="1300717" y="115075"/>
                  <a:pt x="1301497" y="116824"/>
                  <a:pt x="1301497" y="118815"/>
                </a:cubicBezTo>
                <a:cubicBezTo>
                  <a:pt x="1301497" y="125130"/>
                  <a:pt x="1296420" y="130564"/>
                  <a:pt x="1286265" y="135116"/>
                </a:cubicBezTo>
                <a:cubicBezTo>
                  <a:pt x="1277585" y="138984"/>
                  <a:pt x="1269133" y="140919"/>
                  <a:pt x="1260907" y="140919"/>
                </a:cubicBezTo>
                <a:moveTo>
                  <a:pt x="1258609" y="63311"/>
                </a:moveTo>
                <a:cubicBezTo>
                  <a:pt x="1251688" y="63311"/>
                  <a:pt x="1245930" y="65992"/>
                  <a:pt x="1241335" y="71353"/>
                </a:cubicBezTo>
                <a:cubicBezTo>
                  <a:pt x="1236739" y="76714"/>
                  <a:pt x="1233307" y="84784"/>
                  <a:pt x="1231038" y="95563"/>
                </a:cubicBezTo>
                <a:lnTo>
                  <a:pt x="1257162" y="83139"/>
                </a:lnTo>
                <a:cubicBezTo>
                  <a:pt x="1267431" y="78146"/>
                  <a:pt x="1274749" y="73806"/>
                  <a:pt x="1279117" y="70119"/>
                </a:cubicBezTo>
                <a:cubicBezTo>
                  <a:pt x="1274238" y="65580"/>
                  <a:pt x="1267402" y="63311"/>
                  <a:pt x="1258609" y="63311"/>
                </a:cubicBezTo>
                <a:close/>
                <a:moveTo>
                  <a:pt x="1382374" y="143131"/>
                </a:moveTo>
                <a:cubicBezTo>
                  <a:pt x="1377496" y="143131"/>
                  <a:pt x="1374744" y="140459"/>
                  <a:pt x="1374120" y="135116"/>
                </a:cubicBezTo>
                <a:lnTo>
                  <a:pt x="1371737" y="116440"/>
                </a:lnTo>
                <a:cubicBezTo>
                  <a:pt x="1370943" y="109789"/>
                  <a:pt x="1370546" y="103563"/>
                  <a:pt x="1370546" y="97764"/>
                </a:cubicBezTo>
                <a:cubicBezTo>
                  <a:pt x="1370546" y="96172"/>
                  <a:pt x="1370645" y="93472"/>
                  <a:pt x="1370844" y="89664"/>
                </a:cubicBezTo>
                <a:cubicBezTo>
                  <a:pt x="1371042" y="85855"/>
                  <a:pt x="1371142" y="83154"/>
                  <a:pt x="1371142" y="81562"/>
                </a:cubicBezTo>
                <a:cubicBezTo>
                  <a:pt x="1371142" y="69281"/>
                  <a:pt x="1368872" y="63141"/>
                  <a:pt x="1364334" y="63141"/>
                </a:cubicBezTo>
                <a:cubicBezTo>
                  <a:pt x="1357980" y="63141"/>
                  <a:pt x="1351910" y="66918"/>
                  <a:pt x="1346124" y="74472"/>
                </a:cubicBezTo>
                <a:cubicBezTo>
                  <a:pt x="1340904" y="81344"/>
                  <a:pt x="1336820" y="90032"/>
                  <a:pt x="1333870" y="100538"/>
                </a:cubicBezTo>
                <a:cubicBezTo>
                  <a:pt x="1333756" y="102754"/>
                  <a:pt x="1333501" y="105537"/>
                  <a:pt x="1333104" y="108888"/>
                </a:cubicBezTo>
                <a:cubicBezTo>
                  <a:pt x="1332764" y="111728"/>
                  <a:pt x="1332593" y="114482"/>
                  <a:pt x="1332593" y="117150"/>
                </a:cubicBezTo>
                <a:cubicBezTo>
                  <a:pt x="1332593" y="118854"/>
                  <a:pt x="1332764" y="121410"/>
                  <a:pt x="1333104" y="124817"/>
                </a:cubicBezTo>
                <a:cubicBezTo>
                  <a:pt x="1333444" y="128224"/>
                  <a:pt x="1333614" y="130780"/>
                  <a:pt x="1333614" y="132483"/>
                </a:cubicBezTo>
                <a:cubicBezTo>
                  <a:pt x="1333614" y="135040"/>
                  <a:pt x="1332834" y="137113"/>
                  <a:pt x="1331274" y="138703"/>
                </a:cubicBezTo>
                <a:cubicBezTo>
                  <a:pt x="1329714" y="140294"/>
                  <a:pt x="1327714" y="141089"/>
                  <a:pt x="1325275" y="141089"/>
                </a:cubicBezTo>
                <a:cubicBezTo>
                  <a:pt x="1322779" y="141089"/>
                  <a:pt x="1320765" y="140293"/>
                  <a:pt x="1319233" y="138701"/>
                </a:cubicBezTo>
                <a:cubicBezTo>
                  <a:pt x="1317702" y="137111"/>
                  <a:pt x="1316936" y="135036"/>
                  <a:pt x="1316936" y="132478"/>
                </a:cubicBezTo>
                <a:cubicBezTo>
                  <a:pt x="1316936" y="130774"/>
                  <a:pt x="1316751" y="128218"/>
                  <a:pt x="1316383" y="124809"/>
                </a:cubicBezTo>
                <a:cubicBezTo>
                  <a:pt x="1316014" y="121398"/>
                  <a:pt x="1315829" y="118840"/>
                  <a:pt x="1315829" y="117134"/>
                </a:cubicBezTo>
                <a:cubicBezTo>
                  <a:pt x="1315829" y="111280"/>
                  <a:pt x="1316241" y="103168"/>
                  <a:pt x="1317063" y="92797"/>
                </a:cubicBezTo>
                <a:cubicBezTo>
                  <a:pt x="1317886" y="82426"/>
                  <a:pt x="1318297" y="74313"/>
                  <a:pt x="1318297" y="68460"/>
                </a:cubicBezTo>
                <a:cubicBezTo>
                  <a:pt x="1318297" y="66641"/>
                  <a:pt x="1318198" y="63941"/>
                  <a:pt x="1317999" y="60362"/>
                </a:cubicBezTo>
                <a:cubicBezTo>
                  <a:pt x="1317801" y="56781"/>
                  <a:pt x="1317702" y="54082"/>
                  <a:pt x="1317702" y="52265"/>
                </a:cubicBezTo>
                <a:cubicBezTo>
                  <a:pt x="1317702" y="49820"/>
                  <a:pt x="1318510" y="47817"/>
                  <a:pt x="1320127" y="46255"/>
                </a:cubicBezTo>
                <a:cubicBezTo>
                  <a:pt x="1321744" y="44691"/>
                  <a:pt x="1323743" y="43909"/>
                  <a:pt x="1326126" y="43909"/>
                </a:cubicBezTo>
                <a:cubicBezTo>
                  <a:pt x="1331345" y="43909"/>
                  <a:pt x="1334210" y="47612"/>
                  <a:pt x="1334721" y="55017"/>
                </a:cubicBezTo>
                <a:lnTo>
                  <a:pt x="1334976" y="65013"/>
                </a:lnTo>
                <a:cubicBezTo>
                  <a:pt x="1344507" y="52306"/>
                  <a:pt x="1354293" y="45952"/>
                  <a:pt x="1364334" y="45952"/>
                </a:cubicBezTo>
                <a:cubicBezTo>
                  <a:pt x="1373411" y="45952"/>
                  <a:pt x="1379736" y="49958"/>
                  <a:pt x="1383310" y="57971"/>
                </a:cubicBezTo>
                <a:cubicBezTo>
                  <a:pt x="1385750" y="63313"/>
                  <a:pt x="1387083" y="71213"/>
                  <a:pt x="1387310" y="81671"/>
                </a:cubicBezTo>
                <a:lnTo>
                  <a:pt x="1387310" y="90279"/>
                </a:lnTo>
                <a:lnTo>
                  <a:pt x="1387225" y="98206"/>
                </a:lnTo>
                <a:cubicBezTo>
                  <a:pt x="1387225" y="102923"/>
                  <a:pt x="1387835" y="109019"/>
                  <a:pt x="1389054" y="116493"/>
                </a:cubicBezTo>
                <a:cubicBezTo>
                  <a:pt x="1390274" y="123966"/>
                  <a:pt x="1390884" y="130032"/>
                  <a:pt x="1390884" y="134691"/>
                </a:cubicBezTo>
                <a:cubicBezTo>
                  <a:pt x="1390884" y="137192"/>
                  <a:pt x="1390076" y="139224"/>
                  <a:pt x="1388459" y="140786"/>
                </a:cubicBezTo>
                <a:cubicBezTo>
                  <a:pt x="1386842" y="142349"/>
                  <a:pt x="1384814" y="143131"/>
                  <a:pt x="1382374" y="143131"/>
                </a:cubicBezTo>
                <a:close/>
                <a:moveTo>
                  <a:pt x="1447151" y="142450"/>
                </a:moveTo>
                <a:cubicBezTo>
                  <a:pt x="1435522" y="142450"/>
                  <a:pt x="1425821" y="138927"/>
                  <a:pt x="1418049" y="131880"/>
                </a:cubicBezTo>
                <a:cubicBezTo>
                  <a:pt x="1409879" y="124492"/>
                  <a:pt x="1405795" y="114745"/>
                  <a:pt x="1405795" y="102639"/>
                </a:cubicBezTo>
                <a:cubicBezTo>
                  <a:pt x="1405795" y="91103"/>
                  <a:pt x="1409624" y="79198"/>
                  <a:pt x="1417283" y="66923"/>
                </a:cubicBezTo>
                <a:cubicBezTo>
                  <a:pt x="1425792" y="53282"/>
                  <a:pt x="1435380" y="46462"/>
                  <a:pt x="1446045" y="46462"/>
                </a:cubicBezTo>
                <a:cubicBezTo>
                  <a:pt x="1451605" y="46462"/>
                  <a:pt x="1457817" y="47772"/>
                  <a:pt x="1464681" y="50390"/>
                </a:cubicBezTo>
                <a:cubicBezTo>
                  <a:pt x="1473361" y="53750"/>
                  <a:pt x="1477701" y="57848"/>
                  <a:pt x="1477701" y="62686"/>
                </a:cubicBezTo>
                <a:cubicBezTo>
                  <a:pt x="1477701" y="64849"/>
                  <a:pt x="1476992" y="66771"/>
                  <a:pt x="1475573" y="68452"/>
                </a:cubicBezTo>
                <a:cubicBezTo>
                  <a:pt x="1474155" y="70130"/>
                  <a:pt x="1472396" y="70970"/>
                  <a:pt x="1470297" y="70970"/>
                </a:cubicBezTo>
                <a:cubicBezTo>
                  <a:pt x="1468652" y="70970"/>
                  <a:pt x="1467220" y="70469"/>
                  <a:pt x="1466000" y="69467"/>
                </a:cubicBezTo>
                <a:cubicBezTo>
                  <a:pt x="1464780" y="68464"/>
                  <a:pt x="1463603" y="67475"/>
                  <a:pt x="1462469" y="66500"/>
                </a:cubicBezTo>
                <a:cubicBezTo>
                  <a:pt x="1459121" y="63807"/>
                  <a:pt x="1453647" y="62460"/>
                  <a:pt x="1446045" y="62460"/>
                </a:cubicBezTo>
                <a:cubicBezTo>
                  <a:pt x="1440259" y="62460"/>
                  <a:pt x="1434529" y="67637"/>
                  <a:pt x="1428856" y="77990"/>
                </a:cubicBezTo>
                <a:cubicBezTo>
                  <a:pt x="1423693" y="87489"/>
                  <a:pt x="1421112" y="95708"/>
                  <a:pt x="1421112" y="102647"/>
                </a:cubicBezTo>
                <a:cubicBezTo>
                  <a:pt x="1421112" y="110155"/>
                  <a:pt x="1423665" y="116071"/>
                  <a:pt x="1428771" y="120395"/>
                </a:cubicBezTo>
                <a:cubicBezTo>
                  <a:pt x="1433536" y="124433"/>
                  <a:pt x="1439663" y="126452"/>
                  <a:pt x="1447151" y="126452"/>
                </a:cubicBezTo>
                <a:cubicBezTo>
                  <a:pt x="1450555" y="126452"/>
                  <a:pt x="1454186" y="125545"/>
                  <a:pt x="1458044" y="123729"/>
                </a:cubicBezTo>
                <a:lnTo>
                  <a:pt x="1467915" y="118453"/>
                </a:lnTo>
                <a:cubicBezTo>
                  <a:pt x="1469617" y="117546"/>
                  <a:pt x="1470836" y="117092"/>
                  <a:pt x="1471574" y="117092"/>
                </a:cubicBezTo>
                <a:cubicBezTo>
                  <a:pt x="1473673" y="117092"/>
                  <a:pt x="1475488" y="117929"/>
                  <a:pt x="1477020" y="119602"/>
                </a:cubicBezTo>
                <a:cubicBezTo>
                  <a:pt x="1478552" y="121276"/>
                  <a:pt x="1479318" y="123190"/>
                  <a:pt x="1479318" y="125346"/>
                </a:cubicBezTo>
                <a:cubicBezTo>
                  <a:pt x="1479318" y="129487"/>
                  <a:pt x="1474949" y="133487"/>
                  <a:pt x="1466213" y="137345"/>
                </a:cubicBezTo>
                <a:cubicBezTo>
                  <a:pt x="1458554" y="140748"/>
                  <a:pt x="1452200" y="142450"/>
                  <a:pt x="1447151" y="142450"/>
                </a:cubicBezTo>
                <a:close/>
                <a:moveTo>
                  <a:pt x="1537744" y="140919"/>
                </a:moveTo>
                <a:cubicBezTo>
                  <a:pt x="1524923" y="140919"/>
                  <a:pt x="1514542" y="137711"/>
                  <a:pt x="1506599" y="131295"/>
                </a:cubicBezTo>
                <a:cubicBezTo>
                  <a:pt x="1497920" y="124196"/>
                  <a:pt x="1493580" y="114259"/>
                  <a:pt x="1493580" y="101482"/>
                </a:cubicBezTo>
                <a:cubicBezTo>
                  <a:pt x="1493580" y="86720"/>
                  <a:pt x="1497154" y="74342"/>
                  <a:pt x="1504302" y="64348"/>
                </a:cubicBezTo>
                <a:cubicBezTo>
                  <a:pt x="1512074" y="53445"/>
                  <a:pt x="1522455" y="47994"/>
                  <a:pt x="1535447" y="47994"/>
                </a:cubicBezTo>
                <a:cubicBezTo>
                  <a:pt x="1544864" y="47994"/>
                  <a:pt x="1552551" y="49582"/>
                  <a:pt x="1558508" y="52759"/>
                </a:cubicBezTo>
                <a:cubicBezTo>
                  <a:pt x="1565826" y="56674"/>
                  <a:pt x="1569485" y="62687"/>
                  <a:pt x="1569485" y="70800"/>
                </a:cubicBezTo>
                <a:cubicBezTo>
                  <a:pt x="1569485" y="76473"/>
                  <a:pt x="1566280" y="81635"/>
                  <a:pt x="1559869" y="86287"/>
                </a:cubicBezTo>
                <a:cubicBezTo>
                  <a:pt x="1557033" y="88329"/>
                  <a:pt x="1551019" y="91506"/>
                  <a:pt x="1541829" y="95818"/>
                </a:cubicBezTo>
                <a:lnTo>
                  <a:pt x="1509322" y="111220"/>
                </a:lnTo>
                <a:cubicBezTo>
                  <a:pt x="1512499" y="115929"/>
                  <a:pt x="1516456" y="119474"/>
                  <a:pt x="1521193" y="121857"/>
                </a:cubicBezTo>
                <a:cubicBezTo>
                  <a:pt x="1525930" y="124240"/>
                  <a:pt x="1531447" y="125431"/>
                  <a:pt x="1537744" y="125431"/>
                </a:cubicBezTo>
                <a:cubicBezTo>
                  <a:pt x="1541659" y="125431"/>
                  <a:pt x="1546254" y="124694"/>
                  <a:pt x="1551530" y="123219"/>
                </a:cubicBezTo>
                <a:cubicBezTo>
                  <a:pt x="1558224" y="121347"/>
                  <a:pt x="1562536" y="118893"/>
                  <a:pt x="1564464" y="115858"/>
                </a:cubicBezTo>
                <a:cubicBezTo>
                  <a:pt x="1566393" y="112823"/>
                  <a:pt x="1568464" y="111305"/>
                  <a:pt x="1570676" y="111305"/>
                </a:cubicBezTo>
                <a:cubicBezTo>
                  <a:pt x="1572662" y="111305"/>
                  <a:pt x="1574435" y="112060"/>
                  <a:pt x="1575995" y="113568"/>
                </a:cubicBezTo>
                <a:cubicBezTo>
                  <a:pt x="1577555" y="115075"/>
                  <a:pt x="1578335" y="116824"/>
                  <a:pt x="1578335" y="118815"/>
                </a:cubicBezTo>
                <a:cubicBezTo>
                  <a:pt x="1578335" y="125130"/>
                  <a:pt x="1573258" y="130564"/>
                  <a:pt x="1563103" y="135116"/>
                </a:cubicBezTo>
                <a:cubicBezTo>
                  <a:pt x="1554423" y="138984"/>
                  <a:pt x="1545970" y="140919"/>
                  <a:pt x="1537744" y="140919"/>
                </a:cubicBezTo>
                <a:moveTo>
                  <a:pt x="1535447" y="63311"/>
                </a:moveTo>
                <a:cubicBezTo>
                  <a:pt x="1528526" y="63311"/>
                  <a:pt x="1522767" y="65992"/>
                  <a:pt x="1518172" y="71353"/>
                </a:cubicBezTo>
                <a:cubicBezTo>
                  <a:pt x="1513577" y="76714"/>
                  <a:pt x="1510145" y="84784"/>
                  <a:pt x="1507876" y="95563"/>
                </a:cubicBezTo>
                <a:lnTo>
                  <a:pt x="1534000" y="83139"/>
                </a:lnTo>
                <a:cubicBezTo>
                  <a:pt x="1544268" y="78146"/>
                  <a:pt x="1551587" y="73806"/>
                  <a:pt x="1555955" y="70119"/>
                </a:cubicBezTo>
                <a:cubicBezTo>
                  <a:pt x="1551076" y="65580"/>
                  <a:pt x="1544240" y="63311"/>
                  <a:pt x="1535447" y="63311"/>
                </a:cubicBezTo>
                <a:close/>
                <a:moveTo>
                  <a:pt x="1606368" y="166277"/>
                </a:moveTo>
                <a:cubicBezTo>
                  <a:pt x="1604382" y="166277"/>
                  <a:pt x="1602652" y="165511"/>
                  <a:pt x="1601177" y="163980"/>
                </a:cubicBezTo>
                <a:cubicBezTo>
                  <a:pt x="1599702" y="162448"/>
                  <a:pt x="1598964" y="160689"/>
                  <a:pt x="1598964" y="158704"/>
                </a:cubicBezTo>
                <a:cubicBezTo>
                  <a:pt x="1598964" y="157058"/>
                  <a:pt x="1600723" y="152180"/>
                  <a:pt x="1604240" y="144067"/>
                </a:cubicBezTo>
                <a:cubicBezTo>
                  <a:pt x="1607304" y="137033"/>
                  <a:pt x="1609658" y="132012"/>
                  <a:pt x="1611303" y="129005"/>
                </a:cubicBezTo>
                <a:cubicBezTo>
                  <a:pt x="1612778" y="126282"/>
                  <a:pt x="1614736" y="124921"/>
                  <a:pt x="1617175" y="124921"/>
                </a:cubicBezTo>
                <a:cubicBezTo>
                  <a:pt x="1619217" y="124921"/>
                  <a:pt x="1620962" y="125701"/>
                  <a:pt x="1622408" y="127261"/>
                </a:cubicBezTo>
                <a:cubicBezTo>
                  <a:pt x="1623855" y="128821"/>
                  <a:pt x="1624578" y="130594"/>
                  <a:pt x="1624578" y="132579"/>
                </a:cubicBezTo>
                <a:cubicBezTo>
                  <a:pt x="1624578" y="133941"/>
                  <a:pt x="1620550" y="143642"/>
                  <a:pt x="1612495" y="161682"/>
                </a:cubicBezTo>
                <a:cubicBezTo>
                  <a:pt x="1611190" y="164745"/>
                  <a:pt x="1609148" y="166277"/>
                  <a:pt x="1606368" y="166277"/>
                </a:cubicBezTo>
                <a:close/>
                <a:moveTo>
                  <a:pt x="1759421" y="143131"/>
                </a:moveTo>
                <a:cubicBezTo>
                  <a:pt x="1754542" y="143131"/>
                  <a:pt x="1751791" y="140459"/>
                  <a:pt x="1751167" y="135116"/>
                </a:cubicBezTo>
                <a:lnTo>
                  <a:pt x="1748784" y="116440"/>
                </a:lnTo>
                <a:cubicBezTo>
                  <a:pt x="1747990" y="109789"/>
                  <a:pt x="1747593" y="103563"/>
                  <a:pt x="1747593" y="97764"/>
                </a:cubicBezTo>
                <a:cubicBezTo>
                  <a:pt x="1747593" y="96172"/>
                  <a:pt x="1747692" y="93472"/>
                  <a:pt x="1747891" y="89664"/>
                </a:cubicBezTo>
                <a:cubicBezTo>
                  <a:pt x="1748089" y="85855"/>
                  <a:pt x="1748188" y="83154"/>
                  <a:pt x="1748188" y="81562"/>
                </a:cubicBezTo>
                <a:cubicBezTo>
                  <a:pt x="1748188" y="69281"/>
                  <a:pt x="1745919" y="63141"/>
                  <a:pt x="1741381" y="63141"/>
                </a:cubicBezTo>
                <a:cubicBezTo>
                  <a:pt x="1735027" y="63141"/>
                  <a:pt x="1728957" y="66918"/>
                  <a:pt x="1723170" y="74472"/>
                </a:cubicBezTo>
                <a:cubicBezTo>
                  <a:pt x="1717951" y="81344"/>
                  <a:pt x="1713866" y="90032"/>
                  <a:pt x="1710916" y="100538"/>
                </a:cubicBezTo>
                <a:cubicBezTo>
                  <a:pt x="1710803" y="102754"/>
                  <a:pt x="1710548" y="105537"/>
                  <a:pt x="1710151" y="108888"/>
                </a:cubicBezTo>
                <a:cubicBezTo>
                  <a:pt x="1709810" y="111728"/>
                  <a:pt x="1709640" y="114482"/>
                  <a:pt x="1709640" y="117150"/>
                </a:cubicBezTo>
                <a:cubicBezTo>
                  <a:pt x="1709640" y="118854"/>
                  <a:pt x="1709810" y="121410"/>
                  <a:pt x="1710151" y="124817"/>
                </a:cubicBezTo>
                <a:cubicBezTo>
                  <a:pt x="1710491" y="128224"/>
                  <a:pt x="1710661" y="130780"/>
                  <a:pt x="1710661" y="132483"/>
                </a:cubicBezTo>
                <a:cubicBezTo>
                  <a:pt x="1710661" y="135040"/>
                  <a:pt x="1709881" y="137113"/>
                  <a:pt x="1708321" y="138703"/>
                </a:cubicBezTo>
                <a:cubicBezTo>
                  <a:pt x="1706761" y="140294"/>
                  <a:pt x="1704761" y="141089"/>
                  <a:pt x="1702322" y="141089"/>
                </a:cubicBezTo>
                <a:cubicBezTo>
                  <a:pt x="1699826" y="141089"/>
                  <a:pt x="1697812" y="140293"/>
                  <a:pt x="1696280" y="138701"/>
                </a:cubicBezTo>
                <a:cubicBezTo>
                  <a:pt x="1694748" y="137111"/>
                  <a:pt x="1693982" y="135036"/>
                  <a:pt x="1693982" y="132478"/>
                </a:cubicBezTo>
                <a:cubicBezTo>
                  <a:pt x="1693982" y="130774"/>
                  <a:pt x="1693798" y="128218"/>
                  <a:pt x="1693429" y="124809"/>
                </a:cubicBezTo>
                <a:cubicBezTo>
                  <a:pt x="1693060" y="121398"/>
                  <a:pt x="1692876" y="118840"/>
                  <a:pt x="1692876" y="117134"/>
                </a:cubicBezTo>
                <a:cubicBezTo>
                  <a:pt x="1692876" y="111280"/>
                  <a:pt x="1693287" y="103168"/>
                  <a:pt x="1694110" y="92797"/>
                </a:cubicBezTo>
                <a:cubicBezTo>
                  <a:pt x="1694933" y="82426"/>
                  <a:pt x="1695344" y="74313"/>
                  <a:pt x="1695344" y="68460"/>
                </a:cubicBezTo>
                <a:cubicBezTo>
                  <a:pt x="1695344" y="66641"/>
                  <a:pt x="1695245" y="63941"/>
                  <a:pt x="1695046" y="60362"/>
                </a:cubicBezTo>
                <a:cubicBezTo>
                  <a:pt x="1694847" y="56781"/>
                  <a:pt x="1694748" y="54082"/>
                  <a:pt x="1694748" y="52265"/>
                </a:cubicBezTo>
                <a:cubicBezTo>
                  <a:pt x="1694748" y="49820"/>
                  <a:pt x="1695557" y="47817"/>
                  <a:pt x="1697173" y="46255"/>
                </a:cubicBezTo>
                <a:cubicBezTo>
                  <a:pt x="1698790" y="44691"/>
                  <a:pt x="1700790" y="43909"/>
                  <a:pt x="1703173" y="43909"/>
                </a:cubicBezTo>
                <a:cubicBezTo>
                  <a:pt x="1708392" y="43909"/>
                  <a:pt x="1711257" y="47612"/>
                  <a:pt x="1711767" y="55017"/>
                </a:cubicBezTo>
                <a:lnTo>
                  <a:pt x="1712023" y="65013"/>
                </a:lnTo>
                <a:cubicBezTo>
                  <a:pt x="1721553" y="52306"/>
                  <a:pt x="1731339" y="45952"/>
                  <a:pt x="1741381" y="45952"/>
                </a:cubicBezTo>
                <a:cubicBezTo>
                  <a:pt x="1750458" y="45952"/>
                  <a:pt x="1756783" y="49958"/>
                  <a:pt x="1760357" y="57971"/>
                </a:cubicBezTo>
                <a:cubicBezTo>
                  <a:pt x="1762796" y="63313"/>
                  <a:pt x="1764130" y="71213"/>
                  <a:pt x="1764357" y="81671"/>
                </a:cubicBezTo>
                <a:lnTo>
                  <a:pt x="1764357" y="90279"/>
                </a:lnTo>
                <a:lnTo>
                  <a:pt x="1764271" y="98206"/>
                </a:lnTo>
                <a:cubicBezTo>
                  <a:pt x="1764271" y="102923"/>
                  <a:pt x="1764881" y="109019"/>
                  <a:pt x="1766101" y="116493"/>
                </a:cubicBezTo>
                <a:cubicBezTo>
                  <a:pt x="1767321" y="123966"/>
                  <a:pt x="1767931" y="130032"/>
                  <a:pt x="1767931" y="134691"/>
                </a:cubicBezTo>
                <a:cubicBezTo>
                  <a:pt x="1767931" y="137192"/>
                  <a:pt x="1767122" y="139224"/>
                  <a:pt x="1765505" y="140786"/>
                </a:cubicBezTo>
                <a:cubicBezTo>
                  <a:pt x="1763889" y="142349"/>
                  <a:pt x="1761860" y="143131"/>
                  <a:pt x="1759421" y="143131"/>
                </a:cubicBezTo>
                <a:close/>
                <a:moveTo>
                  <a:pt x="1817645" y="142110"/>
                </a:moveTo>
                <a:cubicBezTo>
                  <a:pt x="1808115" y="142110"/>
                  <a:pt x="1799917" y="138586"/>
                  <a:pt x="1793053" y="131539"/>
                </a:cubicBezTo>
                <a:cubicBezTo>
                  <a:pt x="1785394" y="123696"/>
                  <a:pt x="1781366" y="113153"/>
                  <a:pt x="1780969" y="99910"/>
                </a:cubicBezTo>
                <a:cubicBezTo>
                  <a:pt x="1780629" y="87066"/>
                  <a:pt x="1783862" y="75757"/>
                  <a:pt x="1790670" y="65981"/>
                </a:cubicBezTo>
                <a:cubicBezTo>
                  <a:pt x="1798612" y="54444"/>
                  <a:pt x="1809675" y="48675"/>
                  <a:pt x="1823857" y="48675"/>
                </a:cubicBezTo>
                <a:cubicBezTo>
                  <a:pt x="1835204" y="48675"/>
                  <a:pt x="1843798" y="53875"/>
                  <a:pt x="1849641" y="64277"/>
                </a:cubicBezTo>
                <a:cubicBezTo>
                  <a:pt x="1854293" y="72687"/>
                  <a:pt x="1856534" y="82803"/>
                  <a:pt x="1856364" y="94624"/>
                </a:cubicBezTo>
                <a:cubicBezTo>
                  <a:pt x="1856194" y="107241"/>
                  <a:pt x="1852904" y="118012"/>
                  <a:pt x="1846493" y="126936"/>
                </a:cubicBezTo>
                <a:cubicBezTo>
                  <a:pt x="1839231" y="137052"/>
                  <a:pt x="1829616" y="142110"/>
                  <a:pt x="1817645" y="142110"/>
                </a:cubicBezTo>
                <a:moveTo>
                  <a:pt x="1822751" y="66034"/>
                </a:moveTo>
                <a:cubicBezTo>
                  <a:pt x="1814412" y="65978"/>
                  <a:pt x="1807916" y="69954"/>
                  <a:pt x="1803264" y="77964"/>
                </a:cubicBezTo>
                <a:cubicBezTo>
                  <a:pt x="1799577" y="84385"/>
                  <a:pt x="1797733" y="91714"/>
                  <a:pt x="1797733" y="99950"/>
                </a:cubicBezTo>
                <a:cubicBezTo>
                  <a:pt x="1797733" y="108189"/>
                  <a:pt x="1799974" y="114609"/>
                  <a:pt x="1804456" y="119211"/>
                </a:cubicBezTo>
                <a:cubicBezTo>
                  <a:pt x="1808200" y="123017"/>
                  <a:pt x="1812596" y="124921"/>
                  <a:pt x="1817645" y="124921"/>
                </a:cubicBezTo>
                <a:cubicBezTo>
                  <a:pt x="1823545" y="124921"/>
                  <a:pt x="1828623" y="122761"/>
                  <a:pt x="1832878" y="118443"/>
                </a:cubicBezTo>
                <a:cubicBezTo>
                  <a:pt x="1837700" y="113672"/>
                  <a:pt x="1840253" y="107224"/>
                  <a:pt x="1840536" y="99099"/>
                </a:cubicBezTo>
                <a:cubicBezTo>
                  <a:pt x="1841330" y="77113"/>
                  <a:pt x="1835402" y="66091"/>
                  <a:pt x="1822751" y="66034"/>
                </a:cubicBezTo>
                <a:close/>
                <a:moveTo>
                  <a:pt x="1934071" y="64577"/>
                </a:moveTo>
                <a:cubicBezTo>
                  <a:pt x="1932880" y="64577"/>
                  <a:pt x="1931476" y="64520"/>
                  <a:pt x="1929859" y="64407"/>
                </a:cubicBezTo>
                <a:cubicBezTo>
                  <a:pt x="1928242" y="64292"/>
                  <a:pt x="1926838" y="64234"/>
                  <a:pt x="1925647" y="64234"/>
                </a:cubicBezTo>
                <a:cubicBezTo>
                  <a:pt x="1924342" y="64234"/>
                  <a:pt x="1920484" y="64664"/>
                  <a:pt x="1914074" y="65524"/>
                </a:cubicBezTo>
                <a:lnTo>
                  <a:pt x="1915691" y="115760"/>
                </a:lnTo>
                <a:lnTo>
                  <a:pt x="1915776" y="119501"/>
                </a:lnTo>
                <a:lnTo>
                  <a:pt x="1915861" y="123836"/>
                </a:lnTo>
                <a:cubicBezTo>
                  <a:pt x="1916088" y="136245"/>
                  <a:pt x="1913109" y="142450"/>
                  <a:pt x="1906926" y="142450"/>
                </a:cubicBezTo>
                <a:cubicBezTo>
                  <a:pt x="1904657" y="142450"/>
                  <a:pt x="1902685" y="141714"/>
                  <a:pt x="1901012" y="140240"/>
                </a:cubicBezTo>
                <a:cubicBezTo>
                  <a:pt x="1899338" y="138767"/>
                  <a:pt x="1898501" y="136925"/>
                  <a:pt x="1898501" y="134715"/>
                </a:cubicBezTo>
                <a:cubicBezTo>
                  <a:pt x="1898501" y="132562"/>
                  <a:pt x="1898586" y="129333"/>
                  <a:pt x="1898757" y="125027"/>
                </a:cubicBezTo>
                <a:cubicBezTo>
                  <a:pt x="1898927" y="120719"/>
                  <a:pt x="1899012" y="117488"/>
                  <a:pt x="1899012" y="115334"/>
                </a:cubicBezTo>
                <a:lnTo>
                  <a:pt x="1897310" y="65694"/>
                </a:lnTo>
                <a:cubicBezTo>
                  <a:pt x="1893169" y="65524"/>
                  <a:pt x="1886872" y="65039"/>
                  <a:pt x="1878419" y="64239"/>
                </a:cubicBezTo>
                <a:cubicBezTo>
                  <a:pt x="1873370" y="63555"/>
                  <a:pt x="1870845" y="60734"/>
                  <a:pt x="1870845" y="55775"/>
                </a:cubicBezTo>
                <a:cubicBezTo>
                  <a:pt x="1870845" y="53266"/>
                  <a:pt x="1871611" y="51187"/>
                  <a:pt x="1873143" y="49536"/>
                </a:cubicBezTo>
                <a:cubicBezTo>
                  <a:pt x="1874675" y="47884"/>
                  <a:pt x="1876632" y="47058"/>
                  <a:pt x="1879014" y="47058"/>
                </a:cubicBezTo>
                <a:lnTo>
                  <a:pt x="1896885" y="48505"/>
                </a:lnTo>
                <a:cubicBezTo>
                  <a:pt x="1896885" y="45602"/>
                  <a:pt x="1896757" y="41720"/>
                  <a:pt x="1896502" y="36857"/>
                </a:cubicBezTo>
                <a:cubicBezTo>
                  <a:pt x="1896246" y="31992"/>
                  <a:pt x="1896119" y="28480"/>
                  <a:pt x="1896119" y="26319"/>
                </a:cubicBezTo>
                <a:cubicBezTo>
                  <a:pt x="1896119" y="23929"/>
                  <a:pt x="1896941" y="21952"/>
                  <a:pt x="1898586" y="20388"/>
                </a:cubicBezTo>
                <a:cubicBezTo>
                  <a:pt x="1900232" y="18823"/>
                  <a:pt x="1902246" y="18040"/>
                  <a:pt x="1904628" y="18040"/>
                </a:cubicBezTo>
                <a:cubicBezTo>
                  <a:pt x="1909734" y="18040"/>
                  <a:pt x="1912712" y="22210"/>
                  <a:pt x="1913563" y="30549"/>
                </a:cubicBezTo>
                <a:cubicBezTo>
                  <a:pt x="1913733" y="32648"/>
                  <a:pt x="1913819" y="35173"/>
                  <a:pt x="1913819" y="38123"/>
                </a:cubicBezTo>
                <a:lnTo>
                  <a:pt x="1913648" y="43058"/>
                </a:lnTo>
                <a:lnTo>
                  <a:pt x="1913563" y="48334"/>
                </a:lnTo>
                <a:cubicBezTo>
                  <a:pt x="1920598" y="47427"/>
                  <a:pt x="1924626" y="46973"/>
                  <a:pt x="1925647" y="46973"/>
                </a:cubicBezTo>
                <a:cubicBezTo>
                  <a:pt x="1931547" y="46973"/>
                  <a:pt x="1935405" y="47257"/>
                  <a:pt x="1937220" y="47824"/>
                </a:cubicBezTo>
                <a:cubicBezTo>
                  <a:pt x="1940680" y="48966"/>
                  <a:pt x="1942411" y="51657"/>
                  <a:pt x="1942411" y="55897"/>
                </a:cubicBezTo>
                <a:cubicBezTo>
                  <a:pt x="1942411" y="58418"/>
                  <a:pt x="1941631" y="60495"/>
                  <a:pt x="1940071" y="62128"/>
                </a:cubicBezTo>
                <a:cubicBezTo>
                  <a:pt x="1938511" y="63761"/>
                  <a:pt x="1936511" y="64577"/>
                  <a:pt x="1934071" y="64577"/>
                </a:cubicBezTo>
                <a:close/>
                <a:moveTo>
                  <a:pt x="2069309" y="64577"/>
                </a:moveTo>
                <a:cubicBezTo>
                  <a:pt x="2068118" y="64577"/>
                  <a:pt x="2066714" y="64520"/>
                  <a:pt x="2065097" y="64407"/>
                </a:cubicBezTo>
                <a:cubicBezTo>
                  <a:pt x="2063480" y="64292"/>
                  <a:pt x="2062076" y="64234"/>
                  <a:pt x="2060885" y="64234"/>
                </a:cubicBezTo>
                <a:cubicBezTo>
                  <a:pt x="2059580" y="64234"/>
                  <a:pt x="2055722" y="64664"/>
                  <a:pt x="2049312" y="65524"/>
                </a:cubicBezTo>
                <a:lnTo>
                  <a:pt x="2050929" y="115760"/>
                </a:lnTo>
                <a:lnTo>
                  <a:pt x="2051014" y="119501"/>
                </a:lnTo>
                <a:lnTo>
                  <a:pt x="2051099" y="123836"/>
                </a:lnTo>
                <a:cubicBezTo>
                  <a:pt x="2051326" y="136245"/>
                  <a:pt x="2048348" y="142450"/>
                  <a:pt x="2042164" y="142450"/>
                </a:cubicBezTo>
                <a:cubicBezTo>
                  <a:pt x="2039895" y="142450"/>
                  <a:pt x="2037923" y="141714"/>
                  <a:pt x="2036250" y="140240"/>
                </a:cubicBezTo>
                <a:cubicBezTo>
                  <a:pt x="2034576" y="138767"/>
                  <a:pt x="2033739" y="136925"/>
                  <a:pt x="2033739" y="134715"/>
                </a:cubicBezTo>
                <a:cubicBezTo>
                  <a:pt x="2033739" y="132562"/>
                  <a:pt x="2033824" y="129333"/>
                  <a:pt x="2033995" y="125027"/>
                </a:cubicBezTo>
                <a:cubicBezTo>
                  <a:pt x="2034165" y="120719"/>
                  <a:pt x="2034250" y="117488"/>
                  <a:pt x="2034250" y="115334"/>
                </a:cubicBezTo>
                <a:lnTo>
                  <a:pt x="2032548" y="65694"/>
                </a:lnTo>
                <a:cubicBezTo>
                  <a:pt x="2028407" y="65524"/>
                  <a:pt x="2022110" y="65039"/>
                  <a:pt x="2013657" y="64239"/>
                </a:cubicBezTo>
                <a:cubicBezTo>
                  <a:pt x="2008608" y="63555"/>
                  <a:pt x="2006083" y="60734"/>
                  <a:pt x="2006083" y="55775"/>
                </a:cubicBezTo>
                <a:cubicBezTo>
                  <a:pt x="2006083" y="53266"/>
                  <a:pt x="2006849" y="51187"/>
                  <a:pt x="2008381" y="49536"/>
                </a:cubicBezTo>
                <a:cubicBezTo>
                  <a:pt x="2009913" y="47884"/>
                  <a:pt x="2011870" y="47058"/>
                  <a:pt x="2014252" y="47058"/>
                </a:cubicBezTo>
                <a:lnTo>
                  <a:pt x="2032123" y="48505"/>
                </a:lnTo>
                <a:cubicBezTo>
                  <a:pt x="2032123" y="45602"/>
                  <a:pt x="2031995" y="41720"/>
                  <a:pt x="2031740" y="36857"/>
                </a:cubicBezTo>
                <a:cubicBezTo>
                  <a:pt x="2031484" y="31992"/>
                  <a:pt x="2031357" y="28480"/>
                  <a:pt x="2031357" y="26319"/>
                </a:cubicBezTo>
                <a:cubicBezTo>
                  <a:pt x="2031357" y="23929"/>
                  <a:pt x="2032179" y="21952"/>
                  <a:pt x="2033824" y="20388"/>
                </a:cubicBezTo>
                <a:cubicBezTo>
                  <a:pt x="2035470" y="18823"/>
                  <a:pt x="2037484" y="18040"/>
                  <a:pt x="2039866" y="18040"/>
                </a:cubicBezTo>
                <a:cubicBezTo>
                  <a:pt x="2044972" y="18040"/>
                  <a:pt x="2047950" y="22210"/>
                  <a:pt x="2048801" y="30549"/>
                </a:cubicBezTo>
                <a:cubicBezTo>
                  <a:pt x="2048972" y="32648"/>
                  <a:pt x="2049057" y="35173"/>
                  <a:pt x="2049057" y="38123"/>
                </a:cubicBezTo>
                <a:lnTo>
                  <a:pt x="2048886" y="43058"/>
                </a:lnTo>
                <a:lnTo>
                  <a:pt x="2048801" y="48334"/>
                </a:lnTo>
                <a:cubicBezTo>
                  <a:pt x="2055836" y="47427"/>
                  <a:pt x="2059864" y="46973"/>
                  <a:pt x="2060885" y="46973"/>
                </a:cubicBezTo>
                <a:cubicBezTo>
                  <a:pt x="2066785" y="46973"/>
                  <a:pt x="2070643" y="47257"/>
                  <a:pt x="2072458" y="47824"/>
                </a:cubicBezTo>
                <a:cubicBezTo>
                  <a:pt x="2075919" y="48966"/>
                  <a:pt x="2077649" y="51657"/>
                  <a:pt x="2077649" y="55897"/>
                </a:cubicBezTo>
                <a:cubicBezTo>
                  <a:pt x="2077649" y="58418"/>
                  <a:pt x="2076869" y="60495"/>
                  <a:pt x="2075309" y="62128"/>
                </a:cubicBezTo>
                <a:cubicBezTo>
                  <a:pt x="2073749" y="63761"/>
                  <a:pt x="2071749" y="64577"/>
                  <a:pt x="2069309" y="64577"/>
                </a:cubicBezTo>
                <a:close/>
                <a:moveTo>
                  <a:pt x="2166474" y="142280"/>
                </a:moveTo>
                <a:cubicBezTo>
                  <a:pt x="2162446" y="142280"/>
                  <a:pt x="2159808" y="140127"/>
                  <a:pt x="2158560" y="135821"/>
                </a:cubicBezTo>
                <a:cubicBezTo>
                  <a:pt x="2157255" y="131174"/>
                  <a:pt x="2156064" y="124572"/>
                  <a:pt x="2154986" y="116015"/>
                </a:cubicBezTo>
                <a:cubicBezTo>
                  <a:pt x="2153965" y="107798"/>
                  <a:pt x="2153454" y="101055"/>
                  <a:pt x="2153454" y="95786"/>
                </a:cubicBezTo>
                <a:cubicBezTo>
                  <a:pt x="2153454" y="94313"/>
                  <a:pt x="2153525" y="92075"/>
                  <a:pt x="2153667" y="89071"/>
                </a:cubicBezTo>
                <a:cubicBezTo>
                  <a:pt x="2153809" y="86066"/>
                  <a:pt x="2153880" y="83827"/>
                  <a:pt x="2153880" y="82354"/>
                </a:cubicBezTo>
                <a:cubicBezTo>
                  <a:pt x="2153880" y="71701"/>
                  <a:pt x="2151214" y="66375"/>
                  <a:pt x="2145881" y="66375"/>
                </a:cubicBezTo>
                <a:cubicBezTo>
                  <a:pt x="2138676" y="66375"/>
                  <a:pt x="2132237" y="69637"/>
                  <a:pt x="2126564" y="76161"/>
                </a:cubicBezTo>
                <a:cubicBezTo>
                  <a:pt x="2123671" y="79508"/>
                  <a:pt x="2119700" y="85890"/>
                  <a:pt x="2114651" y="95307"/>
                </a:cubicBezTo>
                <a:cubicBezTo>
                  <a:pt x="2114651" y="116879"/>
                  <a:pt x="2113743" y="129647"/>
                  <a:pt x="2111928" y="133611"/>
                </a:cubicBezTo>
                <a:cubicBezTo>
                  <a:pt x="2110339" y="137121"/>
                  <a:pt x="2107872" y="138876"/>
                  <a:pt x="2104524" y="138876"/>
                </a:cubicBezTo>
                <a:cubicBezTo>
                  <a:pt x="2102198" y="138876"/>
                  <a:pt x="2100156" y="138082"/>
                  <a:pt x="2098398" y="136494"/>
                </a:cubicBezTo>
                <a:cubicBezTo>
                  <a:pt x="2096639" y="134905"/>
                  <a:pt x="2095760" y="132976"/>
                  <a:pt x="2095760" y="130707"/>
                </a:cubicBezTo>
                <a:cubicBezTo>
                  <a:pt x="2095760" y="129913"/>
                  <a:pt x="2096015" y="128665"/>
                  <a:pt x="2096525" y="126963"/>
                </a:cubicBezTo>
                <a:cubicBezTo>
                  <a:pt x="2096979" y="125545"/>
                  <a:pt x="2097291" y="121403"/>
                  <a:pt x="2097461" y="114539"/>
                </a:cubicBezTo>
                <a:lnTo>
                  <a:pt x="2097717" y="101945"/>
                </a:lnTo>
                <a:lnTo>
                  <a:pt x="2097972" y="39399"/>
                </a:lnTo>
                <a:cubicBezTo>
                  <a:pt x="2098369" y="32365"/>
                  <a:pt x="2098568" y="27628"/>
                  <a:pt x="2098568" y="25188"/>
                </a:cubicBezTo>
                <a:cubicBezTo>
                  <a:pt x="2098568" y="22295"/>
                  <a:pt x="2098298" y="19558"/>
                  <a:pt x="2097759" y="16977"/>
                </a:cubicBezTo>
                <a:cubicBezTo>
                  <a:pt x="2097220" y="14395"/>
                  <a:pt x="2096951" y="11715"/>
                  <a:pt x="2096951" y="8935"/>
                </a:cubicBezTo>
                <a:cubicBezTo>
                  <a:pt x="2096951" y="6552"/>
                  <a:pt x="2097773" y="4581"/>
                  <a:pt x="2099419" y="3021"/>
                </a:cubicBezTo>
                <a:cubicBezTo>
                  <a:pt x="2101064" y="1461"/>
                  <a:pt x="2103078" y="681"/>
                  <a:pt x="2105460" y="681"/>
                </a:cubicBezTo>
                <a:cubicBezTo>
                  <a:pt x="2110112" y="681"/>
                  <a:pt x="2112835" y="3177"/>
                  <a:pt x="2113630" y="8169"/>
                </a:cubicBezTo>
                <a:cubicBezTo>
                  <a:pt x="2114537" y="13672"/>
                  <a:pt x="2114991" y="18636"/>
                  <a:pt x="2114991" y="23061"/>
                </a:cubicBezTo>
                <a:cubicBezTo>
                  <a:pt x="2114991" y="29018"/>
                  <a:pt x="2114793" y="35230"/>
                  <a:pt x="2114396" y="41697"/>
                </a:cubicBezTo>
                <a:cubicBezTo>
                  <a:pt x="2114055" y="47881"/>
                  <a:pt x="2113913" y="54093"/>
                  <a:pt x="2113970" y="60333"/>
                </a:cubicBezTo>
                <a:lnTo>
                  <a:pt x="2114055" y="67821"/>
                </a:lnTo>
                <a:cubicBezTo>
                  <a:pt x="2118707" y="61581"/>
                  <a:pt x="2123685" y="56915"/>
                  <a:pt x="2128989" y="53823"/>
                </a:cubicBezTo>
                <a:cubicBezTo>
                  <a:pt x="2134294" y="50731"/>
                  <a:pt x="2139924" y="49185"/>
                  <a:pt x="2145881" y="49185"/>
                </a:cubicBezTo>
                <a:cubicBezTo>
                  <a:pt x="2155298" y="49185"/>
                  <a:pt x="2161766" y="52249"/>
                  <a:pt x="2165283" y="58376"/>
                </a:cubicBezTo>
                <a:cubicBezTo>
                  <a:pt x="2167779" y="62687"/>
                  <a:pt x="2169197" y="69949"/>
                  <a:pt x="2169538" y="80160"/>
                </a:cubicBezTo>
                <a:lnTo>
                  <a:pt x="2170218" y="96414"/>
                </a:lnTo>
                <a:lnTo>
                  <a:pt x="2171920" y="114113"/>
                </a:lnTo>
                <a:cubicBezTo>
                  <a:pt x="2172714" y="120751"/>
                  <a:pt x="2173679" y="126594"/>
                  <a:pt x="2174814" y="131643"/>
                </a:cubicBezTo>
                <a:cubicBezTo>
                  <a:pt x="2175040" y="132608"/>
                  <a:pt x="2175154" y="133430"/>
                  <a:pt x="2175154" y="134111"/>
                </a:cubicBezTo>
                <a:cubicBezTo>
                  <a:pt x="2175154" y="136437"/>
                  <a:pt x="2174303" y="138380"/>
                  <a:pt x="2172601" y="139940"/>
                </a:cubicBezTo>
                <a:cubicBezTo>
                  <a:pt x="2170899" y="141500"/>
                  <a:pt x="2168857" y="142280"/>
                  <a:pt x="2166474" y="142280"/>
                </a:cubicBezTo>
                <a:close/>
                <a:moveTo>
                  <a:pt x="2235110" y="140919"/>
                </a:moveTo>
                <a:cubicBezTo>
                  <a:pt x="2222289" y="140919"/>
                  <a:pt x="2211907" y="137711"/>
                  <a:pt x="2203965" y="131295"/>
                </a:cubicBezTo>
                <a:cubicBezTo>
                  <a:pt x="2195285" y="124196"/>
                  <a:pt x="2190945" y="114259"/>
                  <a:pt x="2190945" y="101482"/>
                </a:cubicBezTo>
                <a:cubicBezTo>
                  <a:pt x="2190945" y="86720"/>
                  <a:pt x="2194519" y="74342"/>
                  <a:pt x="2201667" y="64348"/>
                </a:cubicBezTo>
                <a:cubicBezTo>
                  <a:pt x="2209440" y="53445"/>
                  <a:pt x="2219821" y="47994"/>
                  <a:pt x="2232813" y="47994"/>
                </a:cubicBezTo>
                <a:cubicBezTo>
                  <a:pt x="2242230" y="47994"/>
                  <a:pt x="2249917" y="49582"/>
                  <a:pt x="2255873" y="52759"/>
                </a:cubicBezTo>
                <a:cubicBezTo>
                  <a:pt x="2263192" y="56674"/>
                  <a:pt x="2266851" y="62687"/>
                  <a:pt x="2266851" y="70800"/>
                </a:cubicBezTo>
                <a:cubicBezTo>
                  <a:pt x="2266851" y="76473"/>
                  <a:pt x="2263646" y="81635"/>
                  <a:pt x="2257235" y="86287"/>
                </a:cubicBezTo>
                <a:cubicBezTo>
                  <a:pt x="2254398" y="88329"/>
                  <a:pt x="2248385" y="91506"/>
                  <a:pt x="2239195" y="95818"/>
                </a:cubicBezTo>
                <a:lnTo>
                  <a:pt x="2206688" y="111220"/>
                </a:lnTo>
                <a:cubicBezTo>
                  <a:pt x="2209865" y="115929"/>
                  <a:pt x="2213822" y="119474"/>
                  <a:pt x="2218559" y="121857"/>
                </a:cubicBezTo>
                <a:cubicBezTo>
                  <a:pt x="2223296" y="124240"/>
                  <a:pt x="2228813" y="125431"/>
                  <a:pt x="2235110" y="125431"/>
                </a:cubicBezTo>
                <a:cubicBezTo>
                  <a:pt x="2239025" y="125431"/>
                  <a:pt x="2243620" y="124694"/>
                  <a:pt x="2248896" y="123219"/>
                </a:cubicBezTo>
                <a:cubicBezTo>
                  <a:pt x="2255590" y="121347"/>
                  <a:pt x="2259901" y="118893"/>
                  <a:pt x="2261830" y="115858"/>
                </a:cubicBezTo>
                <a:cubicBezTo>
                  <a:pt x="2263759" y="112823"/>
                  <a:pt x="2265830" y="111305"/>
                  <a:pt x="2268042" y="111305"/>
                </a:cubicBezTo>
                <a:cubicBezTo>
                  <a:pt x="2270028" y="111305"/>
                  <a:pt x="2271801" y="112060"/>
                  <a:pt x="2273361" y="113568"/>
                </a:cubicBezTo>
                <a:cubicBezTo>
                  <a:pt x="2274921" y="115075"/>
                  <a:pt x="2275701" y="116824"/>
                  <a:pt x="2275701" y="118815"/>
                </a:cubicBezTo>
                <a:cubicBezTo>
                  <a:pt x="2275701" y="125130"/>
                  <a:pt x="2270623" y="130564"/>
                  <a:pt x="2260469" y="135116"/>
                </a:cubicBezTo>
                <a:cubicBezTo>
                  <a:pt x="2251789" y="138984"/>
                  <a:pt x="2243336" y="140919"/>
                  <a:pt x="2235110" y="140919"/>
                </a:cubicBezTo>
                <a:moveTo>
                  <a:pt x="2232813" y="63311"/>
                </a:moveTo>
                <a:cubicBezTo>
                  <a:pt x="2225891" y="63311"/>
                  <a:pt x="2220133" y="65992"/>
                  <a:pt x="2215538" y="71353"/>
                </a:cubicBezTo>
                <a:cubicBezTo>
                  <a:pt x="2210943" y="76714"/>
                  <a:pt x="2207511" y="84784"/>
                  <a:pt x="2205241" y="95563"/>
                </a:cubicBezTo>
                <a:lnTo>
                  <a:pt x="2231366" y="83139"/>
                </a:lnTo>
                <a:cubicBezTo>
                  <a:pt x="2241634" y="78146"/>
                  <a:pt x="2248952" y="73806"/>
                  <a:pt x="2253321" y="70119"/>
                </a:cubicBezTo>
                <a:cubicBezTo>
                  <a:pt x="2248442" y="65580"/>
                  <a:pt x="2241606" y="63311"/>
                  <a:pt x="2232813" y="63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accuracy">
            <a:extLst xmlns:a="http://schemas.openxmlformats.org/drawingml/2006/main">
              <a:ext uri="{FF2B5EF4-FFF2-40B4-BE49-F238E27FC236}">
                <a16:creationId xmlns:a16="http://schemas.microsoft.com/office/drawing/2014/main" id="{9C335CE2-1E1C-42EC-BA4F-82835A15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53" y="5332953"/>
            <a:ext cx="703657" cy="140068"/>
          </a:xfrm>
          <a:custGeom xmlns:a="http://schemas.openxmlformats.org/drawingml/2006/main">
            <a:pathLst>
              <a:path w="703657" h="140068">
                <a:moveTo>
                  <a:pt x="73948" y="96328"/>
                </a:moveTo>
                <a:cubicBezTo>
                  <a:pt x="72870" y="96328"/>
                  <a:pt x="70913" y="95070"/>
                  <a:pt x="68077" y="92552"/>
                </a:cubicBezTo>
                <a:cubicBezTo>
                  <a:pt x="65524" y="90207"/>
                  <a:pt x="63623" y="88118"/>
                  <a:pt x="62375" y="86287"/>
                </a:cubicBezTo>
                <a:cubicBezTo>
                  <a:pt x="56929" y="89265"/>
                  <a:pt x="52135" y="91513"/>
                  <a:pt x="47994" y="93031"/>
                </a:cubicBezTo>
                <a:cubicBezTo>
                  <a:pt x="43853" y="94548"/>
                  <a:pt x="40392" y="95307"/>
                  <a:pt x="37612" y="95307"/>
                </a:cubicBezTo>
                <a:cubicBezTo>
                  <a:pt x="24337" y="95307"/>
                  <a:pt x="14665" y="91563"/>
                  <a:pt x="8595" y="84075"/>
                </a:cubicBezTo>
                <a:cubicBezTo>
                  <a:pt x="2865" y="77040"/>
                  <a:pt x="0" y="66261"/>
                  <a:pt x="0" y="51738"/>
                </a:cubicBezTo>
                <a:cubicBezTo>
                  <a:pt x="0" y="38009"/>
                  <a:pt x="4723" y="26266"/>
                  <a:pt x="14168" y="16509"/>
                </a:cubicBezTo>
                <a:cubicBezTo>
                  <a:pt x="23614" y="6751"/>
                  <a:pt x="34889" y="1872"/>
                  <a:pt x="47994" y="1872"/>
                </a:cubicBezTo>
                <a:cubicBezTo>
                  <a:pt x="52930" y="1872"/>
                  <a:pt x="58461" y="3149"/>
                  <a:pt x="64588" y="5701"/>
                </a:cubicBezTo>
                <a:cubicBezTo>
                  <a:pt x="72303" y="8878"/>
                  <a:pt x="76161" y="12708"/>
                  <a:pt x="76161" y="17189"/>
                </a:cubicBezTo>
                <a:cubicBezTo>
                  <a:pt x="76161" y="18721"/>
                  <a:pt x="75593" y="20083"/>
                  <a:pt x="74459" y="21274"/>
                </a:cubicBezTo>
                <a:cubicBezTo>
                  <a:pt x="73892" y="23430"/>
                  <a:pt x="73452" y="26975"/>
                  <a:pt x="73140" y="31911"/>
                </a:cubicBezTo>
                <a:cubicBezTo>
                  <a:pt x="72828" y="36846"/>
                  <a:pt x="72643" y="43172"/>
                  <a:pt x="72587" y="50887"/>
                </a:cubicBezTo>
                <a:cubicBezTo>
                  <a:pt x="72530" y="57922"/>
                  <a:pt x="73012" y="63481"/>
                  <a:pt x="74033" y="67566"/>
                </a:cubicBezTo>
                <a:cubicBezTo>
                  <a:pt x="74601" y="70062"/>
                  <a:pt x="76388" y="75054"/>
                  <a:pt x="79394" y="82543"/>
                </a:cubicBezTo>
                <a:cubicBezTo>
                  <a:pt x="79791" y="83564"/>
                  <a:pt x="80444" y="85067"/>
                  <a:pt x="81352" y="87053"/>
                </a:cubicBezTo>
                <a:lnTo>
                  <a:pt x="81862" y="88500"/>
                </a:lnTo>
                <a:cubicBezTo>
                  <a:pt x="81862" y="90769"/>
                  <a:pt x="81068" y="92641"/>
                  <a:pt x="79479" y="94116"/>
                </a:cubicBezTo>
                <a:cubicBezTo>
                  <a:pt x="77891" y="95591"/>
                  <a:pt x="76047" y="96328"/>
                  <a:pt x="73948" y="96328"/>
                </a:cubicBezTo>
                <a:moveTo>
                  <a:pt x="56248" y="37219"/>
                </a:moveTo>
                <a:cubicBezTo>
                  <a:pt x="56248" y="34785"/>
                  <a:pt x="56404" y="32140"/>
                  <a:pt x="56716" y="29284"/>
                </a:cubicBezTo>
                <a:cubicBezTo>
                  <a:pt x="57028" y="26426"/>
                  <a:pt x="57496" y="23384"/>
                  <a:pt x="58120" y="20160"/>
                </a:cubicBezTo>
                <a:cubicBezTo>
                  <a:pt x="56021" y="19084"/>
                  <a:pt x="54220" y="18291"/>
                  <a:pt x="52717" y="17782"/>
                </a:cubicBezTo>
                <a:cubicBezTo>
                  <a:pt x="51213" y="17274"/>
                  <a:pt x="50008" y="17019"/>
                  <a:pt x="49100" y="17019"/>
                </a:cubicBezTo>
                <a:cubicBezTo>
                  <a:pt x="40307" y="17019"/>
                  <a:pt x="32719" y="20598"/>
                  <a:pt x="26337" y="27755"/>
                </a:cubicBezTo>
                <a:cubicBezTo>
                  <a:pt x="19955" y="34911"/>
                  <a:pt x="16764" y="43158"/>
                  <a:pt x="16764" y="52493"/>
                </a:cubicBezTo>
                <a:cubicBezTo>
                  <a:pt x="16764" y="61772"/>
                  <a:pt x="18409" y="68732"/>
                  <a:pt x="21699" y="73371"/>
                </a:cubicBezTo>
                <a:cubicBezTo>
                  <a:pt x="24990" y="78011"/>
                  <a:pt x="29925" y="80330"/>
                  <a:pt x="36506" y="80330"/>
                </a:cubicBezTo>
                <a:cubicBezTo>
                  <a:pt x="41952" y="80330"/>
                  <a:pt x="46576" y="79340"/>
                  <a:pt x="50377" y="77360"/>
                </a:cubicBezTo>
                <a:cubicBezTo>
                  <a:pt x="52419" y="76286"/>
                  <a:pt x="55284" y="74136"/>
                  <a:pt x="58971" y="70911"/>
                </a:cubicBezTo>
                <a:cubicBezTo>
                  <a:pt x="57156" y="55917"/>
                  <a:pt x="56248" y="44686"/>
                  <a:pt x="56248" y="37219"/>
                </a:cubicBezTo>
                <a:close/>
                <a:moveTo>
                  <a:pt x="135268" y="96158"/>
                </a:moveTo>
                <a:cubicBezTo>
                  <a:pt x="123639" y="96158"/>
                  <a:pt x="113938" y="92635"/>
                  <a:pt x="106165" y="85588"/>
                </a:cubicBezTo>
                <a:cubicBezTo>
                  <a:pt x="97996" y="78200"/>
                  <a:pt x="93912" y="68453"/>
                  <a:pt x="93912" y="56347"/>
                </a:cubicBezTo>
                <a:cubicBezTo>
                  <a:pt x="93912" y="44811"/>
                  <a:pt x="97741" y="32905"/>
                  <a:pt x="105400" y="20630"/>
                </a:cubicBezTo>
                <a:cubicBezTo>
                  <a:pt x="113909" y="6990"/>
                  <a:pt x="123497" y="170"/>
                  <a:pt x="134162" y="170"/>
                </a:cubicBezTo>
                <a:cubicBezTo>
                  <a:pt x="139722" y="170"/>
                  <a:pt x="145934" y="1479"/>
                  <a:pt x="152798" y="4098"/>
                </a:cubicBezTo>
                <a:cubicBezTo>
                  <a:pt x="161478" y="7457"/>
                  <a:pt x="165818" y="11556"/>
                  <a:pt x="165818" y="16394"/>
                </a:cubicBezTo>
                <a:cubicBezTo>
                  <a:pt x="165818" y="18557"/>
                  <a:pt x="165109" y="20479"/>
                  <a:pt x="163690" y="22159"/>
                </a:cubicBezTo>
                <a:cubicBezTo>
                  <a:pt x="162272" y="23838"/>
                  <a:pt x="160513" y="24678"/>
                  <a:pt x="158414" y="24678"/>
                </a:cubicBezTo>
                <a:cubicBezTo>
                  <a:pt x="156769" y="24678"/>
                  <a:pt x="155337" y="24177"/>
                  <a:pt x="154117" y="23175"/>
                </a:cubicBezTo>
                <a:cubicBezTo>
                  <a:pt x="152897" y="22172"/>
                  <a:pt x="151720" y="21183"/>
                  <a:pt x="150585" y="20208"/>
                </a:cubicBezTo>
                <a:cubicBezTo>
                  <a:pt x="147238" y="17515"/>
                  <a:pt x="141764" y="16168"/>
                  <a:pt x="134162" y="16168"/>
                </a:cubicBezTo>
                <a:cubicBezTo>
                  <a:pt x="128375" y="16168"/>
                  <a:pt x="122646" y="21345"/>
                  <a:pt x="116973" y="31698"/>
                </a:cubicBezTo>
                <a:cubicBezTo>
                  <a:pt x="111810" y="41197"/>
                  <a:pt x="109229" y="49416"/>
                  <a:pt x="109229" y="56355"/>
                </a:cubicBezTo>
                <a:cubicBezTo>
                  <a:pt x="109229" y="63863"/>
                  <a:pt x="111782" y="69779"/>
                  <a:pt x="116888" y="74102"/>
                </a:cubicBezTo>
                <a:cubicBezTo>
                  <a:pt x="121653" y="78141"/>
                  <a:pt x="127780" y="80160"/>
                  <a:pt x="135268" y="80160"/>
                </a:cubicBezTo>
                <a:cubicBezTo>
                  <a:pt x="138672" y="80160"/>
                  <a:pt x="142303" y="79253"/>
                  <a:pt x="146161" y="77437"/>
                </a:cubicBezTo>
                <a:lnTo>
                  <a:pt x="156032" y="72161"/>
                </a:lnTo>
                <a:cubicBezTo>
                  <a:pt x="157734" y="71254"/>
                  <a:pt x="158953" y="70800"/>
                  <a:pt x="159691" y="70800"/>
                </a:cubicBezTo>
                <a:cubicBezTo>
                  <a:pt x="161790" y="70800"/>
                  <a:pt x="163605" y="71636"/>
                  <a:pt x="165137" y="73310"/>
                </a:cubicBezTo>
                <a:cubicBezTo>
                  <a:pt x="166669" y="74984"/>
                  <a:pt x="167434" y="76898"/>
                  <a:pt x="167434" y="79054"/>
                </a:cubicBezTo>
                <a:cubicBezTo>
                  <a:pt x="167434" y="83195"/>
                  <a:pt x="163066" y="87195"/>
                  <a:pt x="154330" y="91052"/>
                </a:cubicBezTo>
                <a:cubicBezTo>
                  <a:pt x="146671" y="94456"/>
                  <a:pt x="140317" y="96158"/>
                  <a:pt x="135268" y="96158"/>
                </a:cubicBezTo>
                <a:close/>
                <a:moveTo>
                  <a:pt x="224585" y="96158"/>
                </a:moveTo>
                <a:cubicBezTo>
                  <a:pt x="212955" y="96158"/>
                  <a:pt x="203254" y="92635"/>
                  <a:pt x="195482" y="85588"/>
                </a:cubicBezTo>
                <a:cubicBezTo>
                  <a:pt x="187313" y="78200"/>
                  <a:pt x="183228" y="68453"/>
                  <a:pt x="183228" y="56347"/>
                </a:cubicBezTo>
                <a:cubicBezTo>
                  <a:pt x="183228" y="44811"/>
                  <a:pt x="187058" y="32905"/>
                  <a:pt x="194716" y="20630"/>
                </a:cubicBezTo>
                <a:cubicBezTo>
                  <a:pt x="203226" y="6990"/>
                  <a:pt x="212813" y="170"/>
                  <a:pt x="223479" y="170"/>
                </a:cubicBezTo>
                <a:cubicBezTo>
                  <a:pt x="229038" y="170"/>
                  <a:pt x="235250" y="1479"/>
                  <a:pt x="242115" y="4098"/>
                </a:cubicBezTo>
                <a:cubicBezTo>
                  <a:pt x="250794" y="7457"/>
                  <a:pt x="255134" y="11556"/>
                  <a:pt x="255134" y="16394"/>
                </a:cubicBezTo>
                <a:cubicBezTo>
                  <a:pt x="255134" y="18557"/>
                  <a:pt x="254425" y="20479"/>
                  <a:pt x="253007" y="22159"/>
                </a:cubicBezTo>
                <a:cubicBezTo>
                  <a:pt x="251589" y="23838"/>
                  <a:pt x="249830" y="24678"/>
                  <a:pt x="247731" y="24678"/>
                </a:cubicBezTo>
                <a:cubicBezTo>
                  <a:pt x="246086" y="24678"/>
                  <a:pt x="244653" y="24177"/>
                  <a:pt x="243434" y="23175"/>
                </a:cubicBezTo>
                <a:cubicBezTo>
                  <a:pt x="242214" y="22172"/>
                  <a:pt x="241037" y="21183"/>
                  <a:pt x="239902" y="20208"/>
                </a:cubicBezTo>
                <a:cubicBezTo>
                  <a:pt x="236555" y="17515"/>
                  <a:pt x="231080" y="16168"/>
                  <a:pt x="223479" y="16168"/>
                </a:cubicBezTo>
                <a:cubicBezTo>
                  <a:pt x="217692" y="16168"/>
                  <a:pt x="211962" y="21345"/>
                  <a:pt x="206289" y="31698"/>
                </a:cubicBezTo>
                <a:cubicBezTo>
                  <a:pt x="201127" y="41197"/>
                  <a:pt x="198546" y="49416"/>
                  <a:pt x="198546" y="56355"/>
                </a:cubicBezTo>
                <a:cubicBezTo>
                  <a:pt x="198546" y="63863"/>
                  <a:pt x="201098" y="69779"/>
                  <a:pt x="206204" y="74102"/>
                </a:cubicBezTo>
                <a:cubicBezTo>
                  <a:pt x="210969" y="78141"/>
                  <a:pt x="217096" y="80160"/>
                  <a:pt x="224585" y="80160"/>
                </a:cubicBezTo>
                <a:cubicBezTo>
                  <a:pt x="227989" y="80160"/>
                  <a:pt x="231619" y="79253"/>
                  <a:pt x="235477" y="77437"/>
                </a:cubicBezTo>
                <a:lnTo>
                  <a:pt x="245348" y="72161"/>
                </a:lnTo>
                <a:cubicBezTo>
                  <a:pt x="247050" y="71254"/>
                  <a:pt x="248270" y="70800"/>
                  <a:pt x="249007" y="70800"/>
                </a:cubicBezTo>
                <a:cubicBezTo>
                  <a:pt x="251106" y="70800"/>
                  <a:pt x="252922" y="71636"/>
                  <a:pt x="254453" y="73310"/>
                </a:cubicBezTo>
                <a:cubicBezTo>
                  <a:pt x="255985" y="74984"/>
                  <a:pt x="256751" y="76898"/>
                  <a:pt x="256751" y="79054"/>
                </a:cubicBezTo>
                <a:cubicBezTo>
                  <a:pt x="256751" y="83195"/>
                  <a:pt x="252383" y="87195"/>
                  <a:pt x="243646" y="91052"/>
                </a:cubicBezTo>
                <a:cubicBezTo>
                  <a:pt x="235988" y="94456"/>
                  <a:pt x="229634" y="96158"/>
                  <a:pt x="224585" y="96158"/>
                </a:cubicBezTo>
                <a:close/>
                <a:moveTo>
                  <a:pt x="344876" y="41016"/>
                </a:moveTo>
                <a:cubicBezTo>
                  <a:pt x="344876" y="45101"/>
                  <a:pt x="344904" y="51228"/>
                  <a:pt x="344961" y="59397"/>
                </a:cubicBezTo>
                <a:cubicBezTo>
                  <a:pt x="345018" y="67566"/>
                  <a:pt x="345046" y="73693"/>
                  <a:pt x="345046" y="77778"/>
                </a:cubicBezTo>
                <a:cubicBezTo>
                  <a:pt x="345046" y="79026"/>
                  <a:pt x="345146" y="80926"/>
                  <a:pt x="345344" y="83479"/>
                </a:cubicBezTo>
                <a:cubicBezTo>
                  <a:pt x="345543" y="86032"/>
                  <a:pt x="345642" y="87932"/>
                  <a:pt x="345642" y="89180"/>
                </a:cubicBezTo>
                <a:cubicBezTo>
                  <a:pt x="345642" y="91620"/>
                  <a:pt x="344819" y="93620"/>
                  <a:pt x="343174" y="95180"/>
                </a:cubicBezTo>
                <a:cubicBezTo>
                  <a:pt x="341529" y="96740"/>
                  <a:pt x="339515" y="97520"/>
                  <a:pt x="337132" y="97520"/>
                </a:cubicBezTo>
                <a:cubicBezTo>
                  <a:pt x="332764" y="97520"/>
                  <a:pt x="329984" y="94825"/>
                  <a:pt x="328793" y="89436"/>
                </a:cubicBezTo>
                <a:cubicBezTo>
                  <a:pt x="321702" y="93123"/>
                  <a:pt x="313533" y="94967"/>
                  <a:pt x="304285" y="94967"/>
                </a:cubicBezTo>
                <a:cubicBezTo>
                  <a:pt x="296854" y="94967"/>
                  <a:pt x="290698" y="93322"/>
                  <a:pt x="285820" y="90031"/>
                </a:cubicBezTo>
                <a:cubicBezTo>
                  <a:pt x="280430" y="86401"/>
                  <a:pt x="277225" y="81096"/>
                  <a:pt x="276204" y="74118"/>
                </a:cubicBezTo>
                <a:cubicBezTo>
                  <a:pt x="273991" y="59085"/>
                  <a:pt x="272885" y="45696"/>
                  <a:pt x="272885" y="33953"/>
                </a:cubicBezTo>
                <a:cubicBezTo>
                  <a:pt x="272885" y="26181"/>
                  <a:pt x="273736" y="17331"/>
                  <a:pt x="275438" y="7403"/>
                </a:cubicBezTo>
                <a:cubicBezTo>
                  <a:pt x="276232" y="2468"/>
                  <a:pt x="278927" y="0"/>
                  <a:pt x="283522" y="0"/>
                </a:cubicBezTo>
                <a:cubicBezTo>
                  <a:pt x="285961" y="0"/>
                  <a:pt x="288004" y="779"/>
                  <a:pt x="289649" y="2337"/>
                </a:cubicBezTo>
                <a:cubicBezTo>
                  <a:pt x="291294" y="3896"/>
                  <a:pt x="292117" y="5894"/>
                  <a:pt x="292117" y="8331"/>
                </a:cubicBezTo>
                <a:cubicBezTo>
                  <a:pt x="292117" y="10937"/>
                  <a:pt x="291705" y="15103"/>
                  <a:pt x="290883" y="20827"/>
                </a:cubicBezTo>
                <a:cubicBezTo>
                  <a:pt x="290060" y="26550"/>
                  <a:pt x="289649" y="30913"/>
                  <a:pt x="289649" y="33916"/>
                </a:cubicBezTo>
                <a:cubicBezTo>
                  <a:pt x="289649" y="43379"/>
                  <a:pt x="289961" y="51483"/>
                  <a:pt x="290585" y="58227"/>
                </a:cubicBezTo>
                <a:cubicBezTo>
                  <a:pt x="291209" y="64971"/>
                  <a:pt x="292145" y="70382"/>
                  <a:pt x="293393" y="74461"/>
                </a:cubicBezTo>
                <a:cubicBezTo>
                  <a:pt x="295265" y="75483"/>
                  <a:pt x="297109" y="76263"/>
                  <a:pt x="298924" y="76802"/>
                </a:cubicBezTo>
                <a:cubicBezTo>
                  <a:pt x="300740" y="77339"/>
                  <a:pt x="302527" y="77607"/>
                  <a:pt x="304285" y="77607"/>
                </a:cubicBezTo>
                <a:cubicBezTo>
                  <a:pt x="311887" y="77607"/>
                  <a:pt x="319915" y="76389"/>
                  <a:pt x="328368" y="73954"/>
                </a:cubicBezTo>
                <a:lnTo>
                  <a:pt x="328282" y="56698"/>
                </a:lnTo>
                <a:lnTo>
                  <a:pt x="328112" y="40208"/>
                </a:lnTo>
                <a:cubicBezTo>
                  <a:pt x="328112" y="27966"/>
                  <a:pt x="328651" y="17341"/>
                  <a:pt x="329729" y="8331"/>
                </a:cubicBezTo>
                <a:cubicBezTo>
                  <a:pt x="330353" y="3118"/>
                  <a:pt x="333105" y="511"/>
                  <a:pt x="337983" y="511"/>
                </a:cubicBezTo>
                <a:cubicBezTo>
                  <a:pt x="340423" y="511"/>
                  <a:pt x="342465" y="1305"/>
                  <a:pt x="344110" y="2893"/>
                </a:cubicBezTo>
                <a:cubicBezTo>
                  <a:pt x="345755" y="4482"/>
                  <a:pt x="346521" y="6467"/>
                  <a:pt x="346408" y="8850"/>
                </a:cubicBezTo>
                <a:lnTo>
                  <a:pt x="344876" y="41016"/>
                </a:lnTo>
                <a:close/>
                <a:moveTo>
                  <a:pt x="433225" y="27656"/>
                </a:moveTo>
                <a:cubicBezTo>
                  <a:pt x="432828" y="34747"/>
                  <a:pt x="429991" y="38293"/>
                  <a:pt x="424715" y="38293"/>
                </a:cubicBezTo>
                <a:cubicBezTo>
                  <a:pt x="419836" y="38293"/>
                  <a:pt x="417397" y="35496"/>
                  <a:pt x="417397" y="29903"/>
                </a:cubicBezTo>
                <a:cubicBezTo>
                  <a:pt x="417397" y="28829"/>
                  <a:pt x="417312" y="26850"/>
                  <a:pt x="417142" y="23968"/>
                </a:cubicBezTo>
                <a:lnTo>
                  <a:pt x="416886" y="16849"/>
                </a:lnTo>
                <a:cubicBezTo>
                  <a:pt x="407923" y="17929"/>
                  <a:pt x="400746" y="20458"/>
                  <a:pt x="395357" y="24438"/>
                </a:cubicBezTo>
                <a:cubicBezTo>
                  <a:pt x="390308" y="28135"/>
                  <a:pt x="386110" y="33707"/>
                  <a:pt x="382763" y="41154"/>
                </a:cubicBezTo>
                <a:lnTo>
                  <a:pt x="382933" y="87885"/>
                </a:lnTo>
                <a:cubicBezTo>
                  <a:pt x="382933" y="93628"/>
                  <a:pt x="380125" y="96499"/>
                  <a:pt x="374509" y="96499"/>
                </a:cubicBezTo>
                <a:cubicBezTo>
                  <a:pt x="369516" y="96499"/>
                  <a:pt x="367020" y="93628"/>
                  <a:pt x="367020" y="87888"/>
                </a:cubicBezTo>
                <a:lnTo>
                  <a:pt x="367020" y="28042"/>
                </a:lnTo>
                <a:cubicBezTo>
                  <a:pt x="367020" y="26166"/>
                  <a:pt x="367091" y="23353"/>
                  <a:pt x="367233" y="19604"/>
                </a:cubicBezTo>
                <a:cubicBezTo>
                  <a:pt x="367375" y="15853"/>
                  <a:pt x="367446" y="13039"/>
                  <a:pt x="367446" y="11163"/>
                </a:cubicBezTo>
                <a:cubicBezTo>
                  <a:pt x="367446" y="5423"/>
                  <a:pt x="369942" y="2553"/>
                  <a:pt x="374934" y="2553"/>
                </a:cubicBezTo>
                <a:cubicBezTo>
                  <a:pt x="380494" y="2553"/>
                  <a:pt x="383302" y="7261"/>
                  <a:pt x="383359" y="16679"/>
                </a:cubicBezTo>
                <a:cubicBezTo>
                  <a:pt x="394251" y="6127"/>
                  <a:pt x="406334" y="851"/>
                  <a:pt x="419609" y="851"/>
                </a:cubicBezTo>
                <a:cubicBezTo>
                  <a:pt x="424205" y="851"/>
                  <a:pt x="427637" y="2581"/>
                  <a:pt x="429906" y="6042"/>
                </a:cubicBezTo>
                <a:cubicBezTo>
                  <a:pt x="432175" y="9502"/>
                  <a:pt x="433310" y="14722"/>
                  <a:pt x="433310" y="21699"/>
                </a:cubicBezTo>
                <a:cubicBezTo>
                  <a:pt x="433310" y="24649"/>
                  <a:pt x="433281" y="26635"/>
                  <a:pt x="433225" y="27656"/>
                </a:cubicBezTo>
                <a:close/>
                <a:moveTo>
                  <a:pt x="516174" y="96328"/>
                </a:moveTo>
                <a:cubicBezTo>
                  <a:pt x="515096" y="96328"/>
                  <a:pt x="513139" y="95070"/>
                  <a:pt x="510302" y="92552"/>
                </a:cubicBezTo>
                <a:cubicBezTo>
                  <a:pt x="507750" y="90207"/>
                  <a:pt x="505849" y="88118"/>
                  <a:pt x="504601" y="86287"/>
                </a:cubicBezTo>
                <a:cubicBezTo>
                  <a:pt x="499155" y="89265"/>
                  <a:pt x="494361" y="91513"/>
                  <a:pt x="490220" y="93031"/>
                </a:cubicBezTo>
                <a:cubicBezTo>
                  <a:pt x="486078" y="94548"/>
                  <a:pt x="482618" y="95307"/>
                  <a:pt x="479838" y="95307"/>
                </a:cubicBezTo>
                <a:cubicBezTo>
                  <a:pt x="466563" y="95307"/>
                  <a:pt x="456891" y="91563"/>
                  <a:pt x="450820" y="84075"/>
                </a:cubicBezTo>
                <a:cubicBezTo>
                  <a:pt x="445091" y="77040"/>
                  <a:pt x="442226" y="66261"/>
                  <a:pt x="442226" y="51738"/>
                </a:cubicBezTo>
                <a:cubicBezTo>
                  <a:pt x="442226" y="38009"/>
                  <a:pt x="446949" y="26266"/>
                  <a:pt x="456394" y="16509"/>
                </a:cubicBezTo>
                <a:cubicBezTo>
                  <a:pt x="465840" y="6751"/>
                  <a:pt x="477115" y="1872"/>
                  <a:pt x="490220" y="1872"/>
                </a:cubicBezTo>
                <a:cubicBezTo>
                  <a:pt x="495155" y="1872"/>
                  <a:pt x="500687" y="3149"/>
                  <a:pt x="506813" y="5701"/>
                </a:cubicBezTo>
                <a:cubicBezTo>
                  <a:pt x="514529" y="8878"/>
                  <a:pt x="518387" y="12708"/>
                  <a:pt x="518387" y="17189"/>
                </a:cubicBezTo>
                <a:cubicBezTo>
                  <a:pt x="518387" y="18721"/>
                  <a:pt x="517819" y="20083"/>
                  <a:pt x="516685" y="21274"/>
                </a:cubicBezTo>
                <a:cubicBezTo>
                  <a:pt x="516117" y="23430"/>
                  <a:pt x="515678" y="26975"/>
                  <a:pt x="515366" y="31911"/>
                </a:cubicBezTo>
                <a:cubicBezTo>
                  <a:pt x="515054" y="36846"/>
                  <a:pt x="514869" y="43172"/>
                  <a:pt x="514812" y="50887"/>
                </a:cubicBezTo>
                <a:cubicBezTo>
                  <a:pt x="514756" y="57922"/>
                  <a:pt x="515238" y="63481"/>
                  <a:pt x="516259" y="67566"/>
                </a:cubicBezTo>
                <a:cubicBezTo>
                  <a:pt x="516826" y="70062"/>
                  <a:pt x="518613" y="75054"/>
                  <a:pt x="521620" y="82543"/>
                </a:cubicBezTo>
                <a:cubicBezTo>
                  <a:pt x="522017" y="83564"/>
                  <a:pt x="522670" y="85067"/>
                  <a:pt x="523577" y="87053"/>
                </a:cubicBezTo>
                <a:lnTo>
                  <a:pt x="524088" y="88500"/>
                </a:lnTo>
                <a:cubicBezTo>
                  <a:pt x="524088" y="90769"/>
                  <a:pt x="523294" y="92641"/>
                  <a:pt x="521705" y="94116"/>
                </a:cubicBezTo>
                <a:cubicBezTo>
                  <a:pt x="520117" y="95591"/>
                  <a:pt x="518273" y="96328"/>
                  <a:pt x="516174" y="96328"/>
                </a:cubicBezTo>
                <a:moveTo>
                  <a:pt x="498474" y="37219"/>
                </a:moveTo>
                <a:cubicBezTo>
                  <a:pt x="498474" y="34785"/>
                  <a:pt x="498630" y="32140"/>
                  <a:pt x="498942" y="29284"/>
                </a:cubicBezTo>
                <a:cubicBezTo>
                  <a:pt x="499254" y="26426"/>
                  <a:pt x="499722" y="23384"/>
                  <a:pt x="500346" y="20160"/>
                </a:cubicBezTo>
                <a:cubicBezTo>
                  <a:pt x="498247" y="19084"/>
                  <a:pt x="496446" y="18291"/>
                  <a:pt x="494943" y="17782"/>
                </a:cubicBezTo>
                <a:cubicBezTo>
                  <a:pt x="493439" y="17274"/>
                  <a:pt x="492234" y="17019"/>
                  <a:pt x="491326" y="17019"/>
                </a:cubicBezTo>
                <a:cubicBezTo>
                  <a:pt x="482533" y="17019"/>
                  <a:pt x="474945" y="20598"/>
                  <a:pt x="468563" y="27755"/>
                </a:cubicBezTo>
                <a:cubicBezTo>
                  <a:pt x="462181" y="34911"/>
                  <a:pt x="458990" y="43158"/>
                  <a:pt x="458990" y="52493"/>
                </a:cubicBezTo>
                <a:cubicBezTo>
                  <a:pt x="458990" y="61772"/>
                  <a:pt x="460635" y="68732"/>
                  <a:pt x="463925" y="73371"/>
                </a:cubicBezTo>
                <a:cubicBezTo>
                  <a:pt x="467216" y="78011"/>
                  <a:pt x="472151" y="80330"/>
                  <a:pt x="478732" y="80330"/>
                </a:cubicBezTo>
                <a:cubicBezTo>
                  <a:pt x="484178" y="80330"/>
                  <a:pt x="488802" y="79340"/>
                  <a:pt x="492602" y="77360"/>
                </a:cubicBezTo>
                <a:cubicBezTo>
                  <a:pt x="494645" y="76286"/>
                  <a:pt x="497510" y="74136"/>
                  <a:pt x="501197" y="70911"/>
                </a:cubicBezTo>
                <a:cubicBezTo>
                  <a:pt x="499382" y="55917"/>
                  <a:pt x="498474" y="44686"/>
                  <a:pt x="498474" y="37219"/>
                </a:cubicBezTo>
                <a:close/>
                <a:moveTo>
                  <a:pt x="577494" y="96158"/>
                </a:moveTo>
                <a:cubicBezTo>
                  <a:pt x="565864" y="96158"/>
                  <a:pt x="556163" y="92635"/>
                  <a:pt x="548391" y="85588"/>
                </a:cubicBezTo>
                <a:cubicBezTo>
                  <a:pt x="540222" y="78200"/>
                  <a:pt x="536137" y="68453"/>
                  <a:pt x="536137" y="56347"/>
                </a:cubicBezTo>
                <a:cubicBezTo>
                  <a:pt x="536137" y="44811"/>
                  <a:pt x="539967" y="32905"/>
                  <a:pt x="547625" y="20630"/>
                </a:cubicBezTo>
                <a:cubicBezTo>
                  <a:pt x="556135" y="6990"/>
                  <a:pt x="565722" y="170"/>
                  <a:pt x="576388" y="170"/>
                </a:cubicBezTo>
                <a:cubicBezTo>
                  <a:pt x="581947" y="170"/>
                  <a:pt x="588159" y="1479"/>
                  <a:pt x="595024" y="4098"/>
                </a:cubicBezTo>
                <a:cubicBezTo>
                  <a:pt x="603703" y="7457"/>
                  <a:pt x="608043" y="11556"/>
                  <a:pt x="608043" y="16394"/>
                </a:cubicBezTo>
                <a:cubicBezTo>
                  <a:pt x="608043" y="18557"/>
                  <a:pt x="607334" y="20479"/>
                  <a:pt x="605916" y="22159"/>
                </a:cubicBezTo>
                <a:cubicBezTo>
                  <a:pt x="604498" y="23838"/>
                  <a:pt x="602739" y="24678"/>
                  <a:pt x="600640" y="24678"/>
                </a:cubicBezTo>
                <a:cubicBezTo>
                  <a:pt x="598995" y="24678"/>
                  <a:pt x="597562" y="24177"/>
                  <a:pt x="596343" y="23175"/>
                </a:cubicBezTo>
                <a:cubicBezTo>
                  <a:pt x="595123" y="22172"/>
                  <a:pt x="593946" y="21183"/>
                  <a:pt x="592811" y="20208"/>
                </a:cubicBezTo>
                <a:cubicBezTo>
                  <a:pt x="589464" y="17515"/>
                  <a:pt x="583990" y="16168"/>
                  <a:pt x="576388" y="16168"/>
                </a:cubicBezTo>
                <a:cubicBezTo>
                  <a:pt x="570601" y="16168"/>
                  <a:pt x="564871" y="21345"/>
                  <a:pt x="559198" y="31698"/>
                </a:cubicBezTo>
                <a:cubicBezTo>
                  <a:pt x="554036" y="41197"/>
                  <a:pt x="551455" y="49416"/>
                  <a:pt x="551455" y="56355"/>
                </a:cubicBezTo>
                <a:cubicBezTo>
                  <a:pt x="551455" y="63863"/>
                  <a:pt x="554007" y="69779"/>
                  <a:pt x="559113" y="74102"/>
                </a:cubicBezTo>
                <a:cubicBezTo>
                  <a:pt x="563879" y="78141"/>
                  <a:pt x="570005" y="80160"/>
                  <a:pt x="577494" y="80160"/>
                </a:cubicBezTo>
                <a:cubicBezTo>
                  <a:pt x="580898" y="80160"/>
                  <a:pt x="584529" y="79253"/>
                  <a:pt x="588386" y="77437"/>
                </a:cubicBezTo>
                <a:lnTo>
                  <a:pt x="598257" y="72161"/>
                </a:lnTo>
                <a:cubicBezTo>
                  <a:pt x="599959" y="71254"/>
                  <a:pt x="601179" y="70800"/>
                  <a:pt x="601916" y="70800"/>
                </a:cubicBezTo>
                <a:cubicBezTo>
                  <a:pt x="604015" y="70800"/>
                  <a:pt x="605831" y="71636"/>
                  <a:pt x="607363" y="73310"/>
                </a:cubicBezTo>
                <a:cubicBezTo>
                  <a:pt x="608894" y="74984"/>
                  <a:pt x="609660" y="76898"/>
                  <a:pt x="609660" y="79054"/>
                </a:cubicBezTo>
                <a:cubicBezTo>
                  <a:pt x="609660" y="83195"/>
                  <a:pt x="605292" y="87195"/>
                  <a:pt x="596555" y="91052"/>
                </a:cubicBezTo>
                <a:cubicBezTo>
                  <a:pt x="588897" y="94456"/>
                  <a:pt x="582543" y="96158"/>
                  <a:pt x="577494" y="96158"/>
                </a:cubicBezTo>
                <a:close/>
                <a:moveTo>
                  <a:pt x="702551" y="14793"/>
                </a:moveTo>
                <a:lnTo>
                  <a:pt x="673108" y="78453"/>
                </a:lnTo>
                <a:cubicBezTo>
                  <a:pt x="665846" y="93942"/>
                  <a:pt x="660287" y="106906"/>
                  <a:pt x="656429" y="117344"/>
                </a:cubicBezTo>
                <a:lnTo>
                  <a:pt x="650813" y="133856"/>
                </a:lnTo>
                <a:cubicBezTo>
                  <a:pt x="649338" y="137997"/>
                  <a:pt x="646785" y="140068"/>
                  <a:pt x="643154" y="140068"/>
                </a:cubicBezTo>
                <a:cubicBezTo>
                  <a:pt x="640771" y="140068"/>
                  <a:pt x="638715" y="139283"/>
                  <a:pt x="636984" y="137714"/>
                </a:cubicBezTo>
                <a:cubicBezTo>
                  <a:pt x="635254" y="136147"/>
                  <a:pt x="634389" y="134194"/>
                  <a:pt x="634389" y="131856"/>
                </a:cubicBezTo>
                <a:cubicBezTo>
                  <a:pt x="634389" y="126154"/>
                  <a:pt x="640516" y="109750"/>
                  <a:pt x="652770" y="82641"/>
                </a:cubicBezTo>
                <a:lnTo>
                  <a:pt x="622305" y="23931"/>
                </a:lnTo>
                <a:lnTo>
                  <a:pt x="618476" y="17708"/>
                </a:lnTo>
                <a:cubicBezTo>
                  <a:pt x="616944" y="15095"/>
                  <a:pt x="616179" y="12908"/>
                  <a:pt x="616179" y="11148"/>
                </a:cubicBezTo>
                <a:cubicBezTo>
                  <a:pt x="616179" y="8822"/>
                  <a:pt x="617072" y="6779"/>
                  <a:pt x="618859" y="5021"/>
                </a:cubicBezTo>
                <a:cubicBezTo>
                  <a:pt x="620646" y="3262"/>
                  <a:pt x="622646" y="2383"/>
                  <a:pt x="624858" y="2383"/>
                </a:cubicBezTo>
                <a:cubicBezTo>
                  <a:pt x="627468" y="2383"/>
                  <a:pt x="629482" y="3375"/>
                  <a:pt x="630900" y="5361"/>
                </a:cubicBezTo>
                <a:cubicBezTo>
                  <a:pt x="640544" y="18769"/>
                  <a:pt x="650898" y="37858"/>
                  <a:pt x="661960" y="62628"/>
                </a:cubicBezTo>
                <a:lnTo>
                  <a:pt x="674554" y="33179"/>
                </a:lnTo>
                <a:cubicBezTo>
                  <a:pt x="679093" y="23019"/>
                  <a:pt x="683461" y="14285"/>
                  <a:pt x="687659" y="6978"/>
                </a:cubicBezTo>
                <a:cubicBezTo>
                  <a:pt x="689474" y="3801"/>
                  <a:pt x="691857" y="2212"/>
                  <a:pt x="694807" y="2212"/>
                </a:cubicBezTo>
                <a:cubicBezTo>
                  <a:pt x="697133" y="2212"/>
                  <a:pt x="699189" y="3034"/>
                  <a:pt x="700976" y="4678"/>
                </a:cubicBezTo>
                <a:cubicBezTo>
                  <a:pt x="702763" y="6321"/>
                  <a:pt x="703657" y="8276"/>
                  <a:pt x="703657" y="10544"/>
                </a:cubicBezTo>
                <a:cubicBezTo>
                  <a:pt x="703657" y="11790"/>
                  <a:pt x="703288" y="13207"/>
                  <a:pt x="702551" y="147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604479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2026-09-05T18:19:52.7670000Z</dcterms:created>
  <dcterms:modified xsi:type="dcterms:W3CDTF">2026-09-05T18:19:52.7670000Z</dcterms:modified>
</coreProperties>
</file>